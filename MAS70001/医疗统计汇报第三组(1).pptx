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notesMasters/notesMaster1.xml" ContentType="application/vnd.openxmlformats-officedocument.presentationml.notesMaster+xml"/>
  <Override PartName="/ppt/tags/tag1.xml" ContentType="application/vnd.openxmlformats-officedocument.presentationml.tag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tags/tag2.xml" ContentType="application/vnd.openxmlformats-officedocument.presentationml.tags+xml"/>
  <Override PartName="/ppt/tags/tag3.xml" ContentType="application/vnd.openxmlformats-officedocument.presentationml.tags+xml"/>
  <Override PartName="/ppt/tags/tag4.xml" ContentType="application/vnd.openxmlformats-officedocument.presentationml.tags+xml"/>
  <Override PartName="/ppt/notesSlides/notesSlide1.xml" ContentType="application/vnd.openxmlformats-officedocument.presentationml.notesSlide+xml"/>
  <Override PartName="/ppt/tags/tag5.xml" ContentType="application/vnd.openxmlformats-officedocument.presentationml.tags+xml"/>
  <Override PartName="/ppt/tags/tag6.xml" ContentType="application/vnd.openxmlformats-officedocument.presentationml.tags+xml"/>
  <Override PartName="/ppt/tags/tag7.xml" ContentType="application/vnd.openxmlformats-officedocument.presentationml.tags+xml"/>
  <Override PartName="/ppt/tags/tag8.xml" ContentType="application/vnd.openxmlformats-officedocument.presentationml.tags+xml"/>
  <Override PartName="/ppt/tags/tag9.xml" ContentType="application/vnd.openxmlformats-officedocument.presentationml.tags+xml"/>
  <Override PartName="/ppt/tags/tag10.xml" ContentType="application/vnd.openxmlformats-officedocument.presentationml.tags+xml"/>
  <Override PartName="/ppt/tags/tag11.xml" ContentType="application/vnd.openxmlformats-officedocument.presentationml.tags+xml"/>
  <Override PartName="/ppt/tags/tag12.xml" ContentType="application/vnd.openxmlformats-officedocument.presentationml.tags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tags/tag13.xml" ContentType="application/vnd.openxmlformats-officedocument.presentationml.tags+xml"/>
  <Override PartName="/ppt/tags/tag14.xml" ContentType="application/vnd.openxmlformats-officedocument.presentationml.tags+xml"/>
  <Override PartName="/ppt/tags/tag15.xml" ContentType="application/vnd.openxmlformats-officedocument.presentationml.tags+xml"/>
  <Override PartName="/ppt/notesSlides/notesSlide1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 bookmarkIdSeed="2">
  <p:sldMasterIdLst>
    <p:sldMasterId id="2147483648" r:id="rId1"/>
  </p:sldMasterIdLst>
  <p:notesMasterIdLst>
    <p:notesMasterId r:id="rId18"/>
  </p:notesMasterIdLst>
  <p:sldIdLst>
    <p:sldId id="256" r:id="rId2"/>
    <p:sldId id="257" r:id="rId3"/>
    <p:sldId id="258" r:id="rId4"/>
    <p:sldId id="284" r:id="rId5"/>
    <p:sldId id="265" r:id="rId6"/>
    <p:sldId id="350" r:id="rId7"/>
    <p:sldId id="336" r:id="rId8"/>
    <p:sldId id="351" r:id="rId9"/>
    <p:sldId id="259" r:id="rId10"/>
    <p:sldId id="312" r:id="rId11"/>
    <p:sldId id="311" r:id="rId12"/>
    <p:sldId id="353" r:id="rId13"/>
    <p:sldId id="352" r:id="rId14"/>
    <p:sldId id="260" r:id="rId15"/>
    <p:sldId id="318" r:id="rId16"/>
    <p:sldId id="264" r:id="rId17"/>
  </p:sldIdLst>
  <p:sldSz cx="12192000" cy="6858000"/>
  <p:notesSz cx="6858000" cy="9144000"/>
  <p:embeddedFontLst>
    <p:embeddedFont>
      <p:font typeface="方正大标宋简体" panose="02010600030101010101" charset="-122"/>
      <p:regular r:id="rId19"/>
    </p:embeddedFont>
    <p:embeddedFont>
      <p:font typeface="Bahnschrift Light" panose="020B0502040204020203" pitchFamily="34" charset="0"/>
      <p:regular r:id="rId20"/>
    </p:embeddedFont>
    <p:embeddedFont>
      <p:font typeface="Roboto" panose="02000000000000000000" pitchFamily="2" charset="0"/>
      <p:regular r:id="rId21"/>
      <p:bold r:id="rId22"/>
      <p:italic r:id="rId23"/>
      <p:boldItalic r:id="rId24"/>
    </p:embeddedFont>
    <p:embeddedFont>
      <p:font typeface="等线" panose="02010600030101010101" pitchFamily="2" charset="-122"/>
      <p:regular r:id="rId25"/>
      <p:bold r:id="rId26"/>
    </p:embeddedFont>
    <p:embeddedFont>
      <p:font typeface="等线 Light" panose="02010600030101010101" pitchFamily="2" charset="-122"/>
      <p:regular r:id="rId27"/>
    </p:embeddedFont>
    <p:embeddedFont>
      <p:font typeface="微软雅黑" panose="020B0503020204020204" pitchFamily="34" charset="-122"/>
      <p:regular r:id="rId28"/>
      <p:bold r:id="rId29"/>
    </p:embeddedFont>
    <p:embeddedFont>
      <p:font typeface="微软雅黑 Light" panose="020B0502040204020203" pitchFamily="34" charset="-122"/>
      <p:regular r:id="rId30"/>
    </p:embeddedFont>
  </p:embeddedFontLst>
  <p:custDataLst>
    <p:tags r:id="rId31"/>
  </p:custDataLst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242" userDrawn="1">
          <p15:clr>
            <a:srgbClr val="A4A3A4"/>
          </p15:clr>
        </p15:guide>
        <p15:guide id="2" pos="3877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1B4489"/>
    <a:srgbClr val="5B9BD5"/>
    <a:srgbClr val="2257AE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度样式 2 - 强调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20898" autoAdjust="0"/>
    <p:restoredTop sz="94660"/>
  </p:normalViewPr>
  <p:slideViewPr>
    <p:cSldViewPr snapToGrid="0" showGuides="1">
      <p:cViewPr varScale="1">
        <p:scale>
          <a:sx n="65" d="100"/>
          <a:sy n="65" d="100"/>
        </p:scale>
        <p:origin x="284" y="56"/>
      </p:cViewPr>
      <p:guideLst>
        <p:guide orient="horz" pos="2242"/>
        <p:guide pos="3877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notesMaster" Target="notesMasters/notesMaster1.xml"/><Relationship Id="rId26" Type="http://schemas.openxmlformats.org/officeDocument/2006/relationships/font" Target="fonts/font8.fntdata"/><Relationship Id="rId3" Type="http://schemas.openxmlformats.org/officeDocument/2006/relationships/slide" Target="slides/slide2.xml"/><Relationship Id="rId21" Type="http://schemas.openxmlformats.org/officeDocument/2006/relationships/font" Target="fonts/font3.fntdata"/><Relationship Id="rId34" Type="http://schemas.openxmlformats.org/officeDocument/2006/relationships/theme" Target="theme/theme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font" Target="fonts/font7.fntdata"/><Relationship Id="rId33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font" Target="fonts/font2.fntdata"/><Relationship Id="rId29" Type="http://schemas.openxmlformats.org/officeDocument/2006/relationships/font" Target="fonts/font11.fntdata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font" Target="fonts/font6.fntdata"/><Relationship Id="rId32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font" Target="fonts/font5.fntdata"/><Relationship Id="rId28" Type="http://schemas.openxmlformats.org/officeDocument/2006/relationships/font" Target="fonts/font10.fntdata"/><Relationship Id="rId10" Type="http://schemas.openxmlformats.org/officeDocument/2006/relationships/slide" Target="slides/slide9.xml"/><Relationship Id="rId19" Type="http://schemas.openxmlformats.org/officeDocument/2006/relationships/font" Target="fonts/font1.fntdata"/><Relationship Id="rId31" Type="http://schemas.openxmlformats.org/officeDocument/2006/relationships/tags" Target="tags/tag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font" Target="fonts/font4.fntdata"/><Relationship Id="rId27" Type="http://schemas.openxmlformats.org/officeDocument/2006/relationships/font" Target="fonts/font9.fntdata"/><Relationship Id="rId30" Type="http://schemas.openxmlformats.org/officeDocument/2006/relationships/font" Target="fonts/font12.fntdata"/><Relationship Id="rId35" Type="http://schemas.openxmlformats.org/officeDocument/2006/relationships/tableStyles" Target="tableStyles.xml"/><Relationship Id="rId8" Type="http://schemas.openxmlformats.org/officeDocument/2006/relationships/slide" Target="slides/slide7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0DCA2BF-3030-4C6A-9CE5-A98D5AFBB533}" type="datetimeFigureOut">
              <a:rPr lang="zh-CN" altLang="en-US" smtClean="0"/>
              <a:t>2025/12/22</a:t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D1649A20-36B2-431D-89D2-2EEA123B0154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1649A20-36B2-431D-89D2-2EEA123B0154}" type="slidenum">
              <a:rPr lang="zh-CN" altLang="en-US" smtClean="0"/>
              <a:t>1</a:t>
            </a:fld>
            <a:endParaRPr lang="zh-CN" altLang="en-US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1649A20-36B2-431D-89D2-2EEA123B0154}" type="slidenum">
              <a:rPr lang="zh-CN" altLang="en-US" smtClean="0"/>
              <a:t>2</a:t>
            </a:fld>
            <a:endParaRPr lang="zh-CN" altLang="en-US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1649A20-36B2-431D-89D2-2EEA123B0154}" type="slidenum">
              <a:rPr lang="zh-CN" altLang="en-US" smtClean="0"/>
              <a:t>3</a:t>
            </a:fld>
            <a:endParaRPr lang="zh-CN" altLang="en-US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1649A20-36B2-431D-89D2-2EEA123B0154}" type="slidenum">
              <a:rPr lang="zh-CN" altLang="en-US" smtClean="0"/>
              <a:t>4</a:t>
            </a:fld>
            <a:endParaRPr lang="zh-CN" altLang="en-US"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1649A20-36B2-431D-89D2-2EEA123B0154}" type="slidenum">
              <a:rPr lang="zh-CN" altLang="en-US" smtClean="0"/>
              <a:t>5</a:t>
            </a:fld>
            <a:endParaRPr lang="zh-CN" altLang="en-US"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365646C-688B-07B5-414E-6738EC25C17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>
            <a:extLst>
              <a:ext uri="{FF2B5EF4-FFF2-40B4-BE49-F238E27FC236}">
                <a16:creationId xmlns:a16="http://schemas.microsoft.com/office/drawing/2014/main" id="{BA96F580-8656-7461-03F7-50A33DDC1869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>
            <a:extLst>
              <a:ext uri="{FF2B5EF4-FFF2-40B4-BE49-F238E27FC236}">
                <a16:creationId xmlns:a16="http://schemas.microsoft.com/office/drawing/2014/main" id="{47F98A9E-2E9C-F83E-9F4C-EA95E539AF8D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933B7495-39C7-7DF8-88B1-60D9AB1F7BBA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D1649A20-36B2-431D-89D2-2EEA123B0154}" type="slidenum">
              <a:rPr kumimoji="0" lang="zh-CN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/>
                <a:ea typeface="等线" panose="02010600030101010101" pitchFamily="2" charset="-122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6</a:t>
            </a:fld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等线"/>
              <a:ea typeface="等线" panose="02010600030101010101" pitchFamily="2" charset="-122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753726968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1649A20-36B2-431D-89D2-2EEA123B0154}" type="slidenum">
              <a:rPr lang="zh-CN" altLang="en-US" smtClean="0"/>
              <a:t>7</a:t>
            </a:fld>
            <a:endParaRPr lang="zh-CN" altLang="en-US"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2A41C46-C173-6D71-F200-B3B14BFF358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>
            <a:extLst>
              <a:ext uri="{FF2B5EF4-FFF2-40B4-BE49-F238E27FC236}">
                <a16:creationId xmlns:a16="http://schemas.microsoft.com/office/drawing/2014/main" id="{EAD4CE1F-5BDA-8A27-BD4E-B27CB5F835F6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>
            <a:extLst>
              <a:ext uri="{FF2B5EF4-FFF2-40B4-BE49-F238E27FC236}">
                <a16:creationId xmlns:a16="http://schemas.microsoft.com/office/drawing/2014/main" id="{4E2D774D-BA3A-F989-381C-2791A658A781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68801EDB-210C-763B-CDBE-41EA5213783F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D1649A20-36B2-431D-89D2-2EEA123B0154}" type="slidenum">
              <a:rPr kumimoji="0" lang="zh-CN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/>
                <a:ea typeface="等线" panose="02010600030101010101" pitchFamily="2" charset="-122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8</a:t>
            </a:fld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等线"/>
              <a:ea typeface="等线" panose="02010600030101010101" pitchFamily="2" charset="-122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202592764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1649A20-36B2-431D-89D2-2EEA123B0154}" type="slidenum">
              <a:rPr lang="zh-CN" altLang="en-US" smtClean="0"/>
              <a:t>9</a:t>
            </a:fld>
            <a:endParaRPr lang="zh-CN" altLang="en-US"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1649A20-36B2-431D-89D2-2EEA123B0154}" type="slidenum">
              <a:rPr lang="zh-CN" altLang="en-US" smtClean="0"/>
              <a:t>10</a:t>
            </a:fld>
            <a:endParaRPr lang="zh-CN" altLang="en-US"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1649A20-36B2-431D-89D2-2EEA123B0154}" type="slidenum">
              <a:rPr lang="zh-CN" altLang="en-US" smtClean="0"/>
              <a:t>11</a:t>
            </a:fld>
            <a:endParaRPr lang="zh-CN" altLang="en-US"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F2D89AF-D6AF-8634-A642-C3C85D873F3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>
            <a:extLst>
              <a:ext uri="{FF2B5EF4-FFF2-40B4-BE49-F238E27FC236}">
                <a16:creationId xmlns:a16="http://schemas.microsoft.com/office/drawing/2014/main" id="{872277FA-8B3E-C0CB-4AD2-3EA315885A89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>
            <a:extLst>
              <a:ext uri="{FF2B5EF4-FFF2-40B4-BE49-F238E27FC236}">
                <a16:creationId xmlns:a16="http://schemas.microsoft.com/office/drawing/2014/main" id="{4BE63F4C-EE71-744D-3E03-90B342DF69E7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AD83D33B-72A0-0134-F5AC-FA0BCEA98AFF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D1649A20-36B2-431D-89D2-2EEA123B0154}" type="slidenum">
              <a:rPr kumimoji="0" lang="zh-CN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/>
                <a:ea typeface="等线" panose="02010600030101010101" pitchFamily="2" charset="-122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12</a:t>
            </a:fld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等线"/>
              <a:ea typeface="等线" panose="02010600030101010101" pitchFamily="2" charset="-122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538209340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921AE4F-56BC-91CC-FC73-9F9BB5E8A7B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>
            <a:extLst>
              <a:ext uri="{FF2B5EF4-FFF2-40B4-BE49-F238E27FC236}">
                <a16:creationId xmlns:a16="http://schemas.microsoft.com/office/drawing/2014/main" id="{9B756B27-3813-1AAC-39DD-BAC79FF5D34D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>
            <a:extLst>
              <a:ext uri="{FF2B5EF4-FFF2-40B4-BE49-F238E27FC236}">
                <a16:creationId xmlns:a16="http://schemas.microsoft.com/office/drawing/2014/main" id="{33ED31B3-E452-EA92-59E6-196CEC2D3EB7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28AB4148-B11D-BBAA-90F5-4A84798E3736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D1649A20-36B2-431D-89D2-2EEA123B0154}" type="slidenum">
              <a:rPr kumimoji="0" lang="zh-CN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/>
                <a:ea typeface="等线" panose="02010600030101010101" pitchFamily="2" charset="-122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13</a:t>
            </a:fld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等线"/>
              <a:ea typeface="等线" panose="02010600030101010101" pitchFamily="2" charset="-122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800375513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1649A20-36B2-431D-89D2-2EEA123B0154}" type="slidenum">
              <a:rPr lang="zh-CN" altLang="en-US" smtClean="0"/>
              <a:t>14</a:t>
            </a:fld>
            <a:endParaRPr lang="zh-CN" altLang="en-US"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1649A20-36B2-431D-89D2-2EEA123B0154}" type="slidenum">
              <a:rPr lang="zh-CN" altLang="en-US" smtClean="0"/>
              <a:t>15</a:t>
            </a:fld>
            <a:endParaRPr lang="zh-CN" altLang="en-US"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文本占位符 2"/>
          <p:cNvSpPr>
            <a:spLocks noGrp="1"/>
          </p:cNvSpPr>
          <p:nvPr>
            <p:ph type="body" idx="3"/>
          </p:nvPr>
        </p:nvSpPr>
        <p:spPr/>
        <p:txBody>
          <a:bodyPr/>
          <a:lstStyle/>
          <a:p>
            <a:endParaRPr lang="zh-CN" altLang="en-US" dirty="0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副标题 2"/>
          <p:cNvSpPr>
            <a:spLocks noGrp="1"/>
          </p:cNvSpPr>
          <p:nvPr>
            <p:ph type="subTitle" idx="1" hasCustomPrompt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/>
              <a:t>单击以编辑母版副标题样式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79A1350-D6BC-4829-BF7F-A44D608302B5}" type="datetimeFigureOut">
              <a:rPr lang="zh-CN" altLang="en-US" smtClean="0"/>
              <a:t>2025/12/22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AEB0F55-389C-4D4A-BCCC-CA69A7403A50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xmlns:p14="http://schemas.microsoft.com/office/powerpoint/2010/main" spd="slow" p14:dur="1250">
        <p15:prstTrans prst="peelOff"/>
      </p:transition>
    </mc:Choice>
    <mc:Fallback xmlns="">
      <p:transition spd="slow">
        <p:fade/>
      </p:transition>
    </mc:Fallback>
  </mc:AlternateConten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 hasCustomPrompt="1"/>
          </p:nvPr>
        </p:nvSpPr>
        <p:spPr/>
        <p:txBody>
          <a:bodyPr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79A1350-D6BC-4829-BF7F-A44D608302B5}" type="datetimeFigureOut">
              <a:rPr lang="zh-CN" altLang="en-US" smtClean="0"/>
              <a:t>2025/12/22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AEB0F55-389C-4D4A-BCCC-CA69A7403A50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xmlns:p14="http://schemas.microsoft.com/office/powerpoint/2010/main" spd="slow" p14:dur="1250">
        <p15:prstTrans prst="peelOff"/>
      </p:transition>
    </mc:Choice>
    <mc:Fallback xmlns="">
      <p:transition spd="slow">
        <p:fade/>
      </p:transition>
    </mc:Fallback>
  </mc:AlternateConten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 hasCustomPrompt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编辑母版文本样式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79A1350-D6BC-4829-BF7F-A44D608302B5}" type="datetimeFigureOut">
              <a:rPr lang="zh-CN" altLang="en-US" smtClean="0"/>
              <a:t>2025/12/22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AEB0F55-389C-4D4A-BCCC-CA69A7403A50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xmlns:p14="http://schemas.microsoft.com/office/powerpoint/2010/main" spd="slow" p14:dur="1250">
        <p15:prstTrans prst="peelOff"/>
      </p:transition>
    </mc:Choice>
    <mc:Fallback xmlns="">
      <p:transition spd="slow">
        <p:fade/>
      </p:transition>
    </mc:Fallback>
  </mc:AlternateConten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sz="half" idx="1" hasCustomPrompt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 hasCustomPrompt="1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79A1350-D6BC-4829-BF7F-A44D608302B5}" type="datetimeFigureOut">
              <a:rPr lang="zh-CN" altLang="en-US" smtClean="0"/>
              <a:t>2025/12/22</a:t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AEB0F55-389C-4D4A-BCCC-CA69A7403A50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xmlns:p14="http://schemas.microsoft.com/office/powerpoint/2010/main" spd="slow" p14:dur="1250">
        <p15:prstTrans prst="peelOff"/>
      </p:transition>
    </mc:Choice>
    <mc:Fallback xmlns="">
      <p:transition spd="slow">
        <p:fade/>
      </p:transition>
    </mc:Fallback>
  </mc:AlternateConten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 hasCustomPrompt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编辑母版文本样式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 hasCustomPrompt="1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 hasCustomPrompt="1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编辑母版文本样式</a:t>
            </a:r>
          </a:p>
        </p:txBody>
      </p:sp>
      <p:sp>
        <p:nvSpPr>
          <p:cNvPr id="6" name="内容占位符 5"/>
          <p:cNvSpPr>
            <a:spLocks noGrp="1"/>
          </p:cNvSpPr>
          <p:nvPr>
            <p:ph sz="quarter" idx="4" hasCustomPrompt="1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79A1350-D6BC-4829-BF7F-A44D608302B5}" type="datetimeFigureOut">
              <a:rPr lang="zh-CN" altLang="en-US" smtClean="0"/>
              <a:t>2025/12/22</a:t>
            </a:fld>
            <a:endParaRPr lang="zh-CN" alt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AEB0F55-389C-4D4A-BCCC-CA69A7403A50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xmlns:p14="http://schemas.microsoft.com/office/powerpoint/2010/main" spd="slow" p14:dur="1250">
        <p15:prstTrans prst="peelOff"/>
      </p:transition>
    </mc:Choice>
    <mc:Fallback xmlns="">
      <p:transition spd="slow">
        <p:fade/>
      </p:transition>
    </mc:Fallback>
  </mc:AlternateConten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79A1350-D6BC-4829-BF7F-A44D608302B5}" type="datetimeFigureOut">
              <a:rPr lang="zh-CN" altLang="en-US" smtClean="0"/>
              <a:t>2025/12/22</a:t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AEB0F55-389C-4D4A-BCCC-CA69A7403A50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xmlns:p14="http://schemas.microsoft.com/office/powerpoint/2010/main" spd="slow" p14:dur="1250">
        <p15:prstTrans prst="peelOff"/>
      </p:transition>
    </mc:Choice>
    <mc:Fallback xmlns="">
      <p:transition spd="slow">
        <p:fade/>
      </p:transition>
    </mc:Fallback>
  </mc:AlternateContent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79A1350-D6BC-4829-BF7F-A44D608302B5}" type="datetimeFigureOut">
              <a:rPr lang="zh-CN" altLang="en-US" smtClean="0"/>
              <a:t>2025/12/22</a:t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AEB0F55-389C-4D4A-BCCC-CA69A7403A50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xmlns:p14="http://schemas.microsoft.com/office/powerpoint/2010/main" spd="slow" p14:dur="1250">
        <p15:prstTrans prst="peelOff"/>
      </p:transition>
    </mc:Choice>
    <mc:Fallback xmlns="">
      <p:transition spd="slow">
        <p:fade/>
      </p:transition>
    </mc:Fallback>
  </mc:AlternateContent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 hasCustomPrompt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 hasCustomPrompt="1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编辑母版文本样式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79A1350-D6BC-4829-BF7F-A44D608302B5}" type="datetimeFigureOut">
              <a:rPr lang="zh-CN" altLang="en-US" smtClean="0"/>
              <a:t>2025/12/22</a:t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AEB0F55-389C-4D4A-BCCC-CA69A7403A50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xmlns:p14="http://schemas.microsoft.com/office/powerpoint/2010/main" spd="slow" p14:dur="1250">
        <p15:prstTrans prst="peelOff"/>
      </p:transition>
    </mc:Choice>
    <mc:Fallback xmlns="">
      <p:transition spd="slow">
        <p:fade/>
      </p:transition>
    </mc:Fallback>
  </mc:AlternateContent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 hasCustomPrompt="1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编辑母版文本样式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79A1350-D6BC-4829-BF7F-A44D608302B5}" type="datetimeFigureOut">
              <a:rPr lang="zh-CN" altLang="en-US" smtClean="0"/>
              <a:t>2025/12/22</a:t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AEB0F55-389C-4D4A-BCCC-CA69A7403A50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xmlns:p14="http://schemas.microsoft.com/office/powerpoint/2010/main" spd="slow" p14:dur="1250">
        <p15:prstTrans prst="peelOff"/>
      </p:transition>
    </mc:Choice>
    <mc:Fallback xmlns="">
      <p:transition spd="slow">
        <p:fade/>
      </p:transition>
    </mc:Fallback>
  </mc:AlternateContent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 hasCustomPrompt="1"/>
          </p:nvPr>
        </p:nvSpPr>
        <p:spPr/>
        <p:txBody>
          <a:bodyPr vert="eaVert"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79A1350-D6BC-4829-BF7F-A44D608302B5}" type="datetimeFigureOut">
              <a:rPr lang="zh-CN" altLang="en-US" smtClean="0"/>
              <a:t>2025/12/22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AEB0F55-389C-4D4A-BCCC-CA69A7403A50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xmlns:p14="http://schemas.microsoft.com/office/powerpoint/2010/main" spd="slow" p14:dur="1250">
        <p15:prstTrans prst="peelOff"/>
      </p:transition>
    </mc:Choice>
    <mc:Fallback xmlns="">
      <p:transition spd="slow">
        <p:fade/>
      </p:transition>
    </mc:Fallback>
  </mc:AlternateContent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 hasCustomPrompt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79A1350-D6BC-4829-BF7F-A44D608302B5}" type="datetimeFigureOut">
              <a:rPr lang="zh-CN" altLang="en-US" smtClean="0"/>
              <a:t>2025/12/22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AEB0F55-389C-4D4A-BCCC-CA69A7403A50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xmlns:p14="http://schemas.microsoft.com/office/powerpoint/2010/main" spd="slow" p14:dur="1250">
        <p15:prstTrans prst="peelOff"/>
      </p:transition>
    </mc:Choice>
    <mc:Fallback xmlns="">
      <p:transition spd="slow">
        <p:fade/>
      </p:transition>
    </mc:Fallback>
  </mc:AlternateContent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jpe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79A1350-D6BC-4829-BF7F-A44D608302B5}" type="datetimeFigureOut">
              <a:rPr lang="zh-CN" altLang="en-US" smtClean="0"/>
              <a:t>2025/12/22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AEB0F55-389C-4D4A-BCCC-CA69A7403A50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mc:AlternateContent xmlns:mc="http://schemas.openxmlformats.org/markup-compatibility/2006" xmlns:p15="http://schemas.microsoft.com/office/powerpoint/2012/main">
    <mc:Choice Requires="p15">
      <p:transition xmlns:p14="http://schemas.microsoft.com/office/powerpoint/2010/main" spd="slow" p14:dur="1250">
        <p15:prstTrans prst="peelOff"/>
      </p:transition>
    </mc:Choice>
    <mc:Fallback xmlns="">
      <p:transition spd="slow">
        <p:fade/>
      </p:transition>
    </mc:Fallback>
  </mc:AlternateConten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8" Type="http://schemas.openxmlformats.org/officeDocument/2006/relationships/image" Target="../media/image4.svg"/><Relationship Id="rId3" Type="http://schemas.openxmlformats.org/officeDocument/2006/relationships/tags" Target="../tags/tag4.xml"/><Relationship Id="rId7" Type="http://schemas.openxmlformats.org/officeDocument/2006/relationships/image" Target="../media/image3.png"/><Relationship Id="rId2" Type="http://schemas.openxmlformats.org/officeDocument/2006/relationships/tags" Target="../tags/tag3.xml"/><Relationship Id="rId1" Type="http://schemas.openxmlformats.org/officeDocument/2006/relationships/tags" Target="../tags/tag2.xml"/><Relationship Id="rId6" Type="http://schemas.openxmlformats.org/officeDocument/2006/relationships/image" Target="../media/image2.png"/><Relationship Id="rId5" Type="http://schemas.openxmlformats.org/officeDocument/2006/relationships/notesSlide" Target="../notesSlides/notesSlide1.xml"/><Relationship Id="rId4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tags" Target="../tags/tag12.xml"/><Relationship Id="rId3" Type="http://schemas.openxmlformats.org/officeDocument/2006/relationships/tags" Target="../tags/tag7.xml"/><Relationship Id="rId7" Type="http://schemas.openxmlformats.org/officeDocument/2006/relationships/tags" Target="../tags/tag11.xml"/><Relationship Id="rId2" Type="http://schemas.openxmlformats.org/officeDocument/2006/relationships/tags" Target="../tags/tag6.xml"/><Relationship Id="rId1" Type="http://schemas.openxmlformats.org/officeDocument/2006/relationships/tags" Target="../tags/tag5.xml"/><Relationship Id="rId6" Type="http://schemas.openxmlformats.org/officeDocument/2006/relationships/tags" Target="../tags/tag10.xml"/><Relationship Id="rId5" Type="http://schemas.openxmlformats.org/officeDocument/2006/relationships/tags" Target="../tags/tag9.xml"/><Relationship Id="rId10" Type="http://schemas.openxmlformats.org/officeDocument/2006/relationships/notesSlide" Target="../notesSlides/notesSlide2.xml"/><Relationship Id="rId4" Type="http://schemas.openxmlformats.org/officeDocument/2006/relationships/tags" Target="../tags/tag8.xml"/><Relationship Id="rId9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tags" Target="../tags/tag15.xml"/><Relationship Id="rId2" Type="http://schemas.openxmlformats.org/officeDocument/2006/relationships/tags" Target="../tags/tag14.xml"/><Relationship Id="rId1" Type="http://schemas.openxmlformats.org/officeDocument/2006/relationships/tags" Target="../tags/tag13.xml"/><Relationship Id="rId6" Type="http://schemas.openxmlformats.org/officeDocument/2006/relationships/image" Target="../media/image2.png"/><Relationship Id="rId5" Type="http://schemas.openxmlformats.org/officeDocument/2006/relationships/notesSlide" Target="../notesSlides/notesSlide16.xml"/><Relationship Id="rId4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" name="PA-矩形 7"/>
          <p:cNvSpPr/>
          <p:nvPr>
            <p:custDataLst>
              <p:tags r:id="rId1"/>
            </p:custDataLst>
          </p:nvPr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079BA"/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 panose="020B0604020202020204"/>
              <a:ea typeface="微软雅黑 Light" panose="020B0502040204020203" charset="-122"/>
              <a:cs typeface="+mn-cs"/>
            </a:endParaRPr>
          </a:p>
        </p:txBody>
      </p:sp>
      <p:pic>
        <p:nvPicPr>
          <p:cNvPr id="65" name="图片 64"/>
          <p:cNvPicPr>
            <a:picLocks noChangeAspect="1"/>
          </p:cNvPicPr>
          <p:nvPr/>
        </p:nvPicPr>
        <p:blipFill rotWithShape="1">
          <a:blip r:embed="rId6"/>
          <a:srcRect b="2114"/>
          <a:stretch>
            <a:fillRect/>
          </a:stretch>
        </p:blipFill>
        <p:spPr>
          <a:xfrm>
            <a:off x="-529" y="1169"/>
            <a:ext cx="12193057" cy="6856832"/>
          </a:xfrm>
          <a:prstGeom prst="rect">
            <a:avLst/>
          </a:prstGeom>
        </p:spPr>
      </p:pic>
      <p:sp>
        <p:nvSpPr>
          <p:cNvPr id="66" name="PA-矩形 7"/>
          <p:cNvSpPr/>
          <p:nvPr>
            <p:custDataLst>
              <p:tags r:id="rId2"/>
            </p:custDataLst>
          </p:nvPr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079BA">
              <a:alpha val="85000"/>
            </a:srgbClr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just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 panose="020B0604020202020204"/>
              <a:ea typeface="微软雅黑 Light" panose="020B0502040204020203" charset="-122"/>
              <a:cs typeface="+mn-cs"/>
            </a:endParaRPr>
          </a:p>
        </p:txBody>
      </p:sp>
      <p:sp>
        <p:nvSpPr>
          <p:cNvPr id="67" name="PA-矩形 7"/>
          <p:cNvSpPr/>
          <p:nvPr>
            <p:custDataLst>
              <p:tags r:id="rId3"/>
            </p:custDataLst>
          </p:nvPr>
        </p:nvSpPr>
        <p:spPr>
          <a:xfrm>
            <a:off x="0" y="0"/>
            <a:ext cx="12192000" cy="6858000"/>
          </a:xfrm>
          <a:prstGeom prst="rect">
            <a:avLst/>
          </a:prstGeom>
          <a:gradFill flip="none" rotWithShape="1">
            <a:gsLst>
              <a:gs pos="0">
                <a:srgbClr val="1B4489">
                  <a:alpha val="78000"/>
                </a:srgbClr>
              </a:gs>
              <a:gs pos="100000">
                <a:srgbClr val="1B4489">
                  <a:alpha val="66000"/>
                </a:srgbClr>
              </a:gs>
            </a:gsLst>
            <a:lin ang="0" scaled="1"/>
            <a:tileRect/>
          </a:gradFill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 panose="020B0604020202020204"/>
              <a:ea typeface="微软雅黑 Light" panose="020B0502040204020203" charset="-122"/>
              <a:cs typeface="+mn-cs"/>
            </a:endParaRPr>
          </a:p>
        </p:txBody>
      </p:sp>
      <p:sp>
        <p:nvSpPr>
          <p:cNvPr id="71" name="任意多边形: 形状 101"/>
          <p:cNvSpPr/>
          <p:nvPr/>
        </p:nvSpPr>
        <p:spPr>
          <a:xfrm rot="2676034">
            <a:off x="-1681418" y="5021332"/>
            <a:ext cx="3362838" cy="3410056"/>
          </a:xfrm>
          <a:custGeom>
            <a:avLst/>
            <a:gdLst>
              <a:gd name="connsiteX0" fmla="*/ 0 w 3362838"/>
              <a:gd name="connsiteY0" fmla="*/ 0 h 3410056"/>
              <a:gd name="connsiteX1" fmla="*/ 3362838 w 3362838"/>
              <a:gd name="connsiteY1" fmla="*/ 3410056 h 3410056"/>
              <a:gd name="connsiteX2" fmla="*/ 3362837 w 3362838"/>
              <a:gd name="connsiteY2" fmla="*/ 3410056 h 3410056"/>
              <a:gd name="connsiteX3" fmla="*/ 0 w 3362838"/>
              <a:gd name="connsiteY3" fmla="*/ 1 h 341005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3362838" h="3410056">
                <a:moveTo>
                  <a:pt x="0" y="0"/>
                </a:moveTo>
                <a:lnTo>
                  <a:pt x="3362838" y="3410056"/>
                </a:lnTo>
                <a:lnTo>
                  <a:pt x="3362837" y="3410056"/>
                </a:lnTo>
                <a:lnTo>
                  <a:pt x="0" y="1"/>
                </a:lnTo>
                <a:close/>
              </a:path>
            </a:pathLst>
          </a:custGeom>
          <a:gradFill>
            <a:gsLst>
              <a:gs pos="0">
                <a:srgbClr val="FFFFFF">
                  <a:alpha val="0"/>
                </a:srgbClr>
              </a:gs>
              <a:gs pos="100000">
                <a:srgbClr val="F2A900"/>
              </a:gs>
            </a:gsLst>
            <a:lin ang="5400000" scaled="1"/>
          </a:gradFill>
          <a:ln w="12700" cap="flat" cmpd="sng" algn="ctr">
            <a:noFill/>
            <a:prstDash val="solid"/>
            <a:miter lim="800000"/>
          </a:ln>
          <a:effectLst/>
        </p:spPr>
        <p:txBody>
          <a:bodyPr wrap="square" rtlCol="0" anchor="ctr">
            <a:noAutofit/>
          </a:bodyPr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 panose="020B0604020202020204"/>
              <a:ea typeface="微软雅黑 Light" panose="020B0502040204020203" charset="-122"/>
              <a:cs typeface="+mn-cs"/>
            </a:endParaRPr>
          </a:p>
        </p:txBody>
      </p:sp>
      <p:sp>
        <p:nvSpPr>
          <p:cNvPr id="72" name="任意多边形: 形状 83"/>
          <p:cNvSpPr/>
          <p:nvPr/>
        </p:nvSpPr>
        <p:spPr>
          <a:xfrm>
            <a:off x="-529" y="2471280"/>
            <a:ext cx="12191999" cy="4440674"/>
          </a:xfrm>
          <a:custGeom>
            <a:avLst/>
            <a:gdLst>
              <a:gd name="connsiteX0" fmla="*/ 6096002 w 12191999"/>
              <a:gd name="connsiteY0" fmla="*/ 0 h 3656014"/>
              <a:gd name="connsiteX1" fmla="*/ 11517301 w 12191999"/>
              <a:gd name="connsiteY1" fmla="*/ 568339 h 3656014"/>
              <a:gd name="connsiteX2" fmla="*/ 12191999 w 12191999"/>
              <a:gd name="connsiteY2" fmla="*/ 741496 h 3656014"/>
              <a:gd name="connsiteX3" fmla="*/ 12191999 w 12191999"/>
              <a:gd name="connsiteY3" fmla="*/ 3656014 h 3656014"/>
              <a:gd name="connsiteX4" fmla="*/ 0 w 12191999"/>
              <a:gd name="connsiteY4" fmla="*/ 3656014 h 3656014"/>
              <a:gd name="connsiteX5" fmla="*/ 0 w 12191999"/>
              <a:gd name="connsiteY5" fmla="*/ 741497 h 3656014"/>
              <a:gd name="connsiteX6" fmla="*/ 674702 w 12191999"/>
              <a:gd name="connsiteY6" fmla="*/ 568339 h 3656014"/>
              <a:gd name="connsiteX7" fmla="*/ 6096002 w 12191999"/>
              <a:gd name="connsiteY7" fmla="*/ 0 h 365601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12191999" h="3656014">
                <a:moveTo>
                  <a:pt x="6096002" y="0"/>
                </a:moveTo>
                <a:cubicBezTo>
                  <a:pt x="8104174" y="0"/>
                  <a:pt x="9969760" y="209519"/>
                  <a:pt x="11517301" y="568339"/>
                </a:cubicBezTo>
                <a:lnTo>
                  <a:pt x="12191999" y="741496"/>
                </a:lnTo>
                <a:lnTo>
                  <a:pt x="12191999" y="3656014"/>
                </a:lnTo>
                <a:lnTo>
                  <a:pt x="0" y="3656014"/>
                </a:lnTo>
                <a:lnTo>
                  <a:pt x="0" y="741497"/>
                </a:lnTo>
                <a:lnTo>
                  <a:pt x="674702" y="568339"/>
                </a:lnTo>
                <a:cubicBezTo>
                  <a:pt x="2222243" y="209519"/>
                  <a:pt x="4087830" y="0"/>
                  <a:pt x="6096002" y="0"/>
                </a:cubicBezTo>
                <a:close/>
              </a:path>
            </a:pathLst>
          </a:custGeom>
          <a:solidFill>
            <a:srgbClr val="FFFFFF"/>
          </a:solidFill>
          <a:ln w="12700" cap="flat" cmpd="sng" algn="ctr">
            <a:noFill/>
            <a:prstDash val="solid"/>
            <a:miter lim="800000"/>
          </a:ln>
          <a:effectLst>
            <a:outerShdw blurRad="381000" sx="102000" sy="102000" algn="ctr" rotWithShape="0">
              <a:prstClr val="black">
                <a:alpha val="10000"/>
              </a:prstClr>
            </a:outerShdw>
          </a:effectLst>
        </p:spPr>
        <p:txBody>
          <a:bodyPr wrap="square" rtlCol="0" anchor="ctr">
            <a:noAutofit/>
          </a:bodyPr>
          <a:lstStyle/>
          <a:p>
            <a:pPr marL="0" marR="0" lvl="0" indent="0" algn="ctr" defTabSz="91440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 panose="020B0604020202020204"/>
              <a:ea typeface="微软雅黑 Light" panose="020B0502040204020203" charset="-122"/>
              <a:cs typeface="+mn-ea"/>
            </a:endParaRPr>
          </a:p>
        </p:txBody>
      </p:sp>
      <p:sp>
        <p:nvSpPr>
          <p:cNvPr id="73" name="任意多边形: 形状 62"/>
          <p:cNvSpPr/>
          <p:nvPr/>
        </p:nvSpPr>
        <p:spPr>
          <a:xfrm>
            <a:off x="-60689" y="2326286"/>
            <a:ext cx="12191999" cy="741497"/>
          </a:xfrm>
          <a:custGeom>
            <a:avLst/>
            <a:gdLst>
              <a:gd name="connsiteX0" fmla="*/ 6096002 w 12191999"/>
              <a:gd name="connsiteY0" fmla="*/ 0 h 3805208"/>
              <a:gd name="connsiteX1" fmla="*/ 11517301 w 12191999"/>
              <a:gd name="connsiteY1" fmla="*/ 568339 h 3805208"/>
              <a:gd name="connsiteX2" fmla="*/ 12191999 w 12191999"/>
              <a:gd name="connsiteY2" fmla="*/ 741496 h 3805208"/>
              <a:gd name="connsiteX3" fmla="*/ 12191999 w 12191999"/>
              <a:gd name="connsiteY3" fmla="*/ 3805208 h 3805208"/>
              <a:gd name="connsiteX4" fmla="*/ 0 w 12191999"/>
              <a:gd name="connsiteY4" fmla="*/ 3805208 h 3805208"/>
              <a:gd name="connsiteX5" fmla="*/ 0 w 12191999"/>
              <a:gd name="connsiteY5" fmla="*/ 741497 h 3805208"/>
              <a:gd name="connsiteX6" fmla="*/ 674702 w 12191999"/>
              <a:gd name="connsiteY6" fmla="*/ 568339 h 3805208"/>
              <a:gd name="connsiteX7" fmla="*/ 6096002 w 12191999"/>
              <a:gd name="connsiteY7" fmla="*/ 0 h 3805208"/>
              <a:gd name="connsiteX0-1" fmla="*/ 12191999 w 12283439"/>
              <a:gd name="connsiteY0-2" fmla="*/ 3805208 h 3896648"/>
              <a:gd name="connsiteX1-3" fmla="*/ 0 w 12283439"/>
              <a:gd name="connsiteY1-4" fmla="*/ 3805208 h 3896648"/>
              <a:gd name="connsiteX2-5" fmla="*/ 0 w 12283439"/>
              <a:gd name="connsiteY2-6" fmla="*/ 741497 h 3896648"/>
              <a:gd name="connsiteX3-7" fmla="*/ 674702 w 12283439"/>
              <a:gd name="connsiteY3-8" fmla="*/ 568339 h 3896648"/>
              <a:gd name="connsiteX4-9" fmla="*/ 6096002 w 12283439"/>
              <a:gd name="connsiteY4-10" fmla="*/ 0 h 3896648"/>
              <a:gd name="connsiteX5-11" fmla="*/ 11517301 w 12283439"/>
              <a:gd name="connsiteY5-12" fmla="*/ 568339 h 3896648"/>
              <a:gd name="connsiteX6-13" fmla="*/ 12191999 w 12283439"/>
              <a:gd name="connsiteY6-14" fmla="*/ 741496 h 3896648"/>
              <a:gd name="connsiteX7-15" fmla="*/ 12283439 w 12283439"/>
              <a:gd name="connsiteY7-16" fmla="*/ 3896648 h 3896648"/>
              <a:gd name="connsiteX0-17" fmla="*/ 12191999 w 12191999"/>
              <a:gd name="connsiteY0-18" fmla="*/ 3805208 h 3805208"/>
              <a:gd name="connsiteX1-19" fmla="*/ 0 w 12191999"/>
              <a:gd name="connsiteY1-20" fmla="*/ 3805208 h 3805208"/>
              <a:gd name="connsiteX2-21" fmla="*/ 0 w 12191999"/>
              <a:gd name="connsiteY2-22" fmla="*/ 741497 h 3805208"/>
              <a:gd name="connsiteX3-23" fmla="*/ 674702 w 12191999"/>
              <a:gd name="connsiteY3-24" fmla="*/ 568339 h 3805208"/>
              <a:gd name="connsiteX4-25" fmla="*/ 6096002 w 12191999"/>
              <a:gd name="connsiteY4-26" fmla="*/ 0 h 3805208"/>
              <a:gd name="connsiteX5-27" fmla="*/ 11517301 w 12191999"/>
              <a:gd name="connsiteY5-28" fmla="*/ 568339 h 3805208"/>
              <a:gd name="connsiteX6-29" fmla="*/ 12191999 w 12191999"/>
              <a:gd name="connsiteY6-30" fmla="*/ 741496 h 3805208"/>
              <a:gd name="connsiteX0-31" fmla="*/ 0 w 12191999"/>
              <a:gd name="connsiteY0-32" fmla="*/ 3805208 h 3805208"/>
              <a:gd name="connsiteX1-33" fmla="*/ 0 w 12191999"/>
              <a:gd name="connsiteY1-34" fmla="*/ 741497 h 3805208"/>
              <a:gd name="connsiteX2-35" fmla="*/ 674702 w 12191999"/>
              <a:gd name="connsiteY2-36" fmla="*/ 568339 h 3805208"/>
              <a:gd name="connsiteX3-37" fmla="*/ 6096002 w 12191999"/>
              <a:gd name="connsiteY3-38" fmla="*/ 0 h 3805208"/>
              <a:gd name="connsiteX4-39" fmla="*/ 11517301 w 12191999"/>
              <a:gd name="connsiteY4-40" fmla="*/ 568339 h 3805208"/>
              <a:gd name="connsiteX5-41" fmla="*/ 12191999 w 12191999"/>
              <a:gd name="connsiteY5-42" fmla="*/ 741496 h 3805208"/>
              <a:gd name="connsiteX0-43" fmla="*/ 0 w 12191999"/>
              <a:gd name="connsiteY0-44" fmla="*/ 741497 h 741497"/>
              <a:gd name="connsiteX1-45" fmla="*/ 674702 w 12191999"/>
              <a:gd name="connsiteY1-46" fmla="*/ 568339 h 741497"/>
              <a:gd name="connsiteX2-47" fmla="*/ 6096002 w 12191999"/>
              <a:gd name="connsiteY2-48" fmla="*/ 0 h 741497"/>
              <a:gd name="connsiteX3-49" fmla="*/ 11517301 w 12191999"/>
              <a:gd name="connsiteY3-50" fmla="*/ 568339 h 741497"/>
              <a:gd name="connsiteX4-51" fmla="*/ 12191999 w 12191999"/>
              <a:gd name="connsiteY4-52" fmla="*/ 741496 h 741497"/>
            </a:gdLst>
            <a:ahLst/>
            <a:cxnLst>
              <a:cxn ang="0">
                <a:pos x="connsiteX0-1" y="connsiteY0-2"/>
              </a:cxn>
              <a:cxn ang="0">
                <a:pos x="connsiteX1-3" y="connsiteY1-4"/>
              </a:cxn>
              <a:cxn ang="0">
                <a:pos x="connsiteX2-5" y="connsiteY2-6"/>
              </a:cxn>
              <a:cxn ang="0">
                <a:pos x="connsiteX3-7" y="connsiteY3-8"/>
              </a:cxn>
              <a:cxn ang="0">
                <a:pos x="connsiteX4-9" y="connsiteY4-10"/>
              </a:cxn>
            </a:cxnLst>
            <a:rect l="l" t="t" r="r" b="b"/>
            <a:pathLst>
              <a:path w="12191999" h="741497">
                <a:moveTo>
                  <a:pt x="0" y="741497"/>
                </a:moveTo>
                <a:lnTo>
                  <a:pt x="674702" y="568339"/>
                </a:lnTo>
                <a:cubicBezTo>
                  <a:pt x="2222243" y="209519"/>
                  <a:pt x="4087830" y="0"/>
                  <a:pt x="6096002" y="0"/>
                </a:cubicBezTo>
                <a:cubicBezTo>
                  <a:pt x="8104174" y="0"/>
                  <a:pt x="9969760" y="209519"/>
                  <a:pt x="11517301" y="568339"/>
                </a:cubicBezTo>
                <a:lnTo>
                  <a:pt x="12191999" y="741496"/>
                </a:lnTo>
              </a:path>
            </a:pathLst>
          </a:custGeom>
          <a:noFill/>
          <a:ln w="12700" cap="flat" cmpd="sng" algn="ctr">
            <a:solidFill>
              <a:srgbClr val="FFFFFF"/>
            </a:solidFill>
            <a:prstDash val="solid"/>
            <a:miter lim="800000"/>
          </a:ln>
          <a:effectLst/>
        </p:spPr>
        <p:txBody>
          <a:bodyPr wrap="square" rtlCol="0" anchor="ctr">
            <a:noAutofit/>
          </a:bodyPr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 panose="020B0604020202020204"/>
              <a:ea typeface="微软雅黑 Light" panose="020B0502040204020203" charset="-122"/>
              <a:cs typeface="+mn-cs"/>
            </a:endParaRPr>
          </a:p>
        </p:txBody>
      </p:sp>
      <p:cxnSp>
        <p:nvCxnSpPr>
          <p:cNvPr id="108" name="直接连接符 107"/>
          <p:cNvCxnSpPr/>
          <p:nvPr/>
        </p:nvCxnSpPr>
        <p:spPr>
          <a:xfrm>
            <a:off x="2041668" y="4134016"/>
            <a:ext cx="7974957" cy="0"/>
          </a:xfrm>
          <a:prstGeom prst="line">
            <a:avLst/>
          </a:prstGeom>
          <a:noFill/>
          <a:ln w="6350" cap="flat" cmpd="sng" algn="ctr">
            <a:solidFill>
              <a:srgbClr val="000000">
                <a:lumMod val="50000"/>
                <a:lumOff val="50000"/>
              </a:srgbClr>
            </a:solidFill>
            <a:prstDash val="solid"/>
            <a:miter lim="800000"/>
          </a:ln>
          <a:effectLst/>
        </p:spPr>
      </p:cxnSp>
      <p:grpSp>
        <p:nvGrpSpPr>
          <p:cNvPr id="110" name="组合 109" descr="本素材由iSlide™ 提供&#10;iSlide™尊重知识产权并注重保护用户享有的各项权利。郑重提醒您：&#10;iSlide™插件中提供的任何信息内容的所有权、知识产权归其原始权利人或权利受让人所有，您免费/购买获得的是信息内容的使用权，并受下述条款的约束；&#10;1. 您仅可以个人非商业用途使用该等信息内容，不可将信息内容的全部或部分用于出售，或以出租、出借、转让、分销、发布等其他任何方式供他人使用；&#10;2. 禁止在接入互联网或移动互联网的任何网站、平台、应用或程序上以任何方式为他人提供iSlide™插件资源内容的下载。&#10;The resource is supplied by iSlide™.&#10;iSlide™ respects all intellectual property rights and protects all the rights its users acquired.Solemnly remind you:&#10;The ownership and intellectual property of the resources supplied in iSlide Add-in belongs to its owner or the assignee of this ownership.you only acquired the usage of the resources supplied in iSlide Add-in, as well as respected the following restrain terms:&#10;1.You are only allowed to use such resource for personal and non-commercial aim, not allowed to use such resource or part of it for the sale; or rent, lend, transfer to others; or distribution or release it in any way.&#10;2.You are not permitted to provide the resource of iSlide Add-in in any website, platform, application access to the Internet or mobile Internet." title="iSlide™ 版权声明  COPYRIGHT NOTICE"/>
          <p:cNvGrpSpPr/>
          <p:nvPr/>
        </p:nvGrpSpPr>
        <p:grpSpPr>
          <a:xfrm>
            <a:off x="4174309" y="1109471"/>
            <a:ext cx="3708726" cy="1161376"/>
            <a:chOff x="3366076" y="2566750"/>
            <a:chExt cx="5459848" cy="1709738"/>
          </a:xfrm>
          <a:solidFill>
            <a:schemeClr val="bg1"/>
          </a:solidFill>
        </p:grpSpPr>
        <p:sp>
          <p:nvSpPr>
            <p:cNvPr id="111" name="iSḻîďê"/>
            <p:cNvSpPr/>
            <p:nvPr/>
          </p:nvSpPr>
          <p:spPr bwMode="auto">
            <a:xfrm>
              <a:off x="3647919" y="2850292"/>
              <a:ext cx="1142655" cy="1142655"/>
            </a:xfrm>
            <a:custGeom>
              <a:avLst/>
              <a:gdLst>
                <a:gd name="T0" fmla="*/ 429 w 858"/>
                <a:gd name="T1" fmla="*/ 0 h 857"/>
                <a:gd name="T2" fmla="*/ 858 w 858"/>
                <a:gd name="T3" fmla="*/ 428 h 857"/>
                <a:gd name="T4" fmla="*/ 429 w 858"/>
                <a:gd name="T5" fmla="*/ 857 h 857"/>
                <a:gd name="T6" fmla="*/ 0 w 858"/>
                <a:gd name="T7" fmla="*/ 428 h 857"/>
                <a:gd name="T8" fmla="*/ 429 w 858"/>
                <a:gd name="T9" fmla="*/ 0 h 857"/>
                <a:gd name="T10" fmla="*/ 429 w 858"/>
                <a:gd name="T11" fmla="*/ 24 h 857"/>
                <a:gd name="T12" fmla="*/ 25 w 858"/>
                <a:gd name="T13" fmla="*/ 428 h 857"/>
                <a:gd name="T14" fmla="*/ 429 w 858"/>
                <a:gd name="T15" fmla="*/ 833 h 857"/>
                <a:gd name="T16" fmla="*/ 834 w 858"/>
                <a:gd name="T17" fmla="*/ 428 h 857"/>
                <a:gd name="T18" fmla="*/ 429 w 858"/>
                <a:gd name="T19" fmla="*/ 24 h 85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858" h="857">
                  <a:moveTo>
                    <a:pt x="429" y="0"/>
                  </a:moveTo>
                  <a:cubicBezTo>
                    <a:pt x="665" y="0"/>
                    <a:pt x="858" y="192"/>
                    <a:pt x="858" y="428"/>
                  </a:cubicBezTo>
                  <a:cubicBezTo>
                    <a:pt x="858" y="665"/>
                    <a:pt x="665" y="857"/>
                    <a:pt x="429" y="857"/>
                  </a:cubicBezTo>
                  <a:cubicBezTo>
                    <a:pt x="193" y="857"/>
                    <a:pt x="0" y="665"/>
                    <a:pt x="0" y="428"/>
                  </a:cubicBezTo>
                  <a:cubicBezTo>
                    <a:pt x="0" y="192"/>
                    <a:pt x="193" y="0"/>
                    <a:pt x="429" y="0"/>
                  </a:cubicBezTo>
                  <a:close/>
                  <a:moveTo>
                    <a:pt x="429" y="24"/>
                  </a:moveTo>
                  <a:cubicBezTo>
                    <a:pt x="207" y="24"/>
                    <a:pt x="25" y="206"/>
                    <a:pt x="25" y="428"/>
                  </a:cubicBezTo>
                  <a:cubicBezTo>
                    <a:pt x="25" y="651"/>
                    <a:pt x="207" y="833"/>
                    <a:pt x="429" y="833"/>
                  </a:cubicBezTo>
                  <a:cubicBezTo>
                    <a:pt x="652" y="833"/>
                    <a:pt x="834" y="651"/>
                    <a:pt x="834" y="428"/>
                  </a:cubicBezTo>
                  <a:cubicBezTo>
                    <a:pt x="834" y="206"/>
                    <a:pt x="652" y="24"/>
                    <a:pt x="429" y="2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12" name="iśliḍê"/>
            <p:cNvSpPr/>
            <p:nvPr/>
          </p:nvSpPr>
          <p:spPr bwMode="auto">
            <a:xfrm>
              <a:off x="3366076" y="2566750"/>
              <a:ext cx="1708039" cy="1709738"/>
            </a:xfrm>
            <a:custGeom>
              <a:avLst/>
              <a:gdLst>
                <a:gd name="T0" fmla="*/ 641 w 1283"/>
                <a:gd name="T1" fmla="*/ 0 h 1283"/>
                <a:gd name="T2" fmla="*/ 1283 w 1283"/>
                <a:gd name="T3" fmla="*/ 641 h 1283"/>
                <a:gd name="T4" fmla="*/ 641 w 1283"/>
                <a:gd name="T5" fmla="*/ 1283 h 1283"/>
                <a:gd name="T6" fmla="*/ 0 w 1283"/>
                <a:gd name="T7" fmla="*/ 641 h 1283"/>
                <a:gd name="T8" fmla="*/ 641 w 1283"/>
                <a:gd name="T9" fmla="*/ 0 h 1283"/>
                <a:gd name="T10" fmla="*/ 641 w 1283"/>
                <a:gd name="T11" fmla="*/ 24 h 1283"/>
                <a:gd name="T12" fmla="*/ 24 w 1283"/>
                <a:gd name="T13" fmla="*/ 641 h 1283"/>
                <a:gd name="T14" fmla="*/ 641 w 1283"/>
                <a:gd name="T15" fmla="*/ 1259 h 1283"/>
                <a:gd name="T16" fmla="*/ 1258 w 1283"/>
                <a:gd name="T17" fmla="*/ 641 h 1283"/>
                <a:gd name="T18" fmla="*/ 641 w 1283"/>
                <a:gd name="T19" fmla="*/ 24 h 128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1283" h="1283">
                  <a:moveTo>
                    <a:pt x="641" y="0"/>
                  </a:moveTo>
                  <a:cubicBezTo>
                    <a:pt x="995" y="0"/>
                    <a:pt x="1283" y="288"/>
                    <a:pt x="1283" y="641"/>
                  </a:cubicBezTo>
                  <a:cubicBezTo>
                    <a:pt x="1283" y="995"/>
                    <a:pt x="995" y="1283"/>
                    <a:pt x="641" y="1283"/>
                  </a:cubicBezTo>
                  <a:cubicBezTo>
                    <a:pt x="288" y="1283"/>
                    <a:pt x="0" y="995"/>
                    <a:pt x="0" y="641"/>
                  </a:cubicBezTo>
                  <a:cubicBezTo>
                    <a:pt x="0" y="288"/>
                    <a:pt x="288" y="0"/>
                    <a:pt x="641" y="0"/>
                  </a:cubicBezTo>
                  <a:close/>
                  <a:moveTo>
                    <a:pt x="641" y="24"/>
                  </a:moveTo>
                  <a:cubicBezTo>
                    <a:pt x="301" y="24"/>
                    <a:pt x="24" y="302"/>
                    <a:pt x="24" y="641"/>
                  </a:cubicBezTo>
                  <a:cubicBezTo>
                    <a:pt x="24" y="981"/>
                    <a:pt x="301" y="1259"/>
                    <a:pt x="641" y="1259"/>
                  </a:cubicBezTo>
                  <a:cubicBezTo>
                    <a:pt x="981" y="1259"/>
                    <a:pt x="1258" y="981"/>
                    <a:pt x="1258" y="641"/>
                  </a:cubicBezTo>
                  <a:cubicBezTo>
                    <a:pt x="1258" y="302"/>
                    <a:pt x="981" y="24"/>
                    <a:pt x="641" y="2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13" name="ïšlîḋè"/>
            <p:cNvSpPr/>
            <p:nvPr/>
          </p:nvSpPr>
          <p:spPr bwMode="auto">
            <a:xfrm>
              <a:off x="3433990" y="2634664"/>
              <a:ext cx="1573909" cy="1071345"/>
            </a:xfrm>
            <a:custGeom>
              <a:avLst/>
              <a:gdLst>
                <a:gd name="T0" fmla="*/ 46 w 1182"/>
                <a:gd name="T1" fmla="*/ 693 h 803"/>
                <a:gd name="T2" fmla="*/ 46 w 1182"/>
                <a:gd name="T3" fmla="*/ 715 h 803"/>
                <a:gd name="T4" fmla="*/ 139 w 1182"/>
                <a:gd name="T5" fmla="*/ 703 h 803"/>
                <a:gd name="T6" fmla="*/ 51 w 1182"/>
                <a:gd name="T7" fmla="*/ 781 h 803"/>
                <a:gd name="T8" fmla="*/ 82 w 1182"/>
                <a:gd name="T9" fmla="*/ 547 h 803"/>
                <a:gd name="T10" fmla="*/ 22 w 1182"/>
                <a:gd name="T11" fmla="*/ 647 h 803"/>
                <a:gd name="T12" fmla="*/ 22 w 1182"/>
                <a:gd name="T13" fmla="*/ 616 h 803"/>
                <a:gd name="T14" fmla="*/ 4 w 1182"/>
                <a:gd name="T15" fmla="*/ 574 h 803"/>
                <a:gd name="T16" fmla="*/ 136 w 1182"/>
                <a:gd name="T17" fmla="*/ 477 h 803"/>
                <a:gd name="T18" fmla="*/ 143 w 1182"/>
                <a:gd name="T19" fmla="*/ 477 h 803"/>
                <a:gd name="T20" fmla="*/ 24 w 1182"/>
                <a:gd name="T21" fmla="*/ 490 h 803"/>
                <a:gd name="T22" fmla="*/ 156 w 1182"/>
                <a:gd name="T23" fmla="*/ 330 h 803"/>
                <a:gd name="T24" fmla="*/ 193 w 1182"/>
                <a:gd name="T25" fmla="*/ 355 h 803"/>
                <a:gd name="T26" fmla="*/ 143 w 1182"/>
                <a:gd name="T27" fmla="*/ 368 h 803"/>
                <a:gd name="T28" fmla="*/ 159 w 1182"/>
                <a:gd name="T29" fmla="*/ 414 h 803"/>
                <a:gd name="T30" fmla="*/ 186 w 1182"/>
                <a:gd name="T31" fmla="*/ 304 h 803"/>
                <a:gd name="T32" fmla="*/ 228 w 1182"/>
                <a:gd name="T33" fmla="*/ 266 h 803"/>
                <a:gd name="T34" fmla="*/ 236 w 1182"/>
                <a:gd name="T35" fmla="*/ 121 h 803"/>
                <a:gd name="T36" fmla="*/ 271 w 1182"/>
                <a:gd name="T37" fmla="*/ 193 h 803"/>
                <a:gd name="T38" fmla="*/ 224 w 1182"/>
                <a:gd name="T39" fmla="*/ 274 h 803"/>
                <a:gd name="T40" fmla="*/ 500 w 1182"/>
                <a:gd name="T41" fmla="*/ 26 h 803"/>
                <a:gd name="T42" fmla="*/ 417 w 1182"/>
                <a:gd name="T43" fmla="*/ 112 h 803"/>
                <a:gd name="T44" fmla="*/ 447 w 1182"/>
                <a:gd name="T45" fmla="*/ 21 h 803"/>
                <a:gd name="T46" fmla="*/ 492 w 1182"/>
                <a:gd name="T47" fmla="*/ 31 h 803"/>
                <a:gd name="T48" fmla="*/ 532 w 1182"/>
                <a:gd name="T49" fmla="*/ 125 h 803"/>
                <a:gd name="T50" fmla="*/ 573 w 1182"/>
                <a:gd name="T51" fmla="*/ 0 h 803"/>
                <a:gd name="T52" fmla="*/ 662 w 1182"/>
                <a:gd name="T53" fmla="*/ 0 h 803"/>
                <a:gd name="T54" fmla="*/ 557 w 1182"/>
                <a:gd name="T55" fmla="*/ 29 h 803"/>
                <a:gd name="T56" fmla="*/ 727 w 1182"/>
                <a:gd name="T57" fmla="*/ 143 h 803"/>
                <a:gd name="T58" fmla="*/ 753 w 1182"/>
                <a:gd name="T59" fmla="*/ 22 h 803"/>
                <a:gd name="T60" fmla="*/ 662 w 1182"/>
                <a:gd name="T61" fmla="*/ 130 h 803"/>
                <a:gd name="T62" fmla="*/ 892 w 1182"/>
                <a:gd name="T63" fmla="*/ 83 h 803"/>
                <a:gd name="T64" fmla="*/ 773 w 1182"/>
                <a:gd name="T65" fmla="*/ 30 h 803"/>
                <a:gd name="T66" fmla="*/ 812 w 1182"/>
                <a:gd name="T67" fmla="*/ 74 h 803"/>
                <a:gd name="T68" fmla="*/ 855 w 1182"/>
                <a:gd name="T69" fmla="*/ 67 h 803"/>
                <a:gd name="T70" fmla="*/ 864 w 1182"/>
                <a:gd name="T71" fmla="*/ 193 h 803"/>
                <a:gd name="T72" fmla="*/ 951 w 1182"/>
                <a:gd name="T73" fmla="*/ 241 h 803"/>
                <a:gd name="T74" fmla="*/ 924 w 1182"/>
                <a:gd name="T75" fmla="*/ 226 h 803"/>
                <a:gd name="T76" fmla="*/ 965 w 1182"/>
                <a:gd name="T77" fmla="*/ 144 h 803"/>
                <a:gd name="T78" fmla="*/ 920 w 1182"/>
                <a:gd name="T79" fmla="*/ 102 h 803"/>
                <a:gd name="T80" fmla="*/ 1051 w 1182"/>
                <a:gd name="T81" fmla="*/ 244 h 803"/>
                <a:gd name="T82" fmla="*/ 1007 w 1182"/>
                <a:gd name="T83" fmla="*/ 277 h 803"/>
                <a:gd name="T84" fmla="*/ 934 w 1182"/>
                <a:gd name="T85" fmla="*/ 272 h 803"/>
                <a:gd name="T86" fmla="*/ 1070 w 1182"/>
                <a:gd name="T87" fmla="*/ 246 h 803"/>
                <a:gd name="T88" fmla="*/ 1121 w 1182"/>
                <a:gd name="T89" fmla="*/ 427 h 803"/>
                <a:gd name="T90" fmla="*/ 1143 w 1182"/>
                <a:gd name="T91" fmla="*/ 373 h 803"/>
                <a:gd name="T92" fmla="*/ 1024 w 1182"/>
                <a:gd name="T93" fmla="*/ 422 h 803"/>
                <a:gd name="T94" fmla="*/ 1011 w 1182"/>
                <a:gd name="T95" fmla="*/ 391 h 803"/>
                <a:gd name="T96" fmla="*/ 1099 w 1182"/>
                <a:gd name="T97" fmla="*/ 389 h 803"/>
                <a:gd name="T98" fmla="*/ 1055 w 1182"/>
                <a:gd name="T99" fmla="*/ 527 h 803"/>
                <a:gd name="T100" fmla="*/ 1146 w 1182"/>
                <a:gd name="T101" fmla="*/ 454 h 803"/>
                <a:gd name="T102" fmla="*/ 1171 w 1182"/>
                <a:gd name="T103" fmla="*/ 496 h 803"/>
                <a:gd name="T104" fmla="*/ 1075 w 1182"/>
                <a:gd name="T105" fmla="*/ 597 h 803"/>
                <a:gd name="T106" fmla="*/ 1180 w 1182"/>
                <a:gd name="T107" fmla="*/ 523 h 803"/>
                <a:gd name="T108" fmla="*/ 1056 w 1182"/>
                <a:gd name="T109" fmla="*/ 548 h 803"/>
                <a:gd name="T110" fmla="*/ 1146 w 1182"/>
                <a:gd name="T111" fmla="*/ 793 h 803"/>
                <a:gd name="T112" fmla="*/ 1036 w 1182"/>
                <a:gd name="T113" fmla="*/ 737 h 803"/>
                <a:gd name="T114" fmla="*/ 1091 w 1182"/>
                <a:gd name="T115" fmla="*/ 699 h 803"/>
                <a:gd name="T116" fmla="*/ 1160 w 1182"/>
                <a:gd name="T117" fmla="*/ 728 h 803"/>
                <a:gd name="T118" fmla="*/ 1128 w 1182"/>
                <a:gd name="T119" fmla="*/ 755 h 80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  <a:cxn ang="0">
                  <a:pos x="T118" y="T119"/>
                </a:cxn>
              </a:cxnLst>
              <a:rect l="0" t="0" r="r" b="b"/>
              <a:pathLst>
                <a:path w="1182" h="803">
                  <a:moveTo>
                    <a:pt x="42" y="801"/>
                  </a:moveTo>
                  <a:cubicBezTo>
                    <a:pt x="38" y="803"/>
                    <a:pt x="38" y="803"/>
                    <a:pt x="38" y="803"/>
                  </a:cubicBezTo>
                  <a:cubicBezTo>
                    <a:pt x="8" y="699"/>
                    <a:pt x="8" y="699"/>
                    <a:pt x="8" y="699"/>
                  </a:cubicBezTo>
                  <a:cubicBezTo>
                    <a:pt x="45" y="688"/>
                    <a:pt x="45" y="688"/>
                    <a:pt x="45" y="688"/>
                  </a:cubicBezTo>
                  <a:cubicBezTo>
                    <a:pt x="46" y="693"/>
                    <a:pt x="46" y="693"/>
                    <a:pt x="46" y="693"/>
                  </a:cubicBezTo>
                  <a:cubicBezTo>
                    <a:pt x="25" y="701"/>
                    <a:pt x="19" y="717"/>
                    <a:pt x="27" y="741"/>
                  </a:cubicBezTo>
                  <a:cubicBezTo>
                    <a:pt x="29" y="752"/>
                    <a:pt x="34" y="755"/>
                    <a:pt x="40" y="753"/>
                  </a:cubicBezTo>
                  <a:cubicBezTo>
                    <a:pt x="82" y="740"/>
                    <a:pt x="82" y="740"/>
                    <a:pt x="82" y="740"/>
                  </a:cubicBezTo>
                  <a:cubicBezTo>
                    <a:pt x="79" y="723"/>
                    <a:pt x="67" y="716"/>
                    <a:pt x="47" y="720"/>
                  </a:cubicBezTo>
                  <a:cubicBezTo>
                    <a:pt x="46" y="715"/>
                    <a:pt x="46" y="715"/>
                    <a:pt x="46" y="715"/>
                  </a:cubicBezTo>
                  <a:cubicBezTo>
                    <a:pt x="107" y="698"/>
                    <a:pt x="107" y="698"/>
                    <a:pt x="107" y="698"/>
                  </a:cubicBezTo>
                  <a:cubicBezTo>
                    <a:pt x="109" y="703"/>
                    <a:pt x="109" y="703"/>
                    <a:pt x="109" y="703"/>
                  </a:cubicBezTo>
                  <a:cubicBezTo>
                    <a:pt x="89" y="709"/>
                    <a:pt x="83" y="721"/>
                    <a:pt x="89" y="739"/>
                  </a:cubicBezTo>
                  <a:cubicBezTo>
                    <a:pt x="131" y="726"/>
                    <a:pt x="131" y="726"/>
                    <a:pt x="131" y="726"/>
                  </a:cubicBezTo>
                  <a:cubicBezTo>
                    <a:pt x="141" y="725"/>
                    <a:pt x="143" y="717"/>
                    <a:pt x="139" y="703"/>
                  </a:cubicBezTo>
                  <a:cubicBezTo>
                    <a:pt x="143" y="701"/>
                    <a:pt x="143" y="701"/>
                    <a:pt x="143" y="701"/>
                  </a:cubicBezTo>
                  <a:cubicBezTo>
                    <a:pt x="162" y="767"/>
                    <a:pt x="162" y="767"/>
                    <a:pt x="162" y="767"/>
                  </a:cubicBezTo>
                  <a:cubicBezTo>
                    <a:pt x="158" y="768"/>
                    <a:pt x="158" y="768"/>
                    <a:pt x="158" y="768"/>
                  </a:cubicBezTo>
                  <a:cubicBezTo>
                    <a:pt x="154" y="757"/>
                    <a:pt x="148" y="752"/>
                    <a:pt x="139" y="756"/>
                  </a:cubicBezTo>
                  <a:cubicBezTo>
                    <a:pt x="51" y="781"/>
                    <a:pt x="51" y="781"/>
                    <a:pt x="51" y="781"/>
                  </a:cubicBezTo>
                  <a:cubicBezTo>
                    <a:pt x="42" y="783"/>
                    <a:pt x="39" y="790"/>
                    <a:pt x="42" y="801"/>
                  </a:cubicBezTo>
                  <a:close/>
                  <a:moveTo>
                    <a:pt x="0" y="532"/>
                  </a:moveTo>
                  <a:cubicBezTo>
                    <a:pt x="4" y="532"/>
                    <a:pt x="4" y="532"/>
                    <a:pt x="4" y="532"/>
                  </a:cubicBezTo>
                  <a:cubicBezTo>
                    <a:pt x="5" y="543"/>
                    <a:pt x="10" y="548"/>
                    <a:pt x="21" y="547"/>
                  </a:cubicBezTo>
                  <a:cubicBezTo>
                    <a:pt x="82" y="547"/>
                    <a:pt x="82" y="547"/>
                    <a:pt x="82" y="547"/>
                  </a:cubicBezTo>
                  <a:cubicBezTo>
                    <a:pt x="99" y="547"/>
                    <a:pt x="111" y="551"/>
                    <a:pt x="118" y="557"/>
                  </a:cubicBezTo>
                  <a:cubicBezTo>
                    <a:pt x="126" y="566"/>
                    <a:pt x="131" y="578"/>
                    <a:pt x="131" y="594"/>
                  </a:cubicBezTo>
                  <a:cubicBezTo>
                    <a:pt x="131" y="611"/>
                    <a:pt x="128" y="624"/>
                    <a:pt x="121" y="633"/>
                  </a:cubicBezTo>
                  <a:cubicBezTo>
                    <a:pt x="114" y="643"/>
                    <a:pt x="102" y="647"/>
                    <a:pt x="86" y="647"/>
                  </a:cubicBezTo>
                  <a:cubicBezTo>
                    <a:pt x="22" y="647"/>
                    <a:pt x="22" y="647"/>
                    <a:pt x="22" y="647"/>
                  </a:cubicBezTo>
                  <a:cubicBezTo>
                    <a:pt x="10" y="646"/>
                    <a:pt x="4" y="651"/>
                    <a:pt x="4" y="662"/>
                  </a:cubicBezTo>
                  <a:cubicBezTo>
                    <a:pt x="0" y="662"/>
                    <a:pt x="0" y="662"/>
                    <a:pt x="0" y="662"/>
                  </a:cubicBezTo>
                  <a:cubicBezTo>
                    <a:pt x="0" y="597"/>
                    <a:pt x="0" y="597"/>
                    <a:pt x="0" y="597"/>
                  </a:cubicBezTo>
                  <a:cubicBezTo>
                    <a:pt x="4" y="597"/>
                    <a:pt x="4" y="597"/>
                    <a:pt x="4" y="597"/>
                  </a:cubicBezTo>
                  <a:cubicBezTo>
                    <a:pt x="3" y="611"/>
                    <a:pt x="9" y="617"/>
                    <a:pt x="22" y="616"/>
                  </a:cubicBezTo>
                  <a:cubicBezTo>
                    <a:pt x="86" y="616"/>
                    <a:pt x="86" y="616"/>
                    <a:pt x="86" y="616"/>
                  </a:cubicBezTo>
                  <a:cubicBezTo>
                    <a:pt x="110" y="616"/>
                    <a:pt x="123" y="607"/>
                    <a:pt x="123" y="588"/>
                  </a:cubicBezTo>
                  <a:cubicBezTo>
                    <a:pt x="123" y="565"/>
                    <a:pt x="109" y="554"/>
                    <a:pt x="82" y="555"/>
                  </a:cubicBezTo>
                  <a:cubicBezTo>
                    <a:pt x="24" y="555"/>
                    <a:pt x="24" y="555"/>
                    <a:pt x="24" y="555"/>
                  </a:cubicBezTo>
                  <a:cubicBezTo>
                    <a:pt x="11" y="554"/>
                    <a:pt x="4" y="560"/>
                    <a:pt x="4" y="574"/>
                  </a:cubicBezTo>
                  <a:cubicBezTo>
                    <a:pt x="0" y="574"/>
                    <a:pt x="0" y="574"/>
                    <a:pt x="0" y="574"/>
                  </a:cubicBezTo>
                  <a:cubicBezTo>
                    <a:pt x="0" y="532"/>
                    <a:pt x="0" y="532"/>
                    <a:pt x="0" y="532"/>
                  </a:cubicBezTo>
                  <a:close/>
                  <a:moveTo>
                    <a:pt x="31" y="461"/>
                  </a:moveTo>
                  <a:cubicBezTo>
                    <a:pt x="123" y="485"/>
                    <a:pt x="123" y="485"/>
                    <a:pt x="123" y="485"/>
                  </a:cubicBezTo>
                  <a:cubicBezTo>
                    <a:pt x="130" y="488"/>
                    <a:pt x="135" y="485"/>
                    <a:pt x="136" y="477"/>
                  </a:cubicBezTo>
                  <a:cubicBezTo>
                    <a:pt x="144" y="453"/>
                    <a:pt x="128" y="435"/>
                    <a:pt x="90" y="426"/>
                  </a:cubicBezTo>
                  <a:cubicBezTo>
                    <a:pt x="53" y="417"/>
                    <a:pt x="32" y="424"/>
                    <a:pt x="25" y="447"/>
                  </a:cubicBezTo>
                  <a:cubicBezTo>
                    <a:pt x="23" y="455"/>
                    <a:pt x="25" y="460"/>
                    <a:pt x="31" y="461"/>
                  </a:cubicBezTo>
                  <a:close/>
                  <a:moveTo>
                    <a:pt x="128" y="535"/>
                  </a:moveTo>
                  <a:cubicBezTo>
                    <a:pt x="143" y="477"/>
                    <a:pt x="143" y="477"/>
                    <a:pt x="143" y="477"/>
                  </a:cubicBezTo>
                  <a:cubicBezTo>
                    <a:pt x="153" y="433"/>
                    <a:pt x="137" y="405"/>
                    <a:pt x="97" y="393"/>
                  </a:cubicBezTo>
                  <a:cubicBezTo>
                    <a:pt x="58" y="384"/>
                    <a:pt x="31" y="402"/>
                    <a:pt x="19" y="445"/>
                  </a:cubicBezTo>
                  <a:cubicBezTo>
                    <a:pt x="4" y="501"/>
                    <a:pt x="4" y="501"/>
                    <a:pt x="4" y="501"/>
                  </a:cubicBezTo>
                  <a:cubicBezTo>
                    <a:pt x="8" y="502"/>
                    <a:pt x="8" y="502"/>
                    <a:pt x="8" y="502"/>
                  </a:cubicBezTo>
                  <a:cubicBezTo>
                    <a:pt x="11" y="492"/>
                    <a:pt x="17" y="488"/>
                    <a:pt x="24" y="490"/>
                  </a:cubicBezTo>
                  <a:cubicBezTo>
                    <a:pt x="116" y="515"/>
                    <a:pt x="116" y="515"/>
                    <a:pt x="116" y="515"/>
                  </a:cubicBezTo>
                  <a:cubicBezTo>
                    <a:pt x="124" y="517"/>
                    <a:pt x="126" y="523"/>
                    <a:pt x="124" y="533"/>
                  </a:cubicBezTo>
                  <a:cubicBezTo>
                    <a:pt x="128" y="535"/>
                    <a:pt x="128" y="535"/>
                    <a:pt x="128" y="535"/>
                  </a:cubicBezTo>
                  <a:close/>
                  <a:moveTo>
                    <a:pt x="137" y="362"/>
                  </a:moveTo>
                  <a:cubicBezTo>
                    <a:pt x="156" y="330"/>
                    <a:pt x="156" y="330"/>
                    <a:pt x="156" y="330"/>
                  </a:cubicBezTo>
                  <a:cubicBezTo>
                    <a:pt x="106" y="323"/>
                    <a:pt x="106" y="323"/>
                    <a:pt x="106" y="323"/>
                  </a:cubicBezTo>
                  <a:cubicBezTo>
                    <a:pt x="137" y="362"/>
                    <a:pt x="137" y="362"/>
                    <a:pt x="137" y="362"/>
                  </a:cubicBezTo>
                  <a:close/>
                  <a:moveTo>
                    <a:pt x="220" y="300"/>
                  </a:moveTo>
                  <a:cubicBezTo>
                    <a:pt x="224" y="302"/>
                    <a:pt x="224" y="302"/>
                    <a:pt x="224" y="302"/>
                  </a:cubicBezTo>
                  <a:cubicBezTo>
                    <a:pt x="193" y="355"/>
                    <a:pt x="193" y="355"/>
                    <a:pt x="193" y="355"/>
                  </a:cubicBezTo>
                  <a:cubicBezTo>
                    <a:pt x="189" y="353"/>
                    <a:pt x="189" y="353"/>
                    <a:pt x="189" y="353"/>
                  </a:cubicBezTo>
                  <a:cubicBezTo>
                    <a:pt x="189" y="353"/>
                    <a:pt x="189" y="352"/>
                    <a:pt x="190" y="351"/>
                  </a:cubicBezTo>
                  <a:cubicBezTo>
                    <a:pt x="194" y="342"/>
                    <a:pt x="195" y="337"/>
                    <a:pt x="190" y="336"/>
                  </a:cubicBezTo>
                  <a:cubicBezTo>
                    <a:pt x="186" y="334"/>
                    <a:pt x="177" y="332"/>
                    <a:pt x="164" y="331"/>
                  </a:cubicBezTo>
                  <a:cubicBezTo>
                    <a:pt x="143" y="368"/>
                    <a:pt x="143" y="368"/>
                    <a:pt x="143" y="368"/>
                  </a:cubicBezTo>
                  <a:cubicBezTo>
                    <a:pt x="151" y="380"/>
                    <a:pt x="157" y="387"/>
                    <a:pt x="159" y="388"/>
                  </a:cubicBezTo>
                  <a:cubicBezTo>
                    <a:pt x="163" y="390"/>
                    <a:pt x="168" y="387"/>
                    <a:pt x="174" y="379"/>
                  </a:cubicBezTo>
                  <a:cubicBezTo>
                    <a:pt x="174" y="378"/>
                    <a:pt x="174" y="378"/>
                    <a:pt x="174" y="378"/>
                  </a:cubicBezTo>
                  <a:cubicBezTo>
                    <a:pt x="178" y="380"/>
                    <a:pt x="178" y="380"/>
                    <a:pt x="178" y="380"/>
                  </a:cubicBezTo>
                  <a:cubicBezTo>
                    <a:pt x="159" y="414"/>
                    <a:pt x="159" y="414"/>
                    <a:pt x="159" y="414"/>
                  </a:cubicBezTo>
                  <a:cubicBezTo>
                    <a:pt x="155" y="412"/>
                    <a:pt x="155" y="412"/>
                    <a:pt x="155" y="412"/>
                  </a:cubicBezTo>
                  <a:cubicBezTo>
                    <a:pt x="159" y="405"/>
                    <a:pt x="156" y="396"/>
                    <a:pt x="145" y="385"/>
                  </a:cubicBezTo>
                  <a:cubicBezTo>
                    <a:pt x="75" y="295"/>
                    <a:pt x="75" y="295"/>
                    <a:pt x="75" y="295"/>
                  </a:cubicBezTo>
                  <a:cubicBezTo>
                    <a:pt x="78" y="291"/>
                    <a:pt x="78" y="291"/>
                    <a:pt x="78" y="291"/>
                  </a:cubicBezTo>
                  <a:cubicBezTo>
                    <a:pt x="186" y="304"/>
                    <a:pt x="186" y="304"/>
                    <a:pt x="186" y="304"/>
                  </a:cubicBezTo>
                  <a:cubicBezTo>
                    <a:pt x="208" y="308"/>
                    <a:pt x="219" y="306"/>
                    <a:pt x="220" y="300"/>
                  </a:cubicBezTo>
                  <a:close/>
                  <a:moveTo>
                    <a:pt x="225" y="301"/>
                  </a:moveTo>
                  <a:cubicBezTo>
                    <a:pt x="257" y="271"/>
                    <a:pt x="257" y="271"/>
                    <a:pt x="257" y="271"/>
                  </a:cubicBezTo>
                  <a:cubicBezTo>
                    <a:pt x="254" y="268"/>
                    <a:pt x="254" y="268"/>
                    <a:pt x="254" y="268"/>
                  </a:cubicBezTo>
                  <a:cubicBezTo>
                    <a:pt x="244" y="277"/>
                    <a:pt x="236" y="276"/>
                    <a:pt x="228" y="266"/>
                  </a:cubicBezTo>
                  <a:cubicBezTo>
                    <a:pt x="176" y="211"/>
                    <a:pt x="176" y="211"/>
                    <a:pt x="176" y="211"/>
                  </a:cubicBezTo>
                  <a:cubicBezTo>
                    <a:pt x="308" y="227"/>
                    <a:pt x="308" y="227"/>
                    <a:pt x="308" y="227"/>
                  </a:cubicBezTo>
                  <a:cubicBezTo>
                    <a:pt x="311" y="224"/>
                    <a:pt x="311" y="224"/>
                    <a:pt x="311" y="224"/>
                  </a:cubicBezTo>
                  <a:cubicBezTo>
                    <a:pt x="236" y="143"/>
                    <a:pt x="236" y="143"/>
                    <a:pt x="236" y="143"/>
                  </a:cubicBezTo>
                  <a:cubicBezTo>
                    <a:pt x="228" y="136"/>
                    <a:pt x="229" y="129"/>
                    <a:pt x="236" y="121"/>
                  </a:cubicBezTo>
                  <a:cubicBezTo>
                    <a:pt x="233" y="118"/>
                    <a:pt x="233" y="118"/>
                    <a:pt x="233" y="118"/>
                  </a:cubicBezTo>
                  <a:cubicBezTo>
                    <a:pt x="203" y="146"/>
                    <a:pt x="203" y="146"/>
                    <a:pt x="203" y="146"/>
                  </a:cubicBezTo>
                  <a:cubicBezTo>
                    <a:pt x="206" y="149"/>
                    <a:pt x="206" y="149"/>
                    <a:pt x="206" y="149"/>
                  </a:cubicBezTo>
                  <a:cubicBezTo>
                    <a:pt x="216" y="140"/>
                    <a:pt x="224" y="141"/>
                    <a:pt x="232" y="151"/>
                  </a:cubicBezTo>
                  <a:cubicBezTo>
                    <a:pt x="271" y="193"/>
                    <a:pt x="271" y="193"/>
                    <a:pt x="271" y="193"/>
                  </a:cubicBezTo>
                  <a:cubicBezTo>
                    <a:pt x="167" y="179"/>
                    <a:pt x="167" y="179"/>
                    <a:pt x="167" y="179"/>
                  </a:cubicBezTo>
                  <a:cubicBezTo>
                    <a:pt x="138" y="206"/>
                    <a:pt x="138" y="206"/>
                    <a:pt x="138" y="206"/>
                  </a:cubicBezTo>
                  <a:cubicBezTo>
                    <a:pt x="141" y="209"/>
                    <a:pt x="141" y="209"/>
                    <a:pt x="141" y="209"/>
                  </a:cubicBezTo>
                  <a:cubicBezTo>
                    <a:pt x="143" y="207"/>
                    <a:pt x="150" y="207"/>
                    <a:pt x="163" y="208"/>
                  </a:cubicBezTo>
                  <a:cubicBezTo>
                    <a:pt x="224" y="274"/>
                    <a:pt x="224" y="274"/>
                    <a:pt x="224" y="274"/>
                  </a:cubicBezTo>
                  <a:cubicBezTo>
                    <a:pt x="232" y="281"/>
                    <a:pt x="231" y="289"/>
                    <a:pt x="222" y="298"/>
                  </a:cubicBezTo>
                  <a:cubicBezTo>
                    <a:pt x="225" y="301"/>
                    <a:pt x="225" y="301"/>
                    <a:pt x="225" y="301"/>
                  </a:cubicBezTo>
                  <a:close/>
                  <a:moveTo>
                    <a:pt x="509" y="2"/>
                  </a:moveTo>
                  <a:cubicBezTo>
                    <a:pt x="510" y="7"/>
                    <a:pt x="510" y="7"/>
                    <a:pt x="510" y="7"/>
                  </a:cubicBezTo>
                  <a:cubicBezTo>
                    <a:pt x="500" y="10"/>
                    <a:pt x="496" y="16"/>
                    <a:pt x="500" y="26"/>
                  </a:cubicBezTo>
                  <a:cubicBezTo>
                    <a:pt x="513" y="86"/>
                    <a:pt x="513" y="86"/>
                    <a:pt x="513" y="86"/>
                  </a:cubicBezTo>
                  <a:cubicBezTo>
                    <a:pt x="517" y="103"/>
                    <a:pt x="516" y="115"/>
                    <a:pt x="511" y="123"/>
                  </a:cubicBezTo>
                  <a:cubicBezTo>
                    <a:pt x="505" y="133"/>
                    <a:pt x="494" y="140"/>
                    <a:pt x="478" y="144"/>
                  </a:cubicBezTo>
                  <a:cubicBezTo>
                    <a:pt x="461" y="148"/>
                    <a:pt x="448" y="147"/>
                    <a:pt x="438" y="143"/>
                  </a:cubicBezTo>
                  <a:cubicBezTo>
                    <a:pt x="427" y="138"/>
                    <a:pt x="420" y="128"/>
                    <a:pt x="417" y="112"/>
                  </a:cubicBezTo>
                  <a:cubicBezTo>
                    <a:pt x="403" y="50"/>
                    <a:pt x="403" y="50"/>
                    <a:pt x="403" y="50"/>
                  </a:cubicBezTo>
                  <a:cubicBezTo>
                    <a:pt x="401" y="38"/>
                    <a:pt x="394" y="33"/>
                    <a:pt x="383" y="36"/>
                  </a:cubicBezTo>
                  <a:cubicBezTo>
                    <a:pt x="382" y="32"/>
                    <a:pt x="382" y="32"/>
                    <a:pt x="382" y="32"/>
                  </a:cubicBezTo>
                  <a:cubicBezTo>
                    <a:pt x="446" y="17"/>
                    <a:pt x="446" y="17"/>
                    <a:pt x="446" y="17"/>
                  </a:cubicBezTo>
                  <a:cubicBezTo>
                    <a:pt x="447" y="21"/>
                    <a:pt x="447" y="21"/>
                    <a:pt x="447" y="21"/>
                  </a:cubicBezTo>
                  <a:cubicBezTo>
                    <a:pt x="433" y="23"/>
                    <a:pt x="428" y="30"/>
                    <a:pt x="432" y="43"/>
                  </a:cubicBezTo>
                  <a:cubicBezTo>
                    <a:pt x="447" y="105"/>
                    <a:pt x="447" y="105"/>
                    <a:pt x="447" y="105"/>
                  </a:cubicBezTo>
                  <a:cubicBezTo>
                    <a:pt x="452" y="129"/>
                    <a:pt x="463" y="139"/>
                    <a:pt x="482" y="135"/>
                  </a:cubicBezTo>
                  <a:cubicBezTo>
                    <a:pt x="505" y="130"/>
                    <a:pt x="512" y="114"/>
                    <a:pt x="505" y="87"/>
                  </a:cubicBezTo>
                  <a:cubicBezTo>
                    <a:pt x="492" y="31"/>
                    <a:pt x="492" y="31"/>
                    <a:pt x="492" y="31"/>
                  </a:cubicBezTo>
                  <a:cubicBezTo>
                    <a:pt x="490" y="18"/>
                    <a:pt x="483" y="13"/>
                    <a:pt x="470" y="16"/>
                  </a:cubicBezTo>
                  <a:cubicBezTo>
                    <a:pt x="469" y="12"/>
                    <a:pt x="469" y="12"/>
                    <a:pt x="469" y="12"/>
                  </a:cubicBezTo>
                  <a:cubicBezTo>
                    <a:pt x="509" y="2"/>
                    <a:pt x="509" y="2"/>
                    <a:pt x="509" y="2"/>
                  </a:cubicBezTo>
                  <a:close/>
                  <a:moveTo>
                    <a:pt x="532" y="129"/>
                  </a:moveTo>
                  <a:cubicBezTo>
                    <a:pt x="532" y="125"/>
                    <a:pt x="532" y="125"/>
                    <a:pt x="532" y="125"/>
                  </a:cubicBezTo>
                  <a:cubicBezTo>
                    <a:pt x="544" y="124"/>
                    <a:pt x="550" y="119"/>
                    <a:pt x="549" y="109"/>
                  </a:cubicBezTo>
                  <a:cubicBezTo>
                    <a:pt x="549" y="19"/>
                    <a:pt x="549" y="19"/>
                    <a:pt x="549" y="19"/>
                  </a:cubicBezTo>
                  <a:cubicBezTo>
                    <a:pt x="541" y="9"/>
                    <a:pt x="535" y="4"/>
                    <a:pt x="533" y="5"/>
                  </a:cubicBezTo>
                  <a:cubicBezTo>
                    <a:pt x="533" y="0"/>
                    <a:pt x="533" y="0"/>
                    <a:pt x="533" y="0"/>
                  </a:cubicBezTo>
                  <a:cubicBezTo>
                    <a:pt x="573" y="0"/>
                    <a:pt x="573" y="0"/>
                    <a:pt x="573" y="0"/>
                  </a:cubicBezTo>
                  <a:cubicBezTo>
                    <a:pt x="639" y="82"/>
                    <a:pt x="639" y="82"/>
                    <a:pt x="639" y="82"/>
                  </a:cubicBezTo>
                  <a:cubicBezTo>
                    <a:pt x="639" y="24"/>
                    <a:pt x="639" y="24"/>
                    <a:pt x="639" y="24"/>
                  </a:cubicBezTo>
                  <a:cubicBezTo>
                    <a:pt x="640" y="12"/>
                    <a:pt x="634" y="5"/>
                    <a:pt x="621" y="5"/>
                  </a:cubicBezTo>
                  <a:cubicBezTo>
                    <a:pt x="621" y="0"/>
                    <a:pt x="621" y="0"/>
                    <a:pt x="621" y="0"/>
                  </a:cubicBezTo>
                  <a:cubicBezTo>
                    <a:pt x="662" y="0"/>
                    <a:pt x="662" y="0"/>
                    <a:pt x="662" y="0"/>
                  </a:cubicBezTo>
                  <a:cubicBezTo>
                    <a:pt x="662" y="5"/>
                    <a:pt x="662" y="5"/>
                    <a:pt x="662" y="5"/>
                  </a:cubicBezTo>
                  <a:cubicBezTo>
                    <a:pt x="651" y="6"/>
                    <a:pt x="646" y="11"/>
                    <a:pt x="647" y="21"/>
                  </a:cubicBezTo>
                  <a:cubicBezTo>
                    <a:pt x="647" y="132"/>
                    <a:pt x="647" y="132"/>
                    <a:pt x="647" y="132"/>
                  </a:cubicBezTo>
                  <a:cubicBezTo>
                    <a:pt x="642" y="132"/>
                    <a:pt x="642" y="132"/>
                    <a:pt x="642" y="132"/>
                  </a:cubicBezTo>
                  <a:cubicBezTo>
                    <a:pt x="557" y="29"/>
                    <a:pt x="557" y="29"/>
                    <a:pt x="557" y="29"/>
                  </a:cubicBezTo>
                  <a:cubicBezTo>
                    <a:pt x="557" y="105"/>
                    <a:pt x="557" y="105"/>
                    <a:pt x="557" y="105"/>
                  </a:cubicBezTo>
                  <a:cubicBezTo>
                    <a:pt x="556" y="118"/>
                    <a:pt x="562" y="125"/>
                    <a:pt x="575" y="125"/>
                  </a:cubicBezTo>
                  <a:cubicBezTo>
                    <a:pt x="575" y="129"/>
                    <a:pt x="575" y="129"/>
                    <a:pt x="575" y="129"/>
                  </a:cubicBezTo>
                  <a:cubicBezTo>
                    <a:pt x="532" y="129"/>
                    <a:pt x="532" y="129"/>
                    <a:pt x="532" y="129"/>
                  </a:cubicBezTo>
                  <a:close/>
                  <a:moveTo>
                    <a:pt x="727" y="143"/>
                  </a:moveTo>
                  <a:cubicBezTo>
                    <a:pt x="714" y="141"/>
                    <a:pt x="709" y="135"/>
                    <a:pt x="712" y="126"/>
                  </a:cubicBezTo>
                  <a:cubicBezTo>
                    <a:pt x="731" y="36"/>
                    <a:pt x="731" y="36"/>
                    <a:pt x="731" y="36"/>
                  </a:cubicBezTo>
                  <a:cubicBezTo>
                    <a:pt x="732" y="27"/>
                    <a:pt x="739" y="23"/>
                    <a:pt x="751" y="26"/>
                  </a:cubicBezTo>
                  <a:cubicBezTo>
                    <a:pt x="751" y="26"/>
                    <a:pt x="752" y="26"/>
                    <a:pt x="752" y="26"/>
                  </a:cubicBezTo>
                  <a:cubicBezTo>
                    <a:pt x="753" y="22"/>
                    <a:pt x="753" y="22"/>
                    <a:pt x="753" y="22"/>
                  </a:cubicBezTo>
                  <a:cubicBezTo>
                    <a:pt x="687" y="8"/>
                    <a:pt x="687" y="8"/>
                    <a:pt x="687" y="8"/>
                  </a:cubicBezTo>
                  <a:cubicBezTo>
                    <a:pt x="686" y="12"/>
                    <a:pt x="686" y="12"/>
                    <a:pt x="686" y="12"/>
                  </a:cubicBezTo>
                  <a:cubicBezTo>
                    <a:pt x="699" y="15"/>
                    <a:pt x="703" y="21"/>
                    <a:pt x="701" y="30"/>
                  </a:cubicBezTo>
                  <a:cubicBezTo>
                    <a:pt x="682" y="119"/>
                    <a:pt x="682" y="119"/>
                    <a:pt x="682" y="119"/>
                  </a:cubicBezTo>
                  <a:cubicBezTo>
                    <a:pt x="681" y="128"/>
                    <a:pt x="674" y="132"/>
                    <a:pt x="662" y="130"/>
                  </a:cubicBezTo>
                  <a:cubicBezTo>
                    <a:pt x="661" y="134"/>
                    <a:pt x="661" y="134"/>
                    <a:pt x="661" y="134"/>
                  </a:cubicBezTo>
                  <a:cubicBezTo>
                    <a:pt x="726" y="148"/>
                    <a:pt x="726" y="148"/>
                    <a:pt x="726" y="148"/>
                  </a:cubicBezTo>
                  <a:cubicBezTo>
                    <a:pt x="727" y="143"/>
                    <a:pt x="727" y="143"/>
                    <a:pt x="727" y="143"/>
                  </a:cubicBezTo>
                  <a:close/>
                  <a:moveTo>
                    <a:pt x="894" y="79"/>
                  </a:moveTo>
                  <a:cubicBezTo>
                    <a:pt x="892" y="83"/>
                    <a:pt x="892" y="83"/>
                    <a:pt x="892" y="83"/>
                  </a:cubicBezTo>
                  <a:cubicBezTo>
                    <a:pt x="885" y="80"/>
                    <a:pt x="878" y="82"/>
                    <a:pt x="870" y="91"/>
                  </a:cubicBezTo>
                  <a:cubicBezTo>
                    <a:pt x="786" y="174"/>
                    <a:pt x="786" y="174"/>
                    <a:pt x="786" y="174"/>
                  </a:cubicBezTo>
                  <a:cubicBezTo>
                    <a:pt x="781" y="172"/>
                    <a:pt x="781" y="172"/>
                    <a:pt x="781" y="172"/>
                  </a:cubicBezTo>
                  <a:cubicBezTo>
                    <a:pt x="783" y="49"/>
                    <a:pt x="783" y="49"/>
                    <a:pt x="783" y="49"/>
                  </a:cubicBezTo>
                  <a:cubicBezTo>
                    <a:pt x="783" y="40"/>
                    <a:pt x="780" y="33"/>
                    <a:pt x="773" y="30"/>
                  </a:cubicBezTo>
                  <a:cubicBezTo>
                    <a:pt x="775" y="26"/>
                    <a:pt x="775" y="26"/>
                    <a:pt x="775" y="26"/>
                  </a:cubicBezTo>
                  <a:cubicBezTo>
                    <a:pt x="833" y="52"/>
                    <a:pt x="833" y="52"/>
                    <a:pt x="833" y="52"/>
                  </a:cubicBezTo>
                  <a:cubicBezTo>
                    <a:pt x="832" y="56"/>
                    <a:pt x="832" y="56"/>
                    <a:pt x="832" y="56"/>
                  </a:cubicBezTo>
                  <a:cubicBezTo>
                    <a:pt x="820" y="51"/>
                    <a:pt x="814" y="52"/>
                    <a:pt x="813" y="57"/>
                  </a:cubicBezTo>
                  <a:cubicBezTo>
                    <a:pt x="812" y="60"/>
                    <a:pt x="812" y="66"/>
                    <a:pt x="812" y="74"/>
                  </a:cubicBezTo>
                  <a:cubicBezTo>
                    <a:pt x="810" y="140"/>
                    <a:pt x="810" y="140"/>
                    <a:pt x="810" y="140"/>
                  </a:cubicBezTo>
                  <a:cubicBezTo>
                    <a:pt x="858" y="92"/>
                    <a:pt x="858" y="92"/>
                    <a:pt x="858" y="92"/>
                  </a:cubicBezTo>
                  <a:cubicBezTo>
                    <a:pt x="858" y="92"/>
                    <a:pt x="859" y="91"/>
                    <a:pt x="860" y="90"/>
                  </a:cubicBezTo>
                  <a:cubicBezTo>
                    <a:pt x="864" y="86"/>
                    <a:pt x="866" y="84"/>
                    <a:pt x="867" y="82"/>
                  </a:cubicBezTo>
                  <a:cubicBezTo>
                    <a:pt x="870" y="77"/>
                    <a:pt x="866" y="72"/>
                    <a:pt x="855" y="67"/>
                  </a:cubicBezTo>
                  <a:cubicBezTo>
                    <a:pt x="857" y="63"/>
                    <a:pt x="857" y="63"/>
                    <a:pt x="857" y="63"/>
                  </a:cubicBezTo>
                  <a:cubicBezTo>
                    <a:pt x="894" y="79"/>
                    <a:pt x="894" y="79"/>
                    <a:pt x="894" y="79"/>
                  </a:cubicBezTo>
                  <a:close/>
                  <a:moveTo>
                    <a:pt x="920" y="102"/>
                  </a:moveTo>
                  <a:cubicBezTo>
                    <a:pt x="929" y="110"/>
                    <a:pt x="930" y="117"/>
                    <a:pt x="924" y="124"/>
                  </a:cubicBezTo>
                  <a:cubicBezTo>
                    <a:pt x="864" y="193"/>
                    <a:pt x="864" y="193"/>
                    <a:pt x="864" y="193"/>
                  </a:cubicBezTo>
                  <a:cubicBezTo>
                    <a:pt x="859" y="201"/>
                    <a:pt x="851" y="200"/>
                    <a:pt x="842" y="193"/>
                  </a:cubicBezTo>
                  <a:cubicBezTo>
                    <a:pt x="839" y="196"/>
                    <a:pt x="839" y="196"/>
                    <a:pt x="839" y="196"/>
                  </a:cubicBezTo>
                  <a:cubicBezTo>
                    <a:pt x="923" y="269"/>
                    <a:pt x="923" y="269"/>
                    <a:pt x="923" y="269"/>
                  </a:cubicBezTo>
                  <a:cubicBezTo>
                    <a:pt x="954" y="244"/>
                    <a:pt x="954" y="244"/>
                    <a:pt x="954" y="244"/>
                  </a:cubicBezTo>
                  <a:cubicBezTo>
                    <a:pt x="951" y="241"/>
                    <a:pt x="951" y="241"/>
                    <a:pt x="951" y="241"/>
                  </a:cubicBezTo>
                  <a:cubicBezTo>
                    <a:pt x="928" y="252"/>
                    <a:pt x="909" y="250"/>
                    <a:pt x="891" y="234"/>
                  </a:cubicBezTo>
                  <a:cubicBezTo>
                    <a:pt x="882" y="226"/>
                    <a:pt x="880" y="220"/>
                    <a:pt x="885" y="215"/>
                  </a:cubicBezTo>
                  <a:cubicBezTo>
                    <a:pt x="916" y="180"/>
                    <a:pt x="916" y="180"/>
                    <a:pt x="916" y="180"/>
                  </a:cubicBezTo>
                  <a:cubicBezTo>
                    <a:pt x="931" y="192"/>
                    <a:pt x="933" y="206"/>
                    <a:pt x="920" y="223"/>
                  </a:cubicBezTo>
                  <a:cubicBezTo>
                    <a:pt x="924" y="226"/>
                    <a:pt x="924" y="226"/>
                    <a:pt x="924" y="226"/>
                  </a:cubicBezTo>
                  <a:cubicBezTo>
                    <a:pt x="966" y="177"/>
                    <a:pt x="966" y="177"/>
                    <a:pt x="966" y="177"/>
                  </a:cubicBezTo>
                  <a:cubicBezTo>
                    <a:pt x="962" y="174"/>
                    <a:pt x="962" y="174"/>
                    <a:pt x="962" y="174"/>
                  </a:cubicBezTo>
                  <a:cubicBezTo>
                    <a:pt x="948" y="189"/>
                    <a:pt x="934" y="189"/>
                    <a:pt x="920" y="175"/>
                  </a:cubicBezTo>
                  <a:cubicBezTo>
                    <a:pt x="949" y="142"/>
                    <a:pt x="949" y="142"/>
                    <a:pt x="949" y="142"/>
                  </a:cubicBezTo>
                  <a:cubicBezTo>
                    <a:pt x="953" y="136"/>
                    <a:pt x="958" y="137"/>
                    <a:pt x="965" y="144"/>
                  </a:cubicBezTo>
                  <a:cubicBezTo>
                    <a:pt x="987" y="161"/>
                    <a:pt x="991" y="179"/>
                    <a:pt x="978" y="196"/>
                  </a:cubicBezTo>
                  <a:cubicBezTo>
                    <a:pt x="981" y="200"/>
                    <a:pt x="981" y="200"/>
                    <a:pt x="981" y="200"/>
                  </a:cubicBezTo>
                  <a:cubicBezTo>
                    <a:pt x="1006" y="171"/>
                    <a:pt x="1006" y="171"/>
                    <a:pt x="1006" y="171"/>
                  </a:cubicBezTo>
                  <a:cubicBezTo>
                    <a:pt x="923" y="99"/>
                    <a:pt x="923" y="99"/>
                    <a:pt x="923" y="99"/>
                  </a:cubicBezTo>
                  <a:cubicBezTo>
                    <a:pt x="920" y="102"/>
                    <a:pt x="920" y="102"/>
                    <a:pt x="920" y="102"/>
                  </a:cubicBezTo>
                  <a:close/>
                  <a:moveTo>
                    <a:pt x="1051" y="244"/>
                  </a:moveTo>
                  <a:cubicBezTo>
                    <a:pt x="1011" y="273"/>
                    <a:pt x="1011" y="273"/>
                    <a:pt x="1011" y="273"/>
                  </a:cubicBezTo>
                  <a:cubicBezTo>
                    <a:pt x="1026" y="294"/>
                    <a:pt x="1040" y="298"/>
                    <a:pt x="1056" y="284"/>
                  </a:cubicBezTo>
                  <a:cubicBezTo>
                    <a:pt x="1070" y="273"/>
                    <a:pt x="1073" y="261"/>
                    <a:pt x="1064" y="249"/>
                  </a:cubicBezTo>
                  <a:cubicBezTo>
                    <a:pt x="1059" y="241"/>
                    <a:pt x="1055" y="239"/>
                    <a:pt x="1051" y="244"/>
                  </a:cubicBezTo>
                  <a:close/>
                  <a:moveTo>
                    <a:pt x="1013" y="377"/>
                  </a:moveTo>
                  <a:cubicBezTo>
                    <a:pt x="1009" y="379"/>
                    <a:pt x="1009" y="379"/>
                    <a:pt x="1009" y="379"/>
                  </a:cubicBezTo>
                  <a:cubicBezTo>
                    <a:pt x="986" y="348"/>
                    <a:pt x="986" y="348"/>
                    <a:pt x="986" y="348"/>
                  </a:cubicBezTo>
                  <a:cubicBezTo>
                    <a:pt x="1010" y="281"/>
                    <a:pt x="1010" y="281"/>
                    <a:pt x="1010" y="281"/>
                  </a:cubicBezTo>
                  <a:cubicBezTo>
                    <a:pt x="1007" y="277"/>
                    <a:pt x="1007" y="277"/>
                    <a:pt x="1007" y="277"/>
                  </a:cubicBezTo>
                  <a:cubicBezTo>
                    <a:pt x="977" y="299"/>
                    <a:pt x="977" y="299"/>
                    <a:pt x="977" y="299"/>
                  </a:cubicBezTo>
                  <a:cubicBezTo>
                    <a:pt x="967" y="305"/>
                    <a:pt x="965" y="313"/>
                    <a:pt x="973" y="323"/>
                  </a:cubicBezTo>
                  <a:cubicBezTo>
                    <a:pt x="969" y="326"/>
                    <a:pt x="969" y="326"/>
                    <a:pt x="969" y="326"/>
                  </a:cubicBezTo>
                  <a:cubicBezTo>
                    <a:pt x="930" y="275"/>
                    <a:pt x="930" y="275"/>
                    <a:pt x="930" y="275"/>
                  </a:cubicBezTo>
                  <a:cubicBezTo>
                    <a:pt x="934" y="272"/>
                    <a:pt x="934" y="272"/>
                    <a:pt x="934" y="272"/>
                  </a:cubicBezTo>
                  <a:cubicBezTo>
                    <a:pt x="941" y="282"/>
                    <a:pt x="949" y="283"/>
                    <a:pt x="958" y="274"/>
                  </a:cubicBezTo>
                  <a:cubicBezTo>
                    <a:pt x="1025" y="224"/>
                    <a:pt x="1025" y="224"/>
                    <a:pt x="1025" y="224"/>
                  </a:cubicBezTo>
                  <a:cubicBezTo>
                    <a:pt x="1036" y="217"/>
                    <a:pt x="1038" y="209"/>
                    <a:pt x="1030" y="200"/>
                  </a:cubicBezTo>
                  <a:cubicBezTo>
                    <a:pt x="1033" y="197"/>
                    <a:pt x="1033" y="197"/>
                    <a:pt x="1033" y="197"/>
                  </a:cubicBezTo>
                  <a:cubicBezTo>
                    <a:pt x="1070" y="246"/>
                    <a:pt x="1070" y="246"/>
                    <a:pt x="1070" y="246"/>
                  </a:cubicBezTo>
                  <a:cubicBezTo>
                    <a:pt x="1091" y="274"/>
                    <a:pt x="1093" y="295"/>
                    <a:pt x="1076" y="309"/>
                  </a:cubicBezTo>
                  <a:cubicBezTo>
                    <a:pt x="1063" y="319"/>
                    <a:pt x="1049" y="317"/>
                    <a:pt x="1032" y="305"/>
                  </a:cubicBezTo>
                  <a:cubicBezTo>
                    <a:pt x="1011" y="368"/>
                    <a:pt x="1011" y="368"/>
                    <a:pt x="1011" y="368"/>
                  </a:cubicBezTo>
                  <a:cubicBezTo>
                    <a:pt x="1011" y="372"/>
                    <a:pt x="1011" y="375"/>
                    <a:pt x="1013" y="377"/>
                  </a:cubicBezTo>
                  <a:close/>
                  <a:moveTo>
                    <a:pt x="1121" y="427"/>
                  </a:moveTo>
                  <a:cubicBezTo>
                    <a:pt x="1159" y="412"/>
                    <a:pt x="1159" y="412"/>
                    <a:pt x="1159" y="412"/>
                  </a:cubicBezTo>
                  <a:cubicBezTo>
                    <a:pt x="1157" y="406"/>
                    <a:pt x="1157" y="406"/>
                    <a:pt x="1157" y="406"/>
                  </a:cubicBezTo>
                  <a:cubicBezTo>
                    <a:pt x="1152" y="407"/>
                    <a:pt x="1149" y="406"/>
                    <a:pt x="1148" y="403"/>
                  </a:cubicBezTo>
                  <a:cubicBezTo>
                    <a:pt x="1148" y="402"/>
                    <a:pt x="1147" y="399"/>
                    <a:pt x="1147" y="395"/>
                  </a:cubicBezTo>
                  <a:cubicBezTo>
                    <a:pt x="1147" y="386"/>
                    <a:pt x="1145" y="378"/>
                    <a:pt x="1143" y="373"/>
                  </a:cubicBezTo>
                  <a:cubicBezTo>
                    <a:pt x="1133" y="348"/>
                    <a:pt x="1116" y="340"/>
                    <a:pt x="1092" y="348"/>
                  </a:cubicBezTo>
                  <a:cubicBezTo>
                    <a:pt x="1077" y="353"/>
                    <a:pt x="1069" y="368"/>
                    <a:pt x="1067" y="393"/>
                  </a:cubicBezTo>
                  <a:cubicBezTo>
                    <a:pt x="1066" y="407"/>
                    <a:pt x="1066" y="407"/>
                    <a:pt x="1066" y="407"/>
                  </a:cubicBezTo>
                  <a:cubicBezTo>
                    <a:pt x="1066" y="423"/>
                    <a:pt x="1062" y="433"/>
                    <a:pt x="1052" y="436"/>
                  </a:cubicBezTo>
                  <a:cubicBezTo>
                    <a:pt x="1039" y="440"/>
                    <a:pt x="1030" y="435"/>
                    <a:pt x="1024" y="422"/>
                  </a:cubicBezTo>
                  <a:cubicBezTo>
                    <a:pt x="1017" y="403"/>
                    <a:pt x="1024" y="386"/>
                    <a:pt x="1046" y="370"/>
                  </a:cubicBezTo>
                  <a:cubicBezTo>
                    <a:pt x="1045" y="365"/>
                    <a:pt x="1045" y="365"/>
                    <a:pt x="1045" y="365"/>
                  </a:cubicBezTo>
                  <a:cubicBezTo>
                    <a:pt x="1002" y="382"/>
                    <a:pt x="1002" y="382"/>
                    <a:pt x="1002" y="382"/>
                  </a:cubicBezTo>
                  <a:cubicBezTo>
                    <a:pt x="1004" y="387"/>
                    <a:pt x="1004" y="387"/>
                    <a:pt x="1004" y="387"/>
                  </a:cubicBezTo>
                  <a:cubicBezTo>
                    <a:pt x="1008" y="387"/>
                    <a:pt x="1010" y="388"/>
                    <a:pt x="1011" y="391"/>
                  </a:cubicBezTo>
                  <a:cubicBezTo>
                    <a:pt x="1012" y="392"/>
                    <a:pt x="1013" y="395"/>
                    <a:pt x="1013" y="399"/>
                  </a:cubicBezTo>
                  <a:cubicBezTo>
                    <a:pt x="1014" y="408"/>
                    <a:pt x="1016" y="416"/>
                    <a:pt x="1019" y="423"/>
                  </a:cubicBezTo>
                  <a:cubicBezTo>
                    <a:pt x="1031" y="450"/>
                    <a:pt x="1049" y="460"/>
                    <a:pt x="1072" y="452"/>
                  </a:cubicBezTo>
                  <a:cubicBezTo>
                    <a:pt x="1087" y="446"/>
                    <a:pt x="1095" y="436"/>
                    <a:pt x="1097" y="420"/>
                  </a:cubicBezTo>
                  <a:cubicBezTo>
                    <a:pt x="1099" y="389"/>
                    <a:pt x="1099" y="389"/>
                    <a:pt x="1099" y="389"/>
                  </a:cubicBezTo>
                  <a:cubicBezTo>
                    <a:pt x="1100" y="373"/>
                    <a:pt x="1104" y="364"/>
                    <a:pt x="1113" y="362"/>
                  </a:cubicBezTo>
                  <a:cubicBezTo>
                    <a:pt x="1123" y="358"/>
                    <a:pt x="1131" y="362"/>
                    <a:pt x="1137" y="374"/>
                  </a:cubicBezTo>
                  <a:cubicBezTo>
                    <a:pt x="1143" y="391"/>
                    <a:pt x="1137" y="407"/>
                    <a:pt x="1119" y="422"/>
                  </a:cubicBezTo>
                  <a:cubicBezTo>
                    <a:pt x="1121" y="427"/>
                    <a:pt x="1121" y="427"/>
                    <a:pt x="1121" y="427"/>
                  </a:cubicBezTo>
                  <a:close/>
                  <a:moveTo>
                    <a:pt x="1055" y="527"/>
                  </a:moveTo>
                  <a:cubicBezTo>
                    <a:pt x="1051" y="528"/>
                    <a:pt x="1051" y="528"/>
                    <a:pt x="1051" y="528"/>
                  </a:cubicBezTo>
                  <a:cubicBezTo>
                    <a:pt x="1035" y="463"/>
                    <a:pt x="1035" y="463"/>
                    <a:pt x="1035" y="463"/>
                  </a:cubicBezTo>
                  <a:cubicBezTo>
                    <a:pt x="1039" y="462"/>
                    <a:pt x="1039" y="462"/>
                    <a:pt x="1039" y="462"/>
                  </a:cubicBezTo>
                  <a:cubicBezTo>
                    <a:pt x="1043" y="474"/>
                    <a:pt x="1049" y="479"/>
                    <a:pt x="1057" y="476"/>
                  </a:cubicBezTo>
                  <a:cubicBezTo>
                    <a:pt x="1146" y="454"/>
                    <a:pt x="1146" y="454"/>
                    <a:pt x="1146" y="454"/>
                  </a:cubicBezTo>
                  <a:cubicBezTo>
                    <a:pt x="1155" y="452"/>
                    <a:pt x="1159" y="445"/>
                    <a:pt x="1155" y="433"/>
                  </a:cubicBezTo>
                  <a:cubicBezTo>
                    <a:pt x="1160" y="432"/>
                    <a:pt x="1160" y="432"/>
                    <a:pt x="1160" y="432"/>
                  </a:cubicBezTo>
                  <a:cubicBezTo>
                    <a:pt x="1176" y="497"/>
                    <a:pt x="1176" y="497"/>
                    <a:pt x="1176" y="497"/>
                  </a:cubicBezTo>
                  <a:cubicBezTo>
                    <a:pt x="1172" y="498"/>
                    <a:pt x="1172" y="498"/>
                    <a:pt x="1172" y="498"/>
                  </a:cubicBezTo>
                  <a:cubicBezTo>
                    <a:pt x="1172" y="497"/>
                    <a:pt x="1171" y="497"/>
                    <a:pt x="1171" y="496"/>
                  </a:cubicBezTo>
                  <a:cubicBezTo>
                    <a:pt x="1168" y="485"/>
                    <a:pt x="1163" y="480"/>
                    <a:pt x="1153" y="483"/>
                  </a:cubicBezTo>
                  <a:cubicBezTo>
                    <a:pt x="1065" y="505"/>
                    <a:pt x="1065" y="505"/>
                    <a:pt x="1065" y="505"/>
                  </a:cubicBezTo>
                  <a:cubicBezTo>
                    <a:pt x="1055" y="507"/>
                    <a:pt x="1052" y="514"/>
                    <a:pt x="1055" y="527"/>
                  </a:cubicBezTo>
                  <a:close/>
                  <a:moveTo>
                    <a:pt x="1057" y="616"/>
                  </a:moveTo>
                  <a:cubicBezTo>
                    <a:pt x="1056" y="602"/>
                    <a:pt x="1062" y="596"/>
                    <a:pt x="1075" y="597"/>
                  </a:cubicBezTo>
                  <a:cubicBezTo>
                    <a:pt x="1175" y="595"/>
                    <a:pt x="1175" y="595"/>
                    <a:pt x="1175" y="595"/>
                  </a:cubicBezTo>
                  <a:cubicBezTo>
                    <a:pt x="1176" y="617"/>
                    <a:pt x="1166" y="630"/>
                    <a:pt x="1144" y="632"/>
                  </a:cubicBezTo>
                  <a:cubicBezTo>
                    <a:pt x="1144" y="638"/>
                    <a:pt x="1144" y="638"/>
                    <a:pt x="1144" y="638"/>
                  </a:cubicBezTo>
                  <a:cubicBezTo>
                    <a:pt x="1182" y="637"/>
                    <a:pt x="1182" y="637"/>
                    <a:pt x="1182" y="637"/>
                  </a:cubicBezTo>
                  <a:cubicBezTo>
                    <a:pt x="1180" y="523"/>
                    <a:pt x="1180" y="523"/>
                    <a:pt x="1180" y="523"/>
                  </a:cubicBezTo>
                  <a:cubicBezTo>
                    <a:pt x="1142" y="523"/>
                    <a:pt x="1142" y="523"/>
                    <a:pt x="1142" y="523"/>
                  </a:cubicBezTo>
                  <a:cubicBezTo>
                    <a:pt x="1142" y="528"/>
                    <a:pt x="1142" y="528"/>
                    <a:pt x="1142" y="528"/>
                  </a:cubicBezTo>
                  <a:cubicBezTo>
                    <a:pt x="1164" y="530"/>
                    <a:pt x="1175" y="542"/>
                    <a:pt x="1175" y="565"/>
                  </a:cubicBezTo>
                  <a:cubicBezTo>
                    <a:pt x="1074" y="566"/>
                    <a:pt x="1074" y="566"/>
                    <a:pt x="1074" y="566"/>
                  </a:cubicBezTo>
                  <a:cubicBezTo>
                    <a:pt x="1061" y="568"/>
                    <a:pt x="1055" y="562"/>
                    <a:pt x="1056" y="548"/>
                  </a:cubicBezTo>
                  <a:cubicBezTo>
                    <a:pt x="1051" y="548"/>
                    <a:pt x="1051" y="548"/>
                    <a:pt x="1051" y="548"/>
                  </a:cubicBezTo>
                  <a:cubicBezTo>
                    <a:pt x="1053" y="616"/>
                    <a:pt x="1053" y="616"/>
                    <a:pt x="1053" y="616"/>
                  </a:cubicBezTo>
                  <a:cubicBezTo>
                    <a:pt x="1057" y="616"/>
                    <a:pt x="1057" y="616"/>
                    <a:pt x="1057" y="616"/>
                  </a:cubicBezTo>
                  <a:close/>
                  <a:moveTo>
                    <a:pt x="1151" y="794"/>
                  </a:moveTo>
                  <a:cubicBezTo>
                    <a:pt x="1146" y="793"/>
                    <a:pt x="1146" y="793"/>
                    <a:pt x="1146" y="793"/>
                  </a:cubicBezTo>
                  <a:cubicBezTo>
                    <a:pt x="1146" y="793"/>
                    <a:pt x="1146" y="793"/>
                    <a:pt x="1146" y="792"/>
                  </a:cubicBezTo>
                  <a:cubicBezTo>
                    <a:pt x="1147" y="787"/>
                    <a:pt x="1145" y="782"/>
                    <a:pt x="1142" y="779"/>
                  </a:cubicBezTo>
                  <a:cubicBezTo>
                    <a:pt x="1091" y="731"/>
                    <a:pt x="1091" y="731"/>
                    <a:pt x="1091" y="731"/>
                  </a:cubicBezTo>
                  <a:cubicBezTo>
                    <a:pt x="1057" y="724"/>
                    <a:pt x="1057" y="724"/>
                    <a:pt x="1057" y="724"/>
                  </a:cubicBezTo>
                  <a:cubicBezTo>
                    <a:pt x="1045" y="720"/>
                    <a:pt x="1038" y="724"/>
                    <a:pt x="1036" y="737"/>
                  </a:cubicBezTo>
                  <a:cubicBezTo>
                    <a:pt x="1031" y="736"/>
                    <a:pt x="1031" y="736"/>
                    <a:pt x="1031" y="736"/>
                  </a:cubicBezTo>
                  <a:cubicBezTo>
                    <a:pt x="1045" y="671"/>
                    <a:pt x="1045" y="671"/>
                    <a:pt x="1045" y="671"/>
                  </a:cubicBezTo>
                  <a:cubicBezTo>
                    <a:pt x="1049" y="672"/>
                    <a:pt x="1049" y="672"/>
                    <a:pt x="1049" y="672"/>
                  </a:cubicBezTo>
                  <a:cubicBezTo>
                    <a:pt x="1046" y="685"/>
                    <a:pt x="1051" y="692"/>
                    <a:pt x="1063" y="693"/>
                  </a:cubicBezTo>
                  <a:cubicBezTo>
                    <a:pt x="1091" y="699"/>
                    <a:pt x="1091" y="699"/>
                    <a:pt x="1091" y="699"/>
                  </a:cubicBezTo>
                  <a:cubicBezTo>
                    <a:pt x="1160" y="678"/>
                    <a:pt x="1160" y="678"/>
                    <a:pt x="1160" y="678"/>
                  </a:cubicBezTo>
                  <a:cubicBezTo>
                    <a:pt x="1167" y="676"/>
                    <a:pt x="1171" y="672"/>
                    <a:pt x="1173" y="665"/>
                  </a:cubicBezTo>
                  <a:cubicBezTo>
                    <a:pt x="1178" y="666"/>
                    <a:pt x="1178" y="666"/>
                    <a:pt x="1178" y="666"/>
                  </a:cubicBezTo>
                  <a:cubicBezTo>
                    <a:pt x="1164" y="729"/>
                    <a:pt x="1164" y="729"/>
                    <a:pt x="1164" y="729"/>
                  </a:cubicBezTo>
                  <a:cubicBezTo>
                    <a:pt x="1160" y="728"/>
                    <a:pt x="1160" y="728"/>
                    <a:pt x="1160" y="728"/>
                  </a:cubicBezTo>
                  <a:cubicBezTo>
                    <a:pt x="1163" y="716"/>
                    <a:pt x="1162" y="711"/>
                    <a:pt x="1157" y="711"/>
                  </a:cubicBezTo>
                  <a:cubicBezTo>
                    <a:pt x="1155" y="711"/>
                    <a:pt x="1152" y="711"/>
                    <a:pt x="1148" y="713"/>
                  </a:cubicBezTo>
                  <a:cubicBezTo>
                    <a:pt x="1147" y="713"/>
                    <a:pt x="1146" y="714"/>
                    <a:pt x="1146" y="714"/>
                  </a:cubicBezTo>
                  <a:cubicBezTo>
                    <a:pt x="1097" y="727"/>
                    <a:pt x="1097" y="727"/>
                    <a:pt x="1097" y="727"/>
                  </a:cubicBezTo>
                  <a:cubicBezTo>
                    <a:pt x="1128" y="755"/>
                    <a:pt x="1128" y="755"/>
                    <a:pt x="1128" y="755"/>
                  </a:cubicBezTo>
                  <a:cubicBezTo>
                    <a:pt x="1133" y="760"/>
                    <a:pt x="1138" y="764"/>
                    <a:pt x="1143" y="765"/>
                  </a:cubicBezTo>
                  <a:cubicBezTo>
                    <a:pt x="1148" y="767"/>
                    <a:pt x="1152" y="763"/>
                    <a:pt x="1155" y="752"/>
                  </a:cubicBezTo>
                  <a:cubicBezTo>
                    <a:pt x="1159" y="753"/>
                    <a:pt x="1159" y="753"/>
                    <a:pt x="1159" y="753"/>
                  </a:cubicBezTo>
                  <a:lnTo>
                    <a:pt x="1151" y="794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14" name="íṥļiďè"/>
            <p:cNvSpPr/>
            <p:nvPr/>
          </p:nvSpPr>
          <p:spPr bwMode="auto">
            <a:xfrm>
              <a:off x="4260844" y="4031997"/>
              <a:ext cx="147714" cy="178275"/>
            </a:xfrm>
            <a:custGeom>
              <a:avLst/>
              <a:gdLst>
                <a:gd name="T0" fmla="*/ 4 w 111"/>
                <a:gd name="T1" fmla="*/ 78 h 133"/>
                <a:gd name="T2" fmla="*/ 1 w 111"/>
                <a:gd name="T3" fmla="*/ 41 h 133"/>
                <a:gd name="T4" fmla="*/ 14 w 111"/>
                <a:gd name="T5" fmla="*/ 16 h 133"/>
                <a:gd name="T6" fmla="*/ 40 w 111"/>
                <a:gd name="T7" fmla="*/ 3 h 133"/>
                <a:gd name="T8" fmla="*/ 63 w 111"/>
                <a:gd name="T9" fmla="*/ 1 h 133"/>
                <a:gd name="T10" fmla="*/ 82 w 111"/>
                <a:gd name="T11" fmla="*/ 9 h 133"/>
                <a:gd name="T12" fmla="*/ 96 w 111"/>
                <a:gd name="T13" fmla="*/ 26 h 133"/>
                <a:gd name="T14" fmla="*/ 106 w 111"/>
                <a:gd name="T15" fmla="*/ 54 h 133"/>
                <a:gd name="T16" fmla="*/ 109 w 111"/>
                <a:gd name="T17" fmla="*/ 91 h 133"/>
                <a:gd name="T18" fmla="*/ 97 w 111"/>
                <a:gd name="T19" fmla="*/ 115 h 133"/>
                <a:gd name="T20" fmla="*/ 70 w 111"/>
                <a:gd name="T21" fmla="*/ 129 h 133"/>
                <a:gd name="T22" fmla="*/ 31 w 111"/>
                <a:gd name="T23" fmla="*/ 125 h 133"/>
                <a:gd name="T24" fmla="*/ 4 w 111"/>
                <a:gd name="T25" fmla="*/ 78 h 133"/>
                <a:gd name="T26" fmla="*/ 24 w 111"/>
                <a:gd name="T27" fmla="*/ 73 h 133"/>
                <a:gd name="T28" fmla="*/ 42 w 111"/>
                <a:gd name="T29" fmla="*/ 112 h 133"/>
                <a:gd name="T30" fmla="*/ 67 w 111"/>
                <a:gd name="T31" fmla="*/ 117 h 133"/>
                <a:gd name="T32" fmla="*/ 87 w 111"/>
                <a:gd name="T33" fmla="*/ 101 h 133"/>
                <a:gd name="T34" fmla="*/ 87 w 111"/>
                <a:gd name="T35" fmla="*/ 59 h 133"/>
                <a:gd name="T36" fmla="*/ 68 w 111"/>
                <a:gd name="T37" fmla="*/ 20 h 133"/>
                <a:gd name="T38" fmla="*/ 43 w 111"/>
                <a:gd name="T39" fmla="*/ 15 h 133"/>
                <a:gd name="T40" fmla="*/ 24 w 111"/>
                <a:gd name="T41" fmla="*/ 29 h 133"/>
                <a:gd name="T42" fmla="*/ 24 w 111"/>
                <a:gd name="T43" fmla="*/ 73 h 13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</a:cxnLst>
              <a:rect l="0" t="0" r="r" b="b"/>
              <a:pathLst>
                <a:path w="111" h="133">
                  <a:moveTo>
                    <a:pt x="4" y="78"/>
                  </a:moveTo>
                  <a:cubicBezTo>
                    <a:pt x="0" y="63"/>
                    <a:pt x="0" y="51"/>
                    <a:pt x="1" y="41"/>
                  </a:cubicBezTo>
                  <a:cubicBezTo>
                    <a:pt x="3" y="31"/>
                    <a:pt x="7" y="23"/>
                    <a:pt x="14" y="16"/>
                  </a:cubicBezTo>
                  <a:cubicBezTo>
                    <a:pt x="20" y="10"/>
                    <a:pt x="29" y="5"/>
                    <a:pt x="40" y="3"/>
                  </a:cubicBezTo>
                  <a:cubicBezTo>
                    <a:pt x="49" y="1"/>
                    <a:pt x="56" y="0"/>
                    <a:pt x="63" y="1"/>
                  </a:cubicBezTo>
                  <a:cubicBezTo>
                    <a:pt x="70" y="3"/>
                    <a:pt x="77" y="5"/>
                    <a:pt x="82" y="9"/>
                  </a:cubicBezTo>
                  <a:cubicBezTo>
                    <a:pt x="87" y="13"/>
                    <a:pt x="92" y="19"/>
                    <a:pt x="96" y="26"/>
                  </a:cubicBezTo>
                  <a:cubicBezTo>
                    <a:pt x="100" y="32"/>
                    <a:pt x="104" y="42"/>
                    <a:pt x="106" y="54"/>
                  </a:cubicBezTo>
                  <a:cubicBezTo>
                    <a:pt x="110" y="69"/>
                    <a:pt x="111" y="81"/>
                    <a:pt x="109" y="91"/>
                  </a:cubicBezTo>
                  <a:cubicBezTo>
                    <a:pt x="107" y="101"/>
                    <a:pt x="103" y="109"/>
                    <a:pt x="97" y="115"/>
                  </a:cubicBezTo>
                  <a:cubicBezTo>
                    <a:pt x="90" y="122"/>
                    <a:pt x="81" y="127"/>
                    <a:pt x="70" y="129"/>
                  </a:cubicBezTo>
                  <a:cubicBezTo>
                    <a:pt x="55" y="133"/>
                    <a:pt x="42" y="131"/>
                    <a:pt x="31" y="125"/>
                  </a:cubicBezTo>
                  <a:cubicBezTo>
                    <a:pt x="18" y="117"/>
                    <a:pt x="9" y="101"/>
                    <a:pt x="4" y="78"/>
                  </a:cubicBezTo>
                  <a:close/>
                  <a:moveTo>
                    <a:pt x="24" y="73"/>
                  </a:moveTo>
                  <a:cubicBezTo>
                    <a:pt x="28" y="94"/>
                    <a:pt x="35" y="106"/>
                    <a:pt x="42" y="112"/>
                  </a:cubicBezTo>
                  <a:cubicBezTo>
                    <a:pt x="50" y="117"/>
                    <a:pt x="58" y="119"/>
                    <a:pt x="67" y="117"/>
                  </a:cubicBezTo>
                  <a:cubicBezTo>
                    <a:pt x="76" y="115"/>
                    <a:pt x="82" y="110"/>
                    <a:pt x="87" y="101"/>
                  </a:cubicBezTo>
                  <a:cubicBezTo>
                    <a:pt x="91" y="93"/>
                    <a:pt x="91" y="79"/>
                    <a:pt x="87" y="59"/>
                  </a:cubicBezTo>
                  <a:cubicBezTo>
                    <a:pt x="82" y="38"/>
                    <a:pt x="76" y="25"/>
                    <a:pt x="68" y="20"/>
                  </a:cubicBezTo>
                  <a:cubicBezTo>
                    <a:pt x="60" y="15"/>
                    <a:pt x="52" y="13"/>
                    <a:pt x="43" y="15"/>
                  </a:cubicBezTo>
                  <a:cubicBezTo>
                    <a:pt x="34" y="17"/>
                    <a:pt x="28" y="22"/>
                    <a:pt x="24" y="29"/>
                  </a:cubicBezTo>
                  <a:cubicBezTo>
                    <a:pt x="19" y="38"/>
                    <a:pt x="19" y="53"/>
                    <a:pt x="24" y="73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15" name="ïşḻiḋe"/>
            <p:cNvSpPr/>
            <p:nvPr/>
          </p:nvSpPr>
          <p:spPr bwMode="auto">
            <a:xfrm>
              <a:off x="4540989" y="3911449"/>
              <a:ext cx="162994" cy="191858"/>
            </a:xfrm>
            <a:custGeom>
              <a:avLst/>
              <a:gdLst>
                <a:gd name="T0" fmla="*/ 21 w 123"/>
                <a:gd name="T1" fmla="*/ 125 h 144"/>
                <a:gd name="T2" fmla="*/ 40 w 123"/>
                <a:gd name="T3" fmla="*/ 115 h 144"/>
                <a:gd name="T4" fmla="*/ 58 w 123"/>
                <a:gd name="T5" fmla="*/ 127 h 144"/>
                <a:gd name="T6" fmla="*/ 79 w 123"/>
                <a:gd name="T7" fmla="*/ 125 h 144"/>
                <a:gd name="T8" fmla="*/ 99 w 123"/>
                <a:gd name="T9" fmla="*/ 107 h 144"/>
                <a:gd name="T10" fmla="*/ 99 w 123"/>
                <a:gd name="T11" fmla="*/ 82 h 144"/>
                <a:gd name="T12" fmla="*/ 81 w 123"/>
                <a:gd name="T13" fmla="*/ 67 h 144"/>
                <a:gd name="T14" fmla="*/ 54 w 123"/>
                <a:gd name="T15" fmla="*/ 70 h 144"/>
                <a:gd name="T16" fmla="*/ 39 w 123"/>
                <a:gd name="T17" fmla="*/ 80 h 144"/>
                <a:gd name="T18" fmla="*/ 31 w 123"/>
                <a:gd name="T19" fmla="*/ 93 h 144"/>
                <a:gd name="T20" fmla="*/ 13 w 123"/>
                <a:gd name="T21" fmla="*/ 99 h 144"/>
                <a:gd name="T22" fmla="*/ 0 w 123"/>
                <a:gd name="T23" fmla="*/ 33 h 144"/>
                <a:gd name="T24" fmla="*/ 76 w 123"/>
                <a:gd name="T25" fmla="*/ 0 h 144"/>
                <a:gd name="T26" fmla="*/ 83 w 123"/>
                <a:gd name="T27" fmla="*/ 14 h 144"/>
                <a:gd name="T28" fmla="*/ 22 w 123"/>
                <a:gd name="T29" fmla="*/ 40 h 144"/>
                <a:gd name="T30" fmla="*/ 28 w 123"/>
                <a:gd name="T31" fmla="*/ 75 h 144"/>
                <a:gd name="T32" fmla="*/ 53 w 123"/>
                <a:gd name="T33" fmla="*/ 55 h 144"/>
                <a:gd name="T34" fmla="*/ 92 w 123"/>
                <a:gd name="T35" fmla="*/ 51 h 144"/>
                <a:gd name="T36" fmla="*/ 118 w 123"/>
                <a:gd name="T37" fmla="*/ 73 h 144"/>
                <a:gd name="T38" fmla="*/ 119 w 123"/>
                <a:gd name="T39" fmla="*/ 105 h 144"/>
                <a:gd name="T40" fmla="*/ 85 w 123"/>
                <a:gd name="T41" fmla="*/ 136 h 144"/>
                <a:gd name="T42" fmla="*/ 47 w 123"/>
                <a:gd name="T43" fmla="*/ 142 h 144"/>
                <a:gd name="T44" fmla="*/ 21 w 123"/>
                <a:gd name="T45" fmla="*/ 125 h 14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</a:cxnLst>
              <a:rect l="0" t="0" r="r" b="b"/>
              <a:pathLst>
                <a:path w="123" h="144">
                  <a:moveTo>
                    <a:pt x="21" y="125"/>
                  </a:moveTo>
                  <a:cubicBezTo>
                    <a:pt x="40" y="115"/>
                    <a:pt x="40" y="115"/>
                    <a:pt x="40" y="115"/>
                  </a:cubicBezTo>
                  <a:cubicBezTo>
                    <a:pt x="45" y="122"/>
                    <a:pt x="51" y="126"/>
                    <a:pt x="58" y="127"/>
                  </a:cubicBezTo>
                  <a:cubicBezTo>
                    <a:pt x="65" y="129"/>
                    <a:pt x="72" y="128"/>
                    <a:pt x="79" y="125"/>
                  </a:cubicBezTo>
                  <a:cubicBezTo>
                    <a:pt x="89" y="121"/>
                    <a:pt x="95" y="115"/>
                    <a:pt x="99" y="107"/>
                  </a:cubicBezTo>
                  <a:cubicBezTo>
                    <a:pt x="103" y="99"/>
                    <a:pt x="103" y="91"/>
                    <a:pt x="99" y="82"/>
                  </a:cubicBezTo>
                  <a:cubicBezTo>
                    <a:pt x="95" y="74"/>
                    <a:pt x="89" y="69"/>
                    <a:pt x="81" y="67"/>
                  </a:cubicBezTo>
                  <a:cubicBezTo>
                    <a:pt x="73" y="65"/>
                    <a:pt x="64" y="66"/>
                    <a:pt x="54" y="70"/>
                  </a:cubicBezTo>
                  <a:cubicBezTo>
                    <a:pt x="48" y="72"/>
                    <a:pt x="43" y="76"/>
                    <a:pt x="39" y="80"/>
                  </a:cubicBezTo>
                  <a:cubicBezTo>
                    <a:pt x="35" y="84"/>
                    <a:pt x="33" y="89"/>
                    <a:pt x="31" y="93"/>
                  </a:cubicBezTo>
                  <a:cubicBezTo>
                    <a:pt x="13" y="99"/>
                    <a:pt x="13" y="99"/>
                    <a:pt x="13" y="99"/>
                  </a:cubicBezTo>
                  <a:cubicBezTo>
                    <a:pt x="0" y="33"/>
                    <a:pt x="0" y="33"/>
                    <a:pt x="0" y="33"/>
                  </a:cubicBezTo>
                  <a:cubicBezTo>
                    <a:pt x="76" y="0"/>
                    <a:pt x="76" y="0"/>
                    <a:pt x="76" y="0"/>
                  </a:cubicBezTo>
                  <a:cubicBezTo>
                    <a:pt x="83" y="14"/>
                    <a:pt x="83" y="14"/>
                    <a:pt x="83" y="14"/>
                  </a:cubicBezTo>
                  <a:cubicBezTo>
                    <a:pt x="22" y="40"/>
                    <a:pt x="22" y="40"/>
                    <a:pt x="22" y="40"/>
                  </a:cubicBezTo>
                  <a:cubicBezTo>
                    <a:pt x="28" y="75"/>
                    <a:pt x="28" y="75"/>
                    <a:pt x="28" y="75"/>
                  </a:cubicBezTo>
                  <a:cubicBezTo>
                    <a:pt x="35" y="66"/>
                    <a:pt x="43" y="59"/>
                    <a:pt x="53" y="55"/>
                  </a:cubicBezTo>
                  <a:cubicBezTo>
                    <a:pt x="67" y="49"/>
                    <a:pt x="79" y="48"/>
                    <a:pt x="92" y="51"/>
                  </a:cubicBezTo>
                  <a:cubicBezTo>
                    <a:pt x="104" y="54"/>
                    <a:pt x="113" y="62"/>
                    <a:pt x="118" y="73"/>
                  </a:cubicBezTo>
                  <a:cubicBezTo>
                    <a:pt x="123" y="83"/>
                    <a:pt x="123" y="94"/>
                    <a:pt x="119" y="105"/>
                  </a:cubicBezTo>
                  <a:cubicBezTo>
                    <a:pt x="113" y="119"/>
                    <a:pt x="102" y="129"/>
                    <a:pt x="85" y="136"/>
                  </a:cubicBezTo>
                  <a:cubicBezTo>
                    <a:pt x="71" y="142"/>
                    <a:pt x="58" y="144"/>
                    <a:pt x="47" y="142"/>
                  </a:cubicBezTo>
                  <a:cubicBezTo>
                    <a:pt x="35" y="140"/>
                    <a:pt x="27" y="134"/>
                    <a:pt x="21" y="125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16" name="iśḷiḍê"/>
            <p:cNvSpPr/>
            <p:nvPr/>
          </p:nvSpPr>
          <p:spPr bwMode="auto">
            <a:xfrm>
              <a:off x="3953533" y="4011623"/>
              <a:ext cx="156202" cy="176577"/>
            </a:xfrm>
            <a:custGeom>
              <a:avLst/>
              <a:gdLst>
                <a:gd name="T0" fmla="*/ 1 w 117"/>
                <a:gd name="T1" fmla="*/ 84 h 132"/>
                <a:gd name="T2" fmla="*/ 20 w 117"/>
                <a:gd name="T3" fmla="*/ 88 h 132"/>
                <a:gd name="T4" fmla="*/ 25 w 117"/>
                <a:gd name="T5" fmla="*/ 106 h 132"/>
                <a:gd name="T6" fmla="*/ 40 w 117"/>
                <a:gd name="T7" fmla="*/ 115 h 132"/>
                <a:gd name="T8" fmla="*/ 57 w 117"/>
                <a:gd name="T9" fmla="*/ 117 h 132"/>
                <a:gd name="T10" fmla="*/ 70 w 117"/>
                <a:gd name="T11" fmla="*/ 112 h 132"/>
                <a:gd name="T12" fmla="*/ 81 w 117"/>
                <a:gd name="T13" fmla="*/ 100 h 132"/>
                <a:gd name="T14" fmla="*/ 90 w 117"/>
                <a:gd name="T15" fmla="*/ 82 h 132"/>
                <a:gd name="T16" fmla="*/ 91 w 117"/>
                <a:gd name="T17" fmla="*/ 79 h 132"/>
                <a:gd name="T18" fmla="*/ 71 w 117"/>
                <a:gd name="T19" fmla="*/ 86 h 132"/>
                <a:gd name="T20" fmla="*/ 49 w 117"/>
                <a:gd name="T21" fmla="*/ 84 h 132"/>
                <a:gd name="T22" fmla="*/ 19 w 117"/>
                <a:gd name="T23" fmla="*/ 63 h 132"/>
                <a:gd name="T24" fmla="*/ 15 w 117"/>
                <a:gd name="T25" fmla="*/ 30 h 132"/>
                <a:gd name="T26" fmla="*/ 38 w 117"/>
                <a:gd name="T27" fmla="*/ 5 h 132"/>
                <a:gd name="T28" fmla="*/ 76 w 117"/>
                <a:gd name="T29" fmla="*/ 4 h 132"/>
                <a:gd name="T30" fmla="*/ 102 w 117"/>
                <a:gd name="T31" fmla="*/ 19 h 132"/>
                <a:gd name="T32" fmla="*/ 115 w 117"/>
                <a:gd name="T33" fmla="*/ 43 h 132"/>
                <a:gd name="T34" fmla="*/ 112 w 117"/>
                <a:gd name="T35" fmla="*/ 79 h 132"/>
                <a:gd name="T36" fmla="*/ 94 w 117"/>
                <a:gd name="T37" fmla="*/ 114 h 132"/>
                <a:gd name="T38" fmla="*/ 68 w 117"/>
                <a:gd name="T39" fmla="*/ 129 h 132"/>
                <a:gd name="T40" fmla="*/ 36 w 117"/>
                <a:gd name="T41" fmla="*/ 128 h 132"/>
                <a:gd name="T42" fmla="*/ 9 w 117"/>
                <a:gd name="T43" fmla="*/ 111 h 132"/>
                <a:gd name="T44" fmla="*/ 1 w 117"/>
                <a:gd name="T45" fmla="*/ 84 h 132"/>
                <a:gd name="T46" fmla="*/ 96 w 117"/>
                <a:gd name="T47" fmla="*/ 54 h 132"/>
                <a:gd name="T48" fmla="*/ 93 w 117"/>
                <a:gd name="T49" fmla="*/ 31 h 132"/>
                <a:gd name="T50" fmla="*/ 75 w 117"/>
                <a:gd name="T51" fmla="*/ 17 h 132"/>
                <a:gd name="T52" fmla="*/ 50 w 117"/>
                <a:gd name="T53" fmla="*/ 18 h 132"/>
                <a:gd name="T54" fmla="*/ 34 w 117"/>
                <a:gd name="T55" fmla="*/ 37 h 132"/>
                <a:gd name="T56" fmla="*/ 37 w 117"/>
                <a:gd name="T57" fmla="*/ 58 h 132"/>
                <a:gd name="T58" fmla="*/ 57 w 117"/>
                <a:gd name="T59" fmla="*/ 72 h 132"/>
                <a:gd name="T60" fmla="*/ 81 w 117"/>
                <a:gd name="T61" fmla="*/ 72 h 132"/>
                <a:gd name="T62" fmla="*/ 96 w 117"/>
                <a:gd name="T63" fmla="*/ 54 h 13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</a:cxnLst>
              <a:rect l="0" t="0" r="r" b="b"/>
              <a:pathLst>
                <a:path w="117" h="132">
                  <a:moveTo>
                    <a:pt x="1" y="84"/>
                  </a:moveTo>
                  <a:cubicBezTo>
                    <a:pt x="20" y="88"/>
                    <a:pt x="20" y="88"/>
                    <a:pt x="20" y="88"/>
                  </a:cubicBezTo>
                  <a:cubicBezTo>
                    <a:pt x="20" y="96"/>
                    <a:pt x="21" y="101"/>
                    <a:pt x="25" y="106"/>
                  </a:cubicBezTo>
                  <a:cubicBezTo>
                    <a:pt x="28" y="110"/>
                    <a:pt x="33" y="113"/>
                    <a:pt x="40" y="115"/>
                  </a:cubicBezTo>
                  <a:cubicBezTo>
                    <a:pt x="46" y="117"/>
                    <a:pt x="51" y="118"/>
                    <a:pt x="57" y="117"/>
                  </a:cubicBezTo>
                  <a:cubicBezTo>
                    <a:pt x="62" y="116"/>
                    <a:pt x="66" y="114"/>
                    <a:pt x="70" y="112"/>
                  </a:cubicBezTo>
                  <a:cubicBezTo>
                    <a:pt x="74" y="109"/>
                    <a:pt x="78" y="105"/>
                    <a:pt x="81" y="100"/>
                  </a:cubicBezTo>
                  <a:cubicBezTo>
                    <a:pt x="85" y="94"/>
                    <a:pt x="88" y="88"/>
                    <a:pt x="90" y="82"/>
                  </a:cubicBezTo>
                  <a:cubicBezTo>
                    <a:pt x="90" y="82"/>
                    <a:pt x="90" y="81"/>
                    <a:pt x="91" y="79"/>
                  </a:cubicBezTo>
                  <a:cubicBezTo>
                    <a:pt x="85" y="83"/>
                    <a:pt x="79" y="85"/>
                    <a:pt x="71" y="86"/>
                  </a:cubicBezTo>
                  <a:cubicBezTo>
                    <a:pt x="64" y="87"/>
                    <a:pt x="56" y="86"/>
                    <a:pt x="49" y="84"/>
                  </a:cubicBezTo>
                  <a:cubicBezTo>
                    <a:pt x="36" y="80"/>
                    <a:pt x="26" y="73"/>
                    <a:pt x="19" y="63"/>
                  </a:cubicBezTo>
                  <a:cubicBezTo>
                    <a:pt x="12" y="53"/>
                    <a:pt x="11" y="42"/>
                    <a:pt x="15" y="30"/>
                  </a:cubicBezTo>
                  <a:cubicBezTo>
                    <a:pt x="18" y="18"/>
                    <a:pt x="26" y="9"/>
                    <a:pt x="38" y="5"/>
                  </a:cubicBezTo>
                  <a:cubicBezTo>
                    <a:pt x="49" y="0"/>
                    <a:pt x="62" y="0"/>
                    <a:pt x="76" y="4"/>
                  </a:cubicBezTo>
                  <a:cubicBezTo>
                    <a:pt x="86" y="7"/>
                    <a:pt x="95" y="12"/>
                    <a:pt x="102" y="19"/>
                  </a:cubicBezTo>
                  <a:cubicBezTo>
                    <a:pt x="109" y="25"/>
                    <a:pt x="113" y="33"/>
                    <a:pt x="115" y="43"/>
                  </a:cubicBezTo>
                  <a:cubicBezTo>
                    <a:pt x="117" y="52"/>
                    <a:pt x="116" y="64"/>
                    <a:pt x="112" y="79"/>
                  </a:cubicBezTo>
                  <a:cubicBezTo>
                    <a:pt x="107" y="94"/>
                    <a:pt x="101" y="106"/>
                    <a:pt x="94" y="114"/>
                  </a:cubicBezTo>
                  <a:cubicBezTo>
                    <a:pt x="87" y="122"/>
                    <a:pt x="78" y="127"/>
                    <a:pt x="68" y="129"/>
                  </a:cubicBezTo>
                  <a:cubicBezTo>
                    <a:pt x="58" y="132"/>
                    <a:pt x="47" y="131"/>
                    <a:pt x="36" y="128"/>
                  </a:cubicBezTo>
                  <a:cubicBezTo>
                    <a:pt x="24" y="124"/>
                    <a:pt x="15" y="118"/>
                    <a:pt x="9" y="111"/>
                  </a:cubicBezTo>
                  <a:cubicBezTo>
                    <a:pt x="2" y="103"/>
                    <a:pt x="0" y="94"/>
                    <a:pt x="1" y="84"/>
                  </a:cubicBezTo>
                  <a:close/>
                  <a:moveTo>
                    <a:pt x="96" y="54"/>
                  </a:moveTo>
                  <a:cubicBezTo>
                    <a:pt x="98" y="45"/>
                    <a:pt x="98" y="38"/>
                    <a:pt x="93" y="31"/>
                  </a:cubicBezTo>
                  <a:cubicBezTo>
                    <a:pt x="89" y="24"/>
                    <a:pt x="83" y="19"/>
                    <a:pt x="75" y="17"/>
                  </a:cubicBezTo>
                  <a:cubicBezTo>
                    <a:pt x="66" y="14"/>
                    <a:pt x="58" y="15"/>
                    <a:pt x="50" y="18"/>
                  </a:cubicBezTo>
                  <a:cubicBezTo>
                    <a:pt x="42" y="22"/>
                    <a:pt x="37" y="28"/>
                    <a:pt x="34" y="37"/>
                  </a:cubicBezTo>
                  <a:cubicBezTo>
                    <a:pt x="32" y="44"/>
                    <a:pt x="33" y="52"/>
                    <a:pt x="37" y="58"/>
                  </a:cubicBezTo>
                  <a:cubicBezTo>
                    <a:pt x="42" y="65"/>
                    <a:pt x="48" y="70"/>
                    <a:pt x="57" y="72"/>
                  </a:cubicBezTo>
                  <a:cubicBezTo>
                    <a:pt x="66" y="75"/>
                    <a:pt x="74" y="75"/>
                    <a:pt x="81" y="72"/>
                  </a:cubicBezTo>
                  <a:cubicBezTo>
                    <a:pt x="88" y="68"/>
                    <a:pt x="93" y="63"/>
                    <a:pt x="96" y="5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17" name="ïŝļíďê"/>
            <p:cNvSpPr/>
            <p:nvPr/>
          </p:nvSpPr>
          <p:spPr bwMode="auto">
            <a:xfrm>
              <a:off x="3731115" y="3918241"/>
              <a:ext cx="115454" cy="151109"/>
            </a:xfrm>
            <a:custGeom>
              <a:avLst/>
              <a:gdLst>
                <a:gd name="T0" fmla="*/ 16 w 87"/>
                <a:gd name="T1" fmla="*/ 114 h 114"/>
                <a:gd name="T2" fmla="*/ 0 w 87"/>
                <a:gd name="T3" fmla="*/ 103 h 114"/>
                <a:gd name="T4" fmla="*/ 55 w 87"/>
                <a:gd name="T5" fmla="*/ 20 h 114"/>
                <a:gd name="T6" fmla="*/ 34 w 87"/>
                <a:gd name="T7" fmla="*/ 18 h 114"/>
                <a:gd name="T8" fmla="*/ 12 w 87"/>
                <a:gd name="T9" fmla="*/ 13 h 114"/>
                <a:gd name="T10" fmla="*/ 20 w 87"/>
                <a:gd name="T11" fmla="*/ 1 h 114"/>
                <a:gd name="T12" fmla="*/ 52 w 87"/>
                <a:gd name="T13" fmla="*/ 4 h 114"/>
                <a:gd name="T14" fmla="*/ 77 w 87"/>
                <a:gd name="T15" fmla="*/ 0 h 114"/>
                <a:gd name="T16" fmla="*/ 87 w 87"/>
                <a:gd name="T17" fmla="*/ 7 h 114"/>
                <a:gd name="T18" fmla="*/ 16 w 87"/>
                <a:gd name="T19" fmla="*/ 114 h 11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87" h="114">
                  <a:moveTo>
                    <a:pt x="16" y="114"/>
                  </a:moveTo>
                  <a:cubicBezTo>
                    <a:pt x="0" y="103"/>
                    <a:pt x="0" y="103"/>
                    <a:pt x="0" y="103"/>
                  </a:cubicBezTo>
                  <a:cubicBezTo>
                    <a:pt x="55" y="20"/>
                    <a:pt x="55" y="20"/>
                    <a:pt x="55" y="20"/>
                  </a:cubicBezTo>
                  <a:cubicBezTo>
                    <a:pt x="49" y="20"/>
                    <a:pt x="42" y="19"/>
                    <a:pt x="34" y="18"/>
                  </a:cubicBezTo>
                  <a:cubicBezTo>
                    <a:pt x="25" y="17"/>
                    <a:pt x="18" y="15"/>
                    <a:pt x="12" y="13"/>
                  </a:cubicBezTo>
                  <a:cubicBezTo>
                    <a:pt x="20" y="1"/>
                    <a:pt x="20" y="1"/>
                    <a:pt x="20" y="1"/>
                  </a:cubicBezTo>
                  <a:cubicBezTo>
                    <a:pt x="32" y="3"/>
                    <a:pt x="42" y="5"/>
                    <a:pt x="52" y="4"/>
                  </a:cubicBezTo>
                  <a:cubicBezTo>
                    <a:pt x="63" y="4"/>
                    <a:pt x="71" y="3"/>
                    <a:pt x="77" y="0"/>
                  </a:cubicBezTo>
                  <a:cubicBezTo>
                    <a:pt x="87" y="7"/>
                    <a:pt x="87" y="7"/>
                    <a:pt x="87" y="7"/>
                  </a:cubicBezTo>
                  <a:lnTo>
                    <a:pt x="16" y="114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18" name="ïšľîdê"/>
            <p:cNvSpPr/>
            <p:nvPr/>
          </p:nvSpPr>
          <p:spPr bwMode="auto">
            <a:xfrm>
              <a:off x="3720928" y="2868968"/>
              <a:ext cx="927027" cy="1069647"/>
            </a:xfrm>
            <a:custGeom>
              <a:avLst/>
              <a:gdLst>
                <a:gd name="T0" fmla="*/ 278 w 696"/>
                <a:gd name="T1" fmla="*/ 294 h 802"/>
                <a:gd name="T2" fmla="*/ 355 w 696"/>
                <a:gd name="T3" fmla="*/ 253 h 802"/>
                <a:gd name="T4" fmla="*/ 351 w 696"/>
                <a:gd name="T5" fmla="*/ 199 h 802"/>
                <a:gd name="T6" fmla="*/ 293 w 696"/>
                <a:gd name="T7" fmla="*/ 184 h 802"/>
                <a:gd name="T8" fmla="*/ 402 w 696"/>
                <a:gd name="T9" fmla="*/ 0 h 802"/>
                <a:gd name="T10" fmla="*/ 425 w 696"/>
                <a:gd name="T11" fmla="*/ 167 h 802"/>
                <a:gd name="T12" fmla="*/ 690 w 696"/>
                <a:gd name="T13" fmla="*/ 189 h 802"/>
                <a:gd name="T14" fmla="*/ 453 w 696"/>
                <a:gd name="T15" fmla="*/ 208 h 802"/>
                <a:gd name="T16" fmla="*/ 405 w 696"/>
                <a:gd name="T17" fmla="*/ 353 h 802"/>
                <a:gd name="T18" fmla="*/ 365 w 696"/>
                <a:gd name="T19" fmla="*/ 493 h 802"/>
                <a:gd name="T20" fmla="*/ 359 w 696"/>
                <a:gd name="T21" fmla="*/ 724 h 802"/>
                <a:gd name="T22" fmla="*/ 342 w 696"/>
                <a:gd name="T23" fmla="*/ 799 h 802"/>
                <a:gd name="T24" fmla="*/ 298 w 696"/>
                <a:gd name="T25" fmla="*/ 622 h 802"/>
                <a:gd name="T26" fmla="*/ 51 w 696"/>
                <a:gd name="T27" fmla="*/ 588 h 802"/>
                <a:gd name="T28" fmla="*/ 0 w 696"/>
                <a:gd name="T29" fmla="*/ 586 h 802"/>
                <a:gd name="T30" fmla="*/ 306 w 696"/>
                <a:gd name="T31" fmla="*/ 546 h 802"/>
                <a:gd name="T32" fmla="*/ 361 w 696"/>
                <a:gd name="T33" fmla="*/ 325 h 802"/>
                <a:gd name="T34" fmla="*/ 302 w 696"/>
                <a:gd name="T35" fmla="*/ 364 h 802"/>
                <a:gd name="T36" fmla="*/ 283 w 696"/>
                <a:gd name="T37" fmla="*/ 417 h 802"/>
                <a:gd name="T38" fmla="*/ 104 w 696"/>
                <a:gd name="T39" fmla="*/ 502 h 802"/>
                <a:gd name="T40" fmla="*/ 23 w 696"/>
                <a:gd name="T41" fmla="*/ 325 h 802"/>
                <a:gd name="T42" fmla="*/ 239 w 696"/>
                <a:gd name="T43" fmla="*/ 204 h 802"/>
                <a:gd name="T44" fmla="*/ 453 w 696"/>
                <a:gd name="T45" fmla="*/ 491 h 802"/>
                <a:gd name="T46" fmla="*/ 500 w 696"/>
                <a:gd name="T47" fmla="*/ 530 h 802"/>
                <a:gd name="T48" fmla="*/ 395 w 696"/>
                <a:gd name="T49" fmla="*/ 572 h 802"/>
                <a:gd name="T50" fmla="*/ 502 w 696"/>
                <a:gd name="T51" fmla="*/ 587 h 802"/>
                <a:gd name="T52" fmla="*/ 513 w 696"/>
                <a:gd name="T53" fmla="*/ 616 h 802"/>
                <a:gd name="T54" fmla="*/ 406 w 696"/>
                <a:gd name="T55" fmla="*/ 690 h 802"/>
                <a:gd name="T56" fmla="*/ 560 w 696"/>
                <a:gd name="T57" fmla="*/ 745 h 802"/>
                <a:gd name="T58" fmla="*/ 559 w 696"/>
                <a:gd name="T59" fmla="*/ 667 h 802"/>
                <a:gd name="T60" fmla="*/ 608 w 696"/>
                <a:gd name="T61" fmla="*/ 646 h 802"/>
                <a:gd name="T62" fmla="*/ 663 w 696"/>
                <a:gd name="T63" fmla="*/ 601 h 802"/>
                <a:gd name="T64" fmla="*/ 668 w 696"/>
                <a:gd name="T65" fmla="*/ 557 h 802"/>
                <a:gd name="T66" fmla="*/ 667 w 696"/>
                <a:gd name="T67" fmla="*/ 489 h 802"/>
                <a:gd name="T68" fmla="*/ 639 w 696"/>
                <a:gd name="T69" fmla="*/ 514 h 802"/>
                <a:gd name="T70" fmla="*/ 572 w 696"/>
                <a:gd name="T71" fmla="*/ 517 h 802"/>
                <a:gd name="T72" fmla="*/ 533 w 696"/>
                <a:gd name="T73" fmla="*/ 490 h 802"/>
                <a:gd name="T74" fmla="*/ 453 w 696"/>
                <a:gd name="T75" fmla="*/ 491 h 802"/>
                <a:gd name="T76" fmla="*/ 556 w 696"/>
                <a:gd name="T77" fmla="*/ 584 h 802"/>
                <a:gd name="T78" fmla="*/ 624 w 696"/>
                <a:gd name="T79" fmla="*/ 584 h 802"/>
                <a:gd name="T80" fmla="*/ 513 w 696"/>
                <a:gd name="T81" fmla="*/ 357 h 802"/>
                <a:gd name="T82" fmla="*/ 488 w 696"/>
                <a:gd name="T83" fmla="*/ 461 h 802"/>
                <a:gd name="T84" fmla="*/ 679 w 696"/>
                <a:gd name="T85" fmla="*/ 422 h 802"/>
                <a:gd name="T86" fmla="*/ 513 w 696"/>
                <a:gd name="T87" fmla="*/ 357 h 802"/>
                <a:gd name="T88" fmla="*/ 480 w 696"/>
                <a:gd name="T89" fmla="*/ 410 h 802"/>
                <a:gd name="T90" fmla="*/ 575 w 696"/>
                <a:gd name="T91" fmla="*/ 433 h 802"/>
                <a:gd name="T92" fmla="*/ 581 w 696"/>
                <a:gd name="T93" fmla="*/ 389 h 802"/>
                <a:gd name="T94" fmla="*/ 524 w 696"/>
                <a:gd name="T95" fmla="*/ 234 h 802"/>
                <a:gd name="T96" fmla="*/ 493 w 696"/>
                <a:gd name="T97" fmla="*/ 341 h 802"/>
                <a:gd name="T98" fmla="*/ 694 w 696"/>
                <a:gd name="T99" fmla="*/ 293 h 802"/>
                <a:gd name="T100" fmla="*/ 524 w 696"/>
                <a:gd name="T101" fmla="*/ 234 h 802"/>
                <a:gd name="T102" fmla="*/ 492 w 696"/>
                <a:gd name="T103" fmla="*/ 291 h 802"/>
                <a:gd name="T104" fmla="*/ 587 w 696"/>
                <a:gd name="T105" fmla="*/ 311 h 802"/>
                <a:gd name="T106" fmla="*/ 593 w 696"/>
                <a:gd name="T107" fmla="*/ 270 h 802"/>
                <a:gd name="T108" fmla="*/ 87 w 696"/>
                <a:gd name="T109" fmla="*/ 375 h 802"/>
                <a:gd name="T110" fmla="*/ 106 w 696"/>
                <a:gd name="T111" fmla="*/ 443 h 802"/>
                <a:gd name="T112" fmla="*/ 199 w 696"/>
                <a:gd name="T113" fmla="*/ 455 h 802"/>
                <a:gd name="T114" fmla="*/ 225 w 696"/>
                <a:gd name="T115" fmla="*/ 371 h 802"/>
                <a:gd name="T116" fmla="*/ 225 w 696"/>
                <a:gd name="T117" fmla="*/ 322 h 802"/>
                <a:gd name="T118" fmla="*/ 170 w 696"/>
                <a:gd name="T119" fmla="*/ 241 h 802"/>
                <a:gd name="T120" fmla="*/ 76 w 696"/>
                <a:gd name="T121" fmla="*/ 327 h 80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  <a:cxn ang="0">
                  <a:pos x="T118" y="T119"/>
                </a:cxn>
                <a:cxn ang="0">
                  <a:pos x="T120" y="T121"/>
                </a:cxn>
              </a:cxnLst>
              <a:rect l="0" t="0" r="r" b="b"/>
              <a:pathLst>
                <a:path w="696" h="802">
                  <a:moveTo>
                    <a:pt x="274" y="278"/>
                  </a:moveTo>
                  <a:cubicBezTo>
                    <a:pt x="276" y="283"/>
                    <a:pt x="277" y="289"/>
                    <a:pt x="278" y="294"/>
                  </a:cubicBezTo>
                  <a:cubicBezTo>
                    <a:pt x="285" y="301"/>
                    <a:pt x="295" y="302"/>
                    <a:pt x="309" y="295"/>
                  </a:cubicBezTo>
                  <a:cubicBezTo>
                    <a:pt x="329" y="282"/>
                    <a:pt x="343" y="268"/>
                    <a:pt x="355" y="253"/>
                  </a:cubicBezTo>
                  <a:cubicBezTo>
                    <a:pt x="367" y="234"/>
                    <a:pt x="370" y="216"/>
                    <a:pt x="362" y="197"/>
                  </a:cubicBezTo>
                  <a:cubicBezTo>
                    <a:pt x="360" y="196"/>
                    <a:pt x="356" y="196"/>
                    <a:pt x="351" y="199"/>
                  </a:cubicBezTo>
                  <a:cubicBezTo>
                    <a:pt x="343" y="204"/>
                    <a:pt x="336" y="210"/>
                    <a:pt x="328" y="216"/>
                  </a:cubicBezTo>
                  <a:cubicBezTo>
                    <a:pt x="303" y="235"/>
                    <a:pt x="269" y="211"/>
                    <a:pt x="293" y="184"/>
                  </a:cubicBezTo>
                  <a:cubicBezTo>
                    <a:pt x="293" y="184"/>
                    <a:pt x="344" y="134"/>
                    <a:pt x="366" y="113"/>
                  </a:cubicBezTo>
                  <a:cubicBezTo>
                    <a:pt x="387" y="92"/>
                    <a:pt x="402" y="0"/>
                    <a:pt x="402" y="0"/>
                  </a:cubicBezTo>
                  <a:cubicBezTo>
                    <a:pt x="434" y="7"/>
                    <a:pt x="457" y="58"/>
                    <a:pt x="394" y="131"/>
                  </a:cubicBezTo>
                  <a:cubicBezTo>
                    <a:pt x="404" y="143"/>
                    <a:pt x="415" y="155"/>
                    <a:pt x="425" y="167"/>
                  </a:cubicBezTo>
                  <a:cubicBezTo>
                    <a:pt x="477" y="161"/>
                    <a:pt x="523" y="155"/>
                    <a:pt x="572" y="155"/>
                  </a:cubicBezTo>
                  <a:cubicBezTo>
                    <a:pt x="646" y="154"/>
                    <a:pt x="682" y="167"/>
                    <a:pt x="690" y="189"/>
                  </a:cubicBezTo>
                  <a:cubicBezTo>
                    <a:pt x="696" y="206"/>
                    <a:pt x="683" y="206"/>
                    <a:pt x="669" y="206"/>
                  </a:cubicBezTo>
                  <a:cubicBezTo>
                    <a:pt x="603" y="207"/>
                    <a:pt x="530" y="208"/>
                    <a:pt x="453" y="208"/>
                  </a:cubicBezTo>
                  <a:cubicBezTo>
                    <a:pt x="437" y="208"/>
                    <a:pt x="409" y="206"/>
                    <a:pt x="409" y="235"/>
                  </a:cubicBezTo>
                  <a:cubicBezTo>
                    <a:pt x="414" y="276"/>
                    <a:pt x="414" y="311"/>
                    <a:pt x="405" y="353"/>
                  </a:cubicBezTo>
                  <a:cubicBezTo>
                    <a:pt x="399" y="380"/>
                    <a:pt x="390" y="407"/>
                    <a:pt x="377" y="441"/>
                  </a:cubicBezTo>
                  <a:cubicBezTo>
                    <a:pt x="371" y="457"/>
                    <a:pt x="366" y="476"/>
                    <a:pt x="365" y="493"/>
                  </a:cubicBezTo>
                  <a:cubicBezTo>
                    <a:pt x="364" y="503"/>
                    <a:pt x="362" y="517"/>
                    <a:pt x="360" y="527"/>
                  </a:cubicBezTo>
                  <a:cubicBezTo>
                    <a:pt x="348" y="597"/>
                    <a:pt x="349" y="662"/>
                    <a:pt x="359" y="724"/>
                  </a:cubicBezTo>
                  <a:cubicBezTo>
                    <a:pt x="364" y="759"/>
                    <a:pt x="366" y="786"/>
                    <a:pt x="357" y="796"/>
                  </a:cubicBezTo>
                  <a:cubicBezTo>
                    <a:pt x="352" y="801"/>
                    <a:pt x="348" y="802"/>
                    <a:pt x="342" y="799"/>
                  </a:cubicBezTo>
                  <a:cubicBezTo>
                    <a:pt x="325" y="790"/>
                    <a:pt x="306" y="751"/>
                    <a:pt x="304" y="726"/>
                  </a:cubicBezTo>
                  <a:cubicBezTo>
                    <a:pt x="302" y="691"/>
                    <a:pt x="300" y="657"/>
                    <a:pt x="298" y="622"/>
                  </a:cubicBezTo>
                  <a:cubicBezTo>
                    <a:pt x="299" y="603"/>
                    <a:pt x="294" y="596"/>
                    <a:pt x="278" y="595"/>
                  </a:cubicBezTo>
                  <a:cubicBezTo>
                    <a:pt x="203" y="592"/>
                    <a:pt x="127" y="591"/>
                    <a:pt x="51" y="588"/>
                  </a:cubicBezTo>
                  <a:cubicBezTo>
                    <a:pt x="31" y="587"/>
                    <a:pt x="19" y="599"/>
                    <a:pt x="7" y="614"/>
                  </a:cubicBezTo>
                  <a:cubicBezTo>
                    <a:pt x="5" y="604"/>
                    <a:pt x="3" y="595"/>
                    <a:pt x="0" y="586"/>
                  </a:cubicBezTo>
                  <a:cubicBezTo>
                    <a:pt x="23" y="569"/>
                    <a:pt x="42" y="551"/>
                    <a:pt x="75" y="551"/>
                  </a:cubicBezTo>
                  <a:cubicBezTo>
                    <a:pt x="152" y="549"/>
                    <a:pt x="229" y="548"/>
                    <a:pt x="306" y="546"/>
                  </a:cubicBezTo>
                  <a:cubicBezTo>
                    <a:pt x="315" y="507"/>
                    <a:pt x="324" y="469"/>
                    <a:pt x="333" y="430"/>
                  </a:cubicBezTo>
                  <a:cubicBezTo>
                    <a:pt x="343" y="395"/>
                    <a:pt x="352" y="360"/>
                    <a:pt x="361" y="325"/>
                  </a:cubicBezTo>
                  <a:cubicBezTo>
                    <a:pt x="358" y="321"/>
                    <a:pt x="355" y="318"/>
                    <a:pt x="352" y="314"/>
                  </a:cubicBezTo>
                  <a:cubicBezTo>
                    <a:pt x="335" y="331"/>
                    <a:pt x="319" y="347"/>
                    <a:pt x="302" y="364"/>
                  </a:cubicBezTo>
                  <a:cubicBezTo>
                    <a:pt x="296" y="377"/>
                    <a:pt x="290" y="390"/>
                    <a:pt x="284" y="403"/>
                  </a:cubicBezTo>
                  <a:cubicBezTo>
                    <a:pt x="284" y="408"/>
                    <a:pt x="284" y="412"/>
                    <a:pt x="283" y="417"/>
                  </a:cubicBezTo>
                  <a:cubicBezTo>
                    <a:pt x="276" y="474"/>
                    <a:pt x="259" y="498"/>
                    <a:pt x="217" y="504"/>
                  </a:cubicBezTo>
                  <a:cubicBezTo>
                    <a:pt x="180" y="509"/>
                    <a:pt x="144" y="506"/>
                    <a:pt x="104" y="502"/>
                  </a:cubicBezTo>
                  <a:cubicBezTo>
                    <a:pt x="61" y="497"/>
                    <a:pt x="37" y="466"/>
                    <a:pt x="28" y="425"/>
                  </a:cubicBezTo>
                  <a:cubicBezTo>
                    <a:pt x="21" y="390"/>
                    <a:pt x="23" y="359"/>
                    <a:pt x="23" y="325"/>
                  </a:cubicBezTo>
                  <a:cubicBezTo>
                    <a:pt x="23" y="292"/>
                    <a:pt x="60" y="214"/>
                    <a:pt x="108" y="199"/>
                  </a:cubicBezTo>
                  <a:cubicBezTo>
                    <a:pt x="152" y="185"/>
                    <a:pt x="207" y="180"/>
                    <a:pt x="239" y="204"/>
                  </a:cubicBezTo>
                  <a:cubicBezTo>
                    <a:pt x="252" y="216"/>
                    <a:pt x="266" y="242"/>
                    <a:pt x="274" y="278"/>
                  </a:cubicBezTo>
                  <a:close/>
                  <a:moveTo>
                    <a:pt x="453" y="491"/>
                  </a:moveTo>
                  <a:cubicBezTo>
                    <a:pt x="439" y="497"/>
                    <a:pt x="428" y="508"/>
                    <a:pt x="427" y="515"/>
                  </a:cubicBezTo>
                  <a:cubicBezTo>
                    <a:pt x="420" y="536"/>
                    <a:pt x="464" y="528"/>
                    <a:pt x="500" y="530"/>
                  </a:cubicBezTo>
                  <a:cubicBezTo>
                    <a:pt x="521" y="530"/>
                    <a:pt x="531" y="547"/>
                    <a:pt x="507" y="556"/>
                  </a:cubicBezTo>
                  <a:cubicBezTo>
                    <a:pt x="470" y="561"/>
                    <a:pt x="432" y="567"/>
                    <a:pt x="395" y="572"/>
                  </a:cubicBezTo>
                  <a:cubicBezTo>
                    <a:pt x="377" y="574"/>
                    <a:pt x="362" y="604"/>
                    <a:pt x="390" y="606"/>
                  </a:cubicBezTo>
                  <a:cubicBezTo>
                    <a:pt x="411" y="607"/>
                    <a:pt x="457" y="597"/>
                    <a:pt x="502" y="587"/>
                  </a:cubicBezTo>
                  <a:cubicBezTo>
                    <a:pt x="507" y="586"/>
                    <a:pt x="513" y="587"/>
                    <a:pt x="514" y="592"/>
                  </a:cubicBezTo>
                  <a:cubicBezTo>
                    <a:pt x="515" y="601"/>
                    <a:pt x="514" y="610"/>
                    <a:pt x="513" y="616"/>
                  </a:cubicBezTo>
                  <a:cubicBezTo>
                    <a:pt x="493" y="622"/>
                    <a:pt x="405" y="655"/>
                    <a:pt x="387" y="662"/>
                  </a:cubicBezTo>
                  <a:cubicBezTo>
                    <a:pt x="372" y="668"/>
                    <a:pt x="368" y="692"/>
                    <a:pt x="406" y="690"/>
                  </a:cubicBezTo>
                  <a:cubicBezTo>
                    <a:pt x="439" y="686"/>
                    <a:pt x="476" y="675"/>
                    <a:pt x="514" y="663"/>
                  </a:cubicBezTo>
                  <a:cubicBezTo>
                    <a:pt x="520" y="699"/>
                    <a:pt x="533" y="726"/>
                    <a:pt x="560" y="745"/>
                  </a:cubicBezTo>
                  <a:cubicBezTo>
                    <a:pt x="574" y="751"/>
                    <a:pt x="585" y="748"/>
                    <a:pt x="582" y="722"/>
                  </a:cubicBezTo>
                  <a:cubicBezTo>
                    <a:pt x="568" y="693"/>
                    <a:pt x="560" y="678"/>
                    <a:pt x="559" y="667"/>
                  </a:cubicBezTo>
                  <a:cubicBezTo>
                    <a:pt x="556" y="654"/>
                    <a:pt x="561" y="648"/>
                    <a:pt x="576" y="648"/>
                  </a:cubicBezTo>
                  <a:cubicBezTo>
                    <a:pt x="587" y="647"/>
                    <a:pt x="598" y="647"/>
                    <a:pt x="608" y="646"/>
                  </a:cubicBezTo>
                  <a:cubicBezTo>
                    <a:pt x="614" y="647"/>
                    <a:pt x="621" y="646"/>
                    <a:pt x="627" y="642"/>
                  </a:cubicBezTo>
                  <a:cubicBezTo>
                    <a:pt x="637" y="635"/>
                    <a:pt x="658" y="610"/>
                    <a:pt x="663" y="601"/>
                  </a:cubicBezTo>
                  <a:cubicBezTo>
                    <a:pt x="664" y="589"/>
                    <a:pt x="662" y="586"/>
                    <a:pt x="663" y="575"/>
                  </a:cubicBezTo>
                  <a:cubicBezTo>
                    <a:pt x="664" y="569"/>
                    <a:pt x="665" y="563"/>
                    <a:pt x="668" y="557"/>
                  </a:cubicBezTo>
                  <a:cubicBezTo>
                    <a:pt x="670" y="553"/>
                    <a:pt x="674" y="552"/>
                    <a:pt x="675" y="546"/>
                  </a:cubicBezTo>
                  <a:cubicBezTo>
                    <a:pt x="670" y="528"/>
                    <a:pt x="669" y="509"/>
                    <a:pt x="667" y="489"/>
                  </a:cubicBezTo>
                  <a:cubicBezTo>
                    <a:pt x="664" y="473"/>
                    <a:pt x="643" y="474"/>
                    <a:pt x="640" y="487"/>
                  </a:cubicBezTo>
                  <a:cubicBezTo>
                    <a:pt x="639" y="496"/>
                    <a:pt x="640" y="505"/>
                    <a:pt x="639" y="514"/>
                  </a:cubicBezTo>
                  <a:cubicBezTo>
                    <a:pt x="635" y="536"/>
                    <a:pt x="618" y="537"/>
                    <a:pt x="603" y="537"/>
                  </a:cubicBezTo>
                  <a:cubicBezTo>
                    <a:pt x="590" y="537"/>
                    <a:pt x="562" y="537"/>
                    <a:pt x="572" y="517"/>
                  </a:cubicBezTo>
                  <a:cubicBezTo>
                    <a:pt x="585" y="498"/>
                    <a:pt x="581" y="483"/>
                    <a:pt x="561" y="485"/>
                  </a:cubicBezTo>
                  <a:cubicBezTo>
                    <a:pt x="552" y="486"/>
                    <a:pt x="543" y="489"/>
                    <a:pt x="533" y="490"/>
                  </a:cubicBezTo>
                  <a:cubicBezTo>
                    <a:pt x="522" y="491"/>
                    <a:pt x="492" y="486"/>
                    <a:pt x="475" y="487"/>
                  </a:cubicBezTo>
                  <a:cubicBezTo>
                    <a:pt x="466" y="487"/>
                    <a:pt x="464" y="486"/>
                    <a:pt x="453" y="491"/>
                  </a:cubicBezTo>
                  <a:close/>
                  <a:moveTo>
                    <a:pt x="591" y="563"/>
                  </a:moveTo>
                  <a:cubicBezTo>
                    <a:pt x="572" y="563"/>
                    <a:pt x="559" y="573"/>
                    <a:pt x="556" y="584"/>
                  </a:cubicBezTo>
                  <a:cubicBezTo>
                    <a:pt x="553" y="597"/>
                    <a:pt x="563" y="607"/>
                    <a:pt x="591" y="603"/>
                  </a:cubicBezTo>
                  <a:cubicBezTo>
                    <a:pt x="615" y="600"/>
                    <a:pt x="623" y="596"/>
                    <a:pt x="624" y="584"/>
                  </a:cubicBezTo>
                  <a:cubicBezTo>
                    <a:pt x="624" y="569"/>
                    <a:pt x="610" y="563"/>
                    <a:pt x="591" y="563"/>
                  </a:cubicBezTo>
                  <a:close/>
                  <a:moveTo>
                    <a:pt x="513" y="357"/>
                  </a:moveTo>
                  <a:cubicBezTo>
                    <a:pt x="468" y="353"/>
                    <a:pt x="427" y="380"/>
                    <a:pt x="427" y="411"/>
                  </a:cubicBezTo>
                  <a:cubicBezTo>
                    <a:pt x="426" y="438"/>
                    <a:pt x="447" y="455"/>
                    <a:pt x="488" y="461"/>
                  </a:cubicBezTo>
                  <a:cubicBezTo>
                    <a:pt x="533" y="467"/>
                    <a:pt x="560" y="469"/>
                    <a:pt x="604" y="470"/>
                  </a:cubicBezTo>
                  <a:cubicBezTo>
                    <a:pt x="640" y="470"/>
                    <a:pt x="678" y="453"/>
                    <a:pt x="679" y="422"/>
                  </a:cubicBezTo>
                  <a:cubicBezTo>
                    <a:pt x="681" y="376"/>
                    <a:pt x="647" y="365"/>
                    <a:pt x="603" y="361"/>
                  </a:cubicBezTo>
                  <a:cubicBezTo>
                    <a:pt x="603" y="361"/>
                    <a:pt x="513" y="357"/>
                    <a:pt x="513" y="357"/>
                  </a:cubicBezTo>
                  <a:close/>
                  <a:moveTo>
                    <a:pt x="530" y="389"/>
                  </a:moveTo>
                  <a:cubicBezTo>
                    <a:pt x="488" y="388"/>
                    <a:pt x="480" y="399"/>
                    <a:pt x="480" y="410"/>
                  </a:cubicBezTo>
                  <a:cubicBezTo>
                    <a:pt x="479" y="420"/>
                    <a:pt x="490" y="427"/>
                    <a:pt x="513" y="430"/>
                  </a:cubicBezTo>
                  <a:cubicBezTo>
                    <a:pt x="537" y="433"/>
                    <a:pt x="550" y="434"/>
                    <a:pt x="575" y="433"/>
                  </a:cubicBezTo>
                  <a:cubicBezTo>
                    <a:pt x="595" y="433"/>
                    <a:pt x="637" y="425"/>
                    <a:pt x="638" y="410"/>
                  </a:cubicBezTo>
                  <a:cubicBezTo>
                    <a:pt x="640" y="392"/>
                    <a:pt x="605" y="390"/>
                    <a:pt x="581" y="389"/>
                  </a:cubicBezTo>
                  <a:cubicBezTo>
                    <a:pt x="581" y="389"/>
                    <a:pt x="530" y="389"/>
                    <a:pt x="530" y="389"/>
                  </a:cubicBezTo>
                  <a:close/>
                  <a:moveTo>
                    <a:pt x="524" y="234"/>
                  </a:moveTo>
                  <a:cubicBezTo>
                    <a:pt x="462" y="235"/>
                    <a:pt x="439" y="261"/>
                    <a:pt x="438" y="292"/>
                  </a:cubicBezTo>
                  <a:cubicBezTo>
                    <a:pt x="437" y="319"/>
                    <a:pt x="452" y="337"/>
                    <a:pt x="493" y="341"/>
                  </a:cubicBezTo>
                  <a:cubicBezTo>
                    <a:pt x="537" y="341"/>
                    <a:pt x="582" y="342"/>
                    <a:pt x="626" y="341"/>
                  </a:cubicBezTo>
                  <a:cubicBezTo>
                    <a:pt x="662" y="340"/>
                    <a:pt x="694" y="324"/>
                    <a:pt x="694" y="293"/>
                  </a:cubicBezTo>
                  <a:cubicBezTo>
                    <a:pt x="694" y="244"/>
                    <a:pt x="658" y="237"/>
                    <a:pt x="615" y="235"/>
                  </a:cubicBezTo>
                  <a:cubicBezTo>
                    <a:pt x="615" y="235"/>
                    <a:pt x="525" y="235"/>
                    <a:pt x="524" y="234"/>
                  </a:cubicBezTo>
                  <a:close/>
                  <a:moveTo>
                    <a:pt x="543" y="270"/>
                  </a:moveTo>
                  <a:cubicBezTo>
                    <a:pt x="501" y="269"/>
                    <a:pt x="493" y="280"/>
                    <a:pt x="492" y="291"/>
                  </a:cubicBezTo>
                  <a:cubicBezTo>
                    <a:pt x="492" y="301"/>
                    <a:pt x="502" y="310"/>
                    <a:pt x="525" y="311"/>
                  </a:cubicBezTo>
                  <a:cubicBezTo>
                    <a:pt x="550" y="311"/>
                    <a:pt x="562" y="311"/>
                    <a:pt x="587" y="311"/>
                  </a:cubicBezTo>
                  <a:cubicBezTo>
                    <a:pt x="607" y="311"/>
                    <a:pt x="635" y="299"/>
                    <a:pt x="635" y="288"/>
                  </a:cubicBezTo>
                  <a:cubicBezTo>
                    <a:pt x="635" y="270"/>
                    <a:pt x="618" y="271"/>
                    <a:pt x="593" y="270"/>
                  </a:cubicBezTo>
                  <a:cubicBezTo>
                    <a:pt x="593" y="270"/>
                    <a:pt x="543" y="270"/>
                    <a:pt x="543" y="270"/>
                  </a:cubicBezTo>
                  <a:close/>
                  <a:moveTo>
                    <a:pt x="87" y="375"/>
                  </a:moveTo>
                  <a:cubicBezTo>
                    <a:pt x="73" y="376"/>
                    <a:pt x="70" y="379"/>
                    <a:pt x="72" y="390"/>
                  </a:cubicBezTo>
                  <a:cubicBezTo>
                    <a:pt x="80" y="408"/>
                    <a:pt x="86" y="428"/>
                    <a:pt x="106" y="443"/>
                  </a:cubicBezTo>
                  <a:cubicBezTo>
                    <a:pt x="123" y="456"/>
                    <a:pt x="134" y="458"/>
                    <a:pt x="155" y="458"/>
                  </a:cubicBezTo>
                  <a:cubicBezTo>
                    <a:pt x="174" y="458"/>
                    <a:pt x="187" y="457"/>
                    <a:pt x="199" y="455"/>
                  </a:cubicBezTo>
                  <a:cubicBezTo>
                    <a:pt x="213" y="452"/>
                    <a:pt x="224" y="442"/>
                    <a:pt x="227" y="425"/>
                  </a:cubicBezTo>
                  <a:cubicBezTo>
                    <a:pt x="229" y="407"/>
                    <a:pt x="228" y="382"/>
                    <a:pt x="225" y="371"/>
                  </a:cubicBezTo>
                  <a:cubicBezTo>
                    <a:pt x="177" y="372"/>
                    <a:pt x="135" y="373"/>
                    <a:pt x="87" y="375"/>
                  </a:cubicBezTo>
                  <a:close/>
                  <a:moveTo>
                    <a:pt x="225" y="322"/>
                  </a:moveTo>
                  <a:cubicBezTo>
                    <a:pt x="225" y="307"/>
                    <a:pt x="225" y="298"/>
                    <a:pt x="224" y="283"/>
                  </a:cubicBezTo>
                  <a:cubicBezTo>
                    <a:pt x="222" y="255"/>
                    <a:pt x="195" y="240"/>
                    <a:pt x="170" y="241"/>
                  </a:cubicBezTo>
                  <a:cubicBezTo>
                    <a:pt x="132" y="241"/>
                    <a:pt x="98" y="248"/>
                    <a:pt x="88" y="269"/>
                  </a:cubicBezTo>
                  <a:cubicBezTo>
                    <a:pt x="80" y="286"/>
                    <a:pt x="76" y="303"/>
                    <a:pt x="76" y="327"/>
                  </a:cubicBezTo>
                  <a:cubicBezTo>
                    <a:pt x="127" y="323"/>
                    <a:pt x="176" y="321"/>
                    <a:pt x="225" y="322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grpSp>
          <p:nvGrpSpPr>
            <p:cNvPr id="119" name="îsľïde"/>
            <p:cNvGrpSpPr/>
            <p:nvPr/>
          </p:nvGrpSpPr>
          <p:grpSpPr>
            <a:xfrm>
              <a:off x="5491155" y="3891242"/>
              <a:ext cx="3281937" cy="380319"/>
              <a:chOff x="5459413" y="4016376"/>
              <a:chExt cx="3068637" cy="355601"/>
            </a:xfrm>
            <a:grpFill/>
          </p:grpSpPr>
          <p:sp>
            <p:nvSpPr>
              <p:cNvPr id="133" name="îsļiḋê"/>
              <p:cNvSpPr/>
              <p:nvPr/>
            </p:nvSpPr>
            <p:spPr bwMode="auto">
              <a:xfrm>
                <a:off x="5459413" y="4022726"/>
                <a:ext cx="236537" cy="284163"/>
              </a:xfrm>
              <a:custGeom>
                <a:avLst/>
                <a:gdLst>
                  <a:gd name="T0" fmla="*/ 43 w 45"/>
                  <a:gd name="T1" fmla="*/ 13 h 52"/>
                  <a:gd name="T2" fmla="*/ 26 w 45"/>
                  <a:gd name="T3" fmla="*/ 2 h 52"/>
                  <a:gd name="T4" fmla="*/ 23 w 45"/>
                  <a:gd name="T5" fmla="*/ 2 h 52"/>
                  <a:gd name="T6" fmla="*/ 16 w 45"/>
                  <a:gd name="T7" fmla="*/ 8 h 52"/>
                  <a:gd name="T8" fmla="*/ 16 w 45"/>
                  <a:gd name="T9" fmla="*/ 24 h 52"/>
                  <a:gd name="T10" fmla="*/ 23 w 45"/>
                  <a:gd name="T11" fmla="*/ 24 h 52"/>
                  <a:gd name="T12" fmla="*/ 31 w 45"/>
                  <a:gd name="T13" fmla="*/ 17 h 52"/>
                  <a:gd name="T14" fmla="*/ 31 w 45"/>
                  <a:gd name="T15" fmla="*/ 15 h 52"/>
                  <a:gd name="T16" fmla="*/ 33 w 45"/>
                  <a:gd name="T17" fmla="*/ 15 h 52"/>
                  <a:gd name="T18" fmla="*/ 33 w 45"/>
                  <a:gd name="T19" fmla="*/ 36 h 52"/>
                  <a:gd name="T20" fmla="*/ 31 w 45"/>
                  <a:gd name="T21" fmla="*/ 36 h 52"/>
                  <a:gd name="T22" fmla="*/ 31 w 45"/>
                  <a:gd name="T23" fmla="*/ 34 h 52"/>
                  <a:gd name="T24" fmla="*/ 24 w 45"/>
                  <a:gd name="T25" fmla="*/ 26 h 52"/>
                  <a:gd name="T26" fmla="*/ 16 w 45"/>
                  <a:gd name="T27" fmla="*/ 26 h 52"/>
                  <a:gd name="T28" fmla="*/ 16 w 45"/>
                  <a:gd name="T29" fmla="*/ 45 h 52"/>
                  <a:gd name="T30" fmla="*/ 21 w 45"/>
                  <a:gd name="T31" fmla="*/ 50 h 52"/>
                  <a:gd name="T32" fmla="*/ 25 w 45"/>
                  <a:gd name="T33" fmla="*/ 50 h 52"/>
                  <a:gd name="T34" fmla="*/ 25 w 45"/>
                  <a:gd name="T35" fmla="*/ 52 h 52"/>
                  <a:gd name="T36" fmla="*/ 0 w 45"/>
                  <a:gd name="T37" fmla="*/ 52 h 52"/>
                  <a:gd name="T38" fmla="*/ 0 w 45"/>
                  <a:gd name="T39" fmla="*/ 50 h 52"/>
                  <a:gd name="T40" fmla="*/ 3 w 45"/>
                  <a:gd name="T41" fmla="*/ 50 h 52"/>
                  <a:gd name="T42" fmla="*/ 8 w 45"/>
                  <a:gd name="T43" fmla="*/ 45 h 52"/>
                  <a:gd name="T44" fmla="*/ 8 w 45"/>
                  <a:gd name="T45" fmla="*/ 8 h 52"/>
                  <a:gd name="T46" fmla="*/ 2 w 45"/>
                  <a:gd name="T47" fmla="*/ 2 h 52"/>
                  <a:gd name="T48" fmla="*/ 0 w 45"/>
                  <a:gd name="T49" fmla="*/ 2 h 52"/>
                  <a:gd name="T50" fmla="*/ 0 w 45"/>
                  <a:gd name="T51" fmla="*/ 0 h 52"/>
                  <a:gd name="T52" fmla="*/ 41 w 45"/>
                  <a:gd name="T53" fmla="*/ 0 h 52"/>
                  <a:gd name="T54" fmla="*/ 45 w 45"/>
                  <a:gd name="T55" fmla="*/ 12 h 52"/>
                  <a:gd name="T56" fmla="*/ 43 w 45"/>
                  <a:gd name="T57" fmla="*/ 13 h 5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</a:cxnLst>
                <a:rect l="0" t="0" r="r" b="b"/>
                <a:pathLst>
                  <a:path w="45" h="52">
                    <a:moveTo>
                      <a:pt x="43" y="13"/>
                    </a:moveTo>
                    <a:cubicBezTo>
                      <a:pt x="41" y="9"/>
                      <a:pt x="37" y="2"/>
                      <a:pt x="26" y="2"/>
                    </a:cubicBezTo>
                    <a:cubicBezTo>
                      <a:pt x="23" y="2"/>
                      <a:pt x="23" y="2"/>
                      <a:pt x="23" y="2"/>
                    </a:cubicBezTo>
                    <a:cubicBezTo>
                      <a:pt x="19" y="2"/>
                      <a:pt x="16" y="4"/>
                      <a:pt x="16" y="8"/>
                    </a:cubicBezTo>
                    <a:cubicBezTo>
                      <a:pt x="16" y="24"/>
                      <a:pt x="16" y="24"/>
                      <a:pt x="16" y="24"/>
                    </a:cubicBezTo>
                    <a:cubicBezTo>
                      <a:pt x="23" y="24"/>
                      <a:pt x="23" y="24"/>
                      <a:pt x="23" y="24"/>
                    </a:cubicBezTo>
                    <a:cubicBezTo>
                      <a:pt x="27" y="24"/>
                      <a:pt x="31" y="21"/>
                      <a:pt x="31" y="17"/>
                    </a:cubicBezTo>
                    <a:cubicBezTo>
                      <a:pt x="31" y="15"/>
                      <a:pt x="31" y="15"/>
                      <a:pt x="31" y="15"/>
                    </a:cubicBezTo>
                    <a:cubicBezTo>
                      <a:pt x="33" y="15"/>
                      <a:pt x="33" y="15"/>
                      <a:pt x="33" y="15"/>
                    </a:cubicBezTo>
                    <a:cubicBezTo>
                      <a:pt x="33" y="36"/>
                      <a:pt x="33" y="36"/>
                      <a:pt x="33" y="36"/>
                    </a:cubicBezTo>
                    <a:cubicBezTo>
                      <a:pt x="31" y="36"/>
                      <a:pt x="31" y="36"/>
                      <a:pt x="31" y="36"/>
                    </a:cubicBezTo>
                    <a:cubicBezTo>
                      <a:pt x="31" y="34"/>
                      <a:pt x="31" y="34"/>
                      <a:pt x="31" y="34"/>
                    </a:cubicBezTo>
                    <a:cubicBezTo>
                      <a:pt x="31" y="31"/>
                      <a:pt x="28" y="26"/>
                      <a:pt x="24" y="26"/>
                    </a:cubicBezTo>
                    <a:cubicBezTo>
                      <a:pt x="16" y="26"/>
                      <a:pt x="16" y="26"/>
                      <a:pt x="16" y="26"/>
                    </a:cubicBezTo>
                    <a:cubicBezTo>
                      <a:pt x="16" y="45"/>
                      <a:pt x="16" y="45"/>
                      <a:pt x="16" y="45"/>
                    </a:cubicBezTo>
                    <a:cubicBezTo>
                      <a:pt x="16" y="48"/>
                      <a:pt x="18" y="50"/>
                      <a:pt x="21" y="50"/>
                    </a:cubicBezTo>
                    <a:cubicBezTo>
                      <a:pt x="25" y="50"/>
                      <a:pt x="25" y="50"/>
                      <a:pt x="25" y="50"/>
                    </a:cubicBezTo>
                    <a:cubicBezTo>
                      <a:pt x="25" y="52"/>
                      <a:pt x="25" y="52"/>
                      <a:pt x="25" y="52"/>
                    </a:cubicBezTo>
                    <a:cubicBezTo>
                      <a:pt x="0" y="52"/>
                      <a:pt x="0" y="52"/>
                      <a:pt x="0" y="52"/>
                    </a:cubicBezTo>
                    <a:cubicBezTo>
                      <a:pt x="0" y="50"/>
                      <a:pt x="0" y="50"/>
                      <a:pt x="0" y="50"/>
                    </a:cubicBezTo>
                    <a:cubicBezTo>
                      <a:pt x="3" y="50"/>
                      <a:pt x="3" y="50"/>
                      <a:pt x="3" y="50"/>
                    </a:cubicBezTo>
                    <a:cubicBezTo>
                      <a:pt x="6" y="50"/>
                      <a:pt x="8" y="49"/>
                      <a:pt x="8" y="45"/>
                    </a:cubicBezTo>
                    <a:cubicBezTo>
                      <a:pt x="8" y="8"/>
                      <a:pt x="8" y="8"/>
                      <a:pt x="8" y="8"/>
                    </a:cubicBezTo>
                    <a:cubicBezTo>
                      <a:pt x="8" y="5"/>
                      <a:pt x="6" y="2"/>
                      <a:pt x="2" y="2"/>
                    </a:cubicBezTo>
                    <a:cubicBezTo>
                      <a:pt x="0" y="2"/>
                      <a:pt x="0" y="2"/>
                      <a:pt x="0" y="2"/>
                    </a:cubicBezTo>
                    <a:cubicBezTo>
                      <a:pt x="0" y="0"/>
                      <a:pt x="0" y="0"/>
                      <a:pt x="0" y="0"/>
                    </a:cubicBezTo>
                    <a:cubicBezTo>
                      <a:pt x="41" y="0"/>
                      <a:pt x="41" y="0"/>
                      <a:pt x="41" y="0"/>
                    </a:cubicBezTo>
                    <a:cubicBezTo>
                      <a:pt x="45" y="12"/>
                      <a:pt x="45" y="12"/>
                      <a:pt x="45" y="12"/>
                    </a:cubicBezTo>
                    <a:lnTo>
                      <a:pt x="43" y="13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134" name="íš1îḓe"/>
              <p:cNvSpPr/>
              <p:nvPr/>
            </p:nvSpPr>
            <p:spPr bwMode="auto">
              <a:xfrm>
                <a:off x="5716588" y="4114801"/>
                <a:ext cx="193675" cy="201613"/>
              </a:xfrm>
              <a:custGeom>
                <a:avLst/>
                <a:gdLst>
                  <a:gd name="T0" fmla="*/ 0 w 37"/>
                  <a:gd name="T1" fmla="*/ 3 h 37"/>
                  <a:gd name="T2" fmla="*/ 12 w 37"/>
                  <a:gd name="T3" fmla="*/ 0 h 37"/>
                  <a:gd name="T4" fmla="*/ 12 w 37"/>
                  <a:gd name="T5" fmla="*/ 25 h 37"/>
                  <a:gd name="T6" fmla="*/ 18 w 37"/>
                  <a:gd name="T7" fmla="*/ 32 h 37"/>
                  <a:gd name="T8" fmla="*/ 24 w 37"/>
                  <a:gd name="T9" fmla="*/ 28 h 37"/>
                  <a:gd name="T10" fmla="*/ 24 w 37"/>
                  <a:gd name="T11" fmla="*/ 7 h 37"/>
                  <a:gd name="T12" fmla="*/ 22 w 37"/>
                  <a:gd name="T13" fmla="*/ 4 h 37"/>
                  <a:gd name="T14" fmla="*/ 19 w 37"/>
                  <a:gd name="T15" fmla="*/ 4 h 37"/>
                  <a:gd name="T16" fmla="*/ 19 w 37"/>
                  <a:gd name="T17" fmla="*/ 3 h 37"/>
                  <a:gd name="T18" fmla="*/ 32 w 37"/>
                  <a:gd name="T19" fmla="*/ 0 h 37"/>
                  <a:gd name="T20" fmla="*/ 32 w 37"/>
                  <a:gd name="T21" fmla="*/ 29 h 37"/>
                  <a:gd name="T22" fmla="*/ 35 w 37"/>
                  <a:gd name="T23" fmla="*/ 33 h 37"/>
                  <a:gd name="T24" fmla="*/ 37 w 37"/>
                  <a:gd name="T25" fmla="*/ 33 h 37"/>
                  <a:gd name="T26" fmla="*/ 37 w 37"/>
                  <a:gd name="T27" fmla="*/ 35 h 37"/>
                  <a:gd name="T28" fmla="*/ 24 w 37"/>
                  <a:gd name="T29" fmla="*/ 35 h 37"/>
                  <a:gd name="T30" fmla="*/ 24 w 37"/>
                  <a:gd name="T31" fmla="*/ 31 h 37"/>
                  <a:gd name="T32" fmla="*/ 15 w 37"/>
                  <a:gd name="T33" fmla="*/ 37 h 37"/>
                  <a:gd name="T34" fmla="*/ 5 w 37"/>
                  <a:gd name="T35" fmla="*/ 26 h 37"/>
                  <a:gd name="T36" fmla="*/ 5 w 37"/>
                  <a:gd name="T37" fmla="*/ 7 h 37"/>
                  <a:gd name="T38" fmla="*/ 2 w 37"/>
                  <a:gd name="T39" fmla="*/ 4 h 37"/>
                  <a:gd name="T40" fmla="*/ 0 w 37"/>
                  <a:gd name="T41" fmla="*/ 4 h 37"/>
                  <a:gd name="T42" fmla="*/ 0 w 37"/>
                  <a:gd name="T43" fmla="*/ 3 h 3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</a:cxnLst>
                <a:rect l="0" t="0" r="r" b="b"/>
                <a:pathLst>
                  <a:path w="37" h="37">
                    <a:moveTo>
                      <a:pt x="0" y="3"/>
                    </a:moveTo>
                    <a:cubicBezTo>
                      <a:pt x="12" y="0"/>
                      <a:pt x="12" y="0"/>
                      <a:pt x="12" y="0"/>
                    </a:cubicBezTo>
                    <a:cubicBezTo>
                      <a:pt x="12" y="25"/>
                      <a:pt x="12" y="25"/>
                      <a:pt x="12" y="25"/>
                    </a:cubicBezTo>
                    <a:cubicBezTo>
                      <a:pt x="12" y="28"/>
                      <a:pt x="14" y="32"/>
                      <a:pt x="18" y="32"/>
                    </a:cubicBezTo>
                    <a:cubicBezTo>
                      <a:pt x="21" y="32"/>
                      <a:pt x="23" y="30"/>
                      <a:pt x="24" y="28"/>
                    </a:cubicBezTo>
                    <a:cubicBezTo>
                      <a:pt x="24" y="7"/>
                      <a:pt x="24" y="7"/>
                      <a:pt x="24" y="7"/>
                    </a:cubicBezTo>
                    <a:cubicBezTo>
                      <a:pt x="24" y="5"/>
                      <a:pt x="24" y="4"/>
                      <a:pt x="22" y="4"/>
                    </a:cubicBezTo>
                    <a:cubicBezTo>
                      <a:pt x="21" y="4"/>
                      <a:pt x="20" y="4"/>
                      <a:pt x="19" y="4"/>
                    </a:cubicBezTo>
                    <a:cubicBezTo>
                      <a:pt x="19" y="3"/>
                      <a:pt x="19" y="3"/>
                      <a:pt x="19" y="3"/>
                    </a:cubicBezTo>
                    <a:cubicBezTo>
                      <a:pt x="32" y="0"/>
                      <a:pt x="32" y="0"/>
                      <a:pt x="32" y="0"/>
                    </a:cubicBezTo>
                    <a:cubicBezTo>
                      <a:pt x="32" y="29"/>
                      <a:pt x="32" y="29"/>
                      <a:pt x="32" y="29"/>
                    </a:cubicBezTo>
                    <a:cubicBezTo>
                      <a:pt x="32" y="32"/>
                      <a:pt x="33" y="33"/>
                      <a:pt x="35" y="33"/>
                    </a:cubicBezTo>
                    <a:cubicBezTo>
                      <a:pt x="37" y="33"/>
                      <a:pt x="37" y="33"/>
                      <a:pt x="37" y="33"/>
                    </a:cubicBezTo>
                    <a:cubicBezTo>
                      <a:pt x="37" y="35"/>
                      <a:pt x="37" y="35"/>
                      <a:pt x="37" y="35"/>
                    </a:cubicBezTo>
                    <a:cubicBezTo>
                      <a:pt x="24" y="35"/>
                      <a:pt x="24" y="35"/>
                      <a:pt x="24" y="35"/>
                    </a:cubicBezTo>
                    <a:cubicBezTo>
                      <a:pt x="24" y="31"/>
                      <a:pt x="24" y="31"/>
                      <a:pt x="24" y="31"/>
                    </a:cubicBezTo>
                    <a:cubicBezTo>
                      <a:pt x="23" y="33"/>
                      <a:pt x="20" y="37"/>
                      <a:pt x="15" y="37"/>
                    </a:cubicBezTo>
                    <a:cubicBezTo>
                      <a:pt x="10" y="37"/>
                      <a:pt x="5" y="34"/>
                      <a:pt x="5" y="26"/>
                    </a:cubicBezTo>
                    <a:cubicBezTo>
                      <a:pt x="5" y="7"/>
                      <a:pt x="5" y="7"/>
                      <a:pt x="5" y="7"/>
                    </a:cubicBezTo>
                    <a:cubicBezTo>
                      <a:pt x="5" y="6"/>
                      <a:pt x="4" y="4"/>
                      <a:pt x="2" y="4"/>
                    </a:cubicBezTo>
                    <a:cubicBezTo>
                      <a:pt x="2" y="4"/>
                      <a:pt x="1" y="4"/>
                      <a:pt x="0" y="4"/>
                    </a:cubicBezTo>
                    <a:lnTo>
                      <a:pt x="0" y="3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135" name="iš1iďe"/>
              <p:cNvSpPr/>
              <p:nvPr/>
            </p:nvSpPr>
            <p:spPr bwMode="auto">
              <a:xfrm>
                <a:off x="5937250" y="4016376"/>
                <a:ext cx="193675" cy="300038"/>
              </a:xfrm>
              <a:custGeom>
                <a:avLst/>
                <a:gdLst>
                  <a:gd name="T0" fmla="*/ 23 w 37"/>
                  <a:gd name="T1" fmla="*/ 53 h 55"/>
                  <a:gd name="T2" fmla="*/ 23 w 37"/>
                  <a:gd name="T3" fmla="*/ 50 h 55"/>
                  <a:gd name="T4" fmla="*/ 14 w 37"/>
                  <a:gd name="T5" fmla="*/ 55 h 55"/>
                  <a:gd name="T6" fmla="*/ 0 w 37"/>
                  <a:gd name="T7" fmla="*/ 36 h 55"/>
                  <a:gd name="T8" fmla="*/ 15 w 37"/>
                  <a:gd name="T9" fmla="*/ 18 h 55"/>
                  <a:gd name="T10" fmla="*/ 23 w 37"/>
                  <a:gd name="T11" fmla="*/ 21 h 55"/>
                  <a:gd name="T12" fmla="*/ 23 w 37"/>
                  <a:gd name="T13" fmla="*/ 7 h 55"/>
                  <a:gd name="T14" fmla="*/ 20 w 37"/>
                  <a:gd name="T15" fmla="*/ 4 h 55"/>
                  <a:gd name="T16" fmla="*/ 17 w 37"/>
                  <a:gd name="T17" fmla="*/ 5 h 55"/>
                  <a:gd name="T18" fmla="*/ 16 w 37"/>
                  <a:gd name="T19" fmla="*/ 3 h 55"/>
                  <a:gd name="T20" fmla="*/ 31 w 37"/>
                  <a:gd name="T21" fmla="*/ 0 h 55"/>
                  <a:gd name="T22" fmla="*/ 31 w 37"/>
                  <a:gd name="T23" fmla="*/ 48 h 55"/>
                  <a:gd name="T24" fmla="*/ 35 w 37"/>
                  <a:gd name="T25" fmla="*/ 51 h 55"/>
                  <a:gd name="T26" fmla="*/ 37 w 37"/>
                  <a:gd name="T27" fmla="*/ 51 h 55"/>
                  <a:gd name="T28" fmla="*/ 37 w 37"/>
                  <a:gd name="T29" fmla="*/ 53 h 55"/>
                  <a:gd name="T30" fmla="*/ 23 w 37"/>
                  <a:gd name="T31" fmla="*/ 53 h 55"/>
                  <a:gd name="T32" fmla="*/ 23 w 37"/>
                  <a:gd name="T33" fmla="*/ 24 h 55"/>
                  <a:gd name="T34" fmla="*/ 17 w 37"/>
                  <a:gd name="T35" fmla="*/ 21 h 55"/>
                  <a:gd name="T36" fmla="*/ 8 w 37"/>
                  <a:gd name="T37" fmla="*/ 37 h 55"/>
                  <a:gd name="T38" fmla="*/ 17 w 37"/>
                  <a:gd name="T39" fmla="*/ 51 h 55"/>
                  <a:gd name="T40" fmla="*/ 23 w 37"/>
                  <a:gd name="T41" fmla="*/ 48 h 55"/>
                  <a:gd name="T42" fmla="*/ 23 w 37"/>
                  <a:gd name="T43" fmla="*/ 24 h 55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</a:cxnLst>
                <a:rect l="0" t="0" r="r" b="b"/>
                <a:pathLst>
                  <a:path w="37" h="55">
                    <a:moveTo>
                      <a:pt x="23" y="53"/>
                    </a:moveTo>
                    <a:cubicBezTo>
                      <a:pt x="23" y="50"/>
                      <a:pt x="23" y="50"/>
                      <a:pt x="23" y="50"/>
                    </a:cubicBezTo>
                    <a:cubicBezTo>
                      <a:pt x="22" y="52"/>
                      <a:pt x="20" y="55"/>
                      <a:pt x="14" y="55"/>
                    </a:cubicBezTo>
                    <a:cubicBezTo>
                      <a:pt x="5" y="55"/>
                      <a:pt x="0" y="45"/>
                      <a:pt x="0" y="36"/>
                    </a:cubicBezTo>
                    <a:cubicBezTo>
                      <a:pt x="0" y="26"/>
                      <a:pt x="6" y="18"/>
                      <a:pt x="15" y="18"/>
                    </a:cubicBezTo>
                    <a:cubicBezTo>
                      <a:pt x="19" y="18"/>
                      <a:pt x="21" y="19"/>
                      <a:pt x="23" y="21"/>
                    </a:cubicBezTo>
                    <a:cubicBezTo>
                      <a:pt x="23" y="7"/>
                      <a:pt x="23" y="7"/>
                      <a:pt x="23" y="7"/>
                    </a:cubicBezTo>
                    <a:cubicBezTo>
                      <a:pt x="23" y="6"/>
                      <a:pt x="22" y="4"/>
                      <a:pt x="20" y="4"/>
                    </a:cubicBezTo>
                    <a:cubicBezTo>
                      <a:pt x="19" y="4"/>
                      <a:pt x="18" y="5"/>
                      <a:pt x="17" y="5"/>
                    </a:cubicBezTo>
                    <a:cubicBezTo>
                      <a:pt x="16" y="3"/>
                      <a:pt x="16" y="3"/>
                      <a:pt x="16" y="3"/>
                    </a:cubicBezTo>
                    <a:cubicBezTo>
                      <a:pt x="31" y="0"/>
                      <a:pt x="31" y="0"/>
                      <a:pt x="31" y="0"/>
                    </a:cubicBezTo>
                    <a:cubicBezTo>
                      <a:pt x="31" y="48"/>
                      <a:pt x="31" y="48"/>
                      <a:pt x="31" y="48"/>
                    </a:cubicBezTo>
                    <a:cubicBezTo>
                      <a:pt x="31" y="50"/>
                      <a:pt x="32" y="51"/>
                      <a:pt x="35" y="51"/>
                    </a:cubicBezTo>
                    <a:cubicBezTo>
                      <a:pt x="37" y="51"/>
                      <a:pt x="37" y="51"/>
                      <a:pt x="37" y="51"/>
                    </a:cubicBezTo>
                    <a:cubicBezTo>
                      <a:pt x="37" y="53"/>
                      <a:pt x="37" y="53"/>
                      <a:pt x="37" y="53"/>
                    </a:cubicBezTo>
                    <a:lnTo>
                      <a:pt x="23" y="53"/>
                    </a:lnTo>
                    <a:close/>
                    <a:moveTo>
                      <a:pt x="23" y="24"/>
                    </a:moveTo>
                    <a:cubicBezTo>
                      <a:pt x="22" y="22"/>
                      <a:pt x="21" y="21"/>
                      <a:pt x="17" y="21"/>
                    </a:cubicBezTo>
                    <a:cubicBezTo>
                      <a:pt x="10" y="21"/>
                      <a:pt x="8" y="30"/>
                      <a:pt x="8" y="37"/>
                    </a:cubicBezTo>
                    <a:cubicBezTo>
                      <a:pt x="8" y="45"/>
                      <a:pt x="12" y="51"/>
                      <a:pt x="17" y="51"/>
                    </a:cubicBezTo>
                    <a:cubicBezTo>
                      <a:pt x="20" y="51"/>
                      <a:pt x="22" y="49"/>
                      <a:pt x="23" y="48"/>
                    </a:cubicBezTo>
                    <a:lnTo>
                      <a:pt x="23" y="24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136" name="iŝļíḓè"/>
              <p:cNvSpPr/>
              <p:nvPr/>
            </p:nvSpPr>
            <p:spPr bwMode="auto">
              <a:xfrm>
                <a:off x="6153150" y="4114801"/>
                <a:ext cx="173037" cy="201613"/>
              </a:xfrm>
              <a:custGeom>
                <a:avLst/>
                <a:gdLst>
                  <a:gd name="T0" fmla="*/ 25 w 33"/>
                  <a:gd name="T1" fmla="*/ 37 h 37"/>
                  <a:gd name="T2" fmla="*/ 19 w 33"/>
                  <a:gd name="T3" fmla="*/ 33 h 37"/>
                  <a:gd name="T4" fmla="*/ 9 w 33"/>
                  <a:gd name="T5" fmla="*/ 37 h 37"/>
                  <a:gd name="T6" fmla="*/ 0 w 33"/>
                  <a:gd name="T7" fmla="*/ 29 h 37"/>
                  <a:gd name="T8" fmla="*/ 3 w 33"/>
                  <a:gd name="T9" fmla="*/ 24 h 37"/>
                  <a:gd name="T10" fmla="*/ 19 w 33"/>
                  <a:gd name="T11" fmla="*/ 15 h 37"/>
                  <a:gd name="T12" fmla="*/ 19 w 33"/>
                  <a:gd name="T13" fmla="*/ 6 h 37"/>
                  <a:gd name="T14" fmla="*/ 15 w 33"/>
                  <a:gd name="T15" fmla="*/ 2 h 37"/>
                  <a:gd name="T16" fmla="*/ 11 w 33"/>
                  <a:gd name="T17" fmla="*/ 6 h 37"/>
                  <a:gd name="T18" fmla="*/ 6 w 33"/>
                  <a:gd name="T19" fmla="*/ 12 h 37"/>
                  <a:gd name="T20" fmla="*/ 1 w 33"/>
                  <a:gd name="T21" fmla="*/ 7 h 37"/>
                  <a:gd name="T22" fmla="*/ 3 w 33"/>
                  <a:gd name="T23" fmla="*/ 3 h 37"/>
                  <a:gd name="T24" fmla="*/ 15 w 33"/>
                  <a:gd name="T25" fmla="*/ 0 h 37"/>
                  <a:gd name="T26" fmla="*/ 26 w 33"/>
                  <a:gd name="T27" fmla="*/ 3 h 37"/>
                  <a:gd name="T28" fmla="*/ 27 w 33"/>
                  <a:gd name="T29" fmla="*/ 9 h 37"/>
                  <a:gd name="T30" fmla="*/ 27 w 33"/>
                  <a:gd name="T31" fmla="*/ 28 h 37"/>
                  <a:gd name="T32" fmla="*/ 29 w 33"/>
                  <a:gd name="T33" fmla="*/ 33 h 37"/>
                  <a:gd name="T34" fmla="*/ 32 w 33"/>
                  <a:gd name="T35" fmla="*/ 31 h 37"/>
                  <a:gd name="T36" fmla="*/ 33 w 33"/>
                  <a:gd name="T37" fmla="*/ 32 h 37"/>
                  <a:gd name="T38" fmla="*/ 25 w 33"/>
                  <a:gd name="T39" fmla="*/ 37 h 37"/>
                  <a:gd name="T40" fmla="*/ 19 w 33"/>
                  <a:gd name="T41" fmla="*/ 17 h 37"/>
                  <a:gd name="T42" fmla="*/ 9 w 33"/>
                  <a:gd name="T43" fmla="*/ 28 h 37"/>
                  <a:gd name="T44" fmla="*/ 14 w 33"/>
                  <a:gd name="T45" fmla="*/ 33 h 37"/>
                  <a:gd name="T46" fmla="*/ 19 w 33"/>
                  <a:gd name="T47" fmla="*/ 31 h 37"/>
                  <a:gd name="T48" fmla="*/ 19 w 33"/>
                  <a:gd name="T49" fmla="*/ 17 h 3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</a:cxnLst>
                <a:rect l="0" t="0" r="r" b="b"/>
                <a:pathLst>
                  <a:path w="33" h="37">
                    <a:moveTo>
                      <a:pt x="25" y="37"/>
                    </a:moveTo>
                    <a:cubicBezTo>
                      <a:pt x="23" y="37"/>
                      <a:pt x="20" y="35"/>
                      <a:pt x="19" y="33"/>
                    </a:cubicBezTo>
                    <a:cubicBezTo>
                      <a:pt x="17" y="34"/>
                      <a:pt x="14" y="37"/>
                      <a:pt x="9" y="37"/>
                    </a:cubicBezTo>
                    <a:cubicBezTo>
                      <a:pt x="3" y="37"/>
                      <a:pt x="0" y="33"/>
                      <a:pt x="0" y="29"/>
                    </a:cubicBezTo>
                    <a:cubicBezTo>
                      <a:pt x="0" y="28"/>
                      <a:pt x="1" y="26"/>
                      <a:pt x="3" y="24"/>
                    </a:cubicBezTo>
                    <a:cubicBezTo>
                      <a:pt x="7" y="18"/>
                      <a:pt x="14" y="16"/>
                      <a:pt x="19" y="15"/>
                    </a:cubicBezTo>
                    <a:cubicBezTo>
                      <a:pt x="19" y="6"/>
                      <a:pt x="19" y="6"/>
                      <a:pt x="19" y="6"/>
                    </a:cubicBezTo>
                    <a:cubicBezTo>
                      <a:pt x="19" y="5"/>
                      <a:pt x="19" y="2"/>
                      <a:pt x="15" y="2"/>
                    </a:cubicBezTo>
                    <a:cubicBezTo>
                      <a:pt x="11" y="2"/>
                      <a:pt x="11" y="5"/>
                      <a:pt x="11" y="6"/>
                    </a:cubicBezTo>
                    <a:cubicBezTo>
                      <a:pt x="10" y="8"/>
                      <a:pt x="10" y="12"/>
                      <a:pt x="6" y="12"/>
                    </a:cubicBezTo>
                    <a:cubicBezTo>
                      <a:pt x="3" y="12"/>
                      <a:pt x="1" y="10"/>
                      <a:pt x="1" y="7"/>
                    </a:cubicBezTo>
                    <a:cubicBezTo>
                      <a:pt x="1" y="6"/>
                      <a:pt x="2" y="4"/>
                      <a:pt x="3" y="3"/>
                    </a:cubicBezTo>
                    <a:cubicBezTo>
                      <a:pt x="7" y="0"/>
                      <a:pt x="14" y="0"/>
                      <a:pt x="15" y="0"/>
                    </a:cubicBezTo>
                    <a:cubicBezTo>
                      <a:pt x="17" y="0"/>
                      <a:pt x="24" y="0"/>
                      <a:pt x="26" y="3"/>
                    </a:cubicBezTo>
                    <a:cubicBezTo>
                      <a:pt x="27" y="5"/>
                      <a:pt x="27" y="8"/>
                      <a:pt x="27" y="9"/>
                    </a:cubicBezTo>
                    <a:cubicBezTo>
                      <a:pt x="27" y="28"/>
                      <a:pt x="27" y="28"/>
                      <a:pt x="27" y="28"/>
                    </a:cubicBezTo>
                    <a:cubicBezTo>
                      <a:pt x="27" y="30"/>
                      <a:pt x="27" y="33"/>
                      <a:pt x="29" y="33"/>
                    </a:cubicBezTo>
                    <a:cubicBezTo>
                      <a:pt x="31" y="33"/>
                      <a:pt x="32" y="32"/>
                      <a:pt x="32" y="31"/>
                    </a:cubicBezTo>
                    <a:cubicBezTo>
                      <a:pt x="33" y="32"/>
                      <a:pt x="33" y="32"/>
                      <a:pt x="33" y="32"/>
                    </a:cubicBezTo>
                    <a:cubicBezTo>
                      <a:pt x="30" y="37"/>
                      <a:pt x="26" y="37"/>
                      <a:pt x="25" y="37"/>
                    </a:cubicBezTo>
                    <a:close/>
                    <a:moveTo>
                      <a:pt x="19" y="17"/>
                    </a:moveTo>
                    <a:cubicBezTo>
                      <a:pt x="16" y="18"/>
                      <a:pt x="9" y="22"/>
                      <a:pt x="9" y="28"/>
                    </a:cubicBezTo>
                    <a:cubicBezTo>
                      <a:pt x="9" y="33"/>
                      <a:pt x="13" y="33"/>
                      <a:pt x="14" y="33"/>
                    </a:cubicBezTo>
                    <a:cubicBezTo>
                      <a:pt x="16" y="33"/>
                      <a:pt x="18" y="33"/>
                      <a:pt x="19" y="31"/>
                    </a:cubicBezTo>
                    <a:lnTo>
                      <a:pt x="19" y="17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137" name="îšļîḋê"/>
              <p:cNvSpPr/>
              <p:nvPr/>
            </p:nvSpPr>
            <p:spPr bwMode="auto">
              <a:xfrm>
                <a:off x="6337300" y="4114801"/>
                <a:ext cx="198437" cy="192088"/>
              </a:xfrm>
              <a:custGeom>
                <a:avLst/>
                <a:gdLst>
                  <a:gd name="T0" fmla="*/ 0 w 38"/>
                  <a:gd name="T1" fmla="*/ 33 h 35"/>
                  <a:gd name="T2" fmla="*/ 5 w 38"/>
                  <a:gd name="T3" fmla="*/ 29 h 35"/>
                  <a:gd name="T4" fmla="*/ 5 w 38"/>
                  <a:gd name="T5" fmla="*/ 7 h 35"/>
                  <a:gd name="T6" fmla="*/ 3 w 38"/>
                  <a:gd name="T7" fmla="*/ 4 h 35"/>
                  <a:gd name="T8" fmla="*/ 0 w 38"/>
                  <a:gd name="T9" fmla="*/ 4 h 35"/>
                  <a:gd name="T10" fmla="*/ 0 w 38"/>
                  <a:gd name="T11" fmla="*/ 2 h 35"/>
                  <a:gd name="T12" fmla="*/ 12 w 38"/>
                  <a:gd name="T13" fmla="*/ 0 h 35"/>
                  <a:gd name="T14" fmla="*/ 12 w 38"/>
                  <a:gd name="T15" fmla="*/ 6 h 35"/>
                  <a:gd name="T16" fmla="*/ 24 w 38"/>
                  <a:gd name="T17" fmla="*/ 0 h 35"/>
                  <a:gd name="T18" fmla="*/ 33 w 38"/>
                  <a:gd name="T19" fmla="*/ 10 h 35"/>
                  <a:gd name="T20" fmla="*/ 33 w 38"/>
                  <a:gd name="T21" fmla="*/ 29 h 35"/>
                  <a:gd name="T22" fmla="*/ 36 w 38"/>
                  <a:gd name="T23" fmla="*/ 33 h 35"/>
                  <a:gd name="T24" fmla="*/ 38 w 38"/>
                  <a:gd name="T25" fmla="*/ 33 h 35"/>
                  <a:gd name="T26" fmla="*/ 38 w 38"/>
                  <a:gd name="T27" fmla="*/ 35 h 35"/>
                  <a:gd name="T28" fmla="*/ 25 w 38"/>
                  <a:gd name="T29" fmla="*/ 35 h 35"/>
                  <a:gd name="T30" fmla="*/ 25 w 38"/>
                  <a:gd name="T31" fmla="*/ 11 h 35"/>
                  <a:gd name="T32" fmla="*/ 20 w 38"/>
                  <a:gd name="T33" fmla="*/ 4 h 35"/>
                  <a:gd name="T34" fmla="*/ 12 w 38"/>
                  <a:gd name="T35" fmla="*/ 9 h 35"/>
                  <a:gd name="T36" fmla="*/ 12 w 38"/>
                  <a:gd name="T37" fmla="*/ 29 h 35"/>
                  <a:gd name="T38" fmla="*/ 17 w 38"/>
                  <a:gd name="T39" fmla="*/ 33 h 35"/>
                  <a:gd name="T40" fmla="*/ 17 w 38"/>
                  <a:gd name="T41" fmla="*/ 35 h 35"/>
                  <a:gd name="T42" fmla="*/ 0 w 38"/>
                  <a:gd name="T43" fmla="*/ 35 h 35"/>
                  <a:gd name="T44" fmla="*/ 0 w 38"/>
                  <a:gd name="T45" fmla="*/ 33 h 35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</a:cxnLst>
                <a:rect l="0" t="0" r="r" b="b"/>
                <a:pathLst>
                  <a:path w="38" h="35">
                    <a:moveTo>
                      <a:pt x="0" y="33"/>
                    </a:moveTo>
                    <a:cubicBezTo>
                      <a:pt x="3" y="33"/>
                      <a:pt x="5" y="33"/>
                      <a:pt x="5" y="29"/>
                    </a:cubicBezTo>
                    <a:cubicBezTo>
                      <a:pt x="5" y="7"/>
                      <a:pt x="5" y="7"/>
                      <a:pt x="5" y="7"/>
                    </a:cubicBezTo>
                    <a:cubicBezTo>
                      <a:pt x="5" y="6"/>
                      <a:pt x="5" y="4"/>
                      <a:pt x="3" y="4"/>
                    </a:cubicBezTo>
                    <a:cubicBezTo>
                      <a:pt x="2" y="4"/>
                      <a:pt x="1" y="4"/>
                      <a:pt x="0" y="4"/>
                    </a:cubicBezTo>
                    <a:cubicBezTo>
                      <a:pt x="0" y="2"/>
                      <a:pt x="0" y="2"/>
                      <a:pt x="0" y="2"/>
                    </a:cubicBezTo>
                    <a:cubicBezTo>
                      <a:pt x="12" y="0"/>
                      <a:pt x="12" y="0"/>
                      <a:pt x="12" y="0"/>
                    </a:cubicBezTo>
                    <a:cubicBezTo>
                      <a:pt x="12" y="6"/>
                      <a:pt x="12" y="6"/>
                      <a:pt x="12" y="6"/>
                    </a:cubicBezTo>
                    <a:cubicBezTo>
                      <a:pt x="14" y="4"/>
                      <a:pt x="18" y="0"/>
                      <a:pt x="24" y="0"/>
                    </a:cubicBezTo>
                    <a:cubicBezTo>
                      <a:pt x="29" y="0"/>
                      <a:pt x="33" y="4"/>
                      <a:pt x="33" y="10"/>
                    </a:cubicBezTo>
                    <a:cubicBezTo>
                      <a:pt x="33" y="29"/>
                      <a:pt x="33" y="29"/>
                      <a:pt x="33" y="29"/>
                    </a:cubicBezTo>
                    <a:cubicBezTo>
                      <a:pt x="33" y="31"/>
                      <a:pt x="34" y="33"/>
                      <a:pt x="36" y="33"/>
                    </a:cubicBezTo>
                    <a:cubicBezTo>
                      <a:pt x="38" y="33"/>
                      <a:pt x="38" y="33"/>
                      <a:pt x="38" y="33"/>
                    </a:cubicBezTo>
                    <a:cubicBezTo>
                      <a:pt x="38" y="35"/>
                      <a:pt x="38" y="35"/>
                      <a:pt x="38" y="35"/>
                    </a:cubicBezTo>
                    <a:cubicBezTo>
                      <a:pt x="25" y="35"/>
                      <a:pt x="25" y="35"/>
                      <a:pt x="25" y="35"/>
                    </a:cubicBezTo>
                    <a:cubicBezTo>
                      <a:pt x="25" y="11"/>
                      <a:pt x="25" y="11"/>
                      <a:pt x="25" y="11"/>
                    </a:cubicBezTo>
                    <a:cubicBezTo>
                      <a:pt x="25" y="6"/>
                      <a:pt x="22" y="4"/>
                      <a:pt x="20" y="4"/>
                    </a:cubicBezTo>
                    <a:cubicBezTo>
                      <a:pt x="16" y="4"/>
                      <a:pt x="13" y="8"/>
                      <a:pt x="12" y="9"/>
                    </a:cubicBezTo>
                    <a:cubicBezTo>
                      <a:pt x="12" y="29"/>
                      <a:pt x="12" y="29"/>
                      <a:pt x="12" y="29"/>
                    </a:cubicBezTo>
                    <a:cubicBezTo>
                      <a:pt x="12" y="33"/>
                      <a:pt x="15" y="33"/>
                      <a:pt x="17" y="33"/>
                    </a:cubicBezTo>
                    <a:cubicBezTo>
                      <a:pt x="17" y="35"/>
                      <a:pt x="17" y="35"/>
                      <a:pt x="17" y="35"/>
                    </a:cubicBezTo>
                    <a:cubicBezTo>
                      <a:pt x="0" y="35"/>
                      <a:pt x="0" y="35"/>
                      <a:pt x="0" y="35"/>
                    </a:cubicBezTo>
                    <a:lnTo>
                      <a:pt x="0" y="33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138" name="ïṡḻïḑe"/>
              <p:cNvSpPr/>
              <p:nvPr/>
            </p:nvSpPr>
            <p:spPr bwMode="auto">
              <a:xfrm>
                <a:off x="6683375" y="4022726"/>
                <a:ext cx="268287" cy="293688"/>
              </a:xfrm>
              <a:custGeom>
                <a:avLst/>
                <a:gdLst>
                  <a:gd name="T0" fmla="*/ 51 w 51"/>
                  <a:gd name="T1" fmla="*/ 2 h 54"/>
                  <a:gd name="T2" fmla="*/ 48 w 51"/>
                  <a:gd name="T3" fmla="*/ 2 h 54"/>
                  <a:gd name="T4" fmla="*/ 43 w 51"/>
                  <a:gd name="T5" fmla="*/ 8 h 54"/>
                  <a:gd name="T6" fmla="*/ 43 w 51"/>
                  <a:gd name="T7" fmla="*/ 36 h 54"/>
                  <a:gd name="T8" fmla="*/ 26 w 51"/>
                  <a:gd name="T9" fmla="*/ 54 h 54"/>
                  <a:gd name="T10" fmla="*/ 8 w 51"/>
                  <a:gd name="T11" fmla="*/ 36 h 54"/>
                  <a:gd name="T12" fmla="*/ 8 w 51"/>
                  <a:gd name="T13" fmla="*/ 7 h 54"/>
                  <a:gd name="T14" fmla="*/ 3 w 51"/>
                  <a:gd name="T15" fmla="*/ 2 h 54"/>
                  <a:gd name="T16" fmla="*/ 0 w 51"/>
                  <a:gd name="T17" fmla="*/ 2 h 54"/>
                  <a:gd name="T18" fmla="*/ 0 w 51"/>
                  <a:gd name="T19" fmla="*/ 0 h 54"/>
                  <a:gd name="T20" fmla="*/ 24 w 51"/>
                  <a:gd name="T21" fmla="*/ 0 h 54"/>
                  <a:gd name="T22" fmla="*/ 24 w 51"/>
                  <a:gd name="T23" fmla="*/ 2 h 54"/>
                  <a:gd name="T24" fmla="*/ 21 w 51"/>
                  <a:gd name="T25" fmla="*/ 2 h 54"/>
                  <a:gd name="T26" fmla="*/ 16 w 51"/>
                  <a:gd name="T27" fmla="*/ 7 h 54"/>
                  <a:gd name="T28" fmla="*/ 16 w 51"/>
                  <a:gd name="T29" fmla="*/ 35 h 54"/>
                  <a:gd name="T30" fmla="*/ 29 w 51"/>
                  <a:gd name="T31" fmla="*/ 51 h 54"/>
                  <a:gd name="T32" fmla="*/ 41 w 51"/>
                  <a:gd name="T33" fmla="*/ 37 h 54"/>
                  <a:gd name="T34" fmla="*/ 41 w 51"/>
                  <a:gd name="T35" fmla="*/ 8 h 54"/>
                  <a:gd name="T36" fmla="*/ 35 w 51"/>
                  <a:gd name="T37" fmla="*/ 2 h 54"/>
                  <a:gd name="T38" fmla="*/ 34 w 51"/>
                  <a:gd name="T39" fmla="*/ 2 h 54"/>
                  <a:gd name="T40" fmla="*/ 34 w 51"/>
                  <a:gd name="T41" fmla="*/ 0 h 54"/>
                  <a:gd name="T42" fmla="*/ 51 w 51"/>
                  <a:gd name="T43" fmla="*/ 0 h 54"/>
                  <a:gd name="T44" fmla="*/ 51 w 51"/>
                  <a:gd name="T45" fmla="*/ 2 h 5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</a:cxnLst>
                <a:rect l="0" t="0" r="r" b="b"/>
                <a:pathLst>
                  <a:path w="51" h="54">
                    <a:moveTo>
                      <a:pt x="51" y="2"/>
                    </a:moveTo>
                    <a:cubicBezTo>
                      <a:pt x="48" y="2"/>
                      <a:pt x="48" y="2"/>
                      <a:pt x="48" y="2"/>
                    </a:cubicBezTo>
                    <a:cubicBezTo>
                      <a:pt x="45" y="2"/>
                      <a:pt x="43" y="4"/>
                      <a:pt x="43" y="8"/>
                    </a:cubicBezTo>
                    <a:cubicBezTo>
                      <a:pt x="43" y="36"/>
                      <a:pt x="43" y="36"/>
                      <a:pt x="43" y="36"/>
                    </a:cubicBezTo>
                    <a:cubicBezTo>
                      <a:pt x="43" y="44"/>
                      <a:pt x="39" y="54"/>
                      <a:pt x="26" y="54"/>
                    </a:cubicBezTo>
                    <a:cubicBezTo>
                      <a:pt x="17" y="54"/>
                      <a:pt x="8" y="49"/>
                      <a:pt x="8" y="36"/>
                    </a:cubicBezTo>
                    <a:cubicBezTo>
                      <a:pt x="8" y="7"/>
                      <a:pt x="8" y="7"/>
                      <a:pt x="8" y="7"/>
                    </a:cubicBezTo>
                    <a:cubicBezTo>
                      <a:pt x="8" y="4"/>
                      <a:pt x="6" y="2"/>
                      <a:pt x="3" y="2"/>
                    </a:cubicBezTo>
                    <a:cubicBezTo>
                      <a:pt x="0" y="2"/>
                      <a:pt x="0" y="2"/>
                      <a:pt x="0" y="2"/>
                    </a:cubicBezTo>
                    <a:cubicBezTo>
                      <a:pt x="0" y="0"/>
                      <a:pt x="0" y="0"/>
                      <a:pt x="0" y="0"/>
                    </a:cubicBezTo>
                    <a:cubicBezTo>
                      <a:pt x="24" y="0"/>
                      <a:pt x="24" y="0"/>
                      <a:pt x="24" y="0"/>
                    </a:cubicBezTo>
                    <a:cubicBezTo>
                      <a:pt x="24" y="2"/>
                      <a:pt x="24" y="2"/>
                      <a:pt x="24" y="2"/>
                    </a:cubicBezTo>
                    <a:cubicBezTo>
                      <a:pt x="21" y="2"/>
                      <a:pt x="21" y="2"/>
                      <a:pt x="21" y="2"/>
                    </a:cubicBezTo>
                    <a:cubicBezTo>
                      <a:pt x="17" y="2"/>
                      <a:pt x="16" y="4"/>
                      <a:pt x="16" y="7"/>
                    </a:cubicBezTo>
                    <a:cubicBezTo>
                      <a:pt x="16" y="35"/>
                      <a:pt x="16" y="35"/>
                      <a:pt x="16" y="35"/>
                    </a:cubicBezTo>
                    <a:cubicBezTo>
                      <a:pt x="16" y="46"/>
                      <a:pt x="22" y="51"/>
                      <a:pt x="29" y="51"/>
                    </a:cubicBezTo>
                    <a:cubicBezTo>
                      <a:pt x="36" y="51"/>
                      <a:pt x="41" y="45"/>
                      <a:pt x="41" y="37"/>
                    </a:cubicBezTo>
                    <a:cubicBezTo>
                      <a:pt x="41" y="8"/>
                      <a:pt x="41" y="8"/>
                      <a:pt x="41" y="8"/>
                    </a:cubicBezTo>
                    <a:cubicBezTo>
                      <a:pt x="41" y="5"/>
                      <a:pt x="39" y="2"/>
                      <a:pt x="35" y="2"/>
                    </a:cubicBezTo>
                    <a:cubicBezTo>
                      <a:pt x="34" y="2"/>
                      <a:pt x="34" y="2"/>
                      <a:pt x="34" y="2"/>
                    </a:cubicBezTo>
                    <a:cubicBezTo>
                      <a:pt x="34" y="0"/>
                      <a:pt x="34" y="0"/>
                      <a:pt x="34" y="0"/>
                    </a:cubicBezTo>
                    <a:cubicBezTo>
                      <a:pt x="51" y="0"/>
                      <a:pt x="51" y="0"/>
                      <a:pt x="51" y="0"/>
                    </a:cubicBezTo>
                    <a:lnTo>
                      <a:pt x="51" y="2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139" name="íS1ïḑé"/>
              <p:cNvSpPr/>
              <p:nvPr/>
            </p:nvSpPr>
            <p:spPr bwMode="auto">
              <a:xfrm>
                <a:off x="6967538" y="4114801"/>
                <a:ext cx="200025" cy="192088"/>
              </a:xfrm>
              <a:custGeom>
                <a:avLst/>
                <a:gdLst>
                  <a:gd name="T0" fmla="*/ 1 w 38"/>
                  <a:gd name="T1" fmla="*/ 33 h 35"/>
                  <a:gd name="T2" fmla="*/ 5 w 38"/>
                  <a:gd name="T3" fmla="*/ 29 h 35"/>
                  <a:gd name="T4" fmla="*/ 5 w 38"/>
                  <a:gd name="T5" fmla="*/ 7 h 35"/>
                  <a:gd name="T6" fmla="*/ 3 w 38"/>
                  <a:gd name="T7" fmla="*/ 4 h 35"/>
                  <a:gd name="T8" fmla="*/ 1 w 38"/>
                  <a:gd name="T9" fmla="*/ 4 h 35"/>
                  <a:gd name="T10" fmla="*/ 0 w 38"/>
                  <a:gd name="T11" fmla="*/ 2 h 35"/>
                  <a:gd name="T12" fmla="*/ 13 w 38"/>
                  <a:gd name="T13" fmla="*/ 0 h 35"/>
                  <a:gd name="T14" fmla="*/ 13 w 38"/>
                  <a:gd name="T15" fmla="*/ 6 h 35"/>
                  <a:gd name="T16" fmla="*/ 24 w 38"/>
                  <a:gd name="T17" fmla="*/ 0 h 35"/>
                  <a:gd name="T18" fmla="*/ 33 w 38"/>
                  <a:gd name="T19" fmla="*/ 10 h 35"/>
                  <a:gd name="T20" fmla="*/ 33 w 38"/>
                  <a:gd name="T21" fmla="*/ 29 h 35"/>
                  <a:gd name="T22" fmla="*/ 36 w 38"/>
                  <a:gd name="T23" fmla="*/ 33 h 35"/>
                  <a:gd name="T24" fmla="*/ 38 w 38"/>
                  <a:gd name="T25" fmla="*/ 33 h 35"/>
                  <a:gd name="T26" fmla="*/ 38 w 38"/>
                  <a:gd name="T27" fmla="*/ 35 h 35"/>
                  <a:gd name="T28" fmla="*/ 26 w 38"/>
                  <a:gd name="T29" fmla="*/ 35 h 35"/>
                  <a:gd name="T30" fmla="*/ 26 w 38"/>
                  <a:gd name="T31" fmla="*/ 11 h 35"/>
                  <a:gd name="T32" fmla="*/ 20 w 38"/>
                  <a:gd name="T33" fmla="*/ 4 h 35"/>
                  <a:gd name="T34" fmla="*/ 13 w 38"/>
                  <a:gd name="T35" fmla="*/ 9 h 35"/>
                  <a:gd name="T36" fmla="*/ 13 w 38"/>
                  <a:gd name="T37" fmla="*/ 29 h 35"/>
                  <a:gd name="T38" fmla="*/ 18 w 38"/>
                  <a:gd name="T39" fmla="*/ 33 h 35"/>
                  <a:gd name="T40" fmla="*/ 18 w 38"/>
                  <a:gd name="T41" fmla="*/ 35 h 35"/>
                  <a:gd name="T42" fmla="*/ 1 w 38"/>
                  <a:gd name="T43" fmla="*/ 35 h 35"/>
                  <a:gd name="T44" fmla="*/ 1 w 38"/>
                  <a:gd name="T45" fmla="*/ 33 h 35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</a:cxnLst>
                <a:rect l="0" t="0" r="r" b="b"/>
                <a:pathLst>
                  <a:path w="38" h="35">
                    <a:moveTo>
                      <a:pt x="1" y="33"/>
                    </a:moveTo>
                    <a:cubicBezTo>
                      <a:pt x="3" y="33"/>
                      <a:pt x="5" y="33"/>
                      <a:pt x="5" y="29"/>
                    </a:cubicBezTo>
                    <a:cubicBezTo>
                      <a:pt x="5" y="7"/>
                      <a:pt x="5" y="7"/>
                      <a:pt x="5" y="7"/>
                    </a:cubicBezTo>
                    <a:cubicBezTo>
                      <a:pt x="5" y="6"/>
                      <a:pt x="5" y="4"/>
                      <a:pt x="3" y="4"/>
                    </a:cubicBezTo>
                    <a:cubicBezTo>
                      <a:pt x="2" y="4"/>
                      <a:pt x="1" y="4"/>
                      <a:pt x="1" y="4"/>
                    </a:cubicBezTo>
                    <a:cubicBezTo>
                      <a:pt x="0" y="2"/>
                      <a:pt x="0" y="2"/>
                      <a:pt x="0" y="2"/>
                    </a:cubicBezTo>
                    <a:cubicBezTo>
                      <a:pt x="13" y="0"/>
                      <a:pt x="13" y="0"/>
                      <a:pt x="13" y="0"/>
                    </a:cubicBezTo>
                    <a:cubicBezTo>
                      <a:pt x="13" y="6"/>
                      <a:pt x="13" y="6"/>
                      <a:pt x="13" y="6"/>
                    </a:cubicBezTo>
                    <a:cubicBezTo>
                      <a:pt x="15" y="4"/>
                      <a:pt x="19" y="0"/>
                      <a:pt x="24" y="0"/>
                    </a:cubicBezTo>
                    <a:cubicBezTo>
                      <a:pt x="29" y="0"/>
                      <a:pt x="33" y="4"/>
                      <a:pt x="33" y="10"/>
                    </a:cubicBezTo>
                    <a:cubicBezTo>
                      <a:pt x="33" y="29"/>
                      <a:pt x="33" y="29"/>
                      <a:pt x="33" y="29"/>
                    </a:cubicBezTo>
                    <a:cubicBezTo>
                      <a:pt x="33" y="31"/>
                      <a:pt x="34" y="33"/>
                      <a:pt x="36" y="33"/>
                    </a:cubicBezTo>
                    <a:cubicBezTo>
                      <a:pt x="38" y="33"/>
                      <a:pt x="38" y="33"/>
                      <a:pt x="38" y="33"/>
                    </a:cubicBezTo>
                    <a:cubicBezTo>
                      <a:pt x="38" y="35"/>
                      <a:pt x="38" y="35"/>
                      <a:pt x="38" y="35"/>
                    </a:cubicBezTo>
                    <a:cubicBezTo>
                      <a:pt x="26" y="35"/>
                      <a:pt x="26" y="35"/>
                      <a:pt x="26" y="35"/>
                    </a:cubicBezTo>
                    <a:cubicBezTo>
                      <a:pt x="26" y="11"/>
                      <a:pt x="26" y="11"/>
                      <a:pt x="26" y="11"/>
                    </a:cubicBezTo>
                    <a:cubicBezTo>
                      <a:pt x="26" y="6"/>
                      <a:pt x="22" y="4"/>
                      <a:pt x="20" y="4"/>
                    </a:cubicBezTo>
                    <a:cubicBezTo>
                      <a:pt x="17" y="4"/>
                      <a:pt x="14" y="8"/>
                      <a:pt x="13" y="9"/>
                    </a:cubicBezTo>
                    <a:cubicBezTo>
                      <a:pt x="13" y="29"/>
                      <a:pt x="13" y="29"/>
                      <a:pt x="13" y="29"/>
                    </a:cubicBezTo>
                    <a:cubicBezTo>
                      <a:pt x="13" y="33"/>
                      <a:pt x="16" y="33"/>
                      <a:pt x="18" y="33"/>
                    </a:cubicBezTo>
                    <a:cubicBezTo>
                      <a:pt x="18" y="35"/>
                      <a:pt x="18" y="35"/>
                      <a:pt x="18" y="35"/>
                    </a:cubicBezTo>
                    <a:cubicBezTo>
                      <a:pt x="1" y="35"/>
                      <a:pt x="1" y="35"/>
                      <a:pt x="1" y="35"/>
                    </a:cubicBezTo>
                    <a:lnTo>
                      <a:pt x="1" y="33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140" name="ï$ḻîḍe"/>
              <p:cNvSpPr/>
              <p:nvPr/>
            </p:nvSpPr>
            <p:spPr bwMode="auto">
              <a:xfrm>
                <a:off x="7188200" y="4016376"/>
                <a:ext cx="100012" cy="290513"/>
              </a:xfrm>
              <a:custGeom>
                <a:avLst/>
                <a:gdLst>
                  <a:gd name="T0" fmla="*/ 0 w 19"/>
                  <a:gd name="T1" fmla="*/ 51 h 53"/>
                  <a:gd name="T2" fmla="*/ 2 w 19"/>
                  <a:gd name="T3" fmla="*/ 51 h 53"/>
                  <a:gd name="T4" fmla="*/ 6 w 19"/>
                  <a:gd name="T5" fmla="*/ 47 h 53"/>
                  <a:gd name="T6" fmla="*/ 6 w 19"/>
                  <a:gd name="T7" fmla="*/ 26 h 53"/>
                  <a:gd name="T8" fmla="*/ 3 w 19"/>
                  <a:gd name="T9" fmla="*/ 22 h 53"/>
                  <a:gd name="T10" fmla="*/ 1 w 19"/>
                  <a:gd name="T11" fmla="*/ 23 h 53"/>
                  <a:gd name="T12" fmla="*/ 0 w 19"/>
                  <a:gd name="T13" fmla="*/ 21 h 53"/>
                  <a:gd name="T14" fmla="*/ 13 w 19"/>
                  <a:gd name="T15" fmla="*/ 18 h 53"/>
                  <a:gd name="T16" fmla="*/ 13 w 19"/>
                  <a:gd name="T17" fmla="*/ 47 h 53"/>
                  <a:gd name="T18" fmla="*/ 17 w 19"/>
                  <a:gd name="T19" fmla="*/ 51 h 53"/>
                  <a:gd name="T20" fmla="*/ 19 w 19"/>
                  <a:gd name="T21" fmla="*/ 51 h 53"/>
                  <a:gd name="T22" fmla="*/ 19 w 19"/>
                  <a:gd name="T23" fmla="*/ 53 h 53"/>
                  <a:gd name="T24" fmla="*/ 0 w 19"/>
                  <a:gd name="T25" fmla="*/ 53 h 53"/>
                  <a:gd name="T26" fmla="*/ 0 w 19"/>
                  <a:gd name="T27" fmla="*/ 51 h 53"/>
                  <a:gd name="T28" fmla="*/ 15 w 19"/>
                  <a:gd name="T29" fmla="*/ 5 h 53"/>
                  <a:gd name="T30" fmla="*/ 9 w 19"/>
                  <a:gd name="T31" fmla="*/ 10 h 53"/>
                  <a:gd name="T32" fmla="*/ 4 w 19"/>
                  <a:gd name="T33" fmla="*/ 5 h 53"/>
                  <a:gd name="T34" fmla="*/ 9 w 19"/>
                  <a:gd name="T35" fmla="*/ 0 h 53"/>
                  <a:gd name="T36" fmla="*/ 15 w 19"/>
                  <a:gd name="T37" fmla="*/ 5 h 53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</a:cxnLst>
                <a:rect l="0" t="0" r="r" b="b"/>
                <a:pathLst>
                  <a:path w="19" h="53">
                    <a:moveTo>
                      <a:pt x="0" y="51"/>
                    </a:moveTo>
                    <a:cubicBezTo>
                      <a:pt x="2" y="51"/>
                      <a:pt x="2" y="51"/>
                      <a:pt x="2" y="51"/>
                    </a:cubicBezTo>
                    <a:cubicBezTo>
                      <a:pt x="4" y="51"/>
                      <a:pt x="6" y="49"/>
                      <a:pt x="6" y="47"/>
                    </a:cubicBezTo>
                    <a:cubicBezTo>
                      <a:pt x="6" y="26"/>
                      <a:pt x="6" y="26"/>
                      <a:pt x="6" y="26"/>
                    </a:cubicBezTo>
                    <a:cubicBezTo>
                      <a:pt x="6" y="24"/>
                      <a:pt x="5" y="22"/>
                      <a:pt x="3" y="22"/>
                    </a:cubicBezTo>
                    <a:cubicBezTo>
                      <a:pt x="3" y="22"/>
                      <a:pt x="2" y="22"/>
                      <a:pt x="1" y="23"/>
                    </a:cubicBezTo>
                    <a:cubicBezTo>
                      <a:pt x="0" y="21"/>
                      <a:pt x="0" y="21"/>
                      <a:pt x="0" y="21"/>
                    </a:cubicBezTo>
                    <a:cubicBezTo>
                      <a:pt x="13" y="18"/>
                      <a:pt x="13" y="18"/>
                      <a:pt x="13" y="18"/>
                    </a:cubicBezTo>
                    <a:cubicBezTo>
                      <a:pt x="13" y="47"/>
                      <a:pt x="13" y="47"/>
                      <a:pt x="13" y="47"/>
                    </a:cubicBezTo>
                    <a:cubicBezTo>
                      <a:pt x="13" y="50"/>
                      <a:pt x="14" y="51"/>
                      <a:pt x="17" y="51"/>
                    </a:cubicBezTo>
                    <a:cubicBezTo>
                      <a:pt x="19" y="51"/>
                      <a:pt x="19" y="51"/>
                      <a:pt x="19" y="51"/>
                    </a:cubicBezTo>
                    <a:cubicBezTo>
                      <a:pt x="19" y="53"/>
                      <a:pt x="19" y="53"/>
                      <a:pt x="19" y="53"/>
                    </a:cubicBezTo>
                    <a:cubicBezTo>
                      <a:pt x="0" y="53"/>
                      <a:pt x="0" y="53"/>
                      <a:pt x="0" y="53"/>
                    </a:cubicBezTo>
                    <a:lnTo>
                      <a:pt x="0" y="51"/>
                    </a:lnTo>
                    <a:close/>
                    <a:moveTo>
                      <a:pt x="15" y="5"/>
                    </a:moveTo>
                    <a:cubicBezTo>
                      <a:pt x="15" y="7"/>
                      <a:pt x="12" y="10"/>
                      <a:pt x="9" y="10"/>
                    </a:cubicBezTo>
                    <a:cubicBezTo>
                      <a:pt x="7" y="10"/>
                      <a:pt x="4" y="7"/>
                      <a:pt x="4" y="5"/>
                    </a:cubicBezTo>
                    <a:cubicBezTo>
                      <a:pt x="4" y="2"/>
                      <a:pt x="7" y="0"/>
                      <a:pt x="9" y="0"/>
                    </a:cubicBezTo>
                    <a:cubicBezTo>
                      <a:pt x="12" y="0"/>
                      <a:pt x="15" y="2"/>
                      <a:pt x="15" y="5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141" name="ïṣ1íḍè"/>
              <p:cNvSpPr/>
              <p:nvPr/>
            </p:nvSpPr>
            <p:spPr bwMode="auto">
              <a:xfrm>
                <a:off x="7308850" y="4119564"/>
                <a:ext cx="195262" cy="196850"/>
              </a:xfrm>
              <a:custGeom>
                <a:avLst/>
                <a:gdLst>
                  <a:gd name="T0" fmla="*/ 36 w 37"/>
                  <a:gd name="T1" fmla="*/ 3 h 36"/>
                  <a:gd name="T2" fmla="*/ 31 w 37"/>
                  <a:gd name="T3" fmla="*/ 6 h 36"/>
                  <a:gd name="T4" fmla="*/ 20 w 37"/>
                  <a:gd name="T5" fmla="*/ 36 h 36"/>
                  <a:gd name="T6" fmla="*/ 18 w 37"/>
                  <a:gd name="T7" fmla="*/ 36 h 36"/>
                  <a:gd name="T8" fmla="*/ 5 w 37"/>
                  <a:gd name="T9" fmla="*/ 7 h 36"/>
                  <a:gd name="T10" fmla="*/ 0 w 37"/>
                  <a:gd name="T11" fmla="*/ 3 h 36"/>
                  <a:gd name="T12" fmla="*/ 0 w 37"/>
                  <a:gd name="T13" fmla="*/ 0 h 36"/>
                  <a:gd name="T14" fmla="*/ 16 w 37"/>
                  <a:gd name="T15" fmla="*/ 0 h 36"/>
                  <a:gd name="T16" fmla="*/ 16 w 37"/>
                  <a:gd name="T17" fmla="*/ 3 h 36"/>
                  <a:gd name="T18" fmla="*/ 15 w 37"/>
                  <a:gd name="T19" fmla="*/ 3 h 36"/>
                  <a:gd name="T20" fmla="*/ 13 w 37"/>
                  <a:gd name="T21" fmla="*/ 5 h 36"/>
                  <a:gd name="T22" fmla="*/ 13 w 37"/>
                  <a:gd name="T23" fmla="*/ 7 h 36"/>
                  <a:gd name="T24" fmla="*/ 21 w 37"/>
                  <a:gd name="T25" fmla="*/ 25 h 36"/>
                  <a:gd name="T26" fmla="*/ 29 w 37"/>
                  <a:gd name="T27" fmla="*/ 6 h 36"/>
                  <a:gd name="T28" fmla="*/ 29 w 37"/>
                  <a:gd name="T29" fmla="*/ 5 h 36"/>
                  <a:gd name="T30" fmla="*/ 27 w 37"/>
                  <a:gd name="T31" fmla="*/ 3 h 36"/>
                  <a:gd name="T32" fmla="*/ 24 w 37"/>
                  <a:gd name="T33" fmla="*/ 3 h 36"/>
                  <a:gd name="T34" fmla="*/ 24 w 37"/>
                  <a:gd name="T35" fmla="*/ 0 h 36"/>
                  <a:gd name="T36" fmla="*/ 37 w 37"/>
                  <a:gd name="T37" fmla="*/ 0 h 36"/>
                  <a:gd name="T38" fmla="*/ 37 w 37"/>
                  <a:gd name="T39" fmla="*/ 3 h 36"/>
                  <a:gd name="T40" fmla="*/ 36 w 37"/>
                  <a:gd name="T41" fmla="*/ 3 h 3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</a:cxnLst>
                <a:rect l="0" t="0" r="r" b="b"/>
                <a:pathLst>
                  <a:path w="37" h="36">
                    <a:moveTo>
                      <a:pt x="36" y="3"/>
                    </a:moveTo>
                    <a:cubicBezTo>
                      <a:pt x="33" y="3"/>
                      <a:pt x="32" y="5"/>
                      <a:pt x="31" y="6"/>
                    </a:cubicBezTo>
                    <a:cubicBezTo>
                      <a:pt x="20" y="36"/>
                      <a:pt x="20" y="36"/>
                      <a:pt x="20" y="36"/>
                    </a:cubicBezTo>
                    <a:cubicBezTo>
                      <a:pt x="18" y="36"/>
                      <a:pt x="18" y="36"/>
                      <a:pt x="18" y="36"/>
                    </a:cubicBezTo>
                    <a:cubicBezTo>
                      <a:pt x="5" y="7"/>
                      <a:pt x="5" y="7"/>
                      <a:pt x="5" y="7"/>
                    </a:cubicBezTo>
                    <a:cubicBezTo>
                      <a:pt x="3" y="3"/>
                      <a:pt x="2" y="3"/>
                      <a:pt x="0" y="3"/>
                    </a:cubicBezTo>
                    <a:cubicBezTo>
                      <a:pt x="0" y="0"/>
                      <a:pt x="0" y="0"/>
                      <a:pt x="0" y="0"/>
                    </a:cubicBezTo>
                    <a:cubicBezTo>
                      <a:pt x="16" y="0"/>
                      <a:pt x="16" y="0"/>
                      <a:pt x="16" y="0"/>
                    </a:cubicBezTo>
                    <a:cubicBezTo>
                      <a:pt x="16" y="3"/>
                      <a:pt x="16" y="3"/>
                      <a:pt x="16" y="3"/>
                    </a:cubicBezTo>
                    <a:cubicBezTo>
                      <a:pt x="15" y="3"/>
                      <a:pt x="15" y="3"/>
                      <a:pt x="15" y="3"/>
                    </a:cubicBezTo>
                    <a:cubicBezTo>
                      <a:pt x="14" y="3"/>
                      <a:pt x="13" y="3"/>
                      <a:pt x="13" y="5"/>
                    </a:cubicBezTo>
                    <a:cubicBezTo>
                      <a:pt x="13" y="6"/>
                      <a:pt x="13" y="7"/>
                      <a:pt x="13" y="7"/>
                    </a:cubicBezTo>
                    <a:cubicBezTo>
                      <a:pt x="21" y="25"/>
                      <a:pt x="21" y="25"/>
                      <a:pt x="21" y="25"/>
                    </a:cubicBezTo>
                    <a:cubicBezTo>
                      <a:pt x="29" y="6"/>
                      <a:pt x="29" y="6"/>
                      <a:pt x="29" y="6"/>
                    </a:cubicBezTo>
                    <a:cubicBezTo>
                      <a:pt x="29" y="6"/>
                      <a:pt x="29" y="5"/>
                      <a:pt x="29" y="5"/>
                    </a:cubicBezTo>
                    <a:cubicBezTo>
                      <a:pt x="29" y="4"/>
                      <a:pt x="29" y="3"/>
                      <a:pt x="27" y="3"/>
                    </a:cubicBezTo>
                    <a:cubicBezTo>
                      <a:pt x="24" y="3"/>
                      <a:pt x="24" y="3"/>
                      <a:pt x="24" y="3"/>
                    </a:cubicBezTo>
                    <a:cubicBezTo>
                      <a:pt x="24" y="0"/>
                      <a:pt x="24" y="0"/>
                      <a:pt x="24" y="0"/>
                    </a:cubicBezTo>
                    <a:cubicBezTo>
                      <a:pt x="37" y="0"/>
                      <a:pt x="37" y="0"/>
                      <a:pt x="37" y="0"/>
                    </a:cubicBezTo>
                    <a:cubicBezTo>
                      <a:pt x="37" y="3"/>
                      <a:pt x="37" y="3"/>
                      <a:pt x="37" y="3"/>
                    </a:cubicBezTo>
                    <a:lnTo>
                      <a:pt x="36" y="3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142" name="íśliḍè"/>
              <p:cNvSpPr/>
              <p:nvPr/>
            </p:nvSpPr>
            <p:spPr bwMode="auto">
              <a:xfrm>
                <a:off x="7529513" y="4114801"/>
                <a:ext cx="163512" cy="201613"/>
              </a:xfrm>
              <a:custGeom>
                <a:avLst/>
                <a:gdLst>
                  <a:gd name="T0" fmla="*/ 16 w 31"/>
                  <a:gd name="T1" fmla="*/ 37 h 37"/>
                  <a:gd name="T2" fmla="*/ 0 w 31"/>
                  <a:gd name="T3" fmla="*/ 19 h 37"/>
                  <a:gd name="T4" fmla="*/ 16 w 31"/>
                  <a:gd name="T5" fmla="*/ 0 h 37"/>
                  <a:gd name="T6" fmla="*/ 24 w 31"/>
                  <a:gd name="T7" fmla="*/ 4 h 37"/>
                  <a:gd name="T8" fmla="*/ 30 w 31"/>
                  <a:gd name="T9" fmla="*/ 16 h 37"/>
                  <a:gd name="T10" fmla="*/ 8 w 31"/>
                  <a:gd name="T11" fmla="*/ 16 h 37"/>
                  <a:gd name="T12" fmla="*/ 18 w 31"/>
                  <a:gd name="T13" fmla="*/ 33 h 37"/>
                  <a:gd name="T14" fmla="*/ 29 w 31"/>
                  <a:gd name="T15" fmla="*/ 26 h 37"/>
                  <a:gd name="T16" fmla="*/ 31 w 31"/>
                  <a:gd name="T17" fmla="*/ 27 h 37"/>
                  <a:gd name="T18" fmla="*/ 16 w 31"/>
                  <a:gd name="T19" fmla="*/ 37 h 37"/>
                  <a:gd name="T20" fmla="*/ 16 w 31"/>
                  <a:gd name="T21" fmla="*/ 2 h 37"/>
                  <a:gd name="T22" fmla="*/ 8 w 31"/>
                  <a:gd name="T23" fmla="*/ 14 h 37"/>
                  <a:gd name="T24" fmla="*/ 22 w 31"/>
                  <a:gd name="T25" fmla="*/ 14 h 37"/>
                  <a:gd name="T26" fmla="*/ 16 w 31"/>
                  <a:gd name="T27" fmla="*/ 2 h 3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</a:cxnLst>
                <a:rect l="0" t="0" r="r" b="b"/>
                <a:pathLst>
                  <a:path w="31" h="37">
                    <a:moveTo>
                      <a:pt x="16" y="37"/>
                    </a:moveTo>
                    <a:cubicBezTo>
                      <a:pt x="7" y="37"/>
                      <a:pt x="0" y="30"/>
                      <a:pt x="0" y="19"/>
                    </a:cubicBezTo>
                    <a:cubicBezTo>
                      <a:pt x="0" y="8"/>
                      <a:pt x="7" y="0"/>
                      <a:pt x="16" y="0"/>
                    </a:cubicBezTo>
                    <a:cubicBezTo>
                      <a:pt x="20" y="0"/>
                      <a:pt x="23" y="2"/>
                      <a:pt x="24" y="4"/>
                    </a:cubicBezTo>
                    <a:cubicBezTo>
                      <a:pt x="29" y="9"/>
                      <a:pt x="29" y="14"/>
                      <a:pt x="30" y="16"/>
                    </a:cubicBezTo>
                    <a:cubicBezTo>
                      <a:pt x="8" y="16"/>
                      <a:pt x="8" y="16"/>
                      <a:pt x="8" y="16"/>
                    </a:cubicBezTo>
                    <a:cubicBezTo>
                      <a:pt x="7" y="29"/>
                      <a:pt x="13" y="33"/>
                      <a:pt x="18" y="33"/>
                    </a:cubicBezTo>
                    <a:cubicBezTo>
                      <a:pt x="23" y="33"/>
                      <a:pt x="27" y="28"/>
                      <a:pt x="29" y="26"/>
                    </a:cubicBezTo>
                    <a:cubicBezTo>
                      <a:pt x="31" y="27"/>
                      <a:pt x="31" y="27"/>
                      <a:pt x="31" y="27"/>
                    </a:cubicBezTo>
                    <a:cubicBezTo>
                      <a:pt x="29" y="30"/>
                      <a:pt x="25" y="37"/>
                      <a:pt x="16" y="37"/>
                    </a:cubicBezTo>
                    <a:close/>
                    <a:moveTo>
                      <a:pt x="16" y="2"/>
                    </a:moveTo>
                    <a:cubicBezTo>
                      <a:pt x="9" y="2"/>
                      <a:pt x="8" y="11"/>
                      <a:pt x="8" y="14"/>
                    </a:cubicBezTo>
                    <a:cubicBezTo>
                      <a:pt x="22" y="14"/>
                      <a:pt x="22" y="14"/>
                      <a:pt x="22" y="14"/>
                    </a:cubicBezTo>
                    <a:cubicBezTo>
                      <a:pt x="22" y="10"/>
                      <a:pt x="21" y="2"/>
                      <a:pt x="16" y="2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143" name="íšļiḓè"/>
              <p:cNvSpPr/>
              <p:nvPr/>
            </p:nvSpPr>
            <p:spPr bwMode="auto">
              <a:xfrm>
                <a:off x="7713663" y="4114801"/>
                <a:ext cx="173037" cy="192088"/>
              </a:xfrm>
              <a:custGeom>
                <a:avLst/>
                <a:gdLst>
                  <a:gd name="T0" fmla="*/ 14 w 33"/>
                  <a:gd name="T1" fmla="*/ 7 h 35"/>
                  <a:gd name="T2" fmla="*/ 26 w 33"/>
                  <a:gd name="T3" fmla="*/ 0 h 35"/>
                  <a:gd name="T4" fmla="*/ 33 w 33"/>
                  <a:gd name="T5" fmla="*/ 5 h 35"/>
                  <a:gd name="T6" fmla="*/ 28 w 33"/>
                  <a:gd name="T7" fmla="*/ 11 h 35"/>
                  <a:gd name="T8" fmla="*/ 23 w 33"/>
                  <a:gd name="T9" fmla="*/ 6 h 35"/>
                  <a:gd name="T10" fmla="*/ 22 w 33"/>
                  <a:gd name="T11" fmla="*/ 5 h 35"/>
                  <a:gd name="T12" fmla="*/ 14 w 33"/>
                  <a:gd name="T13" fmla="*/ 14 h 35"/>
                  <a:gd name="T14" fmla="*/ 14 w 33"/>
                  <a:gd name="T15" fmla="*/ 28 h 35"/>
                  <a:gd name="T16" fmla="*/ 19 w 33"/>
                  <a:gd name="T17" fmla="*/ 33 h 35"/>
                  <a:gd name="T18" fmla="*/ 21 w 33"/>
                  <a:gd name="T19" fmla="*/ 33 h 35"/>
                  <a:gd name="T20" fmla="*/ 21 w 33"/>
                  <a:gd name="T21" fmla="*/ 35 h 35"/>
                  <a:gd name="T22" fmla="*/ 0 w 33"/>
                  <a:gd name="T23" fmla="*/ 35 h 35"/>
                  <a:gd name="T24" fmla="*/ 0 w 33"/>
                  <a:gd name="T25" fmla="*/ 33 h 35"/>
                  <a:gd name="T26" fmla="*/ 1 w 33"/>
                  <a:gd name="T27" fmla="*/ 33 h 35"/>
                  <a:gd name="T28" fmla="*/ 7 w 33"/>
                  <a:gd name="T29" fmla="*/ 28 h 35"/>
                  <a:gd name="T30" fmla="*/ 7 w 33"/>
                  <a:gd name="T31" fmla="*/ 8 h 35"/>
                  <a:gd name="T32" fmla="*/ 4 w 33"/>
                  <a:gd name="T33" fmla="*/ 5 h 35"/>
                  <a:gd name="T34" fmla="*/ 1 w 33"/>
                  <a:gd name="T35" fmla="*/ 5 h 35"/>
                  <a:gd name="T36" fmla="*/ 0 w 33"/>
                  <a:gd name="T37" fmla="*/ 4 h 35"/>
                  <a:gd name="T38" fmla="*/ 14 w 33"/>
                  <a:gd name="T39" fmla="*/ 0 h 35"/>
                  <a:gd name="T40" fmla="*/ 14 w 33"/>
                  <a:gd name="T41" fmla="*/ 7 h 35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</a:cxnLst>
                <a:rect l="0" t="0" r="r" b="b"/>
                <a:pathLst>
                  <a:path w="33" h="35">
                    <a:moveTo>
                      <a:pt x="14" y="7"/>
                    </a:moveTo>
                    <a:cubicBezTo>
                      <a:pt x="16" y="4"/>
                      <a:pt x="19" y="0"/>
                      <a:pt x="26" y="0"/>
                    </a:cubicBezTo>
                    <a:cubicBezTo>
                      <a:pt x="31" y="0"/>
                      <a:pt x="33" y="2"/>
                      <a:pt x="33" y="5"/>
                    </a:cubicBezTo>
                    <a:cubicBezTo>
                      <a:pt x="33" y="8"/>
                      <a:pt x="31" y="11"/>
                      <a:pt x="28" y="11"/>
                    </a:cubicBezTo>
                    <a:cubicBezTo>
                      <a:pt x="25" y="11"/>
                      <a:pt x="23" y="9"/>
                      <a:pt x="23" y="6"/>
                    </a:cubicBezTo>
                    <a:cubicBezTo>
                      <a:pt x="23" y="5"/>
                      <a:pt x="23" y="5"/>
                      <a:pt x="22" y="5"/>
                    </a:cubicBezTo>
                    <a:cubicBezTo>
                      <a:pt x="17" y="5"/>
                      <a:pt x="15" y="12"/>
                      <a:pt x="14" y="14"/>
                    </a:cubicBezTo>
                    <a:cubicBezTo>
                      <a:pt x="14" y="28"/>
                      <a:pt x="14" y="28"/>
                      <a:pt x="14" y="28"/>
                    </a:cubicBezTo>
                    <a:cubicBezTo>
                      <a:pt x="14" y="32"/>
                      <a:pt x="16" y="33"/>
                      <a:pt x="19" y="33"/>
                    </a:cubicBezTo>
                    <a:cubicBezTo>
                      <a:pt x="21" y="33"/>
                      <a:pt x="21" y="33"/>
                      <a:pt x="21" y="33"/>
                    </a:cubicBezTo>
                    <a:cubicBezTo>
                      <a:pt x="21" y="35"/>
                      <a:pt x="21" y="35"/>
                      <a:pt x="21" y="35"/>
                    </a:cubicBezTo>
                    <a:cubicBezTo>
                      <a:pt x="0" y="35"/>
                      <a:pt x="0" y="35"/>
                      <a:pt x="0" y="35"/>
                    </a:cubicBezTo>
                    <a:cubicBezTo>
                      <a:pt x="0" y="33"/>
                      <a:pt x="0" y="33"/>
                      <a:pt x="0" y="33"/>
                    </a:cubicBezTo>
                    <a:cubicBezTo>
                      <a:pt x="1" y="33"/>
                      <a:pt x="1" y="33"/>
                      <a:pt x="1" y="33"/>
                    </a:cubicBezTo>
                    <a:cubicBezTo>
                      <a:pt x="5" y="33"/>
                      <a:pt x="7" y="32"/>
                      <a:pt x="7" y="28"/>
                    </a:cubicBezTo>
                    <a:cubicBezTo>
                      <a:pt x="7" y="8"/>
                      <a:pt x="7" y="8"/>
                      <a:pt x="7" y="8"/>
                    </a:cubicBezTo>
                    <a:cubicBezTo>
                      <a:pt x="7" y="5"/>
                      <a:pt x="5" y="5"/>
                      <a:pt x="4" y="5"/>
                    </a:cubicBezTo>
                    <a:cubicBezTo>
                      <a:pt x="2" y="5"/>
                      <a:pt x="1" y="5"/>
                      <a:pt x="1" y="5"/>
                    </a:cubicBezTo>
                    <a:cubicBezTo>
                      <a:pt x="0" y="4"/>
                      <a:pt x="0" y="4"/>
                      <a:pt x="0" y="4"/>
                    </a:cubicBezTo>
                    <a:cubicBezTo>
                      <a:pt x="14" y="0"/>
                      <a:pt x="14" y="0"/>
                      <a:pt x="14" y="0"/>
                    </a:cubicBezTo>
                    <a:lnTo>
                      <a:pt x="14" y="7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144" name="i$lïḓê"/>
              <p:cNvSpPr/>
              <p:nvPr/>
            </p:nvSpPr>
            <p:spPr bwMode="auto">
              <a:xfrm>
                <a:off x="7902575" y="4114801"/>
                <a:ext cx="142875" cy="201613"/>
              </a:xfrm>
              <a:custGeom>
                <a:avLst/>
                <a:gdLst>
                  <a:gd name="T0" fmla="*/ 16 w 27"/>
                  <a:gd name="T1" fmla="*/ 37 h 37"/>
                  <a:gd name="T2" fmla="*/ 12 w 27"/>
                  <a:gd name="T3" fmla="*/ 36 h 37"/>
                  <a:gd name="T4" fmla="*/ 8 w 27"/>
                  <a:gd name="T5" fmla="*/ 35 h 37"/>
                  <a:gd name="T6" fmla="*/ 4 w 27"/>
                  <a:gd name="T7" fmla="*/ 37 h 37"/>
                  <a:gd name="T8" fmla="*/ 0 w 27"/>
                  <a:gd name="T9" fmla="*/ 25 h 37"/>
                  <a:gd name="T10" fmla="*/ 3 w 27"/>
                  <a:gd name="T11" fmla="*/ 24 h 37"/>
                  <a:gd name="T12" fmla="*/ 6 w 27"/>
                  <a:gd name="T13" fmla="*/ 29 h 37"/>
                  <a:gd name="T14" fmla="*/ 16 w 27"/>
                  <a:gd name="T15" fmla="*/ 34 h 37"/>
                  <a:gd name="T16" fmla="*/ 22 w 27"/>
                  <a:gd name="T17" fmla="*/ 29 h 37"/>
                  <a:gd name="T18" fmla="*/ 12 w 27"/>
                  <a:gd name="T19" fmla="*/ 21 h 37"/>
                  <a:gd name="T20" fmla="*/ 2 w 27"/>
                  <a:gd name="T21" fmla="*/ 10 h 37"/>
                  <a:gd name="T22" fmla="*/ 12 w 27"/>
                  <a:gd name="T23" fmla="*/ 0 h 37"/>
                  <a:gd name="T24" fmla="*/ 16 w 27"/>
                  <a:gd name="T25" fmla="*/ 1 h 37"/>
                  <a:gd name="T26" fmla="*/ 20 w 27"/>
                  <a:gd name="T27" fmla="*/ 1 h 37"/>
                  <a:gd name="T28" fmla="*/ 24 w 27"/>
                  <a:gd name="T29" fmla="*/ 0 h 37"/>
                  <a:gd name="T30" fmla="*/ 27 w 27"/>
                  <a:gd name="T31" fmla="*/ 11 h 37"/>
                  <a:gd name="T32" fmla="*/ 25 w 27"/>
                  <a:gd name="T33" fmla="*/ 12 h 37"/>
                  <a:gd name="T34" fmla="*/ 13 w 27"/>
                  <a:gd name="T35" fmla="*/ 3 h 37"/>
                  <a:gd name="T36" fmla="*/ 8 w 27"/>
                  <a:gd name="T37" fmla="*/ 7 h 37"/>
                  <a:gd name="T38" fmla="*/ 16 w 27"/>
                  <a:gd name="T39" fmla="*/ 14 h 37"/>
                  <a:gd name="T40" fmla="*/ 27 w 27"/>
                  <a:gd name="T41" fmla="*/ 26 h 37"/>
                  <a:gd name="T42" fmla="*/ 16 w 27"/>
                  <a:gd name="T43" fmla="*/ 37 h 3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</a:cxnLst>
                <a:rect l="0" t="0" r="r" b="b"/>
                <a:pathLst>
                  <a:path w="27" h="37">
                    <a:moveTo>
                      <a:pt x="16" y="37"/>
                    </a:moveTo>
                    <a:cubicBezTo>
                      <a:pt x="15" y="37"/>
                      <a:pt x="14" y="37"/>
                      <a:pt x="12" y="36"/>
                    </a:cubicBezTo>
                    <a:cubicBezTo>
                      <a:pt x="12" y="36"/>
                      <a:pt x="8" y="35"/>
                      <a:pt x="8" y="35"/>
                    </a:cubicBezTo>
                    <a:cubicBezTo>
                      <a:pt x="6" y="35"/>
                      <a:pt x="5" y="36"/>
                      <a:pt x="4" y="37"/>
                    </a:cubicBezTo>
                    <a:cubicBezTo>
                      <a:pt x="0" y="25"/>
                      <a:pt x="0" y="25"/>
                      <a:pt x="0" y="25"/>
                    </a:cubicBezTo>
                    <a:cubicBezTo>
                      <a:pt x="3" y="24"/>
                      <a:pt x="3" y="24"/>
                      <a:pt x="3" y="24"/>
                    </a:cubicBezTo>
                    <a:cubicBezTo>
                      <a:pt x="4" y="27"/>
                      <a:pt x="5" y="28"/>
                      <a:pt x="6" y="29"/>
                    </a:cubicBezTo>
                    <a:cubicBezTo>
                      <a:pt x="8" y="32"/>
                      <a:pt x="12" y="34"/>
                      <a:pt x="16" y="34"/>
                    </a:cubicBezTo>
                    <a:cubicBezTo>
                      <a:pt x="19" y="34"/>
                      <a:pt x="22" y="32"/>
                      <a:pt x="22" y="29"/>
                    </a:cubicBezTo>
                    <a:cubicBezTo>
                      <a:pt x="22" y="26"/>
                      <a:pt x="21" y="25"/>
                      <a:pt x="12" y="21"/>
                    </a:cubicBezTo>
                    <a:cubicBezTo>
                      <a:pt x="6" y="18"/>
                      <a:pt x="2" y="15"/>
                      <a:pt x="2" y="10"/>
                    </a:cubicBezTo>
                    <a:cubicBezTo>
                      <a:pt x="2" y="5"/>
                      <a:pt x="6" y="0"/>
                      <a:pt x="12" y="0"/>
                    </a:cubicBezTo>
                    <a:cubicBezTo>
                      <a:pt x="13" y="0"/>
                      <a:pt x="14" y="0"/>
                      <a:pt x="16" y="1"/>
                    </a:cubicBezTo>
                    <a:cubicBezTo>
                      <a:pt x="18" y="1"/>
                      <a:pt x="19" y="1"/>
                      <a:pt x="20" y="1"/>
                    </a:cubicBezTo>
                    <a:cubicBezTo>
                      <a:pt x="20" y="1"/>
                      <a:pt x="22" y="1"/>
                      <a:pt x="24" y="0"/>
                    </a:cubicBezTo>
                    <a:cubicBezTo>
                      <a:pt x="27" y="11"/>
                      <a:pt x="27" y="11"/>
                      <a:pt x="27" y="11"/>
                    </a:cubicBezTo>
                    <a:cubicBezTo>
                      <a:pt x="25" y="12"/>
                      <a:pt x="25" y="12"/>
                      <a:pt x="25" y="12"/>
                    </a:cubicBezTo>
                    <a:cubicBezTo>
                      <a:pt x="24" y="9"/>
                      <a:pt x="21" y="3"/>
                      <a:pt x="13" y="3"/>
                    </a:cubicBezTo>
                    <a:cubicBezTo>
                      <a:pt x="10" y="3"/>
                      <a:pt x="8" y="4"/>
                      <a:pt x="8" y="7"/>
                    </a:cubicBezTo>
                    <a:cubicBezTo>
                      <a:pt x="8" y="9"/>
                      <a:pt x="9" y="10"/>
                      <a:pt x="16" y="14"/>
                    </a:cubicBezTo>
                    <a:cubicBezTo>
                      <a:pt x="25" y="18"/>
                      <a:pt x="27" y="21"/>
                      <a:pt x="27" y="26"/>
                    </a:cubicBezTo>
                    <a:cubicBezTo>
                      <a:pt x="27" y="33"/>
                      <a:pt x="22" y="37"/>
                      <a:pt x="16" y="37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145" name="iś1ïḍé"/>
              <p:cNvSpPr/>
              <p:nvPr/>
            </p:nvSpPr>
            <p:spPr bwMode="auto">
              <a:xfrm>
                <a:off x="8070850" y="4016376"/>
                <a:ext cx="100012" cy="290513"/>
              </a:xfrm>
              <a:custGeom>
                <a:avLst/>
                <a:gdLst>
                  <a:gd name="T0" fmla="*/ 0 w 19"/>
                  <a:gd name="T1" fmla="*/ 51 h 53"/>
                  <a:gd name="T2" fmla="*/ 2 w 19"/>
                  <a:gd name="T3" fmla="*/ 51 h 53"/>
                  <a:gd name="T4" fmla="*/ 6 w 19"/>
                  <a:gd name="T5" fmla="*/ 47 h 53"/>
                  <a:gd name="T6" fmla="*/ 6 w 19"/>
                  <a:gd name="T7" fmla="*/ 26 h 53"/>
                  <a:gd name="T8" fmla="*/ 3 w 19"/>
                  <a:gd name="T9" fmla="*/ 22 h 53"/>
                  <a:gd name="T10" fmla="*/ 1 w 19"/>
                  <a:gd name="T11" fmla="*/ 23 h 53"/>
                  <a:gd name="T12" fmla="*/ 0 w 19"/>
                  <a:gd name="T13" fmla="*/ 21 h 53"/>
                  <a:gd name="T14" fmla="*/ 13 w 19"/>
                  <a:gd name="T15" fmla="*/ 18 h 53"/>
                  <a:gd name="T16" fmla="*/ 13 w 19"/>
                  <a:gd name="T17" fmla="*/ 47 h 53"/>
                  <a:gd name="T18" fmla="*/ 17 w 19"/>
                  <a:gd name="T19" fmla="*/ 51 h 53"/>
                  <a:gd name="T20" fmla="*/ 19 w 19"/>
                  <a:gd name="T21" fmla="*/ 51 h 53"/>
                  <a:gd name="T22" fmla="*/ 19 w 19"/>
                  <a:gd name="T23" fmla="*/ 53 h 53"/>
                  <a:gd name="T24" fmla="*/ 0 w 19"/>
                  <a:gd name="T25" fmla="*/ 53 h 53"/>
                  <a:gd name="T26" fmla="*/ 0 w 19"/>
                  <a:gd name="T27" fmla="*/ 51 h 53"/>
                  <a:gd name="T28" fmla="*/ 15 w 19"/>
                  <a:gd name="T29" fmla="*/ 5 h 53"/>
                  <a:gd name="T30" fmla="*/ 9 w 19"/>
                  <a:gd name="T31" fmla="*/ 10 h 53"/>
                  <a:gd name="T32" fmla="*/ 4 w 19"/>
                  <a:gd name="T33" fmla="*/ 5 h 53"/>
                  <a:gd name="T34" fmla="*/ 9 w 19"/>
                  <a:gd name="T35" fmla="*/ 0 h 53"/>
                  <a:gd name="T36" fmla="*/ 15 w 19"/>
                  <a:gd name="T37" fmla="*/ 5 h 53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</a:cxnLst>
                <a:rect l="0" t="0" r="r" b="b"/>
                <a:pathLst>
                  <a:path w="19" h="53">
                    <a:moveTo>
                      <a:pt x="0" y="51"/>
                    </a:moveTo>
                    <a:cubicBezTo>
                      <a:pt x="2" y="51"/>
                      <a:pt x="2" y="51"/>
                      <a:pt x="2" y="51"/>
                    </a:cubicBezTo>
                    <a:cubicBezTo>
                      <a:pt x="4" y="51"/>
                      <a:pt x="6" y="49"/>
                      <a:pt x="6" y="47"/>
                    </a:cubicBezTo>
                    <a:cubicBezTo>
                      <a:pt x="6" y="26"/>
                      <a:pt x="6" y="26"/>
                      <a:pt x="6" y="26"/>
                    </a:cubicBezTo>
                    <a:cubicBezTo>
                      <a:pt x="6" y="24"/>
                      <a:pt x="5" y="22"/>
                      <a:pt x="3" y="22"/>
                    </a:cubicBezTo>
                    <a:cubicBezTo>
                      <a:pt x="3" y="22"/>
                      <a:pt x="2" y="22"/>
                      <a:pt x="1" y="23"/>
                    </a:cubicBezTo>
                    <a:cubicBezTo>
                      <a:pt x="0" y="21"/>
                      <a:pt x="0" y="21"/>
                      <a:pt x="0" y="21"/>
                    </a:cubicBezTo>
                    <a:cubicBezTo>
                      <a:pt x="13" y="18"/>
                      <a:pt x="13" y="18"/>
                      <a:pt x="13" y="18"/>
                    </a:cubicBezTo>
                    <a:cubicBezTo>
                      <a:pt x="13" y="47"/>
                      <a:pt x="13" y="47"/>
                      <a:pt x="13" y="47"/>
                    </a:cubicBezTo>
                    <a:cubicBezTo>
                      <a:pt x="13" y="50"/>
                      <a:pt x="14" y="51"/>
                      <a:pt x="17" y="51"/>
                    </a:cubicBezTo>
                    <a:cubicBezTo>
                      <a:pt x="19" y="51"/>
                      <a:pt x="19" y="51"/>
                      <a:pt x="19" y="51"/>
                    </a:cubicBezTo>
                    <a:cubicBezTo>
                      <a:pt x="19" y="53"/>
                      <a:pt x="19" y="53"/>
                      <a:pt x="19" y="53"/>
                    </a:cubicBezTo>
                    <a:cubicBezTo>
                      <a:pt x="0" y="53"/>
                      <a:pt x="0" y="53"/>
                      <a:pt x="0" y="53"/>
                    </a:cubicBezTo>
                    <a:lnTo>
                      <a:pt x="0" y="51"/>
                    </a:lnTo>
                    <a:close/>
                    <a:moveTo>
                      <a:pt x="15" y="5"/>
                    </a:moveTo>
                    <a:cubicBezTo>
                      <a:pt x="15" y="7"/>
                      <a:pt x="12" y="10"/>
                      <a:pt x="9" y="10"/>
                    </a:cubicBezTo>
                    <a:cubicBezTo>
                      <a:pt x="7" y="10"/>
                      <a:pt x="4" y="7"/>
                      <a:pt x="4" y="5"/>
                    </a:cubicBezTo>
                    <a:cubicBezTo>
                      <a:pt x="4" y="2"/>
                      <a:pt x="7" y="0"/>
                      <a:pt x="9" y="0"/>
                    </a:cubicBezTo>
                    <a:cubicBezTo>
                      <a:pt x="12" y="0"/>
                      <a:pt x="15" y="2"/>
                      <a:pt x="15" y="5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146" name="íşļîḓé"/>
              <p:cNvSpPr/>
              <p:nvPr/>
            </p:nvSpPr>
            <p:spPr bwMode="auto">
              <a:xfrm>
                <a:off x="8186738" y="4054476"/>
                <a:ext cx="127000" cy="261938"/>
              </a:xfrm>
              <a:custGeom>
                <a:avLst/>
                <a:gdLst>
                  <a:gd name="T0" fmla="*/ 0 w 24"/>
                  <a:gd name="T1" fmla="*/ 15 h 48"/>
                  <a:gd name="T2" fmla="*/ 0 w 24"/>
                  <a:gd name="T3" fmla="*/ 12 h 48"/>
                  <a:gd name="T4" fmla="*/ 11 w 24"/>
                  <a:gd name="T5" fmla="*/ 3 h 48"/>
                  <a:gd name="T6" fmla="*/ 11 w 24"/>
                  <a:gd name="T7" fmla="*/ 0 h 48"/>
                  <a:gd name="T8" fmla="*/ 14 w 24"/>
                  <a:gd name="T9" fmla="*/ 0 h 48"/>
                  <a:gd name="T10" fmla="*/ 14 w 24"/>
                  <a:gd name="T11" fmla="*/ 12 h 48"/>
                  <a:gd name="T12" fmla="*/ 24 w 24"/>
                  <a:gd name="T13" fmla="*/ 12 h 48"/>
                  <a:gd name="T14" fmla="*/ 24 w 24"/>
                  <a:gd name="T15" fmla="*/ 15 h 48"/>
                  <a:gd name="T16" fmla="*/ 14 w 24"/>
                  <a:gd name="T17" fmla="*/ 15 h 48"/>
                  <a:gd name="T18" fmla="*/ 14 w 24"/>
                  <a:gd name="T19" fmla="*/ 39 h 48"/>
                  <a:gd name="T20" fmla="*/ 18 w 24"/>
                  <a:gd name="T21" fmla="*/ 44 h 48"/>
                  <a:gd name="T22" fmla="*/ 23 w 24"/>
                  <a:gd name="T23" fmla="*/ 41 h 48"/>
                  <a:gd name="T24" fmla="*/ 24 w 24"/>
                  <a:gd name="T25" fmla="*/ 42 h 48"/>
                  <a:gd name="T26" fmla="*/ 14 w 24"/>
                  <a:gd name="T27" fmla="*/ 48 h 48"/>
                  <a:gd name="T28" fmla="*/ 6 w 24"/>
                  <a:gd name="T29" fmla="*/ 39 h 48"/>
                  <a:gd name="T30" fmla="*/ 6 w 24"/>
                  <a:gd name="T31" fmla="*/ 15 h 48"/>
                  <a:gd name="T32" fmla="*/ 0 w 24"/>
                  <a:gd name="T33" fmla="*/ 15 h 4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</a:cxnLst>
                <a:rect l="0" t="0" r="r" b="b"/>
                <a:pathLst>
                  <a:path w="24" h="48">
                    <a:moveTo>
                      <a:pt x="0" y="15"/>
                    </a:moveTo>
                    <a:cubicBezTo>
                      <a:pt x="0" y="12"/>
                      <a:pt x="0" y="12"/>
                      <a:pt x="0" y="12"/>
                    </a:cubicBezTo>
                    <a:cubicBezTo>
                      <a:pt x="10" y="12"/>
                      <a:pt x="11" y="4"/>
                      <a:pt x="11" y="3"/>
                    </a:cubicBezTo>
                    <a:cubicBezTo>
                      <a:pt x="11" y="0"/>
                      <a:pt x="11" y="0"/>
                      <a:pt x="11" y="0"/>
                    </a:cubicBezTo>
                    <a:cubicBezTo>
                      <a:pt x="14" y="0"/>
                      <a:pt x="14" y="0"/>
                      <a:pt x="14" y="0"/>
                    </a:cubicBezTo>
                    <a:cubicBezTo>
                      <a:pt x="14" y="12"/>
                      <a:pt x="14" y="12"/>
                      <a:pt x="14" y="12"/>
                    </a:cubicBezTo>
                    <a:cubicBezTo>
                      <a:pt x="24" y="12"/>
                      <a:pt x="24" y="12"/>
                      <a:pt x="24" y="12"/>
                    </a:cubicBezTo>
                    <a:cubicBezTo>
                      <a:pt x="24" y="15"/>
                      <a:pt x="24" y="15"/>
                      <a:pt x="24" y="15"/>
                    </a:cubicBezTo>
                    <a:cubicBezTo>
                      <a:pt x="14" y="15"/>
                      <a:pt x="14" y="15"/>
                      <a:pt x="14" y="15"/>
                    </a:cubicBezTo>
                    <a:cubicBezTo>
                      <a:pt x="14" y="39"/>
                      <a:pt x="14" y="39"/>
                      <a:pt x="14" y="39"/>
                    </a:cubicBezTo>
                    <a:cubicBezTo>
                      <a:pt x="14" y="43"/>
                      <a:pt x="16" y="44"/>
                      <a:pt x="18" y="44"/>
                    </a:cubicBezTo>
                    <a:cubicBezTo>
                      <a:pt x="20" y="44"/>
                      <a:pt x="21" y="42"/>
                      <a:pt x="23" y="41"/>
                    </a:cubicBezTo>
                    <a:cubicBezTo>
                      <a:pt x="24" y="42"/>
                      <a:pt x="24" y="42"/>
                      <a:pt x="24" y="42"/>
                    </a:cubicBezTo>
                    <a:cubicBezTo>
                      <a:pt x="22" y="45"/>
                      <a:pt x="19" y="48"/>
                      <a:pt x="14" y="48"/>
                    </a:cubicBezTo>
                    <a:cubicBezTo>
                      <a:pt x="9" y="48"/>
                      <a:pt x="6" y="44"/>
                      <a:pt x="6" y="39"/>
                    </a:cubicBezTo>
                    <a:cubicBezTo>
                      <a:pt x="6" y="15"/>
                      <a:pt x="6" y="15"/>
                      <a:pt x="6" y="15"/>
                    </a:cubicBezTo>
                    <a:lnTo>
                      <a:pt x="0" y="15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147" name="ïṡḻîḑè"/>
              <p:cNvSpPr/>
              <p:nvPr/>
            </p:nvSpPr>
            <p:spPr bwMode="auto">
              <a:xfrm>
                <a:off x="8329613" y="4119564"/>
                <a:ext cx="198437" cy="252413"/>
              </a:xfrm>
              <a:custGeom>
                <a:avLst/>
                <a:gdLst>
                  <a:gd name="T0" fmla="*/ 36 w 38"/>
                  <a:gd name="T1" fmla="*/ 3 h 46"/>
                  <a:gd name="T2" fmla="*/ 31 w 38"/>
                  <a:gd name="T3" fmla="*/ 8 h 46"/>
                  <a:gd name="T4" fmla="*/ 19 w 38"/>
                  <a:gd name="T5" fmla="*/ 37 h 46"/>
                  <a:gd name="T6" fmla="*/ 7 w 38"/>
                  <a:gd name="T7" fmla="*/ 46 h 46"/>
                  <a:gd name="T8" fmla="*/ 2 w 38"/>
                  <a:gd name="T9" fmla="*/ 41 h 46"/>
                  <a:gd name="T10" fmla="*/ 7 w 38"/>
                  <a:gd name="T11" fmla="*/ 36 h 46"/>
                  <a:gd name="T12" fmla="*/ 11 w 38"/>
                  <a:gd name="T13" fmla="*/ 40 h 46"/>
                  <a:gd name="T14" fmla="*/ 12 w 38"/>
                  <a:gd name="T15" fmla="*/ 41 h 46"/>
                  <a:gd name="T16" fmla="*/ 17 w 38"/>
                  <a:gd name="T17" fmla="*/ 35 h 46"/>
                  <a:gd name="T18" fmla="*/ 18 w 38"/>
                  <a:gd name="T19" fmla="*/ 34 h 46"/>
                  <a:gd name="T20" fmla="*/ 6 w 38"/>
                  <a:gd name="T21" fmla="*/ 7 h 46"/>
                  <a:gd name="T22" fmla="*/ 1 w 38"/>
                  <a:gd name="T23" fmla="*/ 3 h 46"/>
                  <a:gd name="T24" fmla="*/ 0 w 38"/>
                  <a:gd name="T25" fmla="*/ 3 h 46"/>
                  <a:gd name="T26" fmla="*/ 0 w 38"/>
                  <a:gd name="T27" fmla="*/ 0 h 46"/>
                  <a:gd name="T28" fmla="*/ 18 w 38"/>
                  <a:gd name="T29" fmla="*/ 0 h 46"/>
                  <a:gd name="T30" fmla="*/ 18 w 38"/>
                  <a:gd name="T31" fmla="*/ 3 h 46"/>
                  <a:gd name="T32" fmla="*/ 16 w 38"/>
                  <a:gd name="T33" fmla="*/ 3 h 46"/>
                  <a:gd name="T34" fmla="*/ 14 w 38"/>
                  <a:gd name="T35" fmla="*/ 5 h 46"/>
                  <a:gd name="T36" fmla="*/ 15 w 38"/>
                  <a:gd name="T37" fmla="*/ 8 h 46"/>
                  <a:gd name="T38" fmla="*/ 22 w 38"/>
                  <a:gd name="T39" fmla="*/ 24 h 46"/>
                  <a:gd name="T40" fmla="*/ 28 w 38"/>
                  <a:gd name="T41" fmla="*/ 8 h 46"/>
                  <a:gd name="T42" fmla="*/ 29 w 38"/>
                  <a:gd name="T43" fmla="*/ 5 h 46"/>
                  <a:gd name="T44" fmla="*/ 26 w 38"/>
                  <a:gd name="T45" fmla="*/ 3 h 46"/>
                  <a:gd name="T46" fmla="*/ 23 w 38"/>
                  <a:gd name="T47" fmla="*/ 3 h 46"/>
                  <a:gd name="T48" fmla="*/ 23 w 38"/>
                  <a:gd name="T49" fmla="*/ 0 h 46"/>
                  <a:gd name="T50" fmla="*/ 38 w 38"/>
                  <a:gd name="T51" fmla="*/ 0 h 46"/>
                  <a:gd name="T52" fmla="*/ 38 w 38"/>
                  <a:gd name="T53" fmla="*/ 3 h 46"/>
                  <a:gd name="T54" fmla="*/ 36 w 38"/>
                  <a:gd name="T55" fmla="*/ 3 h 4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</a:cxnLst>
                <a:rect l="0" t="0" r="r" b="b"/>
                <a:pathLst>
                  <a:path w="38" h="46">
                    <a:moveTo>
                      <a:pt x="36" y="3"/>
                    </a:moveTo>
                    <a:cubicBezTo>
                      <a:pt x="33" y="3"/>
                      <a:pt x="32" y="6"/>
                      <a:pt x="31" y="8"/>
                    </a:cubicBezTo>
                    <a:cubicBezTo>
                      <a:pt x="19" y="37"/>
                      <a:pt x="19" y="37"/>
                      <a:pt x="19" y="37"/>
                    </a:cubicBezTo>
                    <a:cubicBezTo>
                      <a:pt x="17" y="42"/>
                      <a:pt x="12" y="46"/>
                      <a:pt x="7" y="46"/>
                    </a:cubicBezTo>
                    <a:cubicBezTo>
                      <a:pt x="4" y="46"/>
                      <a:pt x="2" y="44"/>
                      <a:pt x="2" y="41"/>
                    </a:cubicBezTo>
                    <a:cubicBezTo>
                      <a:pt x="2" y="38"/>
                      <a:pt x="4" y="36"/>
                      <a:pt x="7" y="36"/>
                    </a:cubicBezTo>
                    <a:cubicBezTo>
                      <a:pt x="10" y="36"/>
                      <a:pt x="10" y="38"/>
                      <a:pt x="11" y="40"/>
                    </a:cubicBezTo>
                    <a:cubicBezTo>
                      <a:pt x="12" y="41"/>
                      <a:pt x="12" y="41"/>
                      <a:pt x="12" y="41"/>
                    </a:cubicBezTo>
                    <a:cubicBezTo>
                      <a:pt x="14" y="41"/>
                      <a:pt x="17" y="37"/>
                      <a:pt x="17" y="35"/>
                    </a:cubicBezTo>
                    <a:cubicBezTo>
                      <a:pt x="18" y="34"/>
                      <a:pt x="18" y="34"/>
                      <a:pt x="18" y="34"/>
                    </a:cubicBezTo>
                    <a:cubicBezTo>
                      <a:pt x="6" y="7"/>
                      <a:pt x="6" y="7"/>
                      <a:pt x="6" y="7"/>
                    </a:cubicBezTo>
                    <a:cubicBezTo>
                      <a:pt x="5" y="4"/>
                      <a:pt x="3" y="3"/>
                      <a:pt x="1" y="3"/>
                    </a:cubicBezTo>
                    <a:cubicBezTo>
                      <a:pt x="0" y="3"/>
                      <a:pt x="0" y="3"/>
                      <a:pt x="0" y="3"/>
                    </a:cubicBezTo>
                    <a:cubicBezTo>
                      <a:pt x="0" y="0"/>
                      <a:pt x="0" y="0"/>
                      <a:pt x="0" y="0"/>
                    </a:cubicBezTo>
                    <a:cubicBezTo>
                      <a:pt x="18" y="0"/>
                      <a:pt x="18" y="0"/>
                      <a:pt x="18" y="0"/>
                    </a:cubicBezTo>
                    <a:cubicBezTo>
                      <a:pt x="18" y="3"/>
                      <a:pt x="18" y="3"/>
                      <a:pt x="18" y="3"/>
                    </a:cubicBezTo>
                    <a:cubicBezTo>
                      <a:pt x="16" y="3"/>
                      <a:pt x="16" y="3"/>
                      <a:pt x="16" y="3"/>
                    </a:cubicBezTo>
                    <a:cubicBezTo>
                      <a:pt x="15" y="3"/>
                      <a:pt x="14" y="4"/>
                      <a:pt x="14" y="5"/>
                    </a:cubicBezTo>
                    <a:cubicBezTo>
                      <a:pt x="14" y="6"/>
                      <a:pt x="14" y="7"/>
                      <a:pt x="15" y="8"/>
                    </a:cubicBezTo>
                    <a:cubicBezTo>
                      <a:pt x="22" y="24"/>
                      <a:pt x="22" y="24"/>
                      <a:pt x="22" y="24"/>
                    </a:cubicBezTo>
                    <a:cubicBezTo>
                      <a:pt x="28" y="8"/>
                      <a:pt x="28" y="8"/>
                      <a:pt x="28" y="8"/>
                    </a:cubicBezTo>
                    <a:cubicBezTo>
                      <a:pt x="29" y="7"/>
                      <a:pt x="29" y="6"/>
                      <a:pt x="29" y="5"/>
                    </a:cubicBezTo>
                    <a:cubicBezTo>
                      <a:pt x="29" y="4"/>
                      <a:pt x="27" y="3"/>
                      <a:pt x="26" y="3"/>
                    </a:cubicBezTo>
                    <a:cubicBezTo>
                      <a:pt x="23" y="3"/>
                      <a:pt x="23" y="3"/>
                      <a:pt x="23" y="3"/>
                    </a:cubicBezTo>
                    <a:cubicBezTo>
                      <a:pt x="23" y="0"/>
                      <a:pt x="23" y="0"/>
                      <a:pt x="23" y="0"/>
                    </a:cubicBezTo>
                    <a:cubicBezTo>
                      <a:pt x="38" y="0"/>
                      <a:pt x="38" y="0"/>
                      <a:pt x="38" y="0"/>
                    </a:cubicBezTo>
                    <a:cubicBezTo>
                      <a:pt x="38" y="3"/>
                      <a:pt x="38" y="3"/>
                      <a:pt x="38" y="3"/>
                    </a:cubicBezTo>
                    <a:lnTo>
                      <a:pt x="36" y="3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</p:grpSp>
        <p:grpSp>
          <p:nvGrpSpPr>
            <p:cNvPr id="120" name="ísḷîḓe"/>
            <p:cNvGrpSpPr/>
            <p:nvPr/>
          </p:nvGrpSpPr>
          <p:grpSpPr>
            <a:xfrm>
              <a:off x="5477124" y="2634664"/>
              <a:ext cx="741350" cy="1171206"/>
              <a:chOff x="4718050" y="4784723"/>
              <a:chExt cx="755650" cy="1193799"/>
            </a:xfrm>
            <a:grpFill/>
          </p:grpSpPr>
          <p:sp>
            <p:nvSpPr>
              <p:cNvPr id="131" name="ïṡļîḑê"/>
              <p:cNvSpPr/>
              <p:nvPr/>
            </p:nvSpPr>
            <p:spPr bwMode="auto">
              <a:xfrm>
                <a:off x="4718050" y="4784723"/>
                <a:ext cx="373063" cy="1193799"/>
              </a:xfrm>
              <a:custGeom>
                <a:avLst/>
                <a:gdLst>
                  <a:gd name="T0" fmla="*/ 279 w 367"/>
                  <a:gd name="T1" fmla="*/ 506 h 1171"/>
                  <a:gd name="T2" fmla="*/ 247 w 367"/>
                  <a:gd name="T3" fmla="*/ 408 h 1171"/>
                  <a:gd name="T4" fmla="*/ 207 w 367"/>
                  <a:gd name="T5" fmla="*/ 413 h 1171"/>
                  <a:gd name="T6" fmla="*/ 257 w 367"/>
                  <a:gd name="T7" fmla="*/ 316 h 1171"/>
                  <a:gd name="T8" fmla="*/ 275 w 367"/>
                  <a:gd name="T9" fmla="*/ 282 h 1171"/>
                  <a:gd name="T10" fmla="*/ 295 w 367"/>
                  <a:gd name="T11" fmla="*/ 258 h 1171"/>
                  <a:gd name="T12" fmla="*/ 312 w 367"/>
                  <a:gd name="T13" fmla="*/ 221 h 1171"/>
                  <a:gd name="T14" fmla="*/ 352 w 367"/>
                  <a:gd name="T15" fmla="*/ 167 h 1171"/>
                  <a:gd name="T16" fmla="*/ 365 w 367"/>
                  <a:gd name="T17" fmla="*/ 133 h 1171"/>
                  <a:gd name="T18" fmla="*/ 365 w 367"/>
                  <a:gd name="T19" fmla="*/ 119 h 1171"/>
                  <a:gd name="T20" fmla="*/ 285 w 367"/>
                  <a:gd name="T21" fmla="*/ 1 h 1171"/>
                  <a:gd name="T22" fmla="*/ 277 w 367"/>
                  <a:gd name="T23" fmla="*/ 73 h 1171"/>
                  <a:gd name="T24" fmla="*/ 277 w 367"/>
                  <a:gd name="T25" fmla="*/ 92 h 1171"/>
                  <a:gd name="T26" fmla="*/ 295 w 367"/>
                  <a:gd name="T27" fmla="*/ 149 h 1171"/>
                  <a:gd name="T28" fmla="*/ 199 w 367"/>
                  <a:gd name="T29" fmla="*/ 333 h 1171"/>
                  <a:gd name="T30" fmla="*/ 149 w 367"/>
                  <a:gd name="T31" fmla="*/ 412 h 1171"/>
                  <a:gd name="T32" fmla="*/ 127 w 367"/>
                  <a:gd name="T33" fmla="*/ 499 h 1171"/>
                  <a:gd name="T34" fmla="*/ 196 w 367"/>
                  <a:gd name="T35" fmla="*/ 505 h 1171"/>
                  <a:gd name="T36" fmla="*/ 210 w 367"/>
                  <a:gd name="T37" fmla="*/ 498 h 1171"/>
                  <a:gd name="T38" fmla="*/ 178 w 367"/>
                  <a:gd name="T39" fmla="*/ 591 h 1171"/>
                  <a:gd name="T40" fmla="*/ 159 w 367"/>
                  <a:gd name="T41" fmla="*/ 636 h 1171"/>
                  <a:gd name="T42" fmla="*/ 139 w 367"/>
                  <a:gd name="T43" fmla="*/ 677 h 1171"/>
                  <a:gd name="T44" fmla="*/ 124 w 367"/>
                  <a:gd name="T45" fmla="*/ 701 h 1171"/>
                  <a:gd name="T46" fmla="*/ 77 w 367"/>
                  <a:gd name="T47" fmla="*/ 785 h 1171"/>
                  <a:gd name="T48" fmla="*/ 46 w 367"/>
                  <a:gd name="T49" fmla="*/ 829 h 1171"/>
                  <a:gd name="T50" fmla="*/ 35 w 367"/>
                  <a:gd name="T51" fmla="*/ 857 h 1171"/>
                  <a:gd name="T52" fmla="*/ 11 w 367"/>
                  <a:gd name="T53" fmla="*/ 897 h 1171"/>
                  <a:gd name="T54" fmla="*/ 12 w 367"/>
                  <a:gd name="T55" fmla="*/ 906 h 1171"/>
                  <a:gd name="T56" fmla="*/ 0 w 367"/>
                  <a:gd name="T57" fmla="*/ 948 h 1171"/>
                  <a:gd name="T58" fmla="*/ 10 w 367"/>
                  <a:gd name="T59" fmla="*/ 959 h 1171"/>
                  <a:gd name="T60" fmla="*/ 77 w 367"/>
                  <a:gd name="T61" fmla="*/ 893 h 1171"/>
                  <a:gd name="T62" fmla="*/ 113 w 367"/>
                  <a:gd name="T63" fmla="*/ 854 h 1171"/>
                  <a:gd name="T64" fmla="*/ 138 w 367"/>
                  <a:gd name="T65" fmla="*/ 817 h 1171"/>
                  <a:gd name="T66" fmla="*/ 140 w 367"/>
                  <a:gd name="T67" fmla="*/ 876 h 1171"/>
                  <a:gd name="T68" fmla="*/ 138 w 367"/>
                  <a:gd name="T69" fmla="*/ 913 h 1171"/>
                  <a:gd name="T70" fmla="*/ 140 w 367"/>
                  <a:gd name="T71" fmla="*/ 926 h 1171"/>
                  <a:gd name="T72" fmla="*/ 133 w 367"/>
                  <a:gd name="T73" fmla="*/ 970 h 1171"/>
                  <a:gd name="T74" fmla="*/ 133 w 367"/>
                  <a:gd name="T75" fmla="*/ 994 h 1171"/>
                  <a:gd name="T76" fmla="*/ 128 w 367"/>
                  <a:gd name="T77" fmla="*/ 999 h 1171"/>
                  <a:gd name="T78" fmla="*/ 127 w 367"/>
                  <a:gd name="T79" fmla="*/ 1073 h 1171"/>
                  <a:gd name="T80" fmla="*/ 157 w 367"/>
                  <a:gd name="T81" fmla="*/ 1171 h 1171"/>
                  <a:gd name="T82" fmla="*/ 179 w 367"/>
                  <a:gd name="T83" fmla="*/ 1170 h 1171"/>
                  <a:gd name="T84" fmla="*/ 192 w 367"/>
                  <a:gd name="T85" fmla="*/ 1159 h 1171"/>
                  <a:gd name="T86" fmla="*/ 201 w 367"/>
                  <a:gd name="T87" fmla="*/ 1137 h 1171"/>
                  <a:gd name="T88" fmla="*/ 205 w 367"/>
                  <a:gd name="T89" fmla="*/ 1075 h 1171"/>
                  <a:gd name="T90" fmla="*/ 198 w 367"/>
                  <a:gd name="T91" fmla="*/ 1069 h 1171"/>
                  <a:gd name="T92" fmla="*/ 198 w 367"/>
                  <a:gd name="T93" fmla="*/ 950 h 1171"/>
                  <a:gd name="T94" fmla="*/ 205 w 367"/>
                  <a:gd name="T95" fmla="*/ 935 h 1171"/>
                  <a:gd name="T96" fmla="*/ 205 w 367"/>
                  <a:gd name="T97" fmla="*/ 916 h 1171"/>
                  <a:gd name="T98" fmla="*/ 210 w 367"/>
                  <a:gd name="T99" fmla="*/ 893 h 1171"/>
                  <a:gd name="T100" fmla="*/ 209 w 367"/>
                  <a:gd name="T101" fmla="*/ 878 h 1171"/>
                  <a:gd name="T102" fmla="*/ 220 w 367"/>
                  <a:gd name="T103" fmla="*/ 842 h 1171"/>
                  <a:gd name="T104" fmla="*/ 220 w 367"/>
                  <a:gd name="T105" fmla="*/ 814 h 1171"/>
                  <a:gd name="T106" fmla="*/ 181 w 367"/>
                  <a:gd name="T107" fmla="*/ 711 h 1171"/>
                  <a:gd name="T108" fmla="*/ 210 w 367"/>
                  <a:gd name="T109" fmla="*/ 643 h 1171"/>
                  <a:gd name="T110" fmla="*/ 279 w 367"/>
                  <a:gd name="T111" fmla="*/ 506 h 117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  <a:cxn ang="0">
                    <a:pos x="T90" y="T91"/>
                  </a:cxn>
                  <a:cxn ang="0">
                    <a:pos x="T92" y="T93"/>
                  </a:cxn>
                  <a:cxn ang="0">
                    <a:pos x="T94" y="T95"/>
                  </a:cxn>
                  <a:cxn ang="0">
                    <a:pos x="T96" y="T97"/>
                  </a:cxn>
                  <a:cxn ang="0">
                    <a:pos x="T98" y="T99"/>
                  </a:cxn>
                  <a:cxn ang="0">
                    <a:pos x="T100" y="T101"/>
                  </a:cxn>
                  <a:cxn ang="0">
                    <a:pos x="T102" y="T103"/>
                  </a:cxn>
                  <a:cxn ang="0">
                    <a:pos x="T104" y="T105"/>
                  </a:cxn>
                  <a:cxn ang="0">
                    <a:pos x="T106" y="T107"/>
                  </a:cxn>
                  <a:cxn ang="0">
                    <a:pos x="T108" y="T109"/>
                  </a:cxn>
                  <a:cxn ang="0">
                    <a:pos x="T110" y="T111"/>
                  </a:cxn>
                </a:cxnLst>
                <a:rect l="0" t="0" r="r" b="b"/>
                <a:pathLst>
                  <a:path w="367" h="1171">
                    <a:moveTo>
                      <a:pt x="279" y="506"/>
                    </a:moveTo>
                    <a:cubicBezTo>
                      <a:pt x="298" y="459"/>
                      <a:pt x="292" y="421"/>
                      <a:pt x="247" y="408"/>
                    </a:cubicBezTo>
                    <a:cubicBezTo>
                      <a:pt x="230" y="403"/>
                      <a:pt x="221" y="412"/>
                      <a:pt x="207" y="413"/>
                    </a:cubicBezTo>
                    <a:cubicBezTo>
                      <a:pt x="225" y="375"/>
                      <a:pt x="242" y="350"/>
                      <a:pt x="257" y="316"/>
                    </a:cubicBezTo>
                    <a:cubicBezTo>
                      <a:pt x="261" y="307"/>
                      <a:pt x="278" y="293"/>
                      <a:pt x="275" y="282"/>
                    </a:cubicBezTo>
                    <a:cubicBezTo>
                      <a:pt x="281" y="273"/>
                      <a:pt x="290" y="266"/>
                      <a:pt x="295" y="258"/>
                    </a:cubicBezTo>
                    <a:cubicBezTo>
                      <a:pt x="302" y="245"/>
                      <a:pt x="303" y="232"/>
                      <a:pt x="312" y="221"/>
                    </a:cubicBezTo>
                    <a:cubicBezTo>
                      <a:pt x="321" y="208"/>
                      <a:pt x="345" y="182"/>
                      <a:pt x="352" y="167"/>
                    </a:cubicBezTo>
                    <a:cubicBezTo>
                      <a:pt x="356" y="156"/>
                      <a:pt x="360" y="144"/>
                      <a:pt x="365" y="133"/>
                    </a:cubicBezTo>
                    <a:cubicBezTo>
                      <a:pt x="367" y="126"/>
                      <a:pt x="363" y="122"/>
                      <a:pt x="365" y="119"/>
                    </a:cubicBezTo>
                    <a:cubicBezTo>
                      <a:pt x="365" y="68"/>
                      <a:pt x="339" y="0"/>
                      <a:pt x="285" y="1"/>
                    </a:cubicBezTo>
                    <a:cubicBezTo>
                      <a:pt x="276" y="21"/>
                      <a:pt x="270" y="45"/>
                      <a:pt x="277" y="73"/>
                    </a:cubicBezTo>
                    <a:cubicBezTo>
                      <a:pt x="277" y="79"/>
                      <a:pt x="277" y="85"/>
                      <a:pt x="277" y="92"/>
                    </a:cubicBezTo>
                    <a:cubicBezTo>
                      <a:pt x="280" y="99"/>
                      <a:pt x="299" y="140"/>
                      <a:pt x="295" y="149"/>
                    </a:cubicBezTo>
                    <a:cubicBezTo>
                      <a:pt x="264" y="215"/>
                      <a:pt x="234" y="276"/>
                      <a:pt x="199" y="333"/>
                    </a:cubicBezTo>
                    <a:cubicBezTo>
                      <a:pt x="186" y="354"/>
                      <a:pt x="156" y="390"/>
                      <a:pt x="149" y="412"/>
                    </a:cubicBezTo>
                    <a:cubicBezTo>
                      <a:pt x="142" y="432"/>
                      <a:pt x="105" y="464"/>
                      <a:pt x="127" y="499"/>
                    </a:cubicBezTo>
                    <a:cubicBezTo>
                      <a:pt x="136" y="514"/>
                      <a:pt x="178" y="517"/>
                      <a:pt x="196" y="505"/>
                    </a:cubicBezTo>
                    <a:cubicBezTo>
                      <a:pt x="200" y="503"/>
                      <a:pt x="202" y="499"/>
                      <a:pt x="210" y="498"/>
                    </a:cubicBezTo>
                    <a:cubicBezTo>
                      <a:pt x="204" y="536"/>
                      <a:pt x="195" y="561"/>
                      <a:pt x="178" y="591"/>
                    </a:cubicBezTo>
                    <a:cubicBezTo>
                      <a:pt x="182" y="599"/>
                      <a:pt x="159" y="628"/>
                      <a:pt x="159" y="636"/>
                    </a:cubicBezTo>
                    <a:cubicBezTo>
                      <a:pt x="159" y="642"/>
                      <a:pt x="143" y="669"/>
                      <a:pt x="139" y="677"/>
                    </a:cubicBezTo>
                    <a:cubicBezTo>
                      <a:pt x="142" y="682"/>
                      <a:pt x="125" y="697"/>
                      <a:pt x="124" y="701"/>
                    </a:cubicBezTo>
                    <a:cubicBezTo>
                      <a:pt x="109" y="734"/>
                      <a:pt x="93" y="755"/>
                      <a:pt x="77" y="785"/>
                    </a:cubicBezTo>
                    <a:cubicBezTo>
                      <a:pt x="69" y="801"/>
                      <a:pt x="56" y="815"/>
                      <a:pt x="46" y="829"/>
                    </a:cubicBezTo>
                    <a:cubicBezTo>
                      <a:pt x="40" y="839"/>
                      <a:pt x="41" y="845"/>
                      <a:pt x="35" y="857"/>
                    </a:cubicBezTo>
                    <a:cubicBezTo>
                      <a:pt x="30" y="869"/>
                      <a:pt x="15" y="883"/>
                      <a:pt x="11" y="897"/>
                    </a:cubicBezTo>
                    <a:cubicBezTo>
                      <a:pt x="12" y="900"/>
                      <a:pt x="12" y="903"/>
                      <a:pt x="12" y="906"/>
                    </a:cubicBezTo>
                    <a:cubicBezTo>
                      <a:pt x="7" y="917"/>
                      <a:pt x="0" y="932"/>
                      <a:pt x="0" y="948"/>
                    </a:cubicBezTo>
                    <a:cubicBezTo>
                      <a:pt x="3" y="952"/>
                      <a:pt x="6" y="955"/>
                      <a:pt x="10" y="959"/>
                    </a:cubicBezTo>
                    <a:cubicBezTo>
                      <a:pt x="33" y="957"/>
                      <a:pt x="68" y="913"/>
                      <a:pt x="77" y="893"/>
                    </a:cubicBezTo>
                    <a:cubicBezTo>
                      <a:pt x="84" y="881"/>
                      <a:pt x="104" y="868"/>
                      <a:pt x="113" y="854"/>
                    </a:cubicBezTo>
                    <a:cubicBezTo>
                      <a:pt x="120" y="844"/>
                      <a:pt x="126" y="820"/>
                      <a:pt x="138" y="817"/>
                    </a:cubicBezTo>
                    <a:cubicBezTo>
                      <a:pt x="140" y="821"/>
                      <a:pt x="142" y="869"/>
                      <a:pt x="140" y="876"/>
                    </a:cubicBezTo>
                    <a:cubicBezTo>
                      <a:pt x="140" y="876"/>
                      <a:pt x="138" y="913"/>
                      <a:pt x="138" y="913"/>
                    </a:cubicBezTo>
                    <a:cubicBezTo>
                      <a:pt x="138" y="915"/>
                      <a:pt x="141" y="922"/>
                      <a:pt x="140" y="926"/>
                    </a:cubicBezTo>
                    <a:cubicBezTo>
                      <a:pt x="134" y="939"/>
                      <a:pt x="133" y="949"/>
                      <a:pt x="133" y="970"/>
                    </a:cubicBezTo>
                    <a:cubicBezTo>
                      <a:pt x="133" y="978"/>
                      <a:pt x="133" y="986"/>
                      <a:pt x="133" y="994"/>
                    </a:cubicBezTo>
                    <a:cubicBezTo>
                      <a:pt x="131" y="996"/>
                      <a:pt x="130" y="998"/>
                      <a:pt x="128" y="999"/>
                    </a:cubicBezTo>
                    <a:cubicBezTo>
                      <a:pt x="128" y="1024"/>
                      <a:pt x="127" y="1048"/>
                      <a:pt x="127" y="1073"/>
                    </a:cubicBezTo>
                    <a:cubicBezTo>
                      <a:pt x="113" y="1114"/>
                      <a:pt x="126" y="1161"/>
                      <a:pt x="157" y="1171"/>
                    </a:cubicBezTo>
                    <a:cubicBezTo>
                      <a:pt x="165" y="1171"/>
                      <a:pt x="172" y="1170"/>
                      <a:pt x="179" y="1170"/>
                    </a:cubicBezTo>
                    <a:cubicBezTo>
                      <a:pt x="182" y="1164"/>
                      <a:pt x="188" y="1163"/>
                      <a:pt x="192" y="1159"/>
                    </a:cubicBezTo>
                    <a:cubicBezTo>
                      <a:pt x="195" y="1152"/>
                      <a:pt x="198" y="1144"/>
                      <a:pt x="201" y="1137"/>
                    </a:cubicBezTo>
                    <a:cubicBezTo>
                      <a:pt x="203" y="1131"/>
                      <a:pt x="209" y="1085"/>
                      <a:pt x="205" y="1075"/>
                    </a:cubicBezTo>
                    <a:cubicBezTo>
                      <a:pt x="202" y="1073"/>
                      <a:pt x="200" y="1071"/>
                      <a:pt x="198" y="1069"/>
                    </a:cubicBezTo>
                    <a:cubicBezTo>
                      <a:pt x="198" y="1030"/>
                      <a:pt x="198" y="990"/>
                      <a:pt x="198" y="950"/>
                    </a:cubicBezTo>
                    <a:cubicBezTo>
                      <a:pt x="199" y="943"/>
                      <a:pt x="203" y="941"/>
                      <a:pt x="205" y="935"/>
                    </a:cubicBezTo>
                    <a:cubicBezTo>
                      <a:pt x="205" y="928"/>
                      <a:pt x="205" y="922"/>
                      <a:pt x="205" y="916"/>
                    </a:cubicBezTo>
                    <a:cubicBezTo>
                      <a:pt x="207" y="909"/>
                      <a:pt x="208" y="901"/>
                      <a:pt x="210" y="893"/>
                    </a:cubicBezTo>
                    <a:cubicBezTo>
                      <a:pt x="210" y="888"/>
                      <a:pt x="209" y="883"/>
                      <a:pt x="209" y="878"/>
                    </a:cubicBezTo>
                    <a:cubicBezTo>
                      <a:pt x="213" y="867"/>
                      <a:pt x="217" y="852"/>
                      <a:pt x="220" y="842"/>
                    </a:cubicBezTo>
                    <a:cubicBezTo>
                      <a:pt x="220" y="833"/>
                      <a:pt x="220" y="823"/>
                      <a:pt x="220" y="814"/>
                    </a:cubicBezTo>
                    <a:cubicBezTo>
                      <a:pt x="225" y="779"/>
                      <a:pt x="207" y="725"/>
                      <a:pt x="181" y="711"/>
                    </a:cubicBezTo>
                    <a:cubicBezTo>
                      <a:pt x="181" y="682"/>
                      <a:pt x="201" y="665"/>
                      <a:pt x="210" y="643"/>
                    </a:cubicBezTo>
                    <a:cubicBezTo>
                      <a:pt x="231" y="597"/>
                      <a:pt x="260" y="553"/>
                      <a:pt x="279" y="506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132" name="iṣľîḑe"/>
              <p:cNvSpPr/>
              <p:nvPr/>
            </p:nvSpPr>
            <p:spPr bwMode="auto">
              <a:xfrm>
                <a:off x="5000625" y="4865685"/>
                <a:ext cx="473075" cy="1063624"/>
              </a:xfrm>
              <a:custGeom>
                <a:avLst/>
                <a:gdLst>
                  <a:gd name="T0" fmla="*/ 392 w 466"/>
                  <a:gd name="T1" fmla="*/ 857 h 1043"/>
                  <a:gd name="T2" fmla="*/ 253 w 466"/>
                  <a:gd name="T3" fmla="*/ 759 h 1043"/>
                  <a:gd name="T4" fmla="*/ 169 w 466"/>
                  <a:gd name="T5" fmla="*/ 808 h 1043"/>
                  <a:gd name="T6" fmla="*/ 236 w 466"/>
                  <a:gd name="T7" fmla="*/ 670 h 1043"/>
                  <a:gd name="T8" fmla="*/ 319 w 466"/>
                  <a:gd name="T9" fmla="*/ 617 h 1043"/>
                  <a:gd name="T10" fmla="*/ 341 w 466"/>
                  <a:gd name="T11" fmla="*/ 489 h 1043"/>
                  <a:gd name="T12" fmla="*/ 362 w 466"/>
                  <a:gd name="T13" fmla="*/ 400 h 1043"/>
                  <a:gd name="T14" fmla="*/ 283 w 466"/>
                  <a:gd name="T15" fmla="*/ 247 h 1043"/>
                  <a:gd name="T16" fmla="*/ 147 w 466"/>
                  <a:gd name="T17" fmla="*/ 437 h 1043"/>
                  <a:gd name="T18" fmla="*/ 159 w 466"/>
                  <a:gd name="T19" fmla="*/ 389 h 1043"/>
                  <a:gd name="T20" fmla="*/ 325 w 466"/>
                  <a:gd name="T21" fmla="*/ 161 h 1043"/>
                  <a:gd name="T22" fmla="*/ 437 w 466"/>
                  <a:gd name="T23" fmla="*/ 1 h 1043"/>
                  <a:gd name="T24" fmla="*/ 356 w 466"/>
                  <a:gd name="T25" fmla="*/ 43 h 1043"/>
                  <a:gd name="T26" fmla="*/ 194 w 466"/>
                  <a:gd name="T27" fmla="*/ 172 h 1043"/>
                  <a:gd name="T28" fmla="*/ 201 w 466"/>
                  <a:gd name="T29" fmla="*/ 147 h 1043"/>
                  <a:gd name="T30" fmla="*/ 146 w 466"/>
                  <a:gd name="T31" fmla="*/ 23 h 1043"/>
                  <a:gd name="T32" fmla="*/ 96 w 466"/>
                  <a:gd name="T33" fmla="*/ 306 h 1043"/>
                  <a:gd name="T34" fmla="*/ 211 w 466"/>
                  <a:gd name="T35" fmla="*/ 214 h 1043"/>
                  <a:gd name="T36" fmla="*/ 384 w 466"/>
                  <a:gd name="T37" fmla="*/ 56 h 1043"/>
                  <a:gd name="T38" fmla="*/ 352 w 466"/>
                  <a:gd name="T39" fmla="*/ 93 h 1043"/>
                  <a:gd name="T40" fmla="*/ 240 w 466"/>
                  <a:gd name="T41" fmla="*/ 220 h 1043"/>
                  <a:gd name="T42" fmla="*/ 68 w 466"/>
                  <a:gd name="T43" fmla="*/ 555 h 1043"/>
                  <a:gd name="T44" fmla="*/ 110 w 466"/>
                  <a:gd name="T45" fmla="*/ 700 h 1043"/>
                  <a:gd name="T46" fmla="*/ 142 w 466"/>
                  <a:gd name="T47" fmla="*/ 574 h 1043"/>
                  <a:gd name="T48" fmla="*/ 258 w 466"/>
                  <a:gd name="T49" fmla="*/ 344 h 1043"/>
                  <a:gd name="T50" fmla="*/ 341 w 466"/>
                  <a:gd name="T51" fmla="*/ 260 h 1043"/>
                  <a:gd name="T52" fmla="*/ 332 w 466"/>
                  <a:gd name="T53" fmla="*/ 376 h 1043"/>
                  <a:gd name="T54" fmla="*/ 313 w 466"/>
                  <a:gd name="T55" fmla="*/ 503 h 1043"/>
                  <a:gd name="T56" fmla="*/ 293 w 466"/>
                  <a:gd name="T57" fmla="*/ 576 h 1043"/>
                  <a:gd name="T58" fmla="*/ 284 w 466"/>
                  <a:gd name="T59" fmla="*/ 627 h 1043"/>
                  <a:gd name="T60" fmla="*/ 284 w 466"/>
                  <a:gd name="T61" fmla="*/ 455 h 1043"/>
                  <a:gd name="T62" fmla="*/ 201 w 466"/>
                  <a:gd name="T63" fmla="*/ 572 h 1043"/>
                  <a:gd name="T64" fmla="*/ 3 w 466"/>
                  <a:gd name="T65" fmla="*/ 1027 h 1043"/>
                  <a:gd name="T66" fmla="*/ 105 w 466"/>
                  <a:gd name="T67" fmla="*/ 958 h 1043"/>
                  <a:gd name="T68" fmla="*/ 301 w 466"/>
                  <a:gd name="T69" fmla="*/ 768 h 1043"/>
                  <a:gd name="T70" fmla="*/ 378 w 466"/>
                  <a:gd name="T71" fmla="*/ 740 h 1043"/>
                  <a:gd name="T72" fmla="*/ 219 w 466"/>
                  <a:gd name="T73" fmla="*/ 881 h 1043"/>
                  <a:gd name="T74" fmla="*/ 304 w 466"/>
                  <a:gd name="T75" fmla="*/ 979 h 1043"/>
                  <a:gd name="T76" fmla="*/ 435 w 466"/>
                  <a:gd name="T77" fmla="*/ 991 h 1043"/>
                  <a:gd name="T78" fmla="*/ 449 w 466"/>
                  <a:gd name="T79" fmla="*/ 951 h 1043"/>
                  <a:gd name="T80" fmla="*/ 129 w 466"/>
                  <a:gd name="T81" fmla="*/ 467 h 1043"/>
                  <a:gd name="T82" fmla="*/ 134 w 466"/>
                  <a:gd name="T83" fmla="*/ 466 h 1043"/>
                  <a:gd name="T84" fmla="*/ 277 w 466"/>
                  <a:gd name="T85" fmla="*/ 889 h 1043"/>
                  <a:gd name="T86" fmla="*/ 309 w 466"/>
                  <a:gd name="T87" fmla="*/ 910 h 1043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</a:cxnLst>
                <a:rect l="0" t="0" r="r" b="b"/>
                <a:pathLst>
                  <a:path w="466" h="1043">
                    <a:moveTo>
                      <a:pt x="412" y="914"/>
                    </a:moveTo>
                    <a:cubicBezTo>
                      <a:pt x="407" y="911"/>
                      <a:pt x="388" y="899"/>
                      <a:pt x="385" y="893"/>
                    </a:cubicBezTo>
                    <a:cubicBezTo>
                      <a:pt x="379" y="887"/>
                      <a:pt x="392" y="857"/>
                      <a:pt x="392" y="857"/>
                    </a:cubicBezTo>
                    <a:cubicBezTo>
                      <a:pt x="396" y="826"/>
                      <a:pt x="441" y="785"/>
                      <a:pt x="420" y="740"/>
                    </a:cubicBezTo>
                    <a:cubicBezTo>
                      <a:pt x="405" y="709"/>
                      <a:pt x="367" y="710"/>
                      <a:pt x="334" y="722"/>
                    </a:cubicBezTo>
                    <a:cubicBezTo>
                      <a:pt x="307" y="731"/>
                      <a:pt x="277" y="745"/>
                      <a:pt x="253" y="759"/>
                    </a:cubicBezTo>
                    <a:cubicBezTo>
                      <a:pt x="245" y="763"/>
                      <a:pt x="238" y="773"/>
                      <a:pt x="230" y="776"/>
                    </a:cubicBezTo>
                    <a:cubicBezTo>
                      <a:pt x="210" y="786"/>
                      <a:pt x="190" y="795"/>
                      <a:pt x="173" y="808"/>
                    </a:cubicBezTo>
                    <a:cubicBezTo>
                      <a:pt x="171" y="808"/>
                      <a:pt x="170" y="808"/>
                      <a:pt x="169" y="808"/>
                    </a:cubicBezTo>
                    <a:cubicBezTo>
                      <a:pt x="168" y="807"/>
                      <a:pt x="167" y="805"/>
                      <a:pt x="166" y="803"/>
                    </a:cubicBezTo>
                    <a:cubicBezTo>
                      <a:pt x="195" y="763"/>
                      <a:pt x="208" y="713"/>
                      <a:pt x="233" y="670"/>
                    </a:cubicBezTo>
                    <a:cubicBezTo>
                      <a:pt x="234" y="670"/>
                      <a:pt x="235" y="670"/>
                      <a:pt x="236" y="670"/>
                    </a:cubicBezTo>
                    <a:cubicBezTo>
                      <a:pt x="238" y="694"/>
                      <a:pt x="273" y="713"/>
                      <a:pt x="298" y="708"/>
                    </a:cubicBezTo>
                    <a:cubicBezTo>
                      <a:pt x="310" y="691"/>
                      <a:pt x="311" y="654"/>
                      <a:pt x="319" y="634"/>
                    </a:cubicBezTo>
                    <a:cubicBezTo>
                      <a:pt x="319" y="628"/>
                      <a:pt x="319" y="623"/>
                      <a:pt x="319" y="617"/>
                    </a:cubicBezTo>
                    <a:cubicBezTo>
                      <a:pt x="322" y="609"/>
                      <a:pt x="326" y="592"/>
                      <a:pt x="330" y="582"/>
                    </a:cubicBezTo>
                    <a:cubicBezTo>
                      <a:pt x="331" y="567"/>
                      <a:pt x="332" y="552"/>
                      <a:pt x="334" y="537"/>
                    </a:cubicBezTo>
                    <a:cubicBezTo>
                      <a:pt x="338" y="523"/>
                      <a:pt x="344" y="505"/>
                      <a:pt x="341" y="489"/>
                    </a:cubicBezTo>
                    <a:cubicBezTo>
                      <a:pt x="344" y="485"/>
                      <a:pt x="346" y="475"/>
                      <a:pt x="348" y="469"/>
                    </a:cubicBezTo>
                    <a:cubicBezTo>
                      <a:pt x="348" y="463"/>
                      <a:pt x="348" y="458"/>
                      <a:pt x="348" y="453"/>
                    </a:cubicBezTo>
                    <a:cubicBezTo>
                      <a:pt x="353" y="441"/>
                      <a:pt x="361" y="413"/>
                      <a:pt x="362" y="400"/>
                    </a:cubicBezTo>
                    <a:cubicBezTo>
                      <a:pt x="363" y="387"/>
                      <a:pt x="385" y="326"/>
                      <a:pt x="382" y="322"/>
                    </a:cubicBezTo>
                    <a:cubicBezTo>
                      <a:pt x="386" y="291"/>
                      <a:pt x="408" y="244"/>
                      <a:pt x="375" y="223"/>
                    </a:cubicBezTo>
                    <a:cubicBezTo>
                      <a:pt x="343" y="203"/>
                      <a:pt x="305" y="232"/>
                      <a:pt x="283" y="247"/>
                    </a:cubicBezTo>
                    <a:cubicBezTo>
                      <a:pt x="227" y="285"/>
                      <a:pt x="193" y="338"/>
                      <a:pt x="165" y="400"/>
                    </a:cubicBezTo>
                    <a:cubicBezTo>
                      <a:pt x="163" y="402"/>
                      <a:pt x="161" y="404"/>
                      <a:pt x="159" y="406"/>
                    </a:cubicBezTo>
                    <a:cubicBezTo>
                      <a:pt x="153" y="415"/>
                      <a:pt x="151" y="428"/>
                      <a:pt x="147" y="437"/>
                    </a:cubicBezTo>
                    <a:cubicBezTo>
                      <a:pt x="145" y="441"/>
                      <a:pt x="138" y="449"/>
                      <a:pt x="137" y="452"/>
                    </a:cubicBezTo>
                    <a:cubicBezTo>
                      <a:pt x="134" y="450"/>
                      <a:pt x="136" y="450"/>
                      <a:pt x="135" y="447"/>
                    </a:cubicBezTo>
                    <a:cubicBezTo>
                      <a:pt x="147" y="437"/>
                      <a:pt x="149" y="410"/>
                      <a:pt x="159" y="389"/>
                    </a:cubicBezTo>
                    <a:cubicBezTo>
                      <a:pt x="176" y="353"/>
                      <a:pt x="199" y="322"/>
                      <a:pt x="218" y="287"/>
                    </a:cubicBezTo>
                    <a:cubicBezTo>
                      <a:pt x="235" y="253"/>
                      <a:pt x="267" y="226"/>
                      <a:pt x="291" y="193"/>
                    </a:cubicBezTo>
                    <a:cubicBezTo>
                      <a:pt x="300" y="180"/>
                      <a:pt x="316" y="173"/>
                      <a:pt x="325" y="161"/>
                    </a:cubicBezTo>
                    <a:cubicBezTo>
                      <a:pt x="332" y="151"/>
                      <a:pt x="347" y="133"/>
                      <a:pt x="357" y="127"/>
                    </a:cubicBezTo>
                    <a:cubicBezTo>
                      <a:pt x="398" y="100"/>
                      <a:pt x="438" y="61"/>
                      <a:pt x="454" y="13"/>
                    </a:cubicBezTo>
                    <a:cubicBezTo>
                      <a:pt x="448" y="9"/>
                      <a:pt x="442" y="5"/>
                      <a:pt x="437" y="1"/>
                    </a:cubicBezTo>
                    <a:cubicBezTo>
                      <a:pt x="432" y="6"/>
                      <a:pt x="422" y="0"/>
                      <a:pt x="417" y="2"/>
                    </a:cubicBezTo>
                    <a:cubicBezTo>
                      <a:pt x="412" y="4"/>
                      <a:pt x="405" y="12"/>
                      <a:pt x="401" y="15"/>
                    </a:cubicBezTo>
                    <a:cubicBezTo>
                      <a:pt x="386" y="26"/>
                      <a:pt x="371" y="33"/>
                      <a:pt x="356" y="43"/>
                    </a:cubicBezTo>
                    <a:cubicBezTo>
                      <a:pt x="343" y="50"/>
                      <a:pt x="333" y="65"/>
                      <a:pt x="321" y="72"/>
                    </a:cubicBezTo>
                    <a:cubicBezTo>
                      <a:pt x="281" y="99"/>
                      <a:pt x="252" y="129"/>
                      <a:pt x="212" y="155"/>
                    </a:cubicBezTo>
                    <a:cubicBezTo>
                      <a:pt x="206" y="161"/>
                      <a:pt x="200" y="166"/>
                      <a:pt x="194" y="172"/>
                    </a:cubicBezTo>
                    <a:cubicBezTo>
                      <a:pt x="193" y="172"/>
                      <a:pt x="193" y="173"/>
                      <a:pt x="192" y="174"/>
                    </a:cubicBezTo>
                    <a:cubicBezTo>
                      <a:pt x="192" y="172"/>
                      <a:pt x="192" y="171"/>
                      <a:pt x="191" y="170"/>
                    </a:cubicBezTo>
                    <a:cubicBezTo>
                      <a:pt x="197" y="167"/>
                      <a:pt x="196" y="156"/>
                      <a:pt x="201" y="147"/>
                    </a:cubicBezTo>
                    <a:cubicBezTo>
                      <a:pt x="206" y="135"/>
                      <a:pt x="213" y="122"/>
                      <a:pt x="215" y="105"/>
                    </a:cubicBezTo>
                    <a:cubicBezTo>
                      <a:pt x="220" y="69"/>
                      <a:pt x="183" y="22"/>
                      <a:pt x="147" y="23"/>
                    </a:cubicBezTo>
                    <a:cubicBezTo>
                      <a:pt x="146" y="23"/>
                      <a:pt x="146" y="23"/>
                      <a:pt x="146" y="23"/>
                    </a:cubicBezTo>
                    <a:cubicBezTo>
                      <a:pt x="135" y="37"/>
                      <a:pt x="137" y="61"/>
                      <a:pt x="129" y="78"/>
                    </a:cubicBezTo>
                    <a:cubicBezTo>
                      <a:pt x="112" y="117"/>
                      <a:pt x="88" y="163"/>
                      <a:pt x="73" y="211"/>
                    </a:cubicBezTo>
                    <a:cubicBezTo>
                      <a:pt x="63" y="245"/>
                      <a:pt x="76" y="295"/>
                      <a:pt x="96" y="306"/>
                    </a:cubicBezTo>
                    <a:cubicBezTo>
                      <a:pt x="120" y="302"/>
                      <a:pt x="141" y="277"/>
                      <a:pt x="154" y="264"/>
                    </a:cubicBezTo>
                    <a:cubicBezTo>
                      <a:pt x="157" y="260"/>
                      <a:pt x="160" y="256"/>
                      <a:pt x="163" y="253"/>
                    </a:cubicBezTo>
                    <a:cubicBezTo>
                      <a:pt x="183" y="243"/>
                      <a:pt x="194" y="226"/>
                      <a:pt x="211" y="214"/>
                    </a:cubicBezTo>
                    <a:cubicBezTo>
                      <a:pt x="238" y="196"/>
                      <a:pt x="259" y="176"/>
                      <a:pt x="280" y="152"/>
                    </a:cubicBezTo>
                    <a:cubicBezTo>
                      <a:pt x="295" y="134"/>
                      <a:pt x="322" y="117"/>
                      <a:pt x="332" y="98"/>
                    </a:cubicBezTo>
                    <a:cubicBezTo>
                      <a:pt x="341" y="82"/>
                      <a:pt x="377" y="69"/>
                      <a:pt x="384" y="56"/>
                    </a:cubicBezTo>
                    <a:cubicBezTo>
                      <a:pt x="385" y="56"/>
                      <a:pt x="386" y="56"/>
                      <a:pt x="387" y="56"/>
                    </a:cubicBezTo>
                    <a:cubicBezTo>
                      <a:pt x="387" y="56"/>
                      <a:pt x="387" y="57"/>
                      <a:pt x="387" y="58"/>
                    </a:cubicBezTo>
                    <a:cubicBezTo>
                      <a:pt x="377" y="71"/>
                      <a:pt x="363" y="80"/>
                      <a:pt x="352" y="93"/>
                    </a:cubicBezTo>
                    <a:cubicBezTo>
                      <a:pt x="353" y="94"/>
                      <a:pt x="333" y="115"/>
                      <a:pt x="329" y="120"/>
                    </a:cubicBezTo>
                    <a:cubicBezTo>
                      <a:pt x="304" y="147"/>
                      <a:pt x="277" y="172"/>
                      <a:pt x="253" y="201"/>
                    </a:cubicBezTo>
                    <a:cubicBezTo>
                      <a:pt x="255" y="203"/>
                      <a:pt x="243" y="217"/>
                      <a:pt x="240" y="220"/>
                    </a:cubicBezTo>
                    <a:cubicBezTo>
                      <a:pt x="224" y="237"/>
                      <a:pt x="209" y="257"/>
                      <a:pt x="195" y="276"/>
                    </a:cubicBezTo>
                    <a:cubicBezTo>
                      <a:pt x="141" y="351"/>
                      <a:pt x="103" y="443"/>
                      <a:pt x="75" y="534"/>
                    </a:cubicBezTo>
                    <a:cubicBezTo>
                      <a:pt x="73" y="542"/>
                      <a:pt x="70" y="550"/>
                      <a:pt x="68" y="555"/>
                    </a:cubicBezTo>
                    <a:cubicBezTo>
                      <a:pt x="69" y="559"/>
                      <a:pt x="69" y="562"/>
                      <a:pt x="70" y="566"/>
                    </a:cubicBezTo>
                    <a:cubicBezTo>
                      <a:pt x="57" y="602"/>
                      <a:pt x="13" y="739"/>
                      <a:pt x="88" y="738"/>
                    </a:cubicBezTo>
                    <a:cubicBezTo>
                      <a:pt x="102" y="728"/>
                      <a:pt x="105" y="719"/>
                      <a:pt x="110" y="700"/>
                    </a:cubicBezTo>
                    <a:cubicBezTo>
                      <a:pt x="110" y="693"/>
                      <a:pt x="110" y="686"/>
                      <a:pt x="110" y="679"/>
                    </a:cubicBezTo>
                    <a:cubicBezTo>
                      <a:pt x="122" y="655"/>
                      <a:pt x="126" y="615"/>
                      <a:pt x="140" y="589"/>
                    </a:cubicBezTo>
                    <a:cubicBezTo>
                      <a:pt x="141" y="584"/>
                      <a:pt x="141" y="579"/>
                      <a:pt x="142" y="574"/>
                    </a:cubicBezTo>
                    <a:cubicBezTo>
                      <a:pt x="165" y="524"/>
                      <a:pt x="183" y="467"/>
                      <a:pt x="205" y="419"/>
                    </a:cubicBezTo>
                    <a:cubicBezTo>
                      <a:pt x="214" y="398"/>
                      <a:pt x="232" y="380"/>
                      <a:pt x="243" y="359"/>
                    </a:cubicBezTo>
                    <a:cubicBezTo>
                      <a:pt x="248" y="354"/>
                      <a:pt x="253" y="349"/>
                      <a:pt x="258" y="344"/>
                    </a:cubicBezTo>
                    <a:cubicBezTo>
                      <a:pt x="266" y="328"/>
                      <a:pt x="277" y="315"/>
                      <a:pt x="293" y="304"/>
                    </a:cubicBezTo>
                    <a:cubicBezTo>
                      <a:pt x="295" y="301"/>
                      <a:pt x="297" y="298"/>
                      <a:pt x="299" y="295"/>
                    </a:cubicBezTo>
                    <a:cubicBezTo>
                      <a:pt x="312" y="282"/>
                      <a:pt x="324" y="268"/>
                      <a:pt x="341" y="260"/>
                    </a:cubicBezTo>
                    <a:cubicBezTo>
                      <a:pt x="344" y="262"/>
                      <a:pt x="347" y="264"/>
                      <a:pt x="349" y="265"/>
                    </a:cubicBezTo>
                    <a:cubicBezTo>
                      <a:pt x="360" y="282"/>
                      <a:pt x="347" y="312"/>
                      <a:pt x="341" y="324"/>
                    </a:cubicBezTo>
                    <a:cubicBezTo>
                      <a:pt x="345" y="329"/>
                      <a:pt x="334" y="370"/>
                      <a:pt x="332" y="376"/>
                    </a:cubicBezTo>
                    <a:cubicBezTo>
                      <a:pt x="328" y="397"/>
                      <a:pt x="324" y="419"/>
                      <a:pt x="320" y="440"/>
                    </a:cubicBezTo>
                    <a:cubicBezTo>
                      <a:pt x="319" y="458"/>
                      <a:pt x="316" y="463"/>
                      <a:pt x="312" y="476"/>
                    </a:cubicBezTo>
                    <a:cubicBezTo>
                      <a:pt x="314" y="481"/>
                      <a:pt x="314" y="501"/>
                      <a:pt x="313" y="503"/>
                    </a:cubicBezTo>
                    <a:cubicBezTo>
                      <a:pt x="311" y="505"/>
                      <a:pt x="308" y="507"/>
                      <a:pt x="306" y="508"/>
                    </a:cubicBezTo>
                    <a:cubicBezTo>
                      <a:pt x="306" y="516"/>
                      <a:pt x="306" y="525"/>
                      <a:pt x="306" y="533"/>
                    </a:cubicBezTo>
                    <a:cubicBezTo>
                      <a:pt x="301" y="544"/>
                      <a:pt x="296" y="563"/>
                      <a:pt x="293" y="576"/>
                    </a:cubicBezTo>
                    <a:cubicBezTo>
                      <a:pt x="294" y="580"/>
                      <a:pt x="295" y="585"/>
                      <a:pt x="295" y="590"/>
                    </a:cubicBezTo>
                    <a:cubicBezTo>
                      <a:pt x="292" y="599"/>
                      <a:pt x="288" y="614"/>
                      <a:pt x="288" y="625"/>
                    </a:cubicBezTo>
                    <a:cubicBezTo>
                      <a:pt x="286" y="625"/>
                      <a:pt x="285" y="626"/>
                      <a:pt x="284" y="627"/>
                    </a:cubicBezTo>
                    <a:cubicBezTo>
                      <a:pt x="260" y="620"/>
                      <a:pt x="276" y="577"/>
                      <a:pt x="282" y="564"/>
                    </a:cubicBezTo>
                    <a:cubicBezTo>
                      <a:pt x="287" y="551"/>
                      <a:pt x="312" y="507"/>
                      <a:pt x="302" y="480"/>
                    </a:cubicBezTo>
                    <a:cubicBezTo>
                      <a:pt x="298" y="470"/>
                      <a:pt x="290" y="463"/>
                      <a:pt x="284" y="455"/>
                    </a:cubicBezTo>
                    <a:cubicBezTo>
                      <a:pt x="275" y="443"/>
                      <a:pt x="265" y="436"/>
                      <a:pt x="253" y="432"/>
                    </a:cubicBezTo>
                    <a:cubicBezTo>
                      <a:pt x="236" y="426"/>
                      <a:pt x="225" y="439"/>
                      <a:pt x="218" y="444"/>
                    </a:cubicBezTo>
                    <a:cubicBezTo>
                      <a:pt x="187" y="466"/>
                      <a:pt x="191" y="536"/>
                      <a:pt x="201" y="572"/>
                    </a:cubicBezTo>
                    <a:cubicBezTo>
                      <a:pt x="203" y="580"/>
                      <a:pt x="209" y="614"/>
                      <a:pt x="206" y="622"/>
                    </a:cubicBezTo>
                    <a:cubicBezTo>
                      <a:pt x="164" y="721"/>
                      <a:pt x="105" y="809"/>
                      <a:pt x="58" y="908"/>
                    </a:cubicBezTo>
                    <a:cubicBezTo>
                      <a:pt x="40" y="947"/>
                      <a:pt x="0" y="975"/>
                      <a:pt x="3" y="1027"/>
                    </a:cubicBezTo>
                    <a:cubicBezTo>
                      <a:pt x="10" y="1032"/>
                      <a:pt x="17" y="1037"/>
                      <a:pt x="24" y="1043"/>
                    </a:cubicBezTo>
                    <a:cubicBezTo>
                      <a:pt x="58" y="1041"/>
                      <a:pt x="79" y="996"/>
                      <a:pt x="94" y="968"/>
                    </a:cubicBezTo>
                    <a:cubicBezTo>
                      <a:pt x="97" y="965"/>
                      <a:pt x="101" y="962"/>
                      <a:pt x="105" y="958"/>
                    </a:cubicBezTo>
                    <a:cubicBezTo>
                      <a:pt x="115" y="944"/>
                      <a:pt x="122" y="933"/>
                      <a:pt x="132" y="918"/>
                    </a:cubicBezTo>
                    <a:cubicBezTo>
                      <a:pt x="138" y="909"/>
                      <a:pt x="151" y="903"/>
                      <a:pt x="157" y="894"/>
                    </a:cubicBezTo>
                    <a:cubicBezTo>
                      <a:pt x="187" y="846"/>
                      <a:pt x="255" y="801"/>
                      <a:pt x="301" y="768"/>
                    </a:cubicBezTo>
                    <a:cubicBezTo>
                      <a:pt x="308" y="763"/>
                      <a:pt x="338" y="749"/>
                      <a:pt x="347" y="745"/>
                    </a:cubicBezTo>
                    <a:cubicBezTo>
                      <a:pt x="357" y="742"/>
                      <a:pt x="364" y="743"/>
                      <a:pt x="371" y="738"/>
                    </a:cubicBezTo>
                    <a:cubicBezTo>
                      <a:pt x="375" y="739"/>
                      <a:pt x="375" y="739"/>
                      <a:pt x="378" y="740"/>
                    </a:cubicBezTo>
                    <a:cubicBezTo>
                      <a:pt x="390" y="781"/>
                      <a:pt x="348" y="829"/>
                      <a:pt x="342" y="860"/>
                    </a:cubicBezTo>
                    <a:cubicBezTo>
                      <a:pt x="323" y="860"/>
                      <a:pt x="315" y="851"/>
                      <a:pt x="300" y="845"/>
                    </a:cubicBezTo>
                    <a:cubicBezTo>
                      <a:pt x="261" y="831"/>
                      <a:pt x="230" y="846"/>
                      <a:pt x="219" y="881"/>
                    </a:cubicBezTo>
                    <a:cubicBezTo>
                      <a:pt x="218" y="886"/>
                      <a:pt x="223" y="890"/>
                      <a:pt x="224" y="894"/>
                    </a:cubicBezTo>
                    <a:cubicBezTo>
                      <a:pt x="234" y="922"/>
                      <a:pt x="250" y="944"/>
                      <a:pt x="275" y="963"/>
                    </a:cubicBezTo>
                    <a:cubicBezTo>
                      <a:pt x="281" y="967"/>
                      <a:pt x="290" y="984"/>
                      <a:pt x="304" y="979"/>
                    </a:cubicBezTo>
                    <a:cubicBezTo>
                      <a:pt x="331" y="971"/>
                      <a:pt x="343" y="932"/>
                      <a:pt x="360" y="928"/>
                    </a:cubicBezTo>
                    <a:cubicBezTo>
                      <a:pt x="375" y="940"/>
                      <a:pt x="385" y="961"/>
                      <a:pt x="401" y="973"/>
                    </a:cubicBezTo>
                    <a:cubicBezTo>
                      <a:pt x="412" y="980"/>
                      <a:pt x="425" y="986"/>
                      <a:pt x="435" y="991"/>
                    </a:cubicBezTo>
                    <a:cubicBezTo>
                      <a:pt x="441" y="995"/>
                      <a:pt x="446" y="1001"/>
                      <a:pt x="456" y="1001"/>
                    </a:cubicBezTo>
                    <a:cubicBezTo>
                      <a:pt x="460" y="999"/>
                      <a:pt x="465" y="993"/>
                      <a:pt x="466" y="988"/>
                    </a:cubicBezTo>
                    <a:cubicBezTo>
                      <a:pt x="460" y="982"/>
                      <a:pt x="456" y="960"/>
                      <a:pt x="449" y="951"/>
                    </a:cubicBezTo>
                    <a:cubicBezTo>
                      <a:pt x="443" y="942"/>
                      <a:pt x="421" y="919"/>
                      <a:pt x="412" y="914"/>
                    </a:cubicBezTo>
                    <a:close/>
                    <a:moveTo>
                      <a:pt x="134" y="466"/>
                    </a:moveTo>
                    <a:cubicBezTo>
                      <a:pt x="132" y="466"/>
                      <a:pt x="131" y="467"/>
                      <a:pt x="129" y="467"/>
                    </a:cubicBezTo>
                    <a:cubicBezTo>
                      <a:pt x="130" y="465"/>
                      <a:pt x="131" y="462"/>
                      <a:pt x="132" y="460"/>
                    </a:cubicBezTo>
                    <a:cubicBezTo>
                      <a:pt x="133" y="461"/>
                      <a:pt x="134" y="461"/>
                      <a:pt x="134" y="462"/>
                    </a:cubicBezTo>
                    <a:cubicBezTo>
                      <a:pt x="134" y="463"/>
                      <a:pt x="134" y="465"/>
                      <a:pt x="134" y="466"/>
                    </a:cubicBezTo>
                    <a:close/>
                    <a:moveTo>
                      <a:pt x="309" y="910"/>
                    </a:moveTo>
                    <a:cubicBezTo>
                      <a:pt x="303" y="914"/>
                      <a:pt x="300" y="912"/>
                      <a:pt x="291" y="915"/>
                    </a:cubicBezTo>
                    <a:cubicBezTo>
                      <a:pt x="285" y="907"/>
                      <a:pt x="281" y="900"/>
                      <a:pt x="277" y="889"/>
                    </a:cubicBezTo>
                    <a:cubicBezTo>
                      <a:pt x="278" y="888"/>
                      <a:pt x="277" y="889"/>
                      <a:pt x="278" y="888"/>
                    </a:cubicBezTo>
                    <a:cubicBezTo>
                      <a:pt x="290" y="888"/>
                      <a:pt x="297" y="893"/>
                      <a:pt x="306" y="894"/>
                    </a:cubicBezTo>
                    <a:cubicBezTo>
                      <a:pt x="309" y="898"/>
                      <a:pt x="310" y="902"/>
                      <a:pt x="309" y="910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</p:grpSp>
        <p:grpSp>
          <p:nvGrpSpPr>
            <p:cNvPr id="121" name="íšľïḋê"/>
            <p:cNvGrpSpPr/>
            <p:nvPr/>
          </p:nvGrpSpPr>
          <p:grpSpPr>
            <a:xfrm>
              <a:off x="8190759" y="2868968"/>
              <a:ext cx="635165" cy="888620"/>
              <a:chOff x="6813550" y="4995860"/>
              <a:chExt cx="660400" cy="923924"/>
            </a:xfrm>
            <a:grpFill/>
          </p:grpSpPr>
          <p:sp>
            <p:nvSpPr>
              <p:cNvPr id="127" name="ïşḻiḍe"/>
              <p:cNvSpPr/>
              <p:nvPr/>
            </p:nvSpPr>
            <p:spPr bwMode="auto">
              <a:xfrm>
                <a:off x="6813550" y="4995860"/>
                <a:ext cx="660400" cy="923924"/>
              </a:xfrm>
              <a:custGeom>
                <a:avLst/>
                <a:gdLst>
                  <a:gd name="T0" fmla="*/ 467 w 649"/>
                  <a:gd name="T1" fmla="*/ 260 h 907"/>
                  <a:gd name="T2" fmla="*/ 543 w 649"/>
                  <a:gd name="T3" fmla="*/ 120 h 907"/>
                  <a:gd name="T4" fmla="*/ 577 w 649"/>
                  <a:gd name="T5" fmla="*/ 2 h 907"/>
                  <a:gd name="T6" fmla="*/ 462 w 649"/>
                  <a:gd name="T7" fmla="*/ 50 h 907"/>
                  <a:gd name="T8" fmla="*/ 562 w 649"/>
                  <a:gd name="T9" fmla="*/ 49 h 907"/>
                  <a:gd name="T10" fmla="*/ 445 w 649"/>
                  <a:gd name="T11" fmla="*/ 265 h 907"/>
                  <a:gd name="T12" fmla="*/ 433 w 649"/>
                  <a:gd name="T13" fmla="*/ 236 h 907"/>
                  <a:gd name="T14" fmla="*/ 395 w 649"/>
                  <a:gd name="T15" fmla="*/ 120 h 907"/>
                  <a:gd name="T16" fmla="*/ 460 w 649"/>
                  <a:gd name="T17" fmla="*/ 18 h 907"/>
                  <a:gd name="T18" fmla="*/ 294 w 649"/>
                  <a:gd name="T19" fmla="*/ 91 h 907"/>
                  <a:gd name="T20" fmla="*/ 301 w 649"/>
                  <a:gd name="T21" fmla="*/ 122 h 907"/>
                  <a:gd name="T22" fmla="*/ 283 w 649"/>
                  <a:gd name="T23" fmla="*/ 157 h 907"/>
                  <a:gd name="T24" fmla="*/ 315 w 649"/>
                  <a:gd name="T25" fmla="*/ 202 h 907"/>
                  <a:gd name="T26" fmla="*/ 193 w 649"/>
                  <a:gd name="T27" fmla="*/ 266 h 907"/>
                  <a:gd name="T28" fmla="*/ 231 w 649"/>
                  <a:gd name="T29" fmla="*/ 330 h 907"/>
                  <a:gd name="T30" fmla="*/ 308 w 649"/>
                  <a:gd name="T31" fmla="*/ 264 h 907"/>
                  <a:gd name="T32" fmla="*/ 362 w 649"/>
                  <a:gd name="T33" fmla="*/ 332 h 907"/>
                  <a:gd name="T34" fmla="*/ 175 w 649"/>
                  <a:gd name="T35" fmla="*/ 395 h 907"/>
                  <a:gd name="T36" fmla="*/ 177 w 649"/>
                  <a:gd name="T37" fmla="*/ 277 h 907"/>
                  <a:gd name="T38" fmla="*/ 155 w 649"/>
                  <a:gd name="T39" fmla="*/ 258 h 907"/>
                  <a:gd name="T40" fmla="*/ 165 w 649"/>
                  <a:gd name="T41" fmla="*/ 428 h 907"/>
                  <a:gd name="T42" fmla="*/ 246 w 649"/>
                  <a:gd name="T43" fmla="*/ 406 h 907"/>
                  <a:gd name="T44" fmla="*/ 278 w 649"/>
                  <a:gd name="T45" fmla="*/ 393 h 907"/>
                  <a:gd name="T46" fmla="*/ 384 w 649"/>
                  <a:gd name="T47" fmla="*/ 399 h 907"/>
                  <a:gd name="T48" fmla="*/ 366 w 649"/>
                  <a:gd name="T49" fmla="*/ 494 h 907"/>
                  <a:gd name="T50" fmla="*/ 199 w 649"/>
                  <a:gd name="T51" fmla="*/ 615 h 907"/>
                  <a:gd name="T52" fmla="*/ 93 w 649"/>
                  <a:gd name="T53" fmla="*/ 660 h 907"/>
                  <a:gd name="T54" fmla="*/ 20 w 649"/>
                  <a:gd name="T55" fmla="*/ 679 h 907"/>
                  <a:gd name="T56" fmla="*/ 75 w 649"/>
                  <a:gd name="T57" fmla="*/ 751 h 907"/>
                  <a:gd name="T58" fmla="*/ 158 w 649"/>
                  <a:gd name="T59" fmla="*/ 718 h 907"/>
                  <a:gd name="T60" fmla="*/ 303 w 649"/>
                  <a:gd name="T61" fmla="*/ 847 h 907"/>
                  <a:gd name="T62" fmla="*/ 74 w 649"/>
                  <a:gd name="T63" fmla="*/ 775 h 907"/>
                  <a:gd name="T64" fmla="*/ 143 w 649"/>
                  <a:gd name="T65" fmla="*/ 847 h 907"/>
                  <a:gd name="T66" fmla="*/ 329 w 649"/>
                  <a:gd name="T67" fmla="*/ 906 h 907"/>
                  <a:gd name="T68" fmla="*/ 342 w 649"/>
                  <a:gd name="T69" fmla="*/ 787 h 907"/>
                  <a:gd name="T70" fmla="*/ 374 w 649"/>
                  <a:gd name="T71" fmla="*/ 641 h 907"/>
                  <a:gd name="T72" fmla="*/ 426 w 649"/>
                  <a:gd name="T73" fmla="*/ 624 h 907"/>
                  <a:gd name="T74" fmla="*/ 444 w 649"/>
                  <a:gd name="T75" fmla="*/ 561 h 907"/>
                  <a:gd name="T76" fmla="*/ 331 w 649"/>
                  <a:gd name="T77" fmla="*/ 570 h 907"/>
                  <a:gd name="T78" fmla="*/ 434 w 649"/>
                  <a:gd name="T79" fmla="*/ 481 h 907"/>
                  <a:gd name="T80" fmla="*/ 300 w 649"/>
                  <a:gd name="T81" fmla="*/ 473 h 907"/>
                  <a:gd name="T82" fmla="*/ 353 w 649"/>
                  <a:gd name="T83" fmla="*/ 434 h 907"/>
                  <a:gd name="T84" fmla="*/ 474 w 649"/>
                  <a:gd name="T85" fmla="*/ 401 h 907"/>
                  <a:gd name="T86" fmla="*/ 244 w 649"/>
                  <a:gd name="T87" fmla="*/ 294 h 907"/>
                  <a:gd name="T88" fmla="*/ 336 w 649"/>
                  <a:gd name="T89" fmla="*/ 238 h 907"/>
                  <a:gd name="T90" fmla="*/ 349 w 649"/>
                  <a:gd name="T91" fmla="*/ 250 h 907"/>
                  <a:gd name="T92" fmla="*/ 412 w 649"/>
                  <a:gd name="T93" fmla="*/ 129 h 907"/>
                  <a:gd name="T94" fmla="*/ 411 w 649"/>
                  <a:gd name="T95" fmla="*/ 138 h 907"/>
                  <a:gd name="T96" fmla="*/ 390 w 649"/>
                  <a:gd name="T97" fmla="*/ 272 h 907"/>
                  <a:gd name="T98" fmla="*/ 433 w 649"/>
                  <a:gd name="T99" fmla="*/ 353 h 907"/>
                  <a:gd name="T100" fmla="*/ 470 w 649"/>
                  <a:gd name="T101" fmla="*/ 334 h 907"/>
                  <a:gd name="T102" fmla="*/ 626 w 649"/>
                  <a:gd name="T103" fmla="*/ 306 h 90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  <a:cxn ang="0">
                    <a:pos x="T90" y="T91"/>
                  </a:cxn>
                  <a:cxn ang="0">
                    <a:pos x="T92" y="T93"/>
                  </a:cxn>
                  <a:cxn ang="0">
                    <a:pos x="T94" y="T95"/>
                  </a:cxn>
                  <a:cxn ang="0">
                    <a:pos x="T96" y="T97"/>
                  </a:cxn>
                  <a:cxn ang="0">
                    <a:pos x="T98" y="T99"/>
                  </a:cxn>
                  <a:cxn ang="0">
                    <a:pos x="T100" y="T101"/>
                  </a:cxn>
                  <a:cxn ang="0">
                    <a:pos x="T102" y="T103"/>
                  </a:cxn>
                </a:cxnLst>
                <a:rect l="0" t="0" r="r" b="b"/>
                <a:pathLst>
                  <a:path w="649" h="907">
                    <a:moveTo>
                      <a:pt x="513" y="305"/>
                    </a:moveTo>
                    <a:cubicBezTo>
                      <a:pt x="507" y="305"/>
                      <a:pt x="501" y="305"/>
                      <a:pt x="496" y="305"/>
                    </a:cubicBezTo>
                    <a:cubicBezTo>
                      <a:pt x="482" y="309"/>
                      <a:pt x="468" y="309"/>
                      <a:pt x="455" y="315"/>
                    </a:cubicBezTo>
                    <a:cubicBezTo>
                      <a:pt x="439" y="314"/>
                      <a:pt x="463" y="267"/>
                      <a:pt x="467" y="260"/>
                    </a:cubicBezTo>
                    <a:cubicBezTo>
                      <a:pt x="484" y="234"/>
                      <a:pt x="495" y="199"/>
                      <a:pt x="508" y="170"/>
                    </a:cubicBezTo>
                    <a:cubicBezTo>
                      <a:pt x="514" y="159"/>
                      <a:pt x="524" y="151"/>
                      <a:pt x="530" y="141"/>
                    </a:cubicBezTo>
                    <a:cubicBezTo>
                      <a:pt x="531" y="138"/>
                      <a:pt x="531" y="135"/>
                      <a:pt x="532" y="132"/>
                    </a:cubicBezTo>
                    <a:cubicBezTo>
                      <a:pt x="536" y="128"/>
                      <a:pt x="539" y="124"/>
                      <a:pt x="543" y="120"/>
                    </a:cubicBezTo>
                    <a:cubicBezTo>
                      <a:pt x="543" y="118"/>
                      <a:pt x="543" y="115"/>
                      <a:pt x="543" y="113"/>
                    </a:cubicBezTo>
                    <a:cubicBezTo>
                      <a:pt x="547" y="110"/>
                      <a:pt x="551" y="106"/>
                      <a:pt x="556" y="103"/>
                    </a:cubicBezTo>
                    <a:cubicBezTo>
                      <a:pt x="561" y="92"/>
                      <a:pt x="566" y="85"/>
                      <a:pt x="571" y="77"/>
                    </a:cubicBezTo>
                    <a:cubicBezTo>
                      <a:pt x="577" y="66"/>
                      <a:pt x="598" y="13"/>
                      <a:pt x="577" y="2"/>
                    </a:cubicBezTo>
                    <a:cubicBezTo>
                      <a:pt x="575" y="0"/>
                      <a:pt x="546" y="2"/>
                      <a:pt x="540" y="4"/>
                    </a:cubicBezTo>
                    <a:cubicBezTo>
                      <a:pt x="513" y="13"/>
                      <a:pt x="488" y="28"/>
                      <a:pt x="465" y="37"/>
                    </a:cubicBezTo>
                    <a:cubicBezTo>
                      <a:pt x="463" y="40"/>
                      <a:pt x="462" y="43"/>
                      <a:pt x="462" y="49"/>
                    </a:cubicBezTo>
                    <a:cubicBezTo>
                      <a:pt x="462" y="49"/>
                      <a:pt x="462" y="50"/>
                      <a:pt x="462" y="50"/>
                    </a:cubicBezTo>
                    <a:cubicBezTo>
                      <a:pt x="476" y="59"/>
                      <a:pt x="513" y="35"/>
                      <a:pt x="527" y="30"/>
                    </a:cubicBezTo>
                    <a:cubicBezTo>
                      <a:pt x="539" y="25"/>
                      <a:pt x="540" y="32"/>
                      <a:pt x="551" y="23"/>
                    </a:cubicBezTo>
                    <a:cubicBezTo>
                      <a:pt x="555" y="23"/>
                      <a:pt x="558" y="24"/>
                      <a:pt x="561" y="25"/>
                    </a:cubicBezTo>
                    <a:cubicBezTo>
                      <a:pt x="561" y="33"/>
                      <a:pt x="561" y="41"/>
                      <a:pt x="562" y="49"/>
                    </a:cubicBezTo>
                    <a:cubicBezTo>
                      <a:pt x="549" y="75"/>
                      <a:pt x="534" y="104"/>
                      <a:pt x="520" y="126"/>
                    </a:cubicBezTo>
                    <a:cubicBezTo>
                      <a:pt x="507" y="146"/>
                      <a:pt x="490" y="164"/>
                      <a:pt x="481" y="185"/>
                    </a:cubicBezTo>
                    <a:cubicBezTo>
                      <a:pt x="474" y="200"/>
                      <a:pt x="465" y="217"/>
                      <a:pt x="458" y="232"/>
                    </a:cubicBezTo>
                    <a:cubicBezTo>
                      <a:pt x="454" y="243"/>
                      <a:pt x="449" y="254"/>
                      <a:pt x="445" y="265"/>
                    </a:cubicBezTo>
                    <a:cubicBezTo>
                      <a:pt x="437" y="277"/>
                      <a:pt x="422" y="303"/>
                      <a:pt x="417" y="319"/>
                    </a:cubicBezTo>
                    <a:cubicBezTo>
                      <a:pt x="412" y="322"/>
                      <a:pt x="407" y="323"/>
                      <a:pt x="397" y="323"/>
                    </a:cubicBezTo>
                    <a:cubicBezTo>
                      <a:pt x="396" y="321"/>
                      <a:pt x="397" y="323"/>
                      <a:pt x="395" y="321"/>
                    </a:cubicBezTo>
                    <a:cubicBezTo>
                      <a:pt x="396" y="286"/>
                      <a:pt x="450" y="279"/>
                      <a:pt x="433" y="236"/>
                    </a:cubicBezTo>
                    <a:cubicBezTo>
                      <a:pt x="429" y="228"/>
                      <a:pt x="432" y="226"/>
                      <a:pt x="425" y="221"/>
                    </a:cubicBezTo>
                    <a:cubicBezTo>
                      <a:pt x="425" y="194"/>
                      <a:pt x="460" y="111"/>
                      <a:pt x="422" y="99"/>
                    </a:cubicBezTo>
                    <a:cubicBezTo>
                      <a:pt x="418" y="103"/>
                      <a:pt x="415" y="102"/>
                      <a:pt x="409" y="106"/>
                    </a:cubicBezTo>
                    <a:cubicBezTo>
                      <a:pt x="404" y="110"/>
                      <a:pt x="399" y="115"/>
                      <a:pt x="395" y="120"/>
                    </a:cubicBezTo>
                    <a:cubicBezTo>
                      <a:pt x="386" y="115"/>
                      <a:pt x="378" y="109"/>
                      <a:pt x="368" y="109"/>
                    </a:cubicBezTo>
                    <a:cubicBezTo>
                      <a:pt x="366" y="107"/>
                      <a:pt x="364" y="104"/>
                      <a:pt x="362" y="102"/>
                    </a:cubicBezTo>
                    <a:cubicBezTo>
                      <a:pt x="380" y="87"/>
                      <a:pt x="432" y="33"/>
                      <a:pt x="454" y="31"/>
                    </a:cubicBezTo>
                    <a:cubicBezTo>
                      <a:pt x="458" y="27"/>
                      <a:pt x="460" y="26"/>
                      <a:pt x="460" y="18"/>
                    </a:cubicBezTo>
                    <a:cubicBezTo>
                      <a:pt x="454" y="10"/>
                      <a:pt x="444" y="2"/>
                      <a:pt x="434" y="2"/>
                    </a:cubicBezTo>
                    <a:cubicBezTo>
                      <a:pt x="411" y="19"/>
                      <a:pt x="396" y="51"/>
                      <a:pt x="373" y="65"/>
                    </a:cubicBezTo>
                    <a:cubicBezTo>
                      <a:pt x="363" y="71"/>
                      <a:pt x="346" y="82"/>
                      <a:pt x="343" y="90"/>
                    </a:cubicBezTo>
                    <a:cubicBezTo>
                      <a:pt x="327" y="90"/>
                      <a:pt x="308" y="86"/>
                      <a:pt x="294" y="91"/>
                    </a:cubicBezTo>
                    <a:cubicBezTo>
                      <a:pt x="288" y="94"/>
                      <a:pt x="285" y="100"/>
                      <a:pt x="277" y="102"/>
                    </a:cubicBezTo>
                    <a:cubicBezTo>
                      <a:pt x="274" y="106"/>
                      <a:pt x="273" y="108"/>
                      <a:pt x="273" y="117"/>
                    </a:cubicBezTo>
                    <a:cubicBezTo>
                      <a:pt x="273" y="117"/>
                      <a:pt x="273" y="117"/>
                      <a:pt x="273" y="117"/>
                    </a:cubicBezTo>
                    <a:cubicBezTo>
                      <a:pt x="280" y="122"/>
                      <a:pt x="299" y="118"/>
                      <a:pt x="301" y="122"/>
                    </a:cubicBezTo>
                    <a:cubicBezTo>
                      <a:pt x="303" y="124"/>
                      <a:pt x="302" y="123"/>
                      <a:pt x="303" y="126"/>
                    </a:cubicBezTo>
                    <a:cubicBezTo>
                      <a:pt x="295" y="129"/>
                      <a:pt x="290" y="137"/>
                      <a:pt x="282" y="138"/>
                    </a:cubicBezTo>
                    <a:cubicBezTo>
                      <a:pt x="279" y="142"/>
                      <a:pt x="279" y="146"/>
                      <a:pt x="279" y="153"/>
                    </a:cubicBezTo>
                    <a:cubicBezTo>
                      <a:pt x="281" y="154"/>
                      <a:pt x="282" y="156"/>
                      <a:pt x="283" y="157"/>
                    </a:cubicBezTo>
                    <a:cubicBezTo>
                      <a:pt x="304" y="153"/>
                      <a:pt x="320" y="142"/>
                      <a:pt x="331" y="126"/>
                    </a:cubicBezTo>
                    <a:cubicBezTo>
                      <a:pt x="340" y="126"/>
                      <a:pt x="348" y="126"/>
                      <a:pt x="354" y="127"/>
                    </a:cubicBezTo>
                    <a:cubicBezTo>
                      <a:pt x="357" y="131"/>
                      <a:pt x="359" y="132"/>
                      <a:pt x="360" y="138"/>
                    </a:cubicBezTo>
                    <a:cubicBezTo>
                      <a:pt x="345" y="158"/>
                      <a:pt x="330" y="179"/>
                      <a:pt x="315" y="202"/>
                    </a:cubicBezTo>
                    <a:cubicBezTo>
                      <a:pt x="305" y="202"/>
                      <a:pt x="299" y="198"/>
                      <a:pt x="293" y="194"/>
                    </a:cubicBezTo>
                    <a:cubicBezTo>
                      <a:pt x="285" y="194"/>
                      <a:pt x="238" y="255"/>
                      <a:pt x="237" y="263"/>
                    </a:cubicBezTo>
                    <a:cubicBezTo>
                      <a:pt x="231" y="269"/>
                      <a:pt x="225" y="274"/>
                      <a:pt x="219" y="280"/>
                    </a:cubicBezTo>
                    <a:cubicBezTo>
                      <a:pt x="212" y="273"/>
                      <a:pt x="205" y="266"/>
                      <a:pt x="193" y="266"/>
                    </a:cubicBezTo>
                    <a:cubicBezTo>
                      <a:pt x="181" y="284"/>
                      <a:pt x="184" y="320"/>
                      <a:pt x="208" y="325"/>
                    </a:cubicBezTo>
                    <a:cubicBezTo>
                      <a:pt x="214" y="320"/>
                      <a:pt x="220" y="320"/>
                      <a:pt x="224" y="314"/>
                    </a:cubicBezTo>
                    <a:cubicBezTo>
                      <a:pt x="228" y="314"/>
                      <a:pt x="228" y="314"/>
                      <a:pt x="229" y="315"/>
                    </a:cubicBezTo>
                    <a:cubicBezTo>
                      <a:pt x="232" y="314"/>
                      <a:pt x="231" y="326"/>
                      <a:pt x="231" y="330"/>
                    </a:cubicBezTo>
                    <a:cubicBezTo>
                      <a:pt x="235" y="333"/>
                      <a:pt x="236" y="334"/>
                      <a:pt x="243" y="334"/>
                    </a:cubicBezTo>
                    <a:cubicBezTo>
                      <a:pt x="250" y="328"/>
                      <a:pt x="253" y="321"/>
                      <a:pt x="257" y="315"/>
                    </a:cubicBezTo>
                    <a:cubicBezTo>
                      <a:pt x="270" y="295"/>
                      <a:pt x="289" y="281"/>
                      <a:pt x="302" y="264"/>
                    </a:cubicBezTo>
                    <a:cubicBezTo>
                      <a:pt x="304" y="264"/>
                      <a:pt x="306" y="264"/>
                      <a:pt x="308" y="264"/>
                    </a:cubicBezTo>
                    <a:cubicBezTo>
                      <a:pt x="315" y="274"/>
                      <a:pt x="318" y="287"/>
                      <a:pt x="325" y="296"/>
                    </a:cubicBezTo>
                    <a:cubicBezTo>
                      <a:pt x="318" y="300"/>
                      <a:pt x="305" y="306"/>
                      <a:pt x="293" y="306"/>
                    </a:cubicBezTo>
                    <a:cubicBezTo>
                      <a:pt x="293" y="308"/>
                      <a:pt x="293" y="310"/>
                      <a:pt x="293" y="312"/>
                    </a:cubicBezTo>
                    <a:cubicBezTo>
                      <a:pt x="300" y="317"/>
                      <a:pt x="352" y="332"/>
                      <a:pt x="362" y="332"/>
                    </a:cubicBezTo>
                    <a:cubicBezTo>
                      <a:pt x="362" y="333"/>
                      <a:pt x="362" y="335"/>
                      <a:pt x="362" y="336"/>
                    </a:cubicBezTo>
                    <a:cubicBezTo>
                      <a:pt x="337" y="347"/>
                      <a:pt x="304" y="350"/>
                      <a:pt x="276" y="358"/>
                    </a:cubicBezTo>
                    <a:cubicBezTo>
                      <a:pt x="248" y="367"/>
                      <a:pt x="220" y="375"/>
                      <a:pt x="191" y="385"/>
                    </a:cubicBezTo>
                    <a:cubicBezTo>
                      <a:pt x="186" y="388"/>
                      <a:pt x="181" y="391"/>
                      <a:pt x="175" y="395"/>
                    </a:cubicBezTo>
                    <a:cubicBezTo>
                      <a:pt x="174" y="393"/>
                      <a:pt x="175" y="394"/>
                      <a:pt x="174" y="393"/>
                    </a:cubicBezTo>
                    <a:cubicBezTo>
                      <a:pt x="176" y="377"/>
                      <a:pt x="179" y="362"/>
                      <a:pt x="181" y="346"/>
                    </a:cubicBezTo>
                    <a:cubicBezTo>
                      <a:pt x="176" y="329"/>
                      <a:pt x="179" y="300"/>
                      <a:pt x="175" y="285"/>
                    </a:cubicBezTo>
                    <a:cubicBezTo>
                      <a:pt x="176" y="282"/>
                      <a:pt x="177" y="279"/>
                      <a:pt x="177" y="277"/>
                    </a:cubicBezTo>
                    <a:cubicBezTo>
                      <a:pt x="172" y="265"/>
                      <a:pt x="172" y="249"/>
                      <a:pt x="172" y="232"/>
                    </a:cubicBezTo>
                    <a:cubicBezTo>
                      <a:pt x="169" y="230"/>
                      <a:pt x="165" y="227"/>
                      <a:pt x="164" y="224"/>
                    </a:cubicBezTo>
                    <a:cubicBezTo>
                      <a:pt x="162" y="224"/>
                      <a:pt x="160" y="224"/>
                      <a:pt x="158" y="224"/>
                    </a:cubicBezTo>
                    <a:cubicBezTo>
                      <a:pt x="151" y="235"/>
                      <a:pt x="160" y="244"/>
                      <a:pt x="155" y="258"/>
                    </a:cubicBezTo>
                    <a:cubicBezTo>
                      <a:pt x="150" y="274"/>
                      <a:pt x="151" y="293"/>
                      <a:pt x="148" y="309"/>
                    </a:cubicBezTo>
                    <a:cubicBezTo>
                      <a:pt x="149" y="315"/>
                      <a:pt x="150" y="322"/>
                      <a:pt x="150" y="328"/>
                    </a:cubicBezTo>
                    <a:cubicBezTo>
                      <a:pt x="143" y="347"/>
                      <a:pt x="144" y="382"/>
                      <a:pt x="150" y="400"/>
                    </a:cubicBezTo>
                    <a:cubicBezTo>
                      <a:pt x="156" y="414"/>
                      <a:pt x="151" y="424"/>
                      <a:pt x="165" y="428"/>
                    </a:cubicBezTo>
                    <a:cubicBezTo>
                      <a:pt x="182" y="434"/>
                      <a:pt x="210" y="418"/>
                      <a:pt x="219" y="413"/>
                    </a:cubicBezTo>
                    <a:cubicBezTo>
                      <a:pt x="223" y="413"/>
                      <a:pt x="226" y="413"/>
                      <a:pt x="229" y="413"/>
                    </a:cubicBezTo>
                    <a:cubicBezTo>
                      <a:pt x="232" y="411"/>
                      <a:pt x="234" y="409"/>
                      <a:pt x="237" y="407"/>
                    </a:cubicBezTo>
                    <a:cubicBezTo>
                      <a:pt x="240" y="406"/>
                      <a:pt x="243" y="406"/>
                      <a:pt x="246" y="406"/>
                    </a:cubicBezTo>
                    <a:cubicBezTo>
                      <a:pt x="248" y="404"/>
                      <a:pt x="249" y="402"/>
                      <a:pt x="250" y="401"/>
                    </a:cubicBezTo>
                    <a:cubicBezTo>
                      <a:pt x="254" y="401"/>
                      <a:pt x="258" y="401"/>
                      <a:pt x="261" y="401"/>
                    </a:cubicBezTo>
                    <a:cubicBezTo>
                      <a:pt x="263" y="398"/>
                      <a:pt x="265" y="396"/>
                      <a:pt x="266" y="394"/>
                    </a:cubicBezTo>
                    <a:cubicBezTo>
                      <a:pt x="270" y="394"/>
                      <a:pt x="274" y="393"/>
                      <a:pt x="278" y="393"/>
                    </a:cubicBezTo>
                    <a:cubicBezTo>
                      <a:pt x="280" y="392"/>
                      <a:pt x="282" y="389"/>
                      <a:pt x="283" y="388"/>
                    </a:cubicBezTo>
                    <a:cubicBezTo>
                      <a:pt x="288" y="388"/>
                      <a:pt x="292" y="387"/>
                      <a:pt x="296" y="387"/>
                    </a:cubicBezTo>
                    <a:cubicBezTo>
                      <a:pt x="318" y="376"/>
                      <a:pt x="352" y="357"/>
                      <a:pt x="379" y="362"/>
                    </a:cubicBezTo>
                    <a:cubicBezTo>
                      <a:pt x="379" y="378"/>
                      <a:pt x="381" y="391"/>
                      <a:pt x="384" y="399"/>
                    </a:cubicBezTo>
                    <a:cubicBezTo>
                      <a:pt x="365" y="402"/>
                      <a:pt x="348" y="416"/>
                      <a:pt x="333" y="425"/>
                    </a:cubicBezTo>
                    <a:cubicBezTo>
                      <a:pt x="301" y="444"/>
                      <a:pt x="241" y="466"/>
                      <a:pt x="239" y="511"/>
                    </a:cubicBezTo>
                    <a:cubicBezTo>
                      <a:pt x="258" y="523"/>
                      <a:pt x="333" y="507"/>
                      <a:pt x="349" y="502"/>
                    </a:cubicBezTo>
                    <a:cubicBezTo>
                      <a:pt x="355" y="500"/>
                      <a:pt x="360" y="494"/>
                      <a:pt x="366" y="494"/>
                    </a:cubicBezTo>
                    <a:cubicBezTo>
                      <a:pt x="367" y="493"/>
                      <a:pt x="369" y="491"/>
                      <a:pt x="370" y="490"/>
                    </a:cubicBezTo>
                    <a:cubicBezTo>
                      <a:pt x="371" y="492"/>
                      <a:pt x="371" y="491"/>
                      <a:pt x="373" y="493"/>
                    </a:cubicBezTo>
                    <a:cubicBezTo>
                      <a:pt x="367" y="511"/>
                      <a:pt x="304" y="556"/>
                      <a:pt x="303" y="579"/>
                    </a:cubicBezTo>
                    <a:cubicBezTo>
                      <a:pt x="277" y="597"/>
                      <a:pt x="230" y="604"/>
                      <a:pt x="199" y="615"/>
                    </a:cubicBezTo>
                    <a:cubicBezTo>
                      <a:pt x="195" y="614"/>
                      <a:pt x="191" y="613"/>
                      <a:pt x="187" y="611"/>
                    </a:cubicBezTo>
                    <a:cubicBezTo>
                      <a:pt x="173" y="616"/>
                      <a:pt x="163" y="631"/>
                      <a:pt x="154" y="635"/>
                    </a:cubicBezTo>
                    <a:cubicBezTo>
                      <a:pt x="149" y="635"/>
                      <a:pt x="145" y="635"/>
                      <a:pt x="141" y="635"/>
                    </a:cubicBezTo>
                    <a:cubicBezTo>
                      <a:pt x="125" y="641"/>
                      <a:pt x="107" y="653"/>
                      <a:pt x="93" y="660"/>
                    </a:cubicBezTo>
                    <a:cubicBezTo>
                      <a:pt x="86" y="655"/>
                      <a:pt x="64" y="669"/>
                      <a:pt x="60" y="671"/>
                    </a:cubicBezTo>
                    <a:cubicBezTo>
                      <a:pt x="56" y="671"/>
                      <a:pt x="52" y="671"/>
                      <a:pt x="47" y="670"/>
                    </a:cubicBezTo>
                    <a:cubicBezTo>
                      <a:pt x="46" y="673"/>
                      <a:pt x="44" y="675"/>
                      <a:pt x="42" y="677"/>
                    </a:cubicBezTo>
                    <a:cubicBezTo>
                      <a:pt x="34" y="681"/>
                      <a:pt x="27" y="672"/>
                      <a:pt x="20" y="679"/>
                    </a:cubicBezTo>
                    <a:cubicBezTo>
                      <a:pt x="13" y="680"/>
                      <a:pt x="0" y="692"/>
                      <a:pt x="6" y="704"/>
                    </a:cubicBezTo>
                    <a:cubicBezTo>
                      <a:pt x="14" y="720"/>
                      <a:pt x="26" y="740"/>
                      <a:pt x="43" y="747"/>
                    </a:cubicBezTo>
                    <a:cubicBezTo>
                      <a:pt x="49" y="750"/>
                      <a:pt x="55" y="746"/>
                      <a:pt x="62" y="750"/>
                    </a:cubicBezTo>
                    <a:cubicBezTo>
                      <a:pt x="64" y="750"/>
                      <a:pt x="71" y="753"/>
                      <a:pt x="75" y="751"/>
                    </a:cubicBezTo>
                    <a:cubicBezTo>
                      <a:pt x="85" y="747"/>
                      <a:pt x="97" y="747"/>
                      <a:pt x="109" y="742"/>
                    </a:cubicBezTo>
                    <a:cubicBezTo>
                      <a:pt x="117" y="738"/>
                      <a:pt x="128" y="729"/>
                      <a:pt x="138" y="725"/>
                    </a:cubicBezTo>
                    <a:cubicBezTo>
                      <a:pt x="142" y="725"/>
                      <a:pt x="147" y="725"/>
                      <a:pt x="151" y="725"/>
                    </a:cubicBezTo>
                    <a:cubicBezTo>
                      <a:pt x="153" y="724"/>
                      <a:pt x="156" y="719"/>
                      <a:pt x="158" y="718"/>
                    </a:cubicBezTo>
                    <a:cubicBezTo>
                      <a:pt x="177" y="710"/>
                      <a:pt x="199" y="703"/>
                      <a:pt x="217" y="691"/>
                    </a:cubicBezTo>
                    <a:cubicBezTo>
                      <a:pt x="233" y="680"/>
                      <a:pt x="277" y="652"/>
                      <a:pt x="299" y="657"/>
                    </a:cubicBezTo>
                    <a:cubicBezTo>
                      <a:pt x="307" y="669"/>
                      <a:pt x="299" y="690"/>
                      <a:pt x="303" y="707"/>
                    </a:cubicBezTo>
                    <a:cubicBezTo>
                      <a:pt x="311" y="741"/>
                      <a:pt x="303" y="804"/>
                      <a:pt x="303" y="847"/>
                    </a:cubicBezTo>
                    <a:cubicBezTo>
                      <a:pt x="294" y="845"/>
                      <a:pt x="283" y="862"/>
                      <a:pt x="266" y="854"/>
                    </a:cubicBezTo>
                    <a:cubicBezTo>
                      <a:pt x="248" y="846"/>
                      <a:pt x="223" y="841"/>
                      <a:pt x="204" y="835"/>
                    </a:cubicBezTo>
                    <a:cubicBezTo>
                      <a:pt x="201" y="835"/>
                      <a:pt x="198" y="835"/>
                      <a:pt x="195" y="836"/>
                    </a:cubicBezTo>
                    <a:cubicBezTo>
                      <a:pt x="154" y="814"/>
                      <a:pt x="114" y="794"/>
                      <a:pt x="74" y="775"/>
                    </a:cubicBezTo>
                    <a:cubicBezTo>
                      <a:pt x="71" y="775"/>
                      <a:pt x="69" y="776"/>
                      <a:pt x="66" y="777"/>
                    </a:cubicBezTo>
                    <a:cubicBezTo>
                      <a:pt x="65" y="778"/>
                      <a:pt x="64" y="779"/>
                      <a:pt x="63" y="780"/>
                    </a:cubicBezTo>
                    <a:cubicBezTo>
                      <a:pt x="64" y="797"/>
                      <a:pt x="107" y="820"/>
                      <a:pt x="121" y="829"/>
                    </a:cubicBezTo>
                    <a:cubicBezTo>
                      <a:pt x="129" y="833"/>
                      <a:pt x="135" y="842"/>
                      <a:pt x="143" y="847"/>
                    </a:cubicBezTo>
                    <a:cubicBezTo>
                      <a:pt x="146" y="843"/>
                      <a:pt x="160" y="852"/>
                      <a:pt x="164" y="854"/>
                    </a:cubicBezTo>
                    <a:cubicBezTo>
                      <a:pt x="186" y="867"/>
                      <a:pt x="210" y="875"/>
                      <a:pt x="233" y="885"/>
                    </a:cubicBezTo>
                    <a:cubicBezTo>
                      <a:pt x="233" y="885"/>
                      <a:pt x="277" y="894"/>
                      <a:pt x="281" y="895"/>
                    </a:cubicBezTo>
                    <a:cubicBezTo>
                      <a:pt x="295" y="901"/>
                      <a:pt x="312" y="907"/>
                      <a:pt x="329" y="906"/>
                    </a:cubicBezTo>
                    <a:cubicBezTo>
                      <a:pt x="329" y="906"/>
                      <a:pt x="329" y="906"/>
                      <a:pt x="330" y="906"/>
                    </a:cubicBezTo>
                    <a:cubicBezTo>
                      <a:pt x="332" y="903"/>
                      <a:pt x="332" y="897"/>
                      <a:pt x="333" y="895"/>
                    </a:cubicBezTo>
                    <a:cubicBezTo>
                      <a:pt x="338" y="885"/>
                      <a:pt x="350" y="876"/>
                      <a:pt x="354" y="866"/>
                    </a:cubicBezTo>
                    <a:cubicBezTo>
                      <a:pt x="358" y="856"/>
                      <a:pt x="347" y="799"/>
                      <a:pt x="342" y="787"/>
                    </a:cubicBezTo>
                    <a:cubicBezTo>
                      <a:pt x="343" y="775"/>
                      <a:pt x="343" y="763"/>
                      <a:pt x="343" y="751"/>
                    </a:cubicBezTo>
                    <a:cubicBezTo>
                      <a:pt x="335" y="722"/>
                      <a:pt x="334" y="678"/>
                      <a:pt x="333" y="654"/>
                    </a:cubicBezTo>
                    <a:cubicBezTo>
                      <a:pt x="338" y="650"/>
                      <a:pt x="343" y="645"/>
                      <a:pt x="348" y="643"/>
                    </a:cubicBezTo>
                    <a:cubicBezTo>
                      <a:pt x="357" y="642"/>
                      <a:pt x="365" y="641"/>
                      <a:pt x="374" y="641"/>
                    </a:cubicBezTo>
                    <a:cubicBezTo>
                      <a:pt x="375" y="639"/>
                      <a:pt x="376" y="637"/>
                      <a:pt x="378" y="635"/>
                    </a:cubicBezTo>
                    <a:cubicBezTo>
                      <a:pt x="384" y="632"/>
                      <a:pt x="402" y="633"/>
                      <a:pt x="412" y="629"/>
                    </a:cubicBezTo>
                    <a:cubicBezTo>
                      <a:pt x="414" y="628"/>
                      <a:pt x="416" y="623"/>
                      <a:pt x="418" y="622"/>
                    </a:cubicBezTo>
                    <a:cubicBezTo>
                      <a:pt x="421" y="621"/>
                      <a:pt x="425" y="624"/>
                      <a:pt x="426" y="624"/>
                    </a:cubicBezTo>
                    <a:cubicBezTo>
                      <a:pt x="434" y="626"/>
                      <a:pt x="442" y="619"/>
                      <a:pt x="445" y="616"/>
                    </a:cubicBezTo>
                    <a:cubicBezTo>
                      <a:pt x="469" y="623"/>
                      <a:pt x="503" y="644"/>
                      <a:pt x="530" y="633"/>
                    </a:cubicBezTo>
                    <a:cubicBezTo>
                      <a:pt x="551" y="625"/>
                      <a:pt x="571" y="584"/>
                      <a:pt x="544" y="567"/>
                    </a:cubicBezTo>
                    <a:cubicBezTo>
                      <a:pt x="513" y="547"/>
                      <a:pt x="481" y="550"/>
                      <a:pt x="444" y="561"/>
                    </a:cubicBezTo>
                    <a:cubicBezTo>
                      <a:pt x="425" y="566"/>
                      <a:pt x="403" y="564"/>
                      <a:pt x="385" y="570"/>
                    </a:cubicBezTo>
                    <a:cubicBezTo>
                      <a:pt x="378" y="570"/>
                      <a:pt x="370" y="570"/>
                      <a:pt x="363" y="570"/>
                    </a:cubicBezTo>
                    <a:cubicBezTo>
                      <a:pt x="353" y="573"/>
                      <a:pt x="342" y="576"/>
                      <a:pt x="331" y="574"/>
                    </a:cubicBezTo>
                    <a:cubicBezTo>
                      <a:pt x="331" y="573"/>
                      <a:pt x="331" y="571"/>
                      <a:pt x="331" y="570"/>
                    </a:cubicBezTo>
                    <a:cubicBezTo>
                      <a:pt x="337" y="566"/>
                      <a:pt x="342" y="560"/>
                      <a:pt x="348" y="557"/>
                    </a:cubicBezTo>
                    <a:cubicBezTo>
                      <a:pt x="355" y="557"/>
                      <a:pt x="362" y="556"/>
                      <a:pt x="369" y="556"/>
                    </a:cubicBezTo>
                    <a:cubicBezTo>
                      <a:pt x="388" y="547"/>
                      <a:pt x="412" y="528"/>
                      <a:pt x="422" y="509"/>
                    </a:cubicBezTo>
                    <a:cubicBezTo>
                      <a:pt x="425" y="503"/>
                      <a:pt x="439" y="492"/>
                      <a:pt x="434" y="481"/>
                    </a:cubicBezTo>
                    <a:cubicBezTo>
                      <a:pt x="434" y="479"/>
                      <a:pt x="406" y="461"/>
                      <a:pt x="402" y="460"/>
                    </a:cubicBezTo>
                    <a:cubicBezTo>
                      <a:pt x="379" y="462"/>
                      <a:pt x="355" y="465"/>
                      <a:pt x="331" y="467"/>
                    </a:cubicBezTo>
                    <a:cubicBezTo>
                      <a:pt x="323" y="467"/>
                      <a:pt x="315" y="467"/>
                      <a:pt x="306" y="467"/>
                    </a:cubicBezTo>
                    <a:cubicBezTo>
                      <a:pt x="304" y="468"/>
                      <a:pt x="303" y="472"/>
                      <a:pt x="300" y="473"/>
                    </a:cubicBezTo>
                    <a:cubicBezTo>
                      <a:pt x="299" y="472"/>
                      <a:pt x="297" y="471"/>
                      <a:pt x="296" y="471"/>
                    </a:cubicBezTo>
                    <a:cubicBezTo>
                      <a:pt x="296" y="469"/>
                      <a:pt x="296" y="468"/>
                      <a:pt x="296" y="467"/>
                    </a:cubicBezTo>
                    <a:cubicBezTo>
                      <a:pt x="313" y="460"/>
                      <a:pt x="327" y="443"/>
                      <a:pt x="342" y="436"/>
                    </a:cubicBezTo>
                    <a:cubicBezTo>
                      <a:pt x="346" y="435"/>
                      <a:pt x="350" y="435"/>
                      <a:pt x="353" y="434"/>
                    </a:cubicBezTo>
                    <a:cubicBezTo>
                      <a:pt x="357" y="432"/>
                      <a:pt x="364" y="424"/>
                      <a:pt x="368" y="423"/>
                    </a:cubicBezTo>
                    <a:cubicBezTo>
                      <a:pt x="370" y="424"/>
                      <a:pt x="373" y="425"/>
                      <a:pt x="375" y="426"/>
                    </a:cubicBezTo>
                    <a:cubicBezTo>
                      <a:pt x="398" y="416"/>
                      <a:pt x="434" y="410"/>
                      <a:pt x="459" y="401"/>
                    </a:cubicBezTo>
                    <a:cubicBezTo>
                      <a:pt x="464" y="401"/>
                      <a:pt x="469" y="401"/>
                      <a:pt x="474" y="401"/>
                    </a:cubicBezTo>
                    <a:cubicBezTo>
                      <a:pt x="510" y="389"/>
                      <a:pt x="552" y="379"/>
                      <a:pt x="586" y="364"/>
                    </a:cubicBezTo>
                    <a:cubicBezTo>
                      <a:pt x="616" y="350"/>
                      <a:pt x="649" y="340"/>
                      <a:pt x="648" y="299"/>
                    </a:cubicBezTo>
                    <a:cubicBezTo>
                      <a:pt x="622" y="273"/>
                      <a:pt x="543" y="293"/>
                      <a:pt x="513" y="305"/>
                    </a:cubicBezTo>
                    <a:close/>
                    <a:moveTo>
                      <a:pt x="244" y="294"/>
                    </a:moveTo>
                    <a:cubicBezTo>
                      <a:pt x="258" y="272"/>
                      <a:pt x="266" y="246"/>
                      <a:pt x="279" y="228"/>
                    </a:cubicBezTo>
                    <a:cubicBezTo>
                      <a:pt x="294" y="236"/>
                      <a:pt x="252" y="291"/>
                      <a:pt x="244" y="294"/>
                    </a:cubicBezTo>
                    <a:close/>
                    <a:moveTo>
                      <a:pt x="349" y="250"/>
                    </a:moveTo>
                    <a:cubicBezTo>
                      <a:pt x="345" y="246"/>
                      <a:pt x="341" y="242"/>
                      <a:pt x="336" y="238"/>
                    </a:cubicBezTo>
                    <a:cubicBezTo>
                      <a:pt x="326" y="215"/>
                      <a:pt x="352" y="193"/>
                      <a:pt x="362" y="178"/>
                    </a:cubicBezTo>
                    <a:cubicBezTo>
                      <a:pt x="363" y="178"/>
                      <a:pt x="363" y="178"/>
                      <a:pt x="364" y="178"/>
                    </a:cubicBezTo>
                    <a:cubicBezTo>
                      <a:pt x="361" y="199"/>
                      <a:pt x="359" y="255"/>
                      <a:pt x="365" y="272"/>
                    </a:cubicBezTo>
                    <a:cubicBezTo>
                      <a:pt x="356" y="271"/>
                      <a:pt x="353" y="256"/>
                      <a:pt x="349" y="250"/>
                    </a:cubicBezTo>
                    <a:close/>
                    <a:moveTo>
                      <a:pt x="385" y="229"/>
                    </a:moveTo>
                    <a:cubicBezTo>
                      <a:pt x="385" y="210"/>
                      <a:pt x="385" y="192"/>
                      <a:pt x="385" y="174"/>
                    </a:cubicBezTo>
                    <a:cubicBezTo>
                      <a:pt x="387" y="172"/>
                      <a:pt x="389" y="170"/>
                      <a:pt x="391" y="168"/>
                    </a:cubicBezTo>
                    <a:cubicBezTo>
                      <a:pt x="398" y="153"/>
                      <a:pt x="399" y="137"/>
                      <a:pt x="412" y="129"/>
                    </a:cubicBezTo>
                    <a:cubicBezTo>
                      <a:pt x="411" y="129"/>
                      <a:pt x="411" y="128"/>
                      <a:pt x="411" y="127"/>
                    </a:cubicBezTo>
                    <a:cubicBezTo>
                      <a:pt x="414" y="128"/>
                      <a:pt x="414" y="127"/>
                      <a:pt x="416" y="129"/>
                    </a:cubicBezTo>
                    <a:cubicBezTo>
                      <a:pt x="416" y="129"/>
                      <a:pt x="417" y="129"/>
                      <a:pt x="417" y="128"/>
                    </a:cubicBezTo>
                    <a:cubicBezTo>
                      <a:pt x="415" y="132"/>
                      <a:pt x="413" y="135"/>
                      <a:pt x="411" y="138"/>
                    </a:cubicBezTo>
                    <a:cubicBezTo>
                      <a:pt x="410" y="142"/>
                      <a:pt x="412" y="147"/>
                      <a:pt x="413" y="149"/>
                    </a:cubicBezTo>
                    <a:cubicBezTo>
                      <a:pt x="405" y="157"/>
                      <a:pt x="397" y="234"/>
                      <a:pt x="410" y="246"/>
                    </a:cubicBezTo>
                    <a:cubicBezTo>
                      <a:pt x="410" y="257"/>
                      <a:pt x="398" y="268"/>
                      <a:pt x="389" y="270"/>
                    </a:cubicBezTo>
                    <a:cubicBezTo>
                      <a:pt x="389" y="271"/>
                      <a:pt x="389" y="271"/>
                      <a:pt x="390" y="272"/>
                    </a:cubicBezTo>
                    <a:cubicBezTo>
                      <a:pt x="381" y="265"/>
                      <a:pt x="385" y="243"/>
                      <a:pt x="385" y="229"/>
                    </a:cubicBezTo>
                    <a:close/>
                    <a:moveTo>
                      <a:pt x="584" y="329"/>
                    </a:moveTo>
                    <a:cubicBezTo>
                      <a:pt x="538" y="360"/>
                      <a:pt x="476" y="375"/>
                      <a:pt x="414" y="388"/>
                    </a:cubicBezTo>
                    <a:cubicBezTo>
                      <a:pt x="407" y="369"/>
                      <a:pt x="428" y="364"/>
                      <a:pt x="433" y="353"/>
                    </a:cubicBezTo>
                    <a:cubicBezTo>
                      <a:pt x="433" y="351"/>
                      <a:pt x="433" y="348"/>
                      <a:pt x="433" y="346"/>
                    </a:cubicBezTo>
                    <a:cubicBezTo>
                      <a:pt x="433" y="346"/>
                      <a:pt x="434" y="346"/>
                      <a:pt x="434" y="347"/>
                    </a:cubicBezTo>
                    <a:cubicBezTo>
                      <a:pt x="434" y="346"/>
                      <a:pt x="434" y="346"/>
                      <a:pt x="434" y="345"/>
                    </a:cubicBezTo>
                    <a:cubicBezTo>
                      <a:pt x="435" y="344"/>
                      <a:pt x="468" y="333"/>
                      <a:pt x="470" y="334"/>
                    </a:cubicBezTo>
                    <a:cubicBezTo>
                      <a:pt x="476" y="337"/>
                      <a:pt x="493" y="329"/>
                      <a:pt x="500" y="326"/>
                    </a:cubicBezTo>
                    <a:cubicBezTo>
                      <a:pt x="505" y="329"/>
                      <a:pt x="562" y="313"/>
                      <a:pt x="569" y="310"/>
                    </a:cubicBezTo>
                    <a:cubicBezTo>
                      <a:pt x="579" y="307"/>
                      <a:pt x="586" y="310"/>
                      <a:pt x="592" y="305"/>
                    </a:cubicBezTo>
                    <a:cubicBezTo>
                      <a:pt x="600" y="304"/>
                      <a:pt x="625" y="305"/>
                      <a:pt x="626" y="306"/>
                    </a:cubicBezTo>
                    <a:cubicBezTo>
                      <a:pt x="627" y="306"/>
                      <a:pt x="628" y="306"/>
                      <a:pt x="629" y="306"/>
                    </a:cubicBezTo>
                    <a:cubicBezTo>
                      <a:pt x="622" y="316"/>
                      <a:pt x="595" y="322"/>
                      <a:pt x="584" y="329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128" name="iṩḷîḑé"/>
              <p:cNvSpPr/>
              <p:nvPr/>
            </p:nvSpPr>
            <p:spPr bwMode="auto">
              <a:xfrm>
                <a:off x="6967538" y="4999035"/>
                <a:ext cx="112713" cy="184150"/>
              </a:xfrm>
              <a:custGeom>
                <a:avLst/>
                <a:gdLst>
                  <a:gd name="T0" fmla="*/ 4 w 111"/>
                  <a:gd name="T1" fmla="*/ 181 h 181"/>
                  <a:gd name="T2" fmla="*/ 16 w 111"/>
                  <a:gd name="T3" fmla="*/ 163 h 181"/>
                  <a:gd name="T4" fmla="*/ 87 w 111"/>
                  <a:gd name="T5" fmla="*/ 91 h 181"/>
                  <a:gd name="T6" fmla="*/ 106 w 111"/>
                  <a:gd name="T7" fmla="*/ 60 h 181"/>
                  <a:gd name="T8" fmla="*/ 93 w 111"/>
                  <a:gd name="T9" fmla="*/ 0 h 181"/>
                  <a:gd name="T10" fmla="*/ 90 w 111"/>
                  <a:gd name="T11" fmla="*/ 0 h 181"/>
                  <a:gd name="T12" fmla="*/ 46 w 111"/>
                  <a:gd name="T13" fmla="*/ 94 h 181"/>
                  <a:gd name="T14" fmla="*/ 0 w 111"/>
                  <a:gd name="T15" fmla="*/ 177 h 181"/>
                  <a:gd name="T16" fmla="*/ 3 w 111"/>
                  <a:gd name="T17" fmla="*/ 181 h 181"/>
                  <a:gd name="T18" fmla="*/ 4 w 111"/>
                  <a:gd name="T19" fmla="*/ 181 h 18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</a:cxnLst>
                <a:rect l="0" t="0" r="r" b="b"/>
                <a:pathLst>
                  <a:path w="111" h="181">
                    <a:moveTo>
                      <a:pt x="4" y="181"/>
                    </a:moveTo>
                    <a:cubicBezTo>
                      <a:pt x="10" y="176"/>
                      <a:pt x="11" y="168"/>
                      <a:pt x="16" y="163"/>
                    </a:cubicBezTo>
                    <a:cubicBezTo>
                      <a:pt x="40" y="141"/>
                      <a:pt x="63" y="115"/>
                      <a:pt x="87" y="91"/>
                    </a:cubicBezTo>
                    <a:cubicBezTo>
                      <a:pt x="91" y="87"/>
                      <a:pt x="108" y="64"/>
                      <a:pt x="106" y="60"/>
                    </a:cubicBezTo>
                    <a:cubicBezTo>
                      <a:pt x="111" y="37"/>
                      <a:pt x="108" y="12"/>
                      <a:pt x="93" y="0"/>
                    </a:cubicBezTo>
                    <a:cubicBezTo>
                      <a:pt x="92" y="0"/>
                      <a:pt x="91" y="0"/>
                      <a:pt x="90" y="0"/>
                    </a:cubicBezTo>
                    <a:cubicBezTo>
                      <a:pt x="70" y="27"/>
                      <a:pt x="59" y="65"/>
                      <a:pt x="46" y="94"/>
                    </a:cubicBezTo>
                    <a:cubicBezTo>
                      <a:pt x="32" y="124"/>
                      <a:pt x="11" y="143"/>
                      <a:pt x="0" y="177"/>
                    </a:cubicBezTo>
                    <a:cubicBezTo>
                      <a:pt x="1" y="179"/>
                      <a:pt x="2" y="180"/>
                      <a:pt x="3" y="181"/>
                    </a:cubicBezTo>
                    <a:cubicBezTo>
                      <a:pt x="3" y="181"/>
                      <a:pt x="4" y="181"/>
                      <a:pt x="4" y="181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129" name="ïṧlïḋè"/>
              <p:cNvSpPr/>
              <p:nvPr/>
            </p:nvSpPr>
            <p:spPr bwMode="auto">
              <a:xfrm>
                <a:off x="7018338" y="5157785"/>
                <a:ext cx="57150" cy="71437"/>
              </a:xfrm>
              <a:custGeom>
                <a:avLst/>
                <a:gdLst>
                  <a:gd name="T0" fmla="*/ 1 w 56"/>
                  <a:gd name="T1" fmla="*/ 65 h 70"/>
                  <a:gd name="T2" fmla="*/ 5 w 56"/>
                  <a:gd name="T3" fmla="*/ 70 h 70"/>
                  <a:gd name="T4" fmla="*/ 52 w 56"/>
                  <a:gd name="T5" fmla="*/ 48 h 70"/>
                  <a:gd name="T6" fmla="*/ 55 w 56"/>
                  <a:gd name="T7" fmla="*/ 26 h 70"/>
                  <a:gd name="T8" fmla="*/ 11 w 56"/>
                  <a:gd name="T9" fmla="*/ 0 h 70"/>
                  <a:gd name="T10" fmla="*/ 4 w 56"/>
                  <a:gd name="T11" fmla="*/ 30 h 70"/>
                  <a:gd name="T12" fmla="*/ 6 w 56"/>
                  <a:gd name="T13" fmla="*/ 46 h 70"/>
                  <a:gd name="T14" fmla="*/ 1 w 56"/>
                  <a:gd name="T15" fmla="*/ 65 h 7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</a:cxnLst>
                <a:rect l="0" t="0" r="r" b="b"/>
                <a:pathLst>
                  <a:path w="56" h="70">
                    <a:moveTo>
                      <a:pt x="1" y="65"/>
                    </a:moveTo>
                    <a:cubicBezTo>
                      <a:pt x="2" y="67"/>
                      <a:pt x="3" y="68"/>
                      <a:pt x="5" y="70"/>
                    </a:cubicBezTo>
                    <a:cubicBezTo>
                      <a:pt x="23" y="67"/>
                      <a:pt x="36" y="52"/>
                      <a:pt x="52" y="48"/>
                    </a:cubicBezTo>
                    <a:cubicBezTo>
                      <a:pt x="56" y="41"/>
                      <a:pt x="55" y="33"/>
                      <a:pt x="55" y="26"/>
                    </a:cubicBezTo>
                    <a:cubicBezTo>
                      <a:pt x="42" y="15"/>
                      <a:pt x="31" y="1"/>
                      <a:pt x="11" y="0"/>
                    </a:cubicBezTo>
                    <a:cubicBezTo>
                      <a:pt x="7" y="4"/>
                      <a:pt x="0" y="19"/>
                      <a:pt x="4" y="30"/>
                    </a:cubicBezTo>
                    <a:cubicBezTo>
                      <a:pt x="5" y="32"/>
                      <a:pt x="8" y="41"/>
                      <a:pt x="6" y="46"/>
                    </a:cubicBezTo>
                    <a:cubicBezTo>
                      <a:pt x="4" y="50"/>
                      <a:pt x="1" y="59"/>
                      <a:pt x="1" y="65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130" name="íṩḷïdè"/>
              <p:cNvSpPr/>
              <p:nvPr/>
            </p:nvSpPr>
            <p:spPr bwMode="auto">
              <a:xfrm>
                <a:off x="6881813" y="5394322"/>
                <a:ext cx="50800" cy="155575"/>
              </a:xfrm>
              <a:custGeom>
                <a:avLst/>
                <a:gdLst>
                  <a:gd name="T0" fmla="*/ 31 w 50"/>
                  <a:gd name="T1" fmla="*/ 148 h 154"/>
                  <a:gd name="T2" fmla="*/ 40 w 50"/>
                  <a:gd name="T3" fmla="*/ 89 h 154"/>
                  <a:gd name="T4" fmla="*/ 39 w 50"/>
                  <a:gd name="T5" fmla="*/ 58 h 154"/>
                  <a:gd name="T6" fmla="*/ 48 w 50"/>
                  <a:gd name="T7" fmla="*/ 3 h 154"/>
                  <a:gd name="T8" fmla="*/ 42 w 50"/>
                  <a:gd name="T9" fmla="*/ 0 h 154"/>
                  <a:gd name="T10" fmla="*/ 11 w 50"/>
                  <a:gd name="T11" fmla="*/ 56 h 154"/>
                  <a:gd name="T12" fmla="*/ 12 w 50"/>
                  <a:gd name="T13" fmla="*/ 70 h 154"/>
                  <a:gd name="T14" fmla="*/ 6 w 50"/>
                  <a:gd name="T15" fmla="*/ 79 h 154"/>
                  <a:gd name="T16" fmla="*/ 6 w 50"/>
                  <a:gd name="T17" fmla="*/ 102 h 154"/>
                  <a:gd name="T18" fmla="*/ 10 w 50"/>
                  <a:gd name="T19" fmla="*/ 154 h 154"/>
                  <a:gd name="T20" fmla="*/ 31 w 50"/>
                  <a:gd name="T21" fmla="*/ 148 h 15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</a:cxnLst>
                <a:rect l="0" t="0" r="r" b="b"/>
                <a:pathLst>
                  <a:path w="50" h="154">
                    <a:moveTo>
                      <a:pt x="31" y="148"/>
                    </a:moveTo>
                    <a:cubicBezTo>
                      <a:pt x="39" y="134"/>
                      <a:pt x="40" y="109"/>
                      <a:pt x="40" y="89"/>
                    </a:cubicBezTo>
                    <a:cubicBezTo>
                      <a:pt x="40" y="78"/>
                      <a:pt x="40" y="68"/>
                      <a:pt x="39" y="58"/>
                    </a:cubicBezTo>
                    <a:cubicBezTo>
                      <a:pt x="48" y="47"/>
                      <a:pt x="50" y="22"/>
                      <a:pt x="48" y="3"/>
                    </a:cubicBezTo>
                    <a:cubicBezTo>
                      <a:pt x="45" y="1"/>
                      <a:pt x="46" y="1"/>
                      <a:pt x="42" y="0"/>
                    </a:cubicBezTo>
                    <a:cubicBezTo>
                      <a:pt x="34" y="19"/>
                      <a:pt x="20" y="36"/>
                      <a:pt x="11" y="56"/>
                    </a:cubicBezTo>
                    <a:cubicBezTo>
                      <a:pt x="12" y="61"/>
                      <a:pt x="12" y="66"/>
                      <a:pt x="12" y="70"/>
                    </a:cubicBezTo>
                    <a:cubicBezTo>
                      <a:pt x="11" y="73"/>
                      <a:pt x="7" y="76"/>
                      <a:pt x="6" y="79"/>
                    </a:cubicBezTo>
                    <a:cubicBezTo>
                      <a:pt x="6" y="86"/>
                      <a:pt x="6" y="94"/>
                      <a:pt x="6" y="102"/>
                    </a:cubicBezTo>
                    <a:cubicBezTo>
                      <a:pt x="0" y="114"/>
                      <a:pt x="0" y="139"/>
                      <a:pt x="10" y="154"/>
                    </a:cubicBezTo>
                    <a:cubicBezTo>
                      <a:pt x="22" y="154"/>
                      <a:pt x="23" y="150"/>
                      <a:pt x="31" y="148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</p:grpSp>
        <p:grpSp>
          <p:nvGrpSpPr>
            <p:cNvPr id="122" name="iṩ1ídè"/>
            <p:cNvGrpSpPr/>
            <p:nvPr/>
          </p:nvGrpSpPr>
          <p:grpSpPr>
            <a:xfrm>
              <a:off x="7273918" y="2792408"/>
              <a:ext cx="599342" cy="855718"/>
              <a:chOff x="6115050" y="4976810"/>
              <a:chExt cx="560388" cy="800100"/>
            </a:xfrm>
            <a:grpFill/>
          </p:grpSpPr>
          <p:sp>
            <p:nvSpPr>
              <p:cNvPr id="125" name="íśḷíďê"/>
              <p:cNvSpPr/>
              <p:nvPr/>
            </p:nvSpPr>
            <p:spPr bwMode="auto">
              <a:xfrm>
                <a:off x="6115050" y="4976810"/>
                <a:ext cx="477838" cy="792162"/>
              </a:xfrm>
              <a:custGeom>
                <a:avLst/>
                <a:gdLst>
                  <a:gd name="T0" fmla="*/ 471 w 471"/>
                  <a:gd name="T1" fmla="*/ 354 h 778"/>
                  <a:gd name="T2" fmla="*/ 358 w 471"/>
                  <a:gd name="T3" fmla="*/ 323 h 778"/>
                  <a:gd name="T4" fmla="*/ 351 w 471"/>
                  <a:gd name="T5" fmla="*/ 337 h 778"/>
                  <a:gd name="T6" fmla="*/ 384 w 471"/>
                  <a:gd name="T7" fmla="*/ 358 h 778"/>
                  <a:gd name="T8" fmla="*/ 366 w 471"/>
                  <a:gd name="T9" fmla="*/ 387 h 778"/>
                  <a:gd name="T10" fmla="*/ 288 w 471"/>
                  <a:gd name="T11" fmla="*/ 435 h 778"/>
                  <a:gd name="T12" fmla="*/ 288 w 471"/>
                  <a:gd name="T13" fmla="*/ 418 h 778"/>
                  <a:gd name="T14" fmla="*/ 288 w 471"/>
                  <a:gd name="T15" fmla="*/ 403 h 778"/>
                  <a:gd name="T16" fmla="*/ 305 w 471"/>
                  <a:gd name="T17" fmla="*/ 352 h 778"/>
                  <a:gd name="T18" fmla="*/ 305 w 471"/>
                  <a:gd name="T19" fmla="*/ 336 h 778"/>
                  <a:gd name="T20" fmla="*/ 315 w 471"/>
                  <a:gd name="T21" fmla="*/ 315 h 778"/>
                  <a:gd name="T22" fmla="*/ 316 w 471"/>
                  <a:gd name="T23" fmla="*/ 291 h 778"/>
                  <a:gd name="T24" fmla="*/ 326 w 471"/>
                  <a:gd name="T25" fmla="*/ 223 h 778"/>
                  <a:gd name="T26" fmla="*/ 329 w 471"/>
                  <a:gd name="T27" fmla="*/ 170 h 778"/>
                  <a:gd name="T28" fmla="*/ 346 w 471"/>
                  <a:gd name="T29" fmla="*/ 98 h 778"/>
                  <a:gd name="T30" fmla="*/ 356 w 471"/>
                  <a:gd name="T31" fmla="*/ 26 h 778"/>
                  <a:gd name="T32" fmla="*/ 303 w 471"/>
                  <a:gd name="T33" fmla="*/ 0 h 778"/>
                  <a:gd name="T34" fmla="*/ 288 w 471"/>
                  <a:gd name="T35" fmla="*/ 47 h 778"/>
                  <a:gd name="T36" fmla="*/ 292 w 471"/>
                  <a:gd name="T37" fmla="*/ 60 h 778"/>
                  <a:gd name="T38" fmla="*/ 288 w 471"/>
                  <a:gd name="T39" fmla="*/ 135 h 778"/>
                  <a:gd name="T40" fmla="*/ 281 w 471"/>
                  <a:gd name="T41" fmla="*/ 178 h 778"/>
                  <a:gd name="T42" fmla="*/ 283 w 471"/>
                  <a:gd name="T43" fmla="*/ 191 h 778"/>
                  <a:gd name="T44" fmla="*/ 276 w 471"/>
                  <a:gd name="T45" fmla="*/ 215 h 778"/>
                  <a:gd name="T46" fmla="*/ 277 w 471"/>
                  <a:gd name="T47" fmla="*/ 245 h 778"/>
                  <a:gd name="T48" fmla="*/ 246 w 471"/>
                  <a:gd name="T49" fmla="*/ 391 h 778"/>
                  <a:gd name="T50" fmla="*/ 247 w 471"/>
                  <a:gd name="T51" fmla="*/ 405 h 778"/>
                  <a:gd name="T52" fmla="*/ 240 w 471"/>
                  <a:gd name="T53" fmla="*/ 414 h 778"/>
                  <a:gd name="T54" fmla="*/ 224 w 471"/>
                  <a:gd name="T55" fmla="*/ 470 h 778"/>
                  <a:gd name="T56" fmla="*/ 141 w 471"/>
                  <a:gd name="T57" fmla="*/ 533 h 778"/>
                  <a:gd name="T58" fmla="*/ 106 w 471"/>
                  <a:gd name="T59" fmla="*/ 563 h 778"/>
                  <a:gd name="T60" fmla="*/ 63 w 471"/>
                  <a:gd name="T61" fmla="*/ 583 h 778"/>
                  <a:gd name="T62" fmla="*/ 57 w 471"/>
                  <a:gd name="T63" fmla="*/ 591 h 778"/>
                  <a:gd name="T64" fmla="*/ 71 w 471"/>
                  <a:gd name="T65" fmla="*/ 619 h 778"/>
                  <a:gd name="T66" fmla="*/ 78 w 471"/>
                  <a:gd name="T67" fmla="*/ 623 h 778"/>
                  <a:gd name="T68" fmla="*/ 117 w 471"/>
                  <a:gd name="T69" fmla="*/ 598 h 778"/>
                  <a:gd name="T70" fmla="*/ 140 w 471"/>
                  <a:gd name="T71" fmla="*/ 577 h 778"/>
                  <a:gd name="T72" fmla="*/ 152 w 471"/>
                  <a:gd name="T73" fmla="*/ 563 h 778"/>
                  <a:gd name="T74" fmla="*/ 169 w 471"/>
                  <a:gd name="T75" fmla="*/ 554 h 778"/>
                  <a:gd name="T76" fmla="*/ 181 w 471"/>
                  <a:gd name="T77" fmla="*/ 539 h 778"/>
                  <a:gd name="T78" fmla="*/ 192 w 471"/>
                  <a:gd name="T79" fmla="*/ 537 h 778"/>
                  <a:gd name="T80" fmla="*/ 206 w 471"/>
                  <a:gd name="T81" fmla="*/ 522 h 778"/>
                  <a:gd name="T82" fmla="*/ 211 w 471"/>
                  <a:gd name="T83" fmla="*/ 524 h 778"/>
                  <a:gd name="T84" fmla="*/ 186 w 471"/>
                  <a:gd name="T85" fmla="*/ 584 h 778"/>
                  <a:gd name="T86" fmla="*/ 86 w 471"/>
                  <a:gd name="T87" fmla="*/ 703 h 778"/>
                  <a:gd name="T88" fmla="*/ 77 w 471"/>
                  <a:gd name="T89" fmla="*/ 703 h 778"/>
                  <a:gd name="T90" fmla="*/ 35 w 471"/>
                  <a:gd name="T91" fmla="*/ 720 h 778"/>
                  <a:gd name="T92" fmla="*/ 10 w 471"/>
                  <a:gd name="T93" fmla="*/ 720 h 778"/>
                  <a:gd name="T94" fmla="*/ 0 w 471"/>
                  <a:gd name="T95" fmla="*/ 728 h 778"/>
                  <a:gd name="T96" fmla="*/ 11 w 471"/>
                  <a:gd name="T97" fmla="*/ 746 h 778"/>
                  <a:gd name="T98" fmla="*/ 143 w 471"/>
                  <a:gd name="T99" fmla="*/ 731 h 778"/>
                  <a:gd name="T100" fmla="*/ 235 w 471"/>
                  <a:gd name="T101" fmla="*/ 584 h 778"/>
                  <a:gd name="T102" fmla="*/ 270 w 471"/>
                  <a:gd name="T103" fmla="*/ 489 h 778"/>
                  <a:gd name="T104" fmla="*/ 327 w 471"/>
                  <a:gd name="T105" fmla="*/ 452 h 778"/>
                  <a:gd name="T106" fmla="*/ 471 w 471"/>
                  <a:gd name="T107" fmla="*/ 354 h 77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  <a:cxn ang="0">
                    <a:pos x="T90" y="T91"/>
                  </a:cxn>
                  <a:cxn ang="0">
                    <a:pos x="T92" y="T93"/>
                  </a:cxn>
                  <a:cxn ang="0">
                    <a:pos x="T94" y="T95"/>
                  </a:cxn>
                  <a:cxn ang="0">
                    <a:pos x="T96" y="T97"/>
                  </a:cxn>
                  <a:cxn ang="0">
                    <a:pos x="T98" y="T99"/>
                  </a:cxn>
                  <a:cxn ang="0">
                    <a:pos x="T100" y="T101"/>
                  </a:cxn>
                  <a:cxn ang="0">
                    <a:pos x="T102" y="T103"/>
                  </a:cxn>
                  <a:cxn ang="0">
                    <a:pos x="T104" y="T105"/>
                  </a:cxn>
                  <a:cxn ang="0">
                    <a:pos x="T106" y="T107"/>
                  </a:cxn>
                </a:cxnLst>
                <a:rect l="0" t="0" r="r" b="b"/>
                <a:pathLst>
                  <a:path w="471" h="778">
                    <a:moveTo>
                      <a:pt x="471" y="354"/>
                    </a:moveTo>
                    <a:cubicBezTo>
                      <a:pt x="467" y="329"/>
                      <a:pt x="390" y="322"/>
                      <a:pt x="358" y="323"/>
                    </a:cubicBezTo>
                    <a:cubicBezTo>
                      <a:pt x="355" y="327"/>
                      <a:pt x="351" y="330"/>
                      <a:pt x="351" y="337"/>
                    </a:cubicBezTo>
                    <a:cubicBezTo>
                      <a:pt x="362" y="342"/>
                      <a:pt x="370" y="356"/>
                      <a:pt x="384" y="358"/>
                    </a:cubicBezTo>
                    <a:cubicBezTo>
                      <a:pt x="396" y="375"/>
                      <a:pt x="379" y="381"/>
                      <a:pt x="366" y="387"/>
                    </a:cubicBezTo>
                    <a:cubicBezTo>
                      <a:pt x="358" y="391"/>
                      <a:pt x="288" y="433"/>
                      <a:pt x="288" y="435"/>
                    </a:cubicBezTo>
                    <a:cubicBezTo>
                      <a:pt x="276" y="432"/>
                      <a:pt x="287" y="422"/>
                      <a:pt x="288" y="418"/>
                    </a:cubicBezTo>
                    <a:cubicBezTo>
                      <a:pt x="288" y="413"/>
                      <a:pt x="288" y="408"/>
                      <a:pt x="288" y="403"/>
                    </a:cubicBezTo>
                    <a:cubicBezTo>
                      <a:pt x="296" y="386"/>
                      <a:pt x="299" y="370"/>
                      <a:pt x="305" y="352"/>
                    </a:cubicBezTo>
                    <a:cubicBezTo>
                      <a:pt x="305" y="347"/>
                      <a:pt x="305" y="341"/>
                      <a:pt x="305" y="336"/>
                    </a:cubicBezTo>
                    <a:cubicBezTo>
                      <a:pt x="308" y="331"/>
                      <a:pt x="313" y="321"/>
                      <a:pt x="315" y="315"/>
                    </a:cubicBezTo>
                    <a:cubicBezTo>
                      <a:pt x="316" y="307"/>
                      <a:pt x="316" y="299"/>
                      <a:pt x="316" y="291"/>
                    </a:cubicBezTo>
                    <a:cubicBezTo>
                      <a:pt x="323" y="271"/>
                      <a:pt x="319" y="240"/>
                      <a:pt x="326" y="223"/>
                    </a:cubicBezTo>
                    <a:cubicBezTo>
                      <a:pt x="326" y="223"/>
                      <a:pt x="327" y="173"/>
                      <a:pt x="329" y="170"/>
                    </a:cubicBezTo>
                    <a:cubicBezTo>
                      <a:pt x="337" y="151"/>
                      <a:pt x="340" y="120"/>
                      <a:pt x="346" y="98"/>
                    </a:cubicBezTo>
                    <a:cubicBezTo>
                      <a:pt x="350" y="82"/>
                      <a:pt x="363" y="37"/>
                      <a:pt x="356" y="26"/>
                    </a:cubicBezTo>
                    <a:cubicBezTo>
                      <a:pt x="345" y="9"/>
                      <a:pt x="322" y="5"/>
                      <a:pt x="303" y="0"/>
                    </a:cubicBezTo>
                    <a:cubicBezTo>
                      <a:pt x="295" y="12"/>
                      <a:pt x="287" y="27"/>
                      <a:pt x="288" y="47"/>
                    </a:cubicBezTo>
                    <a:cubicBezTo>
                      <a:pt x="289" y="52"/>
                      <a:pt x="294" y="54"/>
                      <a:pt x="292" y="60"/>
                    </a:cubicBezTo>
                    <a:cubicBezTo>
                      <a:pt x="286" y="78"/>
                      <a:pt x="284" y="111"/>
                      <a:pt x="288" y="135"/>
                    </a:cubicBezTo>
                    <a:cubicBezTo>
                      <a:pt x="284" y="143"/>
                      <a:pt x="283" y="165"/>
                      <a:pt x="281" y="178"/>
                    </a:cubicBezTo>
                    <a:cubicBezTo>
                      <a:pt x="281" y="182"/>
                      <a:pt x="282" y="186"/>
                      <a:pt x="283" y="191"/>
                    </a:cubicBezTo>
                    <a:cubicBezTo>
                      <a:pt x="280" y="198"/>
                      <a:pt x="278" y="209"/>
                      <a:pt x="276" y="215"/>
                    </a:cubicBezTo>
                    <a:cubicBezTo>
                      <a:pt x="276" y="225"/>
                      <a:pt x="276" y="235"/>
                      <a:pt x="277" y="245"/>
                    </a:cubicBezTo>
                    <a:cubicBezTo>
                      <a:pt x="263" y="290"/>
                      <a:pt x="265" y="349"/>
                      <a:pt x="246" y="391"/>
                    </a:cubicBezTo>
                    <a:cubicBezTo>
                      <a:pt x="247" y="396"/>
                      <a:pt x="247" y="400"/>
                      <a:pt x="247" y="405"/>
                    </a:cubicBezTo>
                    <a:cubicBezTo>
                      <a:pt x="246" y="407"/>
                      <a:pt x="241" y="411"/>
                      <a:pt x="240" y="414"/>
                    </a:cubicBezTo>
                    <a:cubicBezTo>
                      <a:pt x="235" y="430"/>
                      <a:pt x="236" y="460"/>
                      <a:pt x="224" y="470"/>
                    </a:cubicBezTo>
                    <a:cubicBezTo>
                      <a:pt x="200" y="491"/>
                      <a:pt x="168" y="515"/>
                      <a:pt x="141" y="533"/>
                    </a:cubicBezTo>
                    <a:cubicBezTo>
                      <a:pt x="129" y="541"/>
                      <a:pt x="118" y="556"/>
                      <a:pt x="106" y="563"/>
                    </a:cubicBezTo>
                    <a:cubicBezTo>
                      <a:pt x="95" y="570"/>
                      <a:pt x="65" y="570"/>
                      <a:pt x="63" y="583"/>
                    </a:cubicBezTo>
                    <a:cubicBezTo>
                      <a:pt x="58" y="584"/>
                      <a:pt x="58" y="585"/>
                      <a:pt x="57" y="591"/>
                    </a:cubicBezTo>
                    <a:cubicBezTo>
                      <a:pt x="62" y="597"/>
                      <a:pt x="69" y="610"/>
                      <a:pt x="71" y="619"/>
                    </a:cubicBezTo>
                    <a:cubicBezTo>
                      <a:pt x="73" y="621"/>
                      <a:pt x="75" y="622"/>
                      <a:pt x="78" y="623"/>
                    </a:cubicBezTo>
                    <a:cubicBezTo>
                      <a:pt x="94" y="623"/>
                      <a:pt x="108" y="607"/>
                      <a:pt x="117" y="598"/>
                    </a:cubicBezTo>
                    <a:cubicBezTo>
                      <a:pt x="124" y="591"/>
                      <a:pt x="132" y="584"/>
                      <a:pt x="140" y="577"/>
                    </a:cubicBezTo>
                    <a:cubicBezTo>
                      <a:pt x="143" y="574"/>
                      <a:pt x="147" y="566"/>
                      <a:pt x="152" y="563"/>
                    </a:cubicBezTo>
                    <a:cubicBezTo>
                      <a:pt x="158" y="560"/>
                      <a:pt x="163" y="557"/>
                      <a:pt x="169" y="554"/>
                    </a:cubicBezTo>
                    <a:cubicBezTo>
                      <a:pt x="173" y="549"/>
                      <a:pt x="177" y="544"/>
                      <a:pt x="181" y="539"/>
                    </a:cubicBezTo>
                    <a:cubicBezTo>
                      <a:pt x="185" y="538"/>
                      <a:pt x="188" y="537"/>
                      <a:pt x="192" y="537"/>
                    </a:cubicBezTo>
                    <a:cubicBezTo>
                      <a:pt x="195" y="534"/>
                      <a:pt x="203" y="526"/>
                      <a:pt x="206" y="522"/>
                    </a:cubicBezTo>
                    <a:cubicBezTo>
                      <a:pt x="208" y="523"/>
                      <a:pt x="209" y="523"/>
                      <a:pt x="211" y="524"/>
                    </a:cubicBezTo>
                    <a:cubicBezTo>
                      <a:pt x="211" y="549"/>
                      <a:pt x="195" y="565"/>
                      <a:pt x="186" y="584"/>
                    </a:cubicBezTo>
                    <a:cubicBezTo>
                      <a:pt x="168" y="625"/>
                      <a:pt x="122" y="683"/>
                      <a:pt x="86" y="703"/>
                    </a:cubicBezTo>
                    <a:cubicBezTo>
                      <a:pt x="83" y="703"/>
                      <a:pt x="80" y="703"/>
                      <a:pt x="77" y="703"/>
                    </a:cubicBezTo>
                    <a:cubicBezTo>
                      <a:pt x="66" y="707"/>
                      <a:pt x="47" y="714"/>
                      <a:pt x="35" y="720"/>
                    </a:cubicBezTo>
                    <a:cubicBezTo>
                      <a:pt x="27" y="720"/>
                      <a:pt x="18" y="720"/>
                      <a:pt x="10" y="720"/>
                    </a:cubicBezTo>
                    <a:cubicBezTo>
                      <a:pt x="7" y="722"/>
                      <a:pt x="4" y="725"/>
                      <a:pt x="0" y="728"/>
                    </a:cubicBezTo>
                    <a:cubicBezTo>
                      <a:pt x="0" y="739"/>
                      <a:pt x="6" y="740"/>
                      <a:pt x="11" y="746"/>
                    </a:cubicBezTo>
                    <a:cubicBezTo>
                      <a:pt x="42" y="778"/>
                      <a:pt x="124" y="759"/>
                      <a:pt x="143" y="731"/>
                    </a:cubicBezTo>
                    <a:cubicBezTo>
                      <a:pt x="175" y="683"/>
                      <a:pt x="208" y="637"/>
                      <a:pt x="235" y="584"/>
                    </a:cubicBezTo>
                    <a:cubicBezTo>
                      <a:pt x="250" y="552"/>
                      <a:pt x="254" y="521"/>
                      <a:pt x="270" y="489"/>
                    </a:cubicBezTo>
                    <a:cubicBezTo>
                      <a:pt x="275" y="480"/>
                      <a:pt x="317" y="460"/>
                      <a:pt x="327" y="452"/>
                    </a:cubicBezTo>
                    <a:cubicBezTo>
                      <a:pt x="374" y="417"/>
                      <a:pt x="424" y="388"/>
                      <a:pt x="471" y="35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126" name="íšľíḑê"/>
              <p:cNvSpPr/>
              <p:nvPr/>
            </p:nvSpPr>
            <p:spPr bwMode="auto">
              <a:xfrm>
                <a:off x="6384925" y="5484810"/>
                <a:ext cx="290513" cy="292100"/>
              </a:xfrm>
              <a:custGeom>
                <a:avLst/>
                <a:gdLst>
                  <a:gd name="T0" fmla="*/ 229 w 286"/>
                  <a:gd name="T1" fmla="*/ 216 h 287"/>
                  <a:gd name="T2" fmla="*/ 225 w 286"/>
                  <a:gd name="T3" fmla="*/ 211 h 287"/>
                  <a:gd name="T4" fmla="*/ 210 w 286"/>
                  <a:gd name="T5" fmla="*/ 210 h 287"/>
                  <a:gd name="T6" fmla="*/ 206 w 286"/>
                  <a:gd name="T7" fmla="*/ 205 h 287"/>
                  <a:gd name="T8" fmla="*/ 194 w 286"/>
                  <a:gd name="T9" fmla="*/ 205 h 287"/>
                  <a:gd name="T10" fmla="*/ 171 w 286"/>
                  <a:gd name="T11" fmla="*/ 192 h 287"/>
                  <a:gd name="T12" fmla="*/ 151 w 286"/>
                  <a:gd name="T13" fmla="*/ 169 h 287"/>
                  <a:gd name="T14" fmla="*/ 117 w 286"/>
                  <a:gd name="T15" fmla="*/ 142 h 287"/>
                  <a:gd name="T16" fmla="*/ 107 w 286"/>
                  <a:gd name="T17" fmla="*/ 120 h 287"/>
                  <a:gd name="T18" fmla="*/ 66 w 286"/>
                  <a:gd name="T19" fmla="*/ 56 h 287"/>
                  <a:gd name="T20" fmla="*/ 14 w 286"/>
                  <a:gd name="T21" fmla="*/ 0 h 287"/>
                  <a:gd name="T22" fmla="*/ 40 w 286"/>
                  <a:gd name="T23" fmla="*/ 118 h 287"/>
                  <a:gd name="T24" fmla="*/ 65 w 286"/>
                  <a:gd name="T25" fmla="*/ 182 h 287"/>
                  <a:gd name="T26" fmla="*/ 66 w 286"/>
                  <a:gd name="T27" fmla="*/ 204 h 287"/>
                  <a:gd name="T28" fmla="*/ 88 w 286"/>
                  <a:gd name="T29" fmla="*/ 257 h 287"/>
                  <a:gd name="T30" fmla="*/ 103 w 286"/>
                  <a:gd name="T31" fmla="*/ 268 h 287"/>
                  <a:gd name="T32" fmla="*/ 151 w 286"/>
                  <a:gd name="T33" fmla="*/ 276 h 287"/>
                  <a:gd name="T34" fmla="*/ 172 w 286"/>
                  <a:gd name="T35" fmla="*/ 276 h 287"/>
                  <a:gd name="T36" fmla="*/ 183 w 286"/>
                  <a:gd name="T37" fmla="*/ 270 h 287"/>
                  <a:gd name="T38" fmla="*/ 232 w 286"/>
                  <a:gd name="T39" fmla="*/ 269 h 287"/>
                  <a:gd name="T40" fmla="*/ 286 w 286"/>
                  <a:gd name="T41" fmla="*/ 238 h 287"/>
                  <a:gd name="T42" fmla="*/ 229 w 286"/>
                  <a:gd name="T43" fmla="*/ 216 h 28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</a:cxnLst>
                <a:rect l="0" t="0" r="r" b="b"/>
                <a:pathLst>
                  <a:path w="286" h="287">
                    <a:moveTo>
                      <a:pt x="229" y="216"/>
                    </a:moveTo>
                    <a:cubicBezTo>
                      <a:pt x="228" y="214"/>
                      <a:pt x="226" y="212"/>
                      <a:pt x="225" y="211"/>
                    </a:cubicBezTo>
                    <a:cubicBezTo>
                      <a:pt x="220" y="210"/>
                      <a:pt x="215" y="210"/>
                      <a:pt x="210" y="210"/>
                    </a:cubicBezTo>
                    <a:cubicBezTo>
                      <a:pt x="209" y="208"/>
                      <a:pt x="208" y="206"/>
                      <a:pt x="206" y="205"/>
                    </a:cubicBezTo>
                    <a:cubicBezTo>
                      <a:pt x="202" y="205"/>
                      <a:pt x="198" y="205"/>
                      <a:pt x="194" y="205"/>
                    </a:cubicBezTo>
                    <a:cubicBezTo>
                      <a:pt x="201" y="202"/>
                      <a:pt x="175" y="194"/>
                      <a:pt x="171" y="192"/>
                    </a:cubicBezTo>
                    <a:cubicBezTo>
                      <a:pt x="164" y="184"/>
                      <a:pt x="157" y="177"/>
                      <a:pt x="151" y="169"/>
                    </a:cubicBezTo>
                    <a:cubicBezTo>
                      <a:pt x="142" y="158"/>
                      <a:pt x="125" y="155"/>
                      <a:pt x="117" y="142"/>
                    </a:cubicBezTo>
                    <a:cubicBezTo>
                      <a:pt x="119" y="141"/>
                      <a:pt x="109" y="123"/>
                      <a:pt x="107" y="120"/>
                    </a:cubicBezTo>
                    <a:cubicBezTo>
                      <a:pt x="94" y="107"/>
                      <a:pt x="75" y="72"/>
                      <a:pt x="66" y="56"/>
                    </a:cubicBezTo>
                    <a:cubicBezTo>
                      <a:pt x="55" y="37"/>
                      <a:pt x="41" y="2"/>
                      <a:pt x="14" y="0"/>
                    </a:cubicBezTo>
                    <a:cubicBezTo>
                      <a:pt x="0" y="23"/>
                      <a:pt x="32" y="95"/>
                      <a:pt x="40" y="118"/>
                    </a:cubicBezTo>
                    <a:cubicBezTo>
                      <a:pt x="48" y="141"/>
                      <a:pt x="55" y="165"/>
                      <a:pt x="65" y="182"/>
                    </a:cubicBezTo>
                    <a:cubicBezTo>
                      <a:pt x="65" y="189"/>
                      <a:pt x="66" y="197"/>
                      <a:pt x="66" y="204"/>
                    </a:cubicBezTo>
                    <a:cubicBezTo>
                      <a:pt x="74" y="223"/>
                      <a:pt x="78" y="242"/>
                      <a:pt x="88" y="257"/>
                    </a:cubicBezTo>
                    <a:cubicBezTo>
                      <a:pt x="93" y="261"/>
                      <a:pt x="98" y="264"/>
                      <a:pt x="103" y="268"/>
                    </a:cubicBezTo>
                    <a:cubicBezTo>
                      <a:pt x="122" y="278"/>
                      <a:pt x="128" y="287"/>
                      <a:pt x="151" y="276"/>
                    </a:cubicBezTo>
                    <a:cubicBezTo>
                      <a:pt x="158" y="276"/>
                      <a:pt x="165" y="276"/>
                      <a:pt x="172" y="276"/>
                    </a:cubicBezTo>
                    <a:cubicBezTo>
                      <a:pt x="175" y="274"/>
                      <a:pt x="179" y="272"/>
                      <a:pt x="183" y="270"/>
                    </a:cubicBezTo>
                    <a:cubicBezTo>
                      <a:pt x="199" y="269"/>
                      <a:pt x="216" y="269"/>
                      <a:pt x="232" y="269"/>
                    </a:cubicBezTo>
                    <a:cubicBezTo>
                      <a:pt x="258" y="256"/>
                      <a:pt x="267" y="261"/>
                      <a:pt x="286" y="238"/>
                    </a:cubicBezTo>
                    <a:cubicBezTo>
                      <a:pt x="272" y="217"/>
                      <a:pt x="250" y="226"/>
                      <a:pt x="229" y="216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</p:grpSp>
        <p:sp>
          <p:nvSpPr>
            <p:cNvPr id="123" name="ïšḻîḍe"/>
            <p:cNvSpPr/>
            <p:nvPr/>
          </p:nvSpPr>
          <p:spPr bwMode="auto">
            <a:xfrm>
              <a:off x="6615743" y="3000099"/>
              <a:ext cx="425964" cy="517912"/>
            </a:xfrm>
            <a:custGeom>
              <a:avLst/>
              <a:gdLst>
                <a:gd name="T0" fmla="*/ 20 w 354"/>
                <a:gd name="T1" fmla="*/ 276 h 430"/>
                <a:gd name="T2" fmla="*/ 22 w 354"/>
                <a:gd name="T3" fmla="*/ 302 h 430"/>
                <a:gd name="T4" fmla="*/ 27 w 354"/>
                <a:gd name="T5" fmla="*/ 307 h 430"/>
                <a:gd name="T6" fmla="*/ 25 w 354"/>
                <a:gd name="T7" fmla="*/ 328 h 430"/>
                <a:gd name="T8" fmla="*/ 49 w 354"/>
                <a:gd name="T9" fmla="*/ 418 h 430"/>
                <a:gd name="T10" fmla="*/ 68 w 354"/>
                <a:gd name="T11" fmla="*/ 408 h 430"/>
                <a:gd name="T12" fmla="*/ 70 w 354"/>
                <a:gd name="T13" fmla="*/ 387 h 430"/>
                <a:gd name="T14" fmla="*/ 83 w 354"/>
                <a:gd name="T15" fmla="*/ 331 h 430"/>
                <a:gd name="T16" fmla="*/ 50 w 354"/>
                <a:gd name="T17" fmla="*/ 251 h 430"/>
                <a:gd name="T18" fmla="*/ 50 w 354"/>
                <a:gd name="T19" fmla="*/ 237 h 430"/>
                <a:gd name="T20" fmla="*/ 44 w 354"/>
                <a:gd name="T21" fmla="*/ 232 h 430"/>
                <a:gd name="T22" fmla="*/ 50 w 354"/>
                <a:gd name="T23" fmla="*/ 196 h 430"/>
                <a:gd name="T24" fmla="*/ 79 w 354"/>
                <a:gd name="T25" fmla="*/ 177 h 430"/>
                <a:gd name="T26" fmla="*/ 85 w 354"/>
                <a:gd name="T27" fmla="*/ 169 h 430"/>
                <a:gd name="T28" fmla="*/ 111 w 354"/>
                <a:gd name="T29" fmla="*/ 152 h 430"/>
                <a:gd name="T30" fmla="*/ 168 w 354"/>
                <a:gd name="T31" fmla="*/ 99 h 430"/>
                <a:gd name="T32" fmla="*/ 193 w 354"/>
                <a:gd name="T33" fmla="*/ 85 h 430"/>
                <a:gd name="T34" fmla="*/ 293 w 354"/>
                <a:gd name="T35" fmla="*/ 47 h 430"/>
                <a:gd name="T36" fmla="*/ 272 w 354"/>
                <a:gd name="T37" fmla="*/ 101 h 430"/>
                <a:gd name="T38" fmla="*/ 241 w 354"/>
                <a:gd name="T39" fmla="*/ 177 h 430"/>
                <a:gd name="T40" fmla="*/ 241 w 354"/>
                <a:gd name="T41" fmla="*/ 190 h 430"/>
                <a:gd name="T42" fmla="*/ 230 w 354"/>
                <a:gd name="T43" fmla="*/ 208 h 430"/>
                <a:gd name="T44" fmla="*/ 230 w 354"/>
                <a:gd name="T45" fmla="*/ 225 h 430"/>
                <a:gd name="T46" fmla="*/ 218 w 354"/>
                <a:gd name="T47" fmla="*/ 245 h 430"/>
                <a:gd name="T48" fmla="*/ 218 w 354"/>
                <a:gd name="T49" fmla="*/ 263 h 430"/>
                <a:gd name="T50" fmla="*/ 213 w 354"/>
                <a:gd name="T51" fmla="*/ 267 h 430"/>
                <a:gd name="T52" fmla="*/ 210 w 354"/>
                <a:gd name="T53" fmla="*/ 279 h 430"/>
                <a:gd name="T54" fmla="*/ 210 w 354"/>
                <a:gd name="T55" fmla="*/ 281 h 430"/>
                <a:gd name="T56" fmla="*/ 193 w 354"/>
                <a:gd name="T57" fmla="*/ 248 h 430"/>
                <a:gd name="T58" fmla="*/ 106 w 354"/>
                <a:gd name="T59" fmla="*/ 189 h 430"/>
                <a:gd name="T60" fmla="*/ 103 w 354"/>
                <a:gd name="T61" fmla="*/ 267 h 430"/>
                <a:gd name="T62" fmla="*/ 131 w 354"/>
                <a:gd name="T63" fmla="*/ 332 h 430"/>
                <a:gd name="T64" fmla="*/ 112 w 354"/>
                <a:gd name="T65" fmla="*/ 365 h 430"/>
                <a:gd name="T66" fmla="*/ 90 w 354"/>
                <a:gd name="T67" fmla="*/ 396 h 430"/>
                <a:gd name="T68" fmla="*/ 85 w 354"/>
                <a:gd name="T69" fmla="*/ 407 h 430"/>
                <a:gd name="T70" fmla="*/ 89 w 354"/>
                <a:gd name="T71" fmla="*/ 412 h 430"/>
                <a:gd name="T72" fmla="*/ 143 w 354"/>
                <a:gd name="T73" fmla="*/ 366 h 430"/>
                <a:gd name="T74" fmla="*/ 154 w 354"/>
                <a:gd name="T75" fmla="*/ 366 h 430"/>
                <a:gd name="T76" fmla="*/ 208 w 354"/>
                <a:gd name="T77" fmla="*/ 430 h 430"/>
                <a:gd name="T78" fmla="*/ 213 w 354"/>
                <a:gd name="T79" fmla="*/ 430 h 430"/>
                <a:gd name="T80" fmla="*/ 260 w 354"/>
                <a:gd name="T81" fmla="*/ 289 h 430"/>
                <a:gd name="T82" fmla="*/ 282 w 354"/>
                <a:gd name="T83" fmla="*/ 224 h 430"/>
                <a:gd name="T84" fmla="*/ 281 w 354"/>
                <a:gd name="T85" fmla="*/ 214 h 430"/>
                <a:gd name="T86" fmla="*/ 292 w 354"/>
                <a:gd name="T87" fmla="*/ 186 h 430"/>
                <a:gd name="T88" fmla="*/ 294 w 354"/>
                <a:gd name="T89" fmla="*/ 170 h 430"/>
                <a:gd name="T90" fmla="*/ 311 w 354"/>
                <a:gd name="T91" fmla="*/ 138 h 430"/>
                <a:gd name="T92" fmla="*/ 317 w 354"/>
                <a:gd name="T93" fmla="*/ 111 h 430"/>
                <a:gd name="T94" fmla="*/ 330 w 354"/>
                <a:gd name="T95" fmla="*/ 92 h 430"/>
                <a:gd name="T96" fmla="*/ 343 w 354"/>
                <a:gd name="T97" fmla="*/ 40 h 430"/>
                <a:gd name="T98" fmla="*/ 291 w 354"/>
                <a:gd name="T99" fmla="*/ 0 h 430"/>
                <a:gd name="T100" fmla="*/ 272 w 354"/>
                <a:gd name="T101" fmla="*/ 8 h 430"/>
                <a:gd name="T102" fmla="*/ 210 w 354"/>
                <a:gd name="T103" fmla="*/ 31 h 430"/>
                <a:gd name="T104" fmla="*/ 176 w 354"/>
                <a:gd name="T105" fmla="*/ 53 h 430"/>
                <a:gd name="T106" fmla="*/ 168 w 354"/>
                <a:gd name="T107" fmla="*/ 52 h 430"/>
                <a:gd name="T108" fmla="*/ 162 w 354"/>
                <a:gd name="T109" fmla="*/ 59 h 430"/>
                <a:gd name="T110" fmla="*/ 143 w 354"/>
                <a:gd name="T111" fmla="*/ 65 h 430"/>
                <a:gd name="T112" fmla="*/ 75 w 354"/>
                <a:gd name="T113" fmla="*/ 109 h 430"/>
                <a:gd name="T114" fmla="*/ 26 w 354"/>
                <a:gd name="T115" fmla="*/ 155 h 430"/>
                <a:gd name="T116" fmla="*/ 25 w 354"/>
                <a:gd name="T117" fmla="*/ 222 h 430"/>
                <a:gd name="T118" fmla="*/ 7 w 354"/>
                <a:gd name="T119" fmla="*/ 227 h 430"/>
                <a:gd name="T120" fmla="*/ 15 w 354"/>
                <a:gd name="T121" fmla="*/ 269 h 430"/>
                <a:gd name="T122" fmla="*/ 20 w 354"/>
                <a:gd name="T123" fmla="*/ 276 h 43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  <a:cxn ang="0">
                  <a:pos x="T118" y="T119"/>
                </a:cxn>
                <a:cxn ang="0">
                  <a:pos x="T120" y="T121"/>
                </a:cxn>
                <a:cxn ang="0">
                  <a:pos x="T122" y="T123"/>
                </a:cxn>
              </a:cxnLst>
              <a:rect l="0" t="0" r="r" b="b"/>
              <a:pathLst>
                <a:path w="354" h="430">
                  <a:moveTo>
                    <a:pt x="20" y="276"/>
                  </a:moveTo>
                  <a:cubicBezTo>
                    <a:pt x="21" y="285"/>
                    <a:pt x="22" y="293"/>
                    <a:pt x="22" y="302"/>
                  </a:cubicBezTo>
                  <a:cubicBezTo>
                    <a:pt x="24" y="304"/>
                    <a:pt x="25" y="305"/>
                    <a:pt x="27" y="307"/>
                  </a:cubicBezTo>
                  <a:cubicBezTo>
                    <a:pt x="27" y="314"/>
                    <a:pt x="26" y="321"/>
                    <a:pt x="25" y="328"/>
                  </a:cubicBezTo>
                  <a:cubicBezTo>
                    <a:pt x="33" y="356"/>
                    <a:pt x="27" y="403"/>
                    <a:pt x="49" y="418"/>
                  </a:cubicBezTo>
                  <a:cubicBezTo>
                    <a:pt x="56" y="425"/>
                    <a:pt x="65" y="412"/>
                    <a:pt x="68" y="408"/>
                  </a:cubicBezTo>
                  <a:cubicBezTo>
                    <a:pt x="68" y="401"/>
                    <a:pt x="69" y="394"/>
                    <a:pt x="70" y="387"/>
                  </a:cubicBezTo>
                  <a:cubicBezTo>
                    <a:pt x="76" y="375"/>
                    <a:pt x="86" y="354"/>
                    <a:pt x="83" y="331"/>
                  </a:cubicBezTo>
                  <a:cubicBezTo>
                    <a:pt x="78" y="299"/>
                    <a:pt x="61" y="276"/>
                    <a:pt x="50" y="251"/>
                  </a:cubicBezTo>
                  <a:cubicBezTo>
                    <a:pt x="50" y="246"/>
                    <a:pt x="50" y="242"/>
                    <a:pt x="50" y="237"/>
                  </a:cubicBezTo>
                  <a:cubicBezTo>
                    <a:pt x="48" y="235"/>
                    <a:pt x="46" y="234"/>
                    <a:pt x="44" y="232"/>
                  </a:cubicBezTo>
                  <a:cubicBezTo>
                    <a:pt x="39" y="222"/>
                    <a:pt x="50" y="209"/>
                    <a:pt x="50" y="196"/>
                  </a:cubicBezTo>
                  <a:cubicBezTo>
                    <a:pt x="59" y="186"/>
                    <a:pt x="66" y="184"/>
                    <a:pt x="79" y="177"/>
                  </a:cubicBezTo>
                  <a:cubicBezTo>
                    <a:pt x="81" y="174"/>
                    <a:pt x="83" y="172"/>
                    <a:pt x="85" y="169"/>
                  </a:cubicBezTo>
                  <a:cubicBezTo>
                    <a:pt x="94" y="164"/>
                    <a:pt x="102" y="158"/>
                    <a:pt x="111" y="152"/>
                  </a:cubicBezTo>
                  <a:cubicBezTo>
                    <a:pt x="126" y="142"/>
                    <a:pt x="158" y="112"/>
                    <a:pt x="168" y="99"/>
                  </a:cubicBezTo>
                  <a:cubicBezTo>
                    <a:pt x="169" y="101"/>
                    <a:pt x="188" y="88"/>
                    <a:pt x="193" y="85"/>
                  </a:cubicBezTo>
                  <a:cubicBezTo>
                    <a:pt x="222" y="70"/>
                    <a:pt x="248" y="46"/>
                    <a:pt x="293" y="47"/>
                  </a:cubicBezTo>
                  <a:cubicBezTo>
                    <a:pt x="292" y="59"/>
                    <a:pt x="278" y="86"/>
                    <a:pt x="272" y="101"/>
                  </a:cubicBezTo>
                  <a:cubicBezTo>
                    <a:pt x="259" y="128"/>
                    <a:pt x="255" y="152"/>
                    <a:pt x="241" y="177"/>
                  </a:cubicBezTo>
                  <a:cubicBezTo>
                    <a:pt x="241" y="181"/>
                    <a:pt x="241" y="186"/>
                    <a:pt x="241" y="190"/>
                  </a:cubicBezTo>
                  <a:cubicBezTo>
                    <a:pt x="239" y="194"/>
                    <a:pt x="232" y="203"/>
                    <a:pt x="230" y="208"/>
                  </a:cubicBezTo>
                  <a:cubicBezTo>
                    <a:pt x="230" y="213"/>
                    <a:pt x="230" y="219"/>
                    <a:pt x="230" y="225"/>
                  </a:cubicBezTo>
                  <a:cubicBezTo>
                    <a:pt x="228" y="232"/>
                    <a:pt x="221" y="238"/>
                    <a:pt x="218" y="245"/>
                  </a:cubicBezTo>
                  <a:cubicBezTo>
                    <a:pt x="218" y="251"/>
                    <a:pt x="218" y="257"/>
                    <a:pt x="218" y="263"/>
                  </a:cubicBezTo>
                  <a:cubicBezTo>
                    <a:pt x="216" y="265"/>
                    <a:pt x="214" y="266"/>
                    <a:pt x="213" y="267"/>
                  </a:cubicBezTo>
                  <a:cubicBezTo>
                    <a:pt x="212" y="270"/>
                    <a:pt x="213" y="276"/>
                    <a:pt x="210" y="279"/>
                  </a:cubicBezTo>
                  <a:cubicBezTo>
                    <a:pt x="210" y="280"/>
                    <a:pt x="210" y="280"/>
                    <a:pt x="210" y="281"/>
                  </a:cubicBezTo>
                  <a:cubicBezTo>
                    <a:pt x="201" y="277"/>
                    <a:pt x="199" y="257"/>
                    <a:pt x="193" y="248"/>
                  </a:cubicBezTo>
                  <a:cubicBezTo>
                    <a:pt x="175" y="223"/>
                    <a:pt x="147" y="190"/>
                    <a:pt x="106" y="189"/>
                  </a:cubicBezTo>
                  <a:cubicBezTo>
                    <a:pt x="89" y="206"/>
                    <a:pt x="93" y="245"/>
                    <a:pt x="103" y="267"/>
                  </a:cubicBezTo>
                  <a:cubicBezTo>
                    <a:pt x="106" y="275"/>
                    <a:pt x="133" y="322"/>
                    <a:pt x="131" y="332"/>
                  </a:cubicBezTo>
                  <a:cubicBezTo>
                    <a:pt x="128" y="344"/>
                    <a:pt x="118" y="357"/>
                    <a:pt x="112" y="365"/>
                  </a:cubicBezTo>
                  <a:cubicBezTo>
                    <a:pt x="106" y="374"/>
                    <a:pt x="102" y="394"/>
                    <a:pt x="90" y="396"/>
                  </a:cubicBezTo>
                  <a:cubicBezTo>
                    <a:pt x="85" y="402"/>
                    <a:pt x="86" y="401"/>
                    <a:pt x="85" y="407"/>
                  </a:cubicBezTo>
                  <a:cubicBezTo>
                    <a:pt x="86" y="409"/>
                    <a:pt x="88" y="410"/>
                    <a:pt x="89" y="412"/>
                  </a:cubicBezTo>
                  <a:cubicBezTo>
                    <a:pt x="106" y="411"/>
                    <a:pt x="136" y="378"/>
                    <a:pt x="143" y="366"/>
                  </a:cubicBezTo>
                  <a:cubicBezTo>
                    <a:pt x="147" y="366"/>
                    <a:pt x="151" y="366"/>
                    <a:pt x="154" y="366"/>
                  </a:cubicBezTo>
                  <a:cubicBezTo>
                    <a:pt x="173" y="387"/>
                    <a:pt x="194" y="406"/>
                    <a:pt x="208" y="430"/>
                  </a:cubicBezTo>
                  <a:cubicBezTo>
                    <a:pt x="209" y="430"/>
                    <a:pt x="211" y="430"/>
                    <a:pt x="213" y="430"/>
                  </a:cubicBezTo>
                  <a:cubicBezTo>
                    <a:pt x="249" y="405"/>
                    <a:pt x="244" y="337"/>
                    <a:pt x="260" y="289"/>
                  </a:cubicBezTo>
                  <a:cubicBezTo>
                    <a:pt x="266" y="271"/>
                    <a:pt x="275" y="244"/>
                    <a:pt x="282" y="224"/>
                  </a:cubicBezTo>
                  <a:cubicBezTo>
                    <a:pt x="281" y="221"/>
                    <a:pt x="281" y="217"/>
                    <a:pt x="281" y="214"/>
                  </a:cubicBezTo>
                  <a:cubicBezTo>
                    <a:pt x="284" y="206"/>
                    <a:pt x="290" y="191"/>
                    <a:pt x="292" y="186"/>
                  </a:cubicBezTo>
                  <a:cubicBezTo>
                    <a:pt x="292" y="181"/>
                    <a:pt x="293" y="176"/>
                    <a:pt x="294" y="170"/>
                  </a:cubicBezTo>
                  <a:cubicBezTo>
                    <a:pt x="298" y="161"/>
                    <a:pt x="309" y="149"/>
                    <a:pt x="311" y="138"/>
                  </a:cubicBezTo>
                  <a:cubicBezTo>
                    <a:pt x="313" y="130"/>
                    <a:pt x="313" y="122"/>
                    <a:pt x="317" y="111"/>
                  </a:cubicBezTo>
                  <a:cubicBezTo>
                    <a:pt x="318" y="114"/>
                    <a:pt x="329" y="94"/>
                    <a:pt x="330" y="92"/>
                  </a:cubicBezTo>
                  <a:cubicBezTo>
                    <a:pt x="337" y="75"/>
                    <a:pt x="337" y="57"/>
                    <a:pt x="343" y="40"/>
                  </a:cubicBezTo>
                  <a:cubicBezTo>
                    <a:pt x="354" y="9"/>
                    <a:pt x="317" y="0"/>
                    <a:pt x="291" y="0"/>
                  </a:cubicBezTo>
                  <a:cubicBezTo>
                    <a:pt x="287" y="8"/>
                    <a:pt x="280" y="5"/>
                    <a:pt x="272" y="8"/>
                  </a:cubicBezTo>
                  <a:cubicBezTo>
                    <a:pt x="261" y="12"/>
                    <a:pt x="217" y="31"/>
                    <a:pt x="210" y="31"/>
                  </a:cubicBezTo>
                  <a:cubicBezTo>
                    <a:pt x="200" y="37"/>
                    <a:pt x="187" y="48"/>
                    <a:pt x="176" y="53"/>
                  </a:cubicBezTo>
                  <a:cubicBezTo>
                    <a:pt x="173" y="53"/>
                    <a:pt x="170" y="53"/>
                    <a:pt x="168" y="52"/>
                  </a:cubicBezTo>
                  <a:cubicBezTo>
                    <a:pt x="166" y="55"/>
                    <a:pt x="164" y="57"/>
                    <a:pt x="162" y="59"/>
                  </a:cubicBezTo>
                  <a:cubicBezTo>
                    <a:pt x="155" y="63"/>
                    <a:pt x="149" y="61"/>
                    <a:pt x="143" y="65"/>
                  </a:cubicBezTo>
                  <a:cubicBezTo>
                    <a:pt x="122" y="78"/>
                    <a:pt x="97" y="95"/>
                    <a:pt x="75" y="109"/>
                  </a:cubicBezTo>
                  <a:cubicBezTo>
                    <a:pt x="58" y="120"/>
                    <a:pt x="34" y="135"/>
                    <a:pt x="26" y="155"/>
                  </a:cubicBezTo>
                  <a:cubicBezTo>
                    <a:pt x="20" y="173"/>
                    <a:pt x="24" y="201"/>
                    <a:pt x="25" y="222"/>
                  </a:cubicBezTo>
                  <a:cubicBezTo>
                    <a:pt x="22" y="224"/>
                    <a:pt x="10" y="224"/>
                    <a:pt x="7" y="227"/>
                  </a:cubicBezTo>
                  <a:cubicBezTo>
                    <a:pt x="0" y="233"/>
                    <a:pt x="11" y="261"/>
                    <a:pt x="15" y="269"/>
                  </a:cubicBezTo>
                  <a:cubicBezTo>
                    <a:pt x="16" y="271"/>
                    <a:pt x="18" y="274"/>
                    <a:pt x="20" y="276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24" name="î$ḷiďê"/>
            <p:cNvSpPr/>
            <p:nvPr/>
          </p:nvSpPr>
          <p:spPr bwMode="auto">
            <a:xfrm>
              <a:off x="6527548" y="3450476"/>
              <a:ext cx="514159" cy="247697"/>
            </a:xfrm>
            <a:custGeom>
              <a:avLst/>
              <a:gdLst>
                <a:gd name="T0" fmla="*/ 365 w 428"/>
                <a:gd name="T1" fmla="*/ 1 h 206"/>
                <a:gd name="T2" fmla="*/ 278 w 428"/>
                <a:gd name="T3" fmla="*/ 25 h 206"/>
                <a:gd name="T4" fmla="*/ 257 w 428"/>
                <a:gd name="T5" fmla="*/ 24 h 206"/>
                <a:gd name="T6" fmla="*/ 249 w 428"/>
                <a:gd name="T7" fmla="*/ 30 h 206"/>
                <a:gd name="T8" fmla="*/ 233 w 428"/>
                <a:gd name="T9" fmla="*/ 30 h 206"/>
                <a:gd name="T10" fmla="*/ 225 w 428"/>
                <a:gd name="T11" fmla="*/ 36 h 206"/>
                <a:gd name="T12" fmla="*/ 213 w 428"/>
                <a:gd name="T13" fmla="*/ 36 h 206"/>
                <a:gd name="T14" fmla="*/ 206 w 428"/>
                <a:gd name="T15" fmla="*/ 43 h 206"/>
                <a:gd name="T16" fmla="*/ 196 w 428"/>
                <a:gd name="T17" fmla="*/ 42 h 206"/>
                <a:gd name="T18" fmla="*/ 178 w 428"/>
                <a:gd name="T19" fmla="*/ 54 h 206"/>
                <a:gd name="T20" fmla="*/ 163 w 428"/>
                <a:gd name="T21" fmla="*/ 55 h 206"/>
                <a:gd name="T22" fmla="*/ 157 w 428"/>
                <a:gd name="T23" fmla="*/ 62 h 206"/>
                <a:gd name="T24" fmla="*/ 131 w 428"/>
                <a:gd name="T25" fmla="*/ 68 h 206"/>
                <a:gd name="T26" fmla="*/ 111 w 428"/>
                <a:gd name="T27" fmla="*/ 80 h 206"/>
                <a:gd name="T28" fmla="*/ 104 w 428"/>
                <a:gd name="T29" fmla="*/ 78 h 206"/>
                <a:gd name="T30" fmla="*/ 77 w 428"/>
                <a:gd name="T31" fmla="*/ 91 h 206"/>
                <a:gd name="T32" fmla="*/ 57 w 428"/>
                <a:gd name="T33" fmla="*/ 96 h 206"/>
                <a:gd name="T34" fmla="*/ 7 w 428"/>
                <a:gd name="T35" fmla="*/ 106 h 206"/>
                <a:gd name="T36" fmla="*/ 5 w 428"/>
                <a:gd name="T37" fmla="*/ 144 h 206"/>
                <a:gd name="T38" fmla="*/ 51 w 428"/>
                <a:gd name="T39" fmla="*/ 206 h 206"/>
                <a:gd name="T40" fmla="*/ 103 w 428"/>
                <a:gd name="T41" fmla="*/ 170 h 206"/>
                <a:gd name="T42" fmla="*/ 122 w 428"/>
                <a:gd name="T43" fmla="*/ 154 h 206"/>
                <a:gd name="T44" fmla="*/ 141 w 428"/>
                <a:gd name="T45" fmla="*/ 136 h 206"/>
                <a:gd name="T46" fmla="*/ 216 w 428"/>
                <a:gd name="T47" fmla="*/ 95 h 206"/>
                <a:gd name="T48" fmla="*/ 312 w 428"/>
                <a:gd name="T49" fmla="*/ 68 h 206"/>
                <a:gd name="T50" fmla="*/ 315 w 428"/>
                <a:gd name="T51" fmla="*/ 69 h 206"/>
                <a:gd name="T52" fmla="*/ 318 w 428"/>
                <a:gd name="T53" fmla="*/ 69 h 206"/>
                <a:gd name="T54" fmla="*/ 282 w 428"/>
                <a:gd name="T55" fmla="*/ 97 h 206"/>
                <a:gd name="T56" fmla="*/ 278 w 428"/>
                <a:gd name="T57" fmla="*/ 110 h 206"/>
                <a:gd name="T58" fmla="*/ 320 w 428"/>
                <a:gd name="T59" fmla="*/ 95 h 206"/>
                <a:gd name="T60" fmla="*/ 335 w 428"/>
                <a:gd name="T61" fmla="*/ 95 h 206"/>
                <a:gd name="T62" fmla="*/ 427 w 428"/>
                <a:gd name="T63" fmla="*/ 42 h 206"/>
                <a:gd name="T64" fmla="*/ 365 w 428"/>
                <a:gd name="T65" fmla="*/ 1 h 20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</a:cxnLst>
              <a:rect l="0" t="0" r="r" b="b"/>
              <a:pathLst>
                <a:path w="428" h="206">
                  <a:moveTo>
                    <a:pt x="365" y="1"/>
                  </a:moveTo>
                  <a:cubicBezTo>
                    <a:pt x="356" y="12"/>
                    <a:pt x="297" y="17"/>
                    <a:pt x="278" y="25"/>
                  </a:cubicBezTo>
                  <a:cubicBezTo>
                    <a:pt x="271" y="24"/>
                    <a:pt x="264" y="24"/>
                    <a:pt x="257" y="24"/>
                  </a:cubicBezTo>
                  <a:cubicBezTo>
                    <a:pt x="254" y="26"/>
                    <a:pt x="252" y="28"/>
                    <a:pt x="249" y="30"/>
                  </a:cubicBezTo>
                  <a:cubicBezTo>
                    <a:pt x="244" y="30"/>
                    <a:pt x="238" y="30"/>
                    <a:pt x="233" y="30"/>
                  </a:cubicBezTo>
                  <a:cubicBezTo>
                    <a:pt x="230" y="32"/>
                    <a:pt x="227" y="34"/>
                    <a:pt x="225" y="36"/>
                  </a:cubicBezTo>
                  <a:cubicBezTo>
                    <a:pt x="221" y="36"/>
                    <a:pt x="217" y="36"/>
                    <a:pt x="213" y="36"/>
                  </a:cubicBezTo>
                  <a:cubicBezTo>
                    <a:pt x="211" y="39"/>
                    <a:pt x="208" y="41"/>
                    <a:pt x="206" y="43"/>
                  </a:cubicBezTo>
                  <a:cubicBezTo>
                    <a:pt x="202" y="43"/>
                    <a:pt x="199" y="43"/>
                    <a:pt x="196" y="42"/>
                  </a:cubicBezTo>
                  <a:cubicBezTo>
                    <a:pt x="192" y="44"/>
                    <a:pt x="183" y="50"/>
                    <a:pt x="178" y="54"/>
                  </a:cubicBezTo>
                  <a:cubicBezTo>
                    <a:pt x="173" y="54"/>
                    <a:pt x="168" y="55"/>
                    <a:pt x="163" y="55"/>
                  </a:cubicBezTo>
                  <a:cubicBezTo>
                    <a:pt x="161" y="57"/>
                    <a:pt x="159" y="59"/>
                    <a:pt x="157" y="62"/>
                  </a:cubicBezTo>
                  <a:cubicBezTo>
                    <a:pt x="147" y="66"/>
                    <a:pt x="140" y="64"/>
                    <a:pt x="131" y="68"/>
                  </a:cubicBezTo>
                  <a:cubicBezTo>
                    <a:pt x="123" y="71"/>
                    <a:pt x="117" y="78"/>
                    <a:pt x="111" y="80"/>
                  </a:cubicBezTo>
                  <a:cubicBezTo>
                    <a:pt x="109" y="80"/>
                    <a:pt x="106" y="79"/>
                    <a:pt x="104" y="78"/>
                  </a:cubicBezTo>
                  <a:cubicBezTo>
                    <a:pt x="96" y="82"/>
                    <a:pt x="85" y="88"/>
                    <a:pt x="77" y="91"/>
                  </a:cubicBezTo>
                  <a:cubicBezTo>
                    <a:pt x="67" y="95"/>
                    <a:pt x="63" y="90"/>
                    <a:pt x="57" y="96"/>
                  </a:cubicBezTo>
                  <a:cubicBezTo>
                    <a:pt x="48" y="90"/>
                    <a:pt x="15" y="98"/>
                    <a:pt x="7" y="106"/>
                  </a:cubicBezTo>
                  <a:cubicBezTo>
                    <a:pt x="0" y="113"/>
                    <a:pt x="2" y="136"/>
                    <a:pt x="5" y="144"/>
                  </a:cubicBezTo>
                  <a:cubicBezTo>
                    <a:pt x="14" y="168"/>
                    <a:pt x="36" y="185"/>
                    <a:pt x="51" y="206"/>
                  </a:cubicBezTo>
                  <a:cubicBezTo>
                    <a:pt x="61" y="205"/>
                    <a:pt x="97" y="178"/>
                    <a:pt x="103" y="170"/>
                  </a:cubicBezTo>
                  <a:cubicBezTo>
                    <a:pt x="105" y="166"/>
                    <a:pt x="117" y="158"/>
                    <a:pt x="122" y="154"/>
                  </a:cubicBezTo>
                  <a:cubicBezTo>
                    <a:pt x="129" y="148"/>
                    <a:pt x="135" y="142"/>
                    <a:pt x="141" y="136"/>
                  </a:cubicBezTo>
                  <a:cubicBezTo>
                    <a:pt x="164" y="121"/>
                    <a:pt x="189" y="105"/>
                    <a:pt x="216" y="95"/>
                  </a:cubicBezTo>
                  <a:cubicBezTo>
                    <a:pt x="231" y="90"/>
                    <a:pt x="308" y="72"/>
                    <a:pt x="312" y="68"/>
                  </a:cubicBezTo>
                  <a:cubicBezTo>
                    <a:pt x="315" y="68"/>
                    <a:pt x="314" y="67"/>
                    <a:pt x="315" y="69"/>
                  </a:cubicBezTo>
                  <a:cubicBezTo>
                    <a:pt x="316" y="69"/>
                    <a:pt x="317" y="69"/>
                    <a:pt x="318" y="69"/>
                  </a:cubicBezTo>
                  <a:cubicBezTo>
                    <a:pt x="313" y="77"/>
                    <a:pt x="292" y="95"/>
                    <a:pt x="282" y="97"/>
                  </a:cubicBezTo>
                  <a:cubicBezTo>
                    <a:pt x="279" y="101"/>
                    <a:pt x="278" y="102"/>
                    <a:pt x="278" y="110"/>
                  </a:cubicBezTo>
                  <a:cubicBezTo>
                    <a:pt x="291" y="119"/>
                    <a:pt x="309" y="101"/>
                    <a:pt x="320" y="95"/>
                  </a:cubicBezTo>
                  <a:cubicBezTo>
                    <a:pt x="325" y="95"/>
                    <a:pt x="330" y="95"/>
                    <a:pt x="335" y="95"/>
                  </a:cubicBezTo>
                  <a:cubicBezTo>
                    <a:pt x="364" y="76"/>
                    <a:pt x="411" y="71"/>
                    <a:pt x="427" y="42"/>
                  </a:cubicBezTo>
                  <a:cubicBezTo>
                    <a:pt x="428" y="16"/>
                    <a:pt x="390" y="0"/>
                    <a:pt x="365" y="1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</p:grpSp>
      <p:sp>
        <p:nvSpPr>
          <p:cNvPr id="51" name="矩形 50"/>
          <p:cNvSpPr/>
          <p:nvPr/>
        </p:nvSpPr>
        <p:spPr>
          <a:xfrm>
            <a:off x="4173624" y="5372775"/>
            <a:ext cx="1800493" cy="30777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zh-CN" altLang="en-US" sz="1400" b="1" dirty="0">
                <a:solidFill>
                  <a:srgbClr val="2257AE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汇报小组</a:t>
            </a:r>
            <a:r>
              <a:rPr lang="zh-CN" altLang="en-US" sz="1400" dirty="0">
                <a:solidFill>
                  <a:srgbClr val="2257AE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：第三小组</a:t>
            </a:r>
          </a:p>
        </p:txBody>
      </p:sp>
      <p:sp>
        <p:nvSpPr>
          <p:cNvPr id="52" name="矩形 51"/>
          <p:cNvSpPr/>
          <p:nvPr/>
        </p:nvSpPr>
        <p:spPr>
          <a:xfrm>
            <a:off x="6701919" y="5372775"/>
            <a:ext cx="2108269" cy="30777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zh-CN" altLang="en-US" sz="1400" b="1" dirty="0">
                <a:solidFill>
                  <a:srgbClr val="2257AE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时间</a:t>
            </a:r>
            <a:r>
              <a:rPr lang="zh-CN" altLang="en-US" sz="1400" dirty="0">
                <a:solidFill>
                  <a:srgbClr val="2257AE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：</a:t>
            </a:r>
            <a:r>
              <a:rPr lang="en-US" altLang="zh-CN" sz="1400" dirty="0">
                <a:solidFill>
                  <a:srgbClr val="2257AE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2025</a:t>
            </a:r>
            <a:r>
              <a:rPr lang="zh-CN" altLang="en-US" sz="1400" dirty="0">
                <a:solidFill>
                  <a:srgbClr val="2257AE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年</a:t>
            </a:r>
            <a:r>
              <a:rPr lang="en-US" altLang="zh-CN" sz="1400" dirty="0">
                <a:solidFill>
                  <a:srgbClr val="2257AE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12</a:t>
            </a:r>
            <a:r>
              <a:rPr lang="zh-CN" altLang="en-US" sz="1400" dirty="0">
                <a:solidFill>
                  <a:srgbClr val="2257AE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月</a:t>
            </a:r>
            <a:r>
              <a:rPr lang="en-US" altLang="zh-CN" sz="1400" dirty="0">
                <a:solidFill>
                  <a:srgbClr val="2257AE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24</a:t>
            </a:r>
            <a:r>
              <a:rPr lang="zh-CN" altLang="en-US" sz="1400" dirty="0">
                <a:solidFill>
                  <a:srgbClr val="2257AE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日</a:t>
            </a:r>
          </a:p>
        </p:txBody>
      </p:sp>
      <p:sp>
        <p:nvSpPr>
          <p:cNvPr id="55" name="椭圆 54"/>
          <p:cNvSpPr/>
          <p:nvPr/>
        </p:nvSpPr>
        <p:spPr>
          <a:xfrm>
            <a:off x="3796468" y="5339742"/>
            <a:ext cx="339738" cy="339738"/>
          </a:xfrm>
          <a:prstGeom prst="ellipse">
            <a:avLst/>
          </a:prstGeom>
          <a:solidFill>
            <a:srgbClr val="2257AE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400">
              <a:solidFill>
                <a:srgbClr val="304371"/>
              </a:solidFill>
            </a:endParaRPr>
          </a:p>
        </p:txBody>
      </p:sp>
      <p:sp>
        <p:nvSpPr>
          <p:cNvPr id="56" name="student-with-graduation-cap_57073"/>
          <p:cNvSpPr>
            <a:spLocks noChangeAspect="1"/>
          </p:cNvSpPr>
          <p:nvPr/>
        </p:nvSpPr>
        <p:spPr bwMode="auto">
          <a:xfrm>
            <a:off x="3876411" y="5439325"/>
            <a:ext cx="201712" cy="240155"/>
          </a:xfrm>
          <a:custGeom>
            <a:avLst/>
            <a:gdLst>
              <a:gd name="connsiteX0" fmla="*/ 172784 w 510964"/>
              <a:gd name="connsiteY0" fmla="*/ 386345 h 608344"/>
              <a:gd name="connsiteX1" fmla="*/ 182733 w 510964"/>
              <a:gd name="connsiteY1" fmla="*/ 392738 h 608344"/>
              <a:gd name="connsiteX2" fmla="*/ 255039 w 510964"/>
              <a:gd name="connsiteY2" fmla="*/ 508213 h 608344"/>
              <a:gd name="connsiteX3" fmla="*/ 255531 w 510964"/>
              <a:gd name="connsiteY3" fmla="*/ 508115 h 608344"/>
              <a:gd name="connsiteX4" fmla="*/ 255925 w 510964"/>
              <a:gd name="connsiteY4" fmla="*/ 508213 h 608344"/>
              <a:gd name="connsiteX5" fmla="*/ 328231 w 510964"/>
              <a:gd name="connsiteY5" fmla="*/ 392738 h 608344"/>
              <a:gd name="connsiteX6" fmla="*/ 338278 w 510964"/>
              <a:gd name="connsiteY6" fmla="*/ 386345 h 608344"/>
              <a:gd name="connsiteX7" fmla="*/ 343795 w 510964"/>
              <a:gd name="connsiteY7" fmla="*/ 387820 h 608344"/>
              <a:gd name="connsiteX8" fmla="*/ 408023 w 510964"/>
              <a:gd name="connsiteY8" fmla="*/ 420771 h 608344"/>
              <a:gd name="connsiteX9" fmla="*/ 510964 w 510964"/>
              <a:gd name="connsiteY9" fmla="*/ 490213 h 608344"/>
              <a:gd name="connsiteX10" fmla="*/ 510964 w 510964"/>
              <a:gd name="connsiteY10" fmla="*/ 491984 h 608344"/>
              <a:gd name="connsiteX11" fmla="*/ 510964 w 510964"/>
              <a:gd name="connsiteY11" fmla="*/ 606672 h 608344"/>
              <a:gd name="connsiteX12" fmla="*/ 510964 w 510964"/>
              <a:gd name="connsiteY12" fmla="*/ 608344 h 608344"/>
              <a:gd name="connsiteX13" fmla="*/ 255925 w 510964"/>
              <a:gd name="connsiteY13" fmla="*/ 608344 h 608344"/>
              <a:gd name="connsiteX14" fmla="*/ 255531 w 510964"/>
              <a:gd name="connsiteY14" fmla="*/ 608344 h 608344"/>
              <a:gd name="connsiteX15" fmla="*/ 255039 w 510964"/>
              <a:gd name="connsiteY15" fmla="*/ 608344 h 608344"/>
              <a:gd name="connsiteX16" fmla="*/ 0 w 510964"/>
              <a:gd name="connsiteY16" fmla="*/ 608344 h 608344"/>
              <a:gd name="connsiteX17" fmla="*/ 0 w 510964"/>
              <a:gd name="connsiteY17" fmla="*/ 606672 h 608344"/>
              <a:gd name="connsiteX18" fmla="*/ 0 w 510964"/>
              <a:gd name="connsiteY18" fmla="*/ 491984 h 608344"/>
              <a:gd name="connsiteX19" fmla="*/ 0 w 510964"/>
              <a:gd name="connsiteY19" fmla="*/ 490213 h 608344"/>
              <a:gd name="connsiteX20" fmla="*/ 102941 w 510964"/>
              <a:gd name="connsiteY20" fmla="*/ 420771 h 608344"/>
              <a:gd name="connsiteX21" fmla="*/ 167169 w 510964"/>
              <a:gd name="connsiteY21" fmla="*/ 387820 h 608344"/>
              <a:gd name="connsiteX22" fmla="*/ 172784 w 510964"/>
              <a:gd name="connsiteY22" fmla="*/ 386345 h 608344"/>
              <a:gd name="connsiteX23" fmla="*/ 255517 w 510964"/>
              <a:gd name="connsiteY23" fmla="*/ 0 h 608344"/>
              <a:gd name="connsiteX24" fmla="*/ 267931 w 510964"/>
              <a:gd name="connsiteY24" fmla="*/ 3639 h 608344"/>
              <a:gd name="connsiteX25" fmla="*/ 438857 w 510964"/>
              <a:gd name="connsiteY25" fmla="*/ 87048 h 608344"/>
              <a:gd name="connsiteX26" fmla="*/ 446935 w 510964"/>
              <a:gd name="connsiteY26" fmla="*/ 96786 h 608344"/>
              <a:gd name="connsiteX27" fmla="*/ 441024 w 510964"/>
              <a:gd name="connsiteY27" fmla="*/ 105245 h 608344"/>
              <a:gd name="connsiteX28" fmla="*/ 430483 w 510964"/>
              <a:gd name="connsiteY28" fmla="*/ 110655 h 608344"/>
              <a:gd name="connsiteX29" fmla="*/ 430483 w 510964"/>
              <a:gd name="connsiteY29" fmla="*/ 165736 h 608344"/>
              <a:gd name="connsiteX30" fmla="*/ 436985 w 510964"/>
              <a:gd name="connsiteY30" fmla="*/ 176851 h 608344"/>
              <a:gd name="connsiteX31" fmla="*/ 431665 w 510964"/>
              <a:gd name="connsiteY31" fmla="*/ 186982 h 608344"/>
              <a:gd name="connsiteX32" fmla="*/ 439054 w 510964"/>
              <a:gd name="connsiteY32" fmla="*/ 227506 h 608344"/>
              <a:gd name="connsiteX33" fmla="*/ 408809 w 510964"/>
              <a:gd name="connsiteY33" fmla="*/ 227506 h 608344"/>
              <a:gd name="connsiteX34" fmla="*/ 416198 w 510964"/>
              <a:gd name="connsiteY34" fmla="*/ 186982 h 608344"/>
              <a:gd name="connsiteX35" fmla="*/ 410878 w 510964"/>
              <a:gd name="connsiteY35" fmla="*/ 176851 h 608344"/>
              <a:gd name="connsiteX36" fmla="*/ 417479 w 510964"/>
              <a:gd name="connsiteY36" fmla="*/ 165736 h 608344"/>
              <a:gd name="connsiteX37" fmla="*/ 417479 w 510964"/>
              <a:gd name="connsiteY37" fmla="*/ 116950 h 608344"/>
              <a:gd name="connsiteX38" fmla="*/ 376397 w 510964"/>
              <a:gd name="connsiteY38" fmla="*/ 136818 h 608344"/>
              <a:gd name="connsiteX39" fmla="*/ 375905 w 510964"/>
              <a:gd name="connsiteY39" fmla="*/ 157277 h 608344"/>
              <a:gd name="connsiteX40" fmla="*/ 369107 w 510964"/>
              <a:gd name="connsiteY40" fmla="*/ 201834 h 608344"/>
              <a:gd name="connsiteX41" fmla="*/ 379845 w 510964"/>
              <a:gd name="connsiteY41" fmla="*/ 226719 h 608344"/>
              <a:gd name="connsiteX42" fmla="*/ 379747 w 510964"/>
              <a:gd name="connsiteY42" fmla="*/ 227014 h 608344"/>
              <a:gd name="connsiteX43" fmla="*/ 379845 w 510964"/>
              <a:gd name="connsiteY43" fmla="*/ 228490 h 608344"/>
              <a:gd name="connsiteX44" fmla="*/ 351768 w 510964"/>
              <a:gd name="connsiteY44" fmla="*/ 279342 h 608344"/>
              <a:gd name="connsiteX45" fmla="*/ 291969 w 510964"/>
              <a:gd name="connsiteY45" fmla="*/ 351833 h 608344"/>
              <a:gd name="connsiteX46" fmla="*/ 255517 w 510964"/>
              <a:gd name="connsiteY46" fmla="*/ 360095 h 608344"/>
              <a:gd name="connsiteX47" fmla="*/ 219066 w 510964"/>
              <a:gd name="connsiteY47" fmla="*/ 351833 h 608344"/>
              <a:gd name="connsiteX48" fmla="*/ 159267 w 510964"/>
              <a:gd name="connsiteY48" fmla="*/ 279342 h 608344"/>
              <a:gd name="connsiteX49" fmla="*/ 131190 w 510964"/>
              <a:gd name="connsiteY49" fmla="*/ 228490 h 608344"/>
              <a:gd name="connsiteX50" fmla="*/ 131190 w 510964"/>
              <a:gd name="connsiteY50" fmla="*/ 227014 h 608344"/>
              <a:gd name="connsiteX51" fmla="*/ 131190 w 510964"/>
              <a:gd name="connsiteY51" fmla="*/ 226719 h 608344"/>
              <a:gd name="connsiteX52" fmla="*/ 141830 w 510964"/>
              <a:gd name="connsiteY52" fmla="*/ 201834 h 608344"/>
              <a:gd name="connsiteX53" fmla="*/ 135032 w 510964"/>
              <a:gd name="connsiteY53" fmla="*/ 157277 h 608344"/>
              <a:gd name="connsiteX54" fmla="*/ 134539 w 510964"/>
              <a:gd name="connsiteY54" fmla="*/ 136818 h 608344"/>
              <a:gd name="connsiteX55" fmla="*/ 70011 w 510964"/>
              <a:gd name="connsiteY55" fmla="*/ 105245 h 608344"/>
              <a:gd name="connsiteX56" fmla="*/ 64002 w 510964"/>
              <a:gd name="connsiteY56" fmla="*/ 96786 h 608344"/>
              <a:gd name="connsiteX57" fmla="*/ 72080 w 510964"/>
              <a:gd name="connsiteY57" fmla="*/ 87048 h 608344"/>
              <a:gd name="connsiteX58" fmla="*/ 243006 w 510964"/>
              <a:gd name="connsiteY58" fmla="*/ 3639 h 608344"/>
              <a:gd name="connsiteX59" fmla="*/ 255517 w 510964"/>
              <a:gd name="connsiteY59" fmla="*/ 0 h 60834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</a:cxnLst>
            <a:rect l="l" t="t" r="r" b="b"/>
            <a:pathLst>
              <a:path w="510964" h="608344">
                <a:moveTo>
                  <a:pt x="172784" y="386345"/>
                </a:moveTo>
                <a:cubicBezTo>
                  <a:pt x="177217" y="386345"/>
                  <a:pt x="180960" y="389001"/>
                  <a:pt x="182733" y="392738"/>
                </a:cubicBezTo>
                <a:cubicBezTo>
                  <a:pt x="200169" y="421853"/>
                  <a:pt x="232480" y="506640"/>
                  <a:pt x="255039" y="508213"/>
                </a:cubicBezTo>
                <a:cubicBezTo>
                  <a:pt x="255236" y="508213"/>
                  <a:pt x="255334" y="508115"/>
                  <a:pt x="255531" y="508115"/>
                </a:cubicBezTo>
                <a:cubicBezTo>
                  <a:pt x="255630" y="508115"/>
                  <a:pt x="255827" y="508213"/>
                  <a:pt x="255925" y="508213"/>
                </a:cubicBezTo>
                <a:cubicBezTo>
                  <a:pt x="278484" y="506640"/>
                  <a:pt x="310795" y="421853"/>
                  <a:pt x="328231" y="392738"/>
                </a:cubicBezTo>
                <a:cubicBezTo>
                  <a:pt x="330004" y="389001"/>
                  <a:pt x="333846" y="386345"/>
                  <a:pt x="338278" y="386345"/>
                </a:cubicBezTo>
                <a:cubicBezTo>
                  <a:pt x="340249" y="386345"/>
                  <a:pt x="342120" y="386935"/>
                  <a:pt x="343795" y="387820"/>
                </a:cubicBezTo>
                <a:cubicBezTo>
                  <a:pt x="350099" y="391263"/>
                  <a:pt x="386942" y="413197"/>
                  <a:pt x="408023" y="420771"/>
                </a:cubicBezTo>
                <a:cubicBezTo>
                  <a:pt x="479047" y="446345"/>
                  <a:pt x="510964" y="472410"/>
                  <a:pt x="510964" y="490213"/>
                </a:cubicBezTo>
                <a:lnTo>
                  <a:pt x="510964" y="491984"/>
                </a:lnTo>
                <a:lnTo>
                  <a:pt x="510964" y="606672"/>
                </a:lnTo>
                <a:lnTo>
                  <a:pt x="510964" y="608344"/>
                </a:lnTo>
                <a:lnTo>
                  <a:pt x="255925" y="608344"/>
                </a:lnTo>
                <a:lnTo>
                  <a:pt x="255531" y="608344"/>
                </a:lnTo>
                <a:lnTo>
                  <a:pt x="255039" y="608344"/>
                </a:lnTo>
                <a:lnTo>
                  <a:pt x="0" y="608344"/>
                </a:lnTo>
                <a:lnTo>
                  <a:pt x="0" y="606672"/>
                </a:lnTo>
                <a:lnTo>
                  <a:pt x="0" y="491984"/>
                </a:lnTo>
                <a:lnTo>
                  <a:pt x="0" y="490213"/>
                </a:lnTo>
                <a:cubicBezTo>
                  <a:pt x="0" y="472410"/>
                  <a:pt x="31917" y="446345"/>
                  <a:pt x="102941" y="420771"/>
                </a:cubicBezTo>
                <a:cubicBezTo>
                  <a:pt x="124121" y="413197"/>
                  <a:pt x="160865" y="391263"/>
                  <a:pt x="167169" y="387820"/>
                </a:cubicBezTo>
                <a:cubicBezTo>
                  <a:pt x="168844" y="386935"/>
                  <a:pt x="170715" y="386345"/>
                  <a:pt x="172784" y="386345"/>
                </a:cubicBezTo>
                <a:close/>
                <a:moveTo>
                  <a:pt x="255517" y="0"/>
                </a:moveTo>
                <a:cubicBezTo>
                  <a:pt x="258966" y="295"/>
                  <a:pt x="263005" y="1279"/>
                  <a:pt x="267931" y="3639"/>
                </a:cubicBezTo>
                <a:cubicBezTo>
                  <a:pt x="279260" y="9049"/>
                  <a:pt x="393933" y="65016"/>
                  <a:pt x="438857" y="87048"/>
                </a:cubicBezTo>
                <a:cubicBezTo>
                  <a:pt x="445162" y="90098"/>
                  <a:pt x="447526" y="93540"/>
                  <a:pt x="446935" y="96786"/>
                </a:cubicBezTo>
                <a:cubicBezTo>
                  <a:pt x="447427" y="99933"/>
                  <a:pt x="445162" y="102884"/>
                  <a:pt x="441024" y="105245"/>
                </a:cubicBezTo>
                <a:cubicBezTo>
                  <a:pt x="439448" y="106130"/>
                  <a:pt x="435605" y="108097"/>
                  <a:pt x="430483" y="110655"/>
                </a:cubicBezTo>
                <a:lnTo>
                  <a:pt x="430483" y="165736"/>
                </a:lnTo>
                <a:cubicBezTo>
                  <a:pt x="434325" y="167998"/>
                  <a:pt x="436985" y="172031"/>
                  <a:pt x="436985" y="176851"/>
                </a:cubicBezTo>
                <a:cubicBezTo>
                  <a:pt x="436985" y="181080"/>
                  <a:pt x="434817" y="184621"/>
                  <a:pt x="431665" y="186982"/>
                </a:cubicBezTo>
                <a:cubicBezTo>
                  <a:pt x="431665" y="186982"/>
                  <a:pt x="437576" y="220129"/>
                  <a:pt x="439054" y="227506"/>
                </a:cubicBezTo>
                <a:cubicBezTo>
                  <a:pt x="440630" y="234883"/>
                  <a:pt x="407036" y="236654"/>
                  <a:pt x="408809" y="227506"/>
                </a:cubicBezTo>
                <a:cubicBezTo>
                  <a:pt x="410582" y="218260"/>
                  <a:pt x="416198" y="186982"/>
                  <a:pt x="416198" y="186982"/>
                </a:cubicBezTo>
                <a:cubicBezTo>
                  <a:pt x="413045" y="184621"/>
                  <a:pt x="410878" y="181080"/>
                  <a:pt x="410878" y="176851"/>
                </a:cubicBezTo>
                <a:cubicBezTo>
                  <a:pt x="410878" y="172031"/>
                  <a:pt x="413636" y="167998"/>
                  <a:pt x="417479" y="165736"/>
                </a:cubicBezTo>
                <a:lnTo>
                  <a:pt x="417479" y="116950"/>
                </a:lnTo>
                <a:cubicBezTo>
                  <a:pt x="403588" y="123737"/>
                  <a:pt x="386938" y="131802"/>
                  <a:pt x="376397" y="136818"/>
                </a:cubicBezTo>
                <a:cubicBezTo>
                  <a:pt x="376299" y="144294"/>
                  <a:pt x="376200" y="157080"/>
                  <a:pt x="375905" y="157277"/>
                </a:cubicBezTo>
                <a:cubicBezTo>
                  <a:pt x="373836" y="175670"/>
                  <a:pt x="370191" y="196031"/>
                  <a:pt x="369107" y="201834"/>
                </a:cubicBezTo>
                <a:cubicBezTo>
                  <a:pt x="370880" y="202719"/>
                  <a:pt x="379845" y="208621"/>
                  <a:pt x="379845" y="226719"/>
                </a:cubicBezTo>
                <a:cubicBezTo>
                  <a:pt x="379845" y="226818"/>
                  <a:pt x="379747" y="226916"/>
                  <a:pt x="379747" y="227014"/>
                </a:cubicBezTo>
                <a:cubicBezTo>
                  <a:pt x="379845" y="227506"/>
                  <a:pt x="379845" y="227998"/>
                  <a:pt x="379845" y="228490"/>
                </a:cubicBezTo>
                <a:cubicBezTo>
                  <a:pt x="376003" y="278948"/>
                  <a:pt x="355906" y="257211"/>
                  <a:pt x="351768" y="279342"/>
                </a:cubicBezTo>
                <a:cubicBezTo>
                  <a:pt x="344872" y="316030"/>
                  <a:pt x="312263" y="342587"/>
                  <a:pt x="291969" y="351833"/>
                </a:cubicBezTo>
                <a:cubicBezTo>
                  <a:pt x="280245" y="357144"/>
                  <a:pt x="268128" y="359800"/>
                  <a:pt x="255517" y="360095"/>
                </a:cubicBezTo>
                <a:cubicBezTo>
                  <a:pt x="242809" y="359800"/>
                  <a:pt x="230790" y="357144"/>
                  <a:pt x="219066" y="351833"/>
                </a:cubicBezTo>
                <a:cubicBezTo>
                  <a:pt x="198772" y="342587"/>
                  <a:pt x="166163" y="316030"/>
                  <a:pt x="159267" y="279342"/>
                </a:cubicBezTo>
                <a:cubicBezTo>
                  <a:pt x="155129" y="257211"/>
                  <a:pt x="135032" y="278948"/>
                  <a:pt x="131190" y="228490"/>
                </a:cubicBezTo>
                <a:cubicBezTo>
                  <a:pt x="131190" y="227998"/>
                  <a:pt x="131190" y="227506"/>
                  <a:pt x="131190" y="227014"/>
                </a:cubicBezTo>
                <a:cubicBezTo>
                  <a:pt x="131190" y="226916"/>
                  <a:pt x="131190" y="226818"/>
                  <a:pt x="131190" y="226719"/>
                </a:cubicBezTo>
                <a:cubicBezTo>
                  <a:pt x="131190" y="208621"/>
                  <a:pt x="140056" y="202719"/>
                  <a:pt x="141830" y="201834"/>
                </a:cubicBezTo>
                <a:cubicBezTo>
                  <a:pt x="140844" y="196031"/>
                  <a:pt x="137199" y="175670"/>
                  <a:pt x="135032" y="157277"/>
                </a:cubicBezTo>
                <a:cubicBezTo>
                  <a:pt x="134835" y="157080"/>
                  <a:pt x="134638" y="144294"/>
                  <a:pt x="134539" y="136818"/>
                </a:cubicBezTo>
                <a:cubicBezTo>
                  <a:pt x="115427" y="127671"/>
                  <a:pt x="75824" y="108589"/>
                  <a:pt x="70011" y="105245"/>
                </a:cubicBezTo>
                <a:cubicBezTo>
                  <a:pt x="65775" y="102884"/>
                  <a:pt x="63608" y="99933"/>
                  <a:pt x="64002" y="96786"/>
                </a:cubicBezTo>
                <a:cubicBezTo>
                  <a:pt x="63509" y="93540"/>
                  <a:pt x="65775" y="90098"/>
                  <a:pt x="72080" y="87048"/>
                </a:cubicBezTo>
                <a:cubicBezTo>
                  <a:pt x="117102" y="65016"/>
                  <a:pt x="231677" y="9049"/>
                  <a:pt x="243006" y="3639"/>
                </a:cubicBezTo>
                <a:cubicBezTo>
                  <a:pt x="247932" y="1279"/>
                  <a:pt x="252069" y="295"/>
                  <a:pt x="255517" y="0"/>
                </a:cubicBezTo>
                <a:close/>
              </a:path>
            </a:pathLst>
          </a:custGeom>
          <a:solidFill>
            <a:schemeClr val="bg1"/>
          </a:solidFill>
          <a:ln>
            <a:noFill/>
          </a:ln>
        </p:spPr>
      </p:sp>
      <p:pic>
        <p:nvPicPr>
          <p:cNvPr id="2" name="图片 1" descr="3b32313538323038343bcab1bce4"/>
          <p:cNvPicPr>
            <a:picLocks noChangeAspect="1"/>
          </p:cNvPicPr>
          <p:nvPr/>
        </p:nvPicPr>
        <p:blipFill>
          <a:blip r:embed="rId7"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6314525" y="5354995"/>
            <a:ext cx="324485" cy="324485"/>
          </a:xfrm>
          <a:prstGeom prst="rect">
            <a:avLst/>
          </a:prstGeom>
        </p:spPr>
      </p:pic>
      <p:sp>
        <p:nvSpPr>
          <p:cNvPr id="4" name="文本框 3"/>
          <p:cNvSpPr txBox="1"/>
          <p:nvPr/>
        </p:nvSpPr>
        <p:spPr>
          <a:xfrm>
            <a:off x="2399907" y="2783245"/>
            <a:ext cx="7711369" cy="13234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zh-CN" altLang="en-US" sz="4000" spc="100" dirty="0">
                <a:solidFill>
                  <a:srgbClr val="2257AE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社会经济地位、睡眠与疼痛的</a:t>
            </a:r>
            <a:endParaRPr lang="en-US" altLang="zh-CN" sz="4000" spc="100" dirty="0">
              <a:solidFill>
                <a:srgbClr val="2257AE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</a:endParaRPr>
          </a:p>
          <a:p>
            <a:pPr algn="ctr"/>
            <a:r>
              <a:rPr lang="zh-CN" altLang="en-US" sz="4000" spc="100" dirty="0">
                <a:solidFill>
                  <a:srgbClr val="2257AE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纵向关联及干预机制研究</a:t>
            </a:r>
          </a:p>
        </p:txBody>
      </p:sp>
      <p:sp>
        <p:nvSpPr>
          <p:cNvPr id="5" name="文本框 4">
            <a:extLst>
              <a:ext uri="{FF2B5EF4-FFF2-40B4-BE49-F238E27FC236}">
                <a16:creationId xmlns:a16="http://schemas.microsoft.com/office/drawing/2014/main" id="{44161963-49AD-05B9-123B-FBAEDF0F2F61}"/>
              </a:ext>
            </a:extLst>
          </p:cNvPr>
          <p:cNvSpPr txBox="1"/>
          <p:nvPr/>
        </p:nvSpPr>
        <p:spPr>
          <a:xfrm>
            <a:off x="2175375" y="4134015"/>
            <a:ext cx="892226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dirty="0"/>
              <a:t>基于 </a:t>
            </a:r>
            <a:r>
              <a:rPr lang="en-US" altLang="zh-CN" dirty="0"/>
              <a:t>International Journal of Epidemiology (2025) </a:t>
            </a:r>
            <a:r>
              <a:rPr lang="zh-CN" altLang="en-US" dirty="0"/>
              <a:t>重点文献的实证复盘与新研究设计</a:t>
            </a:r>
          </a:p>
        </p:txBody>
      </p:sp>
    </p:spTree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xmlns:p14="http://schemas.microsoft.com/office/powerpoint/2010/main" spd="slow" p14:dur="1250">
        <p15:prstTrans prst="peelOff"/>
      </p:transition>
    </mc:Choice>
    <mc:Fallback xmlns="">
      <p:transition spd="slow">
        <p:fade/>
      </p:transition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" name="任意多边形: 形状 101"/>
          <p:cNvSpPr/>
          <p:nvPr/>
        </p:nvSpPr>
        <p:spPr>
          <a:xfrm rot="2676034">
            <a:off x="-1681418" y="5021332"/>
            <a:ext cx="3362838" cy="3410056"/>
          </a:xfrm>
          <a:custGeom>
            <a:avLst/>
            <a:gdLst>
              <a:gd name="connsiteX0" fmla="*/ 0 w 3362838"/>
              <a:gd name="connsiteY0" fmla="*/ 0 h 3410056"/>
              <a:gd name="connsiteX1" fmla="*/ 3362838 w 3362838"/>
              <a:gd name="connsiteY1" fmla="*/ 3410056 h 3410056"/>
              <a:gd name="connsiteX2" fmla="*/ 3362837 w 3362838"/>
              <a:gd name="connsiteY2" fmla="*/ 3410056 h 3410056"/>
              <a:gd name="connsiteX3" fmla="*/ 0 w 3362838"/>
              <a:gd name="connsiteY3" fmla="*/ 1 h 341005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3362838" h="3410056">
                <a:moveTo>
                  <a:pt x="0" y="0"/>
                </a:moveTo>
                <a:lnTo>
                  <a:pt x="3362838" y="3410056"/>
                </a:lnTo>
                <a:lnTo>
                  <a:pt x="3362837" y="3410056"/>
                </a:lnTo>
                <a:lnTo>
                  <a:pt x="0" y="1"/>
                </a:lnTo>
                <a:close/>
              </a:path>
            </a:pathLst>
          </a:custGeom>
          <a:gradFill>
            <a:gsLst>
              <a:gs pos="0">
                <a:srgbClr val="FFFFFF">
                  <a:alpha val="0"/>
                </a:srgbClr>
              </a:gs>
              <a:gs pos="100000">
                <a:srgbClr val="F2A900"/>
              </a:gs>
            </a:gsLst>
            <a:lin ang="5400000" scaled="1"/>
          </a:gradFill>
          <a:ln w="12700" cap="flat" cmpd="sng" algn="ctr">
            <a:noFill/>
            <a:prstDash val="solid"/>
            <a:miter lim="800000"/>
          </a:ln>
          <a:effectLst/>
        </p:spPr>
        <p:txBody>
          <a:bodyPr wrap="square" rtlCol="0" anchor="ctr">
            <a:noAutofit/>
          </a:bodyPr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 panose="020B0604020202020204"/>
              <a:ea typeface="微软雅黑 Light" panose="020B0502040204020203" charset="-122"/>
              <a:cs typeface="+mn-cs"/>
            </a:endParaRPr>
          </a:p>
        </p:txBody>
      </p:sp>
      <p:sp>
        <p:nvSpPr>
          <p:cNvPr id="61" name="ïŝḻïďè"/>
          <p:cNvSpPr txBox="1"/>
          <p:nvPr/>
        </p:nvSpPr>
        <p:spPr>
          <a:xfrm>
            <a:off x="2199107" y="3676945"/>
            <a:ext cx="2543820" cy="63094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dist">
              <a:lnSpc>
                <a:spcPct val="125000"/>
              </a:lnSpc>
            </a:pPr>
            <a:r>
              <a:rPr lang="en-US" altLang="zh-CN" sz="2800"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CONTENTS</a:t>
            </a:r>
            <a:endParaRPr lang="zh-CN" altLang="en-US" sz="2800" dirty="0">
              <a:solidFill>
                <a:schemeClr val="tx1">
                  <a:lumMod val="75000"/>
                  <a:lumOff val="2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cxnSp>
        <p:nvCxnSpPr>
          <p:cNvPr id="62" name="直接连接符 61"/>
          <p:cNvCxnSpPr/>
          <p:nvPr/>
        </p:nvCxnSpPr>
        <p:spPr>
          <a:xfrm>
            <a:off x="2149523" y="2305487"/>
            <a:ext cx="2606048" cy="0"/>
          </a:xfrm>
          <a:prstGeom prst="line">
            <a:avLst/>
          </a:prstGeom>
          <a:ln w="9525" cap="rnd">
            <a:solidFill>
              <a:srgbClr val="2257AE"/>
            </a:solidFill>
            <a:round/>
            <a:headEnd type="none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3" name="直接连接符 62"/>
          <p:cNvCxnSpPr/>
          <p:nvPr/>
        </p:nvCxnSpPr>
        <p:spPr>
          <a:xfrm>
            <a:off x="2180003" y="4375719"/>
            <a:ext cx="2606048" cy="0"/>
          </a:xfrm>
          <a:prstGeom prst="line">
            <a:avLst/>
          </a:prstGeom>
          <a:ln w="38100" cap="rnd">
            <a:solidFill>
              <a:srgbClr val="2257AE"/>
            </a:solidFill>
            <a:round/>
            <a:headEnd type="none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8" name="iŝlídé"/>
          <p:cNvSpPr/>
          <p:nvPr/>
        </p:nvSpPr>
        <p:spPr bwMode="auto">
          <a:xfrm>
            <a:off x="5256215" y="1987412"/>
            <a:ext cx="2076450" cy="48831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90000" tIns="46800" rIns="90000" bIns="46800" anchor="ctr" anchorCtr="0">
            <a:no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</a:defRPr>
            </a:lvl9pPr>
          </a:lstStyle>
          <a:p>
            <a:pPr algn="ctr">
              <a:lnSpc>
                <a:spcPct val="150000"/>
              </a:lnSpc>
            </a:pPr>
            <a:r>
              <a:rPr lang="en-US" altLang="zh-CN" sz="2400" dirty="0">
                <a:solidFill>
                  <a:srgbClr val="2257AE"/>
                </a:solidFill>
                <a:latin typeface="微软雅黑 Light" panose="020B0502040204020203" charset="-122"/>
                <a:ea typeface="微软雅黑 Light" panose="020B0502040204020203" charset="-122"/>
              </a:rPr>
              <a:t>Part </a:t>
            </a:r>
            <a:r>
              <a:rPr lang="en-US" altLang="zh-CN" sz="2400" b="1" dirty="0">
                <a:solidFill>
                  <a:srgbClr val="2257AE"/>
                </a:solidFill>
                <a:latin typeface="Bahnschrift Light" panose="020B0502040204020203" pitchFamily="34" charset="0"/>
                <a:ea typeface="微软雅黑 Light" panose="020B0502040204020203" charset="-122"/>
              </a:rPr>
              <a:t>01</a:t>
            </a:r>
          </a:p>
        </p:txBody>
      </p:sp>
      <p:sp>
        <p:nvSpPr>
          <p:cNvPr id="69" name="文本框 68"/>
          <p:cNvSpPr txBox="1"/>
          <p:nvPr/>
        </p:nvSpPr>
        <p:spPr>
          <a:xfrm>
            <a:off x="6931979" y="1977887"/>
            <a:ext cx="3221545" cy="58105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 defTabSz="685800">
              <a:lnSpc>
                <a:spcPct val="150000"/>
              </a:lnSpc>
              <a:spcBef>
                <a:spcPts val="1560"/>
              </a:spcBef>
              <a:spcAft>
                <a:spcPts val="780"/>
              </a:spcAft>
              <a:buClr>
                <a:srgbClr val="000000"/>
              </a:buClr>
              <a:defRPr/>
            </a:pPr>
            <a:r>
              <a:rPr lang="zh-CN" altLang="en-US" sz="2400" dirty="0">
                <a:solidFill>
                  <a:prstClr val="black">
                    <a:lumMod val="65000"/>
                    <a:lumOff val="35000"/>
                  </a:prst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现有研究的深度评述</a:t>
            </a:r>
          </a:p>
        </p:txBody>
      </p:sp>
      <p:sp>
        <p:nvSpPr>
          <p:cNvPr id="70" name="矩形 69"/>
          <p:cNvSpPr/>
          <p:nvPr/>
        </p:nvSpPr>
        <p:spPr>
          <a:xfrm>
            <a:off x="5191445" y="1944232"/>
            <a:ext cx="5377180" cy="681355"/>
          </a:xfrm>
          <a:prstGeom prst="rect">
            <a:avLst/>
          </a:prstGeom>
          <a:noFill/>
          <a:ln w="9525">
            <a:solidFill>
              <a:srgbClr val="D9D7DA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noAutofit/>
          </a:bodyPr>
          <a:lstStyle/>
          <a:p>
            <a:pPr algn="ctr"/>
            <a:endParaRPr lang="zh-CN" altLang="en-US"/>
          </a:p>
        </p:txBody>
      </p:sp>
      <p:sp>
        <p:nvSpPr>
          <p:cNvPr id="74" name="íṡļîḓè"/>
          <p:cNvSpPr/>
          <p:nvPr/>
        </p:nvSpPr>
        <p:spPr bwMode="auto">
          <a:xfrm>
            <a:off x="5256215" y="3130412"/>
            <a:ext cx="2076450" cy="48831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90000" tIns="46800" rIns="90000" bIns="46800" anchor="ctr" anchorCtr="0">
            <a:no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</a:defRPr>
            </a:lvl9pPr>
          </a:lstStyle>
          <a:p>
            <a:pPr algn="ctr">
              <a:lnSpc>
                <a:spcPct val="150000"/>
              </a:lnSpc>
            </a:pPr>
            <a:r>
              <a:rPr lang="en-US" altLang="zh-CN" sz="2400" dirty="0">
                <a:solidFill>
                  <a:srgbClr val="2257AE"/>
                </a:solidFill>
                <a:latin typeface="微软雅黑 Light" panose="020B0502040204020203" charset="-122"/>
                <a:ea typeface="微软雅黑 Light" panose="020B0502040204020203" charset="-122"/>
              </a:rPr>
              <a:t>Part </a:t>
            </a:r>
            <a:r>
              <a:rPr lang="en-US" altLang="zh-CN" sz="2400" b="1" dirty="0">
                <a:solidFill>
                  <a:srgbClr val="2257AE"/>
                </a:solidFill>
                <a:latin typeface="Bahnschrift Light" panose="020B0502040204020203" pitchFamily="34" charset="0"/>
                <a:ea typeface="微软雅黑 Light" panose="020B0502040204020203" charset="-122"/>
              </a:rPr>
              <a:t>02</a:t>
            </a:r>
          </a:p>
        </p:txBody>
      </p:sp>
      <p:sp>
        <p:nvSpPr>
          <p:cNvPr id="75" name="文本框 74"/>
          <p:cNvSpPr txBox="1"/>
          <p:nvPr/>
        </p:nvSpPr>
        <p:spPr>
          <a:xfrm>
            <a:off x="6931980" y="3160892"/>
            <a:ext cx="3636214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defTabSz="685800">
              <a:defRPr/>
            </a:pPr>
            <a:r>
              <a:rPr lang="zh-CN" altLang="en-US" sz="2400" dirty="0">
                <a:solidFill>
                  <a:prstClr val="black">
                    <a:lumMod val="65000"/>
                    <a:lumOff val="35000"/>
                  </a:prstClr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批判与新方案</a:t>
            </a:r>
            <a:endParaRPr lang="zh-CN" altLang="en-US" sz="2400" dirty="0">
              <a:solidFill>
                <a:schemeClr val="tx1">
                  <a:lumMod val="75000"/>
                  <a:lumOff val="2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76" name="矩形 75"/>
          <p:cNvSpPr/>
          <p:nvPr/>
        </p:nvSpPr>
        <p:spPr>
          <a:xfrm>
            <a:off x="5191445" y="3085327"/>
            <a:ext cx="5377180" cy="681355"/>
          </a:xfrm>
          <a:prstGeom prst="rect">
            <a:avLst/>
          </a:prstGeom>
          <a:noFill/>
          <a:ln w="9525">
            <a:solidFill>
              <a:srgbClr val="D9D7DA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noAutofit/>
          </a:bodyPr>
          <a:lstStyle/>
          <a:p>
            <a:pPr algn="ctr"/>
            <a:endParaRPr lang="zh-CN" altLang="en-US"/>
          </a:p>
        </p:txBody>
      </p:sp>
      <p:sp>
        <p:nvSpPr>
          <p:cNvPr id="77" name="îṣḻidé"/>
          <p:cNvSpPr/>
          <p:nvPr/>
        </p:nvSpPr>
        <p:spPr bwMode="auto">
          <a:xfrm>
            <a:off x="5256215" y="4255632"/>
            <a:ext cx="2076450" cy="48831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90000" tIns="46800" rIns="90000" bIns="46800" anchor="ctr" anchorCtr="0">
            <a:no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</a:defRPr>
            </a:lvl9pPr>
          </a:lstStyle>
          <a:p>
            <a:pPr algn="ctr">
              <a:lnSpc>
                <a:spcPct val="150000"/>
              </a:lnSpc>
            </a:pPr>
            <a:r>
              <a:rPr lang="en-US" altLang="zh-CN" sz="2400" dirty="0">
                <a:solidFill>
                  <a:srgbClr val="2257AE"/>
                </a:solidFill>
                <a:latin typeface="微软雅黑 Light" panose="020B0502040204020203" charset="-122"/>
                <a:ea typeface="微软雅黑 Light" panose="020B0502040204020203" charset="-122"/>
              </a:rPr>
              <a:t>Part </a:t>
            </a:r>
            <a:r>
              <a:rPr lang="en-US" altLang="zh-CN" sz="2400" b="1" dirty="0">
                <a:solidFill>
                  <a:srgbClr val="2257AE"/>
                </a:solidFill>
                <a:latin typeface="Bahnschrift Light" panose="020B0502040204020203" pitchFamily="34" charset="0"/>
                <a:ea typeface="微软雅黑 Light" panose="020B0502040204020203" charset="-122"/>
              </a:rPr>
              <a:t>03</a:t>
            </a:r>
          </a:p>
        </p:txBody>
      </p:sp>
      <p:sp>
        <p:nvSpPr>
          <p:cNvPr id="78" name="矩形 77"/>
          <p:cNvSpPr/>
          <p:nvPr/>
        </p:nvSpPr>
        <p:spPr>
          <a:xfrm>
            <a:off x="5191445" y="4213722"/>
            <a:ext cx="5377180" cy="681355"/>
          </a:xfrm>
          <a:prstGeom prst="rect">
            <a:avLst/>
          </a:prstGeom>
          <a:noFill/>
          <a:ln w="9525">
            <a:solidFill>
              <a:srgbClr val="D9D7DA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noAutofit/>
          </a:bodyPr>
          <a:lstStyle/>
          <a:p>
            <a:pPr algn="ctr"/>
            <a:endParaRPr lang="zh-CN" altLang="en-US"/>
          </a:p>
        </p:txBody>
      </p:sp>
      <p:sp>
        <p:nvSpPr>
          <p:cNvPr id="82" name="文本框 81"/>
          <p:cNvSpPr txBox="1"/>
          <p:nvPr/>
        </p:nvSpPr>
        <p:spPr>
          <a:xfrm>
            <a:off x="6931980" y="4268967"/>
            <a:ext cx="2652395" cy="5118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>
              <a:lnSpc>
                <a:spcPct val="125000"/>
              </a:lnSpc>
            </a:pPr>
            <a:r>
              <a:rPr lang="zh-CN" altLang="en-US" sz="2400" dirty="0"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成员贡献</a:t>
            </a:r>
          </a:p>
        </p:txBody>
      </p:sp>
      <p:cxnSp>
        <p:nvCxnSpPr>
          <p:cNvPr id="83" name="直接连接符 82"/>
          <p:cNvCxnSpPr/>
          <p:nvPr/>
        </p:nvCxnSpPr>
        <p:spPr>
          <a:xfrm>
            <a:off x="5191649" y="2615890"/>
            <a:ext cx="5376545" cy="0"/>
          </a:xfrm>
          <a:prstGeom prst="line">
            <a:avLst/>
          </a:prstGeom>
          <a:ln w="22225" cap="flat">
            <a:solidFill>
              <a:srgbClr val="2257AE"/>
            </a:solidFill>
            <a:round/>
            <a:headEnd type="none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4" name="直接连接符 83"/>
          <p:cNvCxnSpPr/>
          <p:nvPr/>
        </p:nvCxnSpPr>
        <p:spPr>
          <a:xfrm>
            <a:off x="5191649" y="3766683"/>
            <a:ext cx="5376545" cy="0"/>
          </a:xfrm>
          <a:prstGeom prst="line">
            <a:avLst/>
          </a:prstGeom>
          <a:ln w="22225" cap="flat">
            <a:solidFill>
              <a:srgbClr val="2257AE"/>
            </a:solidFill>
            <a:round/>
            <a:headEnd type="none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5" name="直接连接符 84"/>
          <p:cNvCxnSpPr/>
          <p:nvPr/>
        </p:nvCxnSpPr>
        <p:spPr>
          <a:xfrm>
            <a:off x="5191649" y="4885494"/>
            <a:ext cx="5376545" cy="0"/>
          </a:xfrm>
          <a:prstGeom prst="line">
            <a:avLst/>
          </a:prstGeom>
          <a:ln w="22225" cap="flat">
            <a:solidFill>
              <a:srgbClr val="2257AE"/>
            </a:solidFill>
            <a:round/>
            <a:headEnd type="none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8" name="Freeform 5"/>
          <p:cNvSpPr/>
          <p:nvPr/>
        </p:nvSpPr>
        <p:spPr bwMode="auto">
          <a:xfrm>
            <a:off x="886594" y="-2479166"/>
            <a:ext cx="10418813" cy="11816333"/>
          </a:xfrm>
          <a:prstGeom prst="ellipse">
            <a:avLst/>
          </a:prstGeom>
          <a:noFill/>
          <a:ln w="635000">
            <a:gradFill>
              <a:gsLst>
                <a:gs pos="0">
                  <a:schemeClr val="accent1"/>
                </a:gs>
                <a:gs pos="100000">
                  <a:schemeClr val="accent1"/>
                </a:gs>
                <a:gs pos="50000">
                  <a:schemeClr val="bg1">
                    <a:lumMod val="95000"/>
                    <a:alpha val="10000"/>
                  </a:schemeClr>
                </a:gs>
              </a:gsLst>
              <a:lin ang="5400000" scaled="1"/>
            </a:gradFill>
          </a:ln>
        </p:spPr>
        <p:txBody>
          <a:bodyPr vert="horz" wrap="square" lIns="91440" tIns="45720" rIns="91440" bIns="45720" numCol="1" anchor="t" anchorCtr="0" compatLnSpc="1"/>
          <a:lstStyle/>
          <a:p>
            <a:endParaRPr lang="zh-CN" altLang="en-US"/>
          </a:p>
        </p:txBody>
      </p:sp>
      <p:sp>
        <p:nvSpPr>
          <p:cNvPr id="89" name="Freeform 5"/>
          <p:cNvSpPr/>
          <p:nvPr/>
        </p:nvSpPr>
        <p:spPr bwMode="auto">
          <a:xfrm>
            <a:off x="-763862" y="-4351006"/>
            <a:ext cx="13719726" cy="15560012"/>
          </a:xfrm>
          <a:prstGeom prst="ellipse">
            <a:avLst/>
          </a:prstGeom>
          <a:noFill/>
          <a:ln w="889000">
            <a:solidFill>
              <a:schemeClr val="accent1">
                <a:lumMod val="20000"/>
                <a:lumOff val="80000"/>
              </a:schemeClr>
            </a:solidFill>
          </a:ln>
        </p:spPr>
        <p:txBody>
          <a:bodyPr vert="horz" wrap="square" lIns="91440" tIns="45720" rIns="91440" bIns="45720" numCol="1" anchor="t" anchorCtr="0" compatLnSpc="1"/>
          <a:lstStyle/>
          <a:p>
            <a:endParaRPr lang="zh-CN" altLang="en-US"/>
          </a:p>
        </p:txBody>
      </p:sp>
      <p:sp>
        <p:nvSpPr>
          <p:cNvPr id="2" name="矩形 1"/>
          <p:cNvSpPr/>
          <p:nvPr/>
        </p:nvSpPr>
        <p:spPr>
          <a:xfrm>
            <a:off x="2099755" y="2236294"/>
            <a:ext cx="2676136" cy="149066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dist">
              <a:lnSpc>
                <a:spcPct val="125000"/>
              </a:lnSpc>
            </a:pPr>
            <a:r>
              <a:rPr lang="zh-CN" altLang="en-US" sz="8000">
                <a:solidFill>
                  <a:srgbClr val="2257AE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目录</a:t>
            </a:r>
            <a:endParaRPr lang="en-US" altLang="zh-CN" sz="8000" dirty="0">
              <a:solidFill>
                <a:srgbClr val="2257AE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grpSp>
        <p:nvGrpSpPr>
          <p:cNvPr id="3" name="组合 2"/>
          <p:cNvGrpSpPr/>
          <p:nvPr/>
        </p:nvGrpSpPr>
        <p:grpSpPr>
          <a:xfrm>
            <a:off x="481200" y="317313"/>
            <a:ext cx="1203455" cy="1217930"/>
            <a:chOff x="4800275" y="1947706"/>
            <a:chExt cx="810699" cy="811505"/>
          </a:xfrm>
        </p:grpSpPr>
        <p:sp>
          <p:nvSpPr>
            <p:cNvPr id="41" name="iSḻîďê"/>
            <p:cNvSpPr/>
            <p:nvPr>
              <p:custDataLst>
                <p:tags r:id="rId1"/>
              </p:custDataLst>
            </p:nvPr>
          </p:nvSpPr>
          <p:spPr bwMode="auto">
            <a:xfrm>
              <a:off x="4934048" y="2082286"/>
              <a:ext cx="542347" cy="542346"/>
            </a:xfrm>
            <a:custGeom>
              <a:avLst/>
              <a:gdLst>
                <a:gd name="T0" fmla="*/ 429 w 858"/>
                <a:gd name="T1" fmla="*/ 0 h 857"/>
                <a:gd name="T2" fmla="*/ 858 w 858"/>
                <a:gd name="T3" fmla="*/ 428 h 857"/>
                <a:gd name="T4" fmla="*/ 429 w 858"/>
                <a:gd name="T5" fmla="*/ 857 h 857"/>
                <a:gd name="T6" fmla="*/ 0 w 858"/>
                <a:gd name="T7" fmla="*/ 428 h 857"/>
                <a:gd name="T8" fmla="*/ 429 w 858"/>
                <a:gd name="T9" fmla="*/ 0 h 857"/>
                <a:gd name="T10" fmla="*/ 429 w 858"/>
                <a:gd name="T11" fmla="*/ 24 h 857"/>
                <a:gd name="T12" fmla="*/ 25 w 858"/>
                <a:gd name="T13" fmla="*/ 428 h 857"/>
                <a:gd name="T14" fmla="*/ 429 w 858"/>
                <a:gd name="T15" fmla="*/ 833 h 857"/>
                <a:gd name="T16" fmla="*/ 834 w 858"/>
                <a:gd name="T17" fmla="*/ 428 h 857"/>
                <a:gd name="T18" fmla="*/ 429 w 858"/>
                <a:gd name="T19" fmla="*/ 24 h 85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858" h="857">
                  <a:moveTo>
                    <a:pt x="429" y="0"/>
                  </a:moveTo>
                  <a:cubicBezTo>
                    <a:pt x="665" y="0"/>
                    <a:pt x="858" y="192"/>
                    <a:pt x="858" y="428"/>
                  </a:cubicBezTo>
                  <a:cubicBezTo>
                    <a:pt x="858" y="665"/>
                    <a:pt x="665" y="857"/>
                    <a:pt x="429" y="857"/>
                  </a:cubicBezTo>
                  <a:cubicBezTo>
                    <a:pt x="193" y="857"/>
                    <a:pt x="0" y="665"/>
                    <a:pt x="0" y="428"/>
                  </a:cubicBezTo>
                  <a:cubicBezTo>
                    <a:pt x="0" y="192"/>
                    <a:pt x="193" y="0"/>
                    <a:pt x="429" y="0"/>
                  </a:cubicBezTo>
                  <a:close/>
                  <a:moveTo>
                    <a:pt x="429" y="24"/>
                  </a:moveTo>
                  <a:cubicBezTo>
                    <a:pt x="207" y="24"/>
                    <a:pt x="25" y="206"/>
                    <a:pt x="25" y="428"/>
                  </a:cubicBezTo>
                  <a:cubicBezTo>
                    <a:pt x="25" y="651"/>
                    <a:pt x="207" y="833"/>
                    <a:pt x="429" y="833"/>
                  </a:cubicBezTo>
                  <a:cubicBezTo>
                    <a:pt x="652" y="833"/>
                    <a:pt x="834" y="651"/>
                    <a:pt x="834" y="428"/>
                  </a:cubicBezTo>
                  <a:cubicBezTo>
                    <a:pt x="834" y="206"/>
                    <a:pt x="652" y="24"/>
                    <a:pt x="429" y="24"/>
                  </a:cubicBezTo>
                  <a:close/>
                </a:path>
              </a:pathLst>
            </a:custGeom>
            <a:solidFill>
              <a:srgbClr val="2257AE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42" name="iśliḍê"/>
            <p:cNvSpPr/>
            <p:nvPr>
              <p:custDataLst>
                <p:tags r:id="rId2"/>
              </p:custDataLst>
            </p:nvPr>
          </p:nvSpPr>
          <p:spPr bwMode="auto">
            <a:xfrm>
              <a:off x="4800275" y="1947706"/>
              <a:ext cx="810699" cy="811505"/>
            </a:xfrm>
            <a:custGeom>
              <a:avLst/>
              <a:gdLst>
                <a:gd name="T0" fmla="*/ 641 w 1283"/>
                <a:gd name="T1" fmla="*/ 0 h 1283"/>
                <a:gd name="T2" fmla="*/ 1283 w 1283"/>
                <a:gd name="T3" fmla="*/ 641 h 1283"/>
                <a:gd name="T4" fmla="*/ 641 w 1283"/>
                <a:gd name="T5" fmla="*/ 1283 h 1283"/>
                <a:gd name="T6" fmla="*/ 0 w 1283"/>
                <a:gd name="T7" fmla="*/ 641 h 1283"/>
                <a:gd name="T8" fmla="*/ 641 w 1283"/>
                <a:gd name="T9" fmla="*/ 0 h 1283"/>
                <a:gd name="T10" fmla="*/ 641 w 1283"/>
                <a:gd name="T11" fmla="*/ 24 h 1283"/>
                <a:gd name="T12" fmla="*/ 24 w 1283"/>
                <a:gd name="T13" fmla="*/ 641 h 1283"/>
                <a:gd name="T14" fmla="*/ 641 w 1283"/>
                <a:gd name="T15" fmla="*/ 1259 h 1283"/>
                <a:gd name="T16" fmla="*/ 1258 w 1283"/>
                <a:gd name="T17" fmla="*/ 641 h 1283"/>
                <a:gd name="T18" fmla="*/ 641 w 1283"/>
                <a:gd name="T19" fmla="*/ 24 h 128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1283" h="1283">
                  <a:moveTo>
                    <a:pt x="641" y="0"/>
                  </a:moveTo>
                  <a:cubicBezTo>
                    <a:pt x="995" y="0"/>
                    <a:pt x="1283" y="288"/>
                    <a:pt x="1283" y="641"/>
                  </a:cubicBezTo>
                  <a:cubicBezTo>
                    <a:pt x="1283" y="995"/>
                    <a:pt x="995" y="1283"/>
                    <a:pt x="641" y="1283"/>
                  </a:cubicBezTo>
                  <a:cubicBezTo>
                    <a:pt x="288" y="1283"/>
                    <a:pt x="0" y="995"/>
                    <a:pt x="0" y="641"/>
                  </a:cubicBezTo>
                  <a:cubicBezTo>
                    <a:pt x="0" y="288"/>
                    <a:pt x="288" y="0"/>
                    <a:pt x="641" y="0"/>
                  </a:cubicBezTo>
                  <a:close/>
                  <a:moveTo>
                    <a:pt x="641" y="24"/>
                  </a:moveTo>
                  <a:cubicBezTo>
                    <a:pt x="301" y="24"/>
                    <a:pt x="24" y="302"/>
                    <a:pt x="24" y="641"/>
                  </a:cubicBezTo>
                  <a:cubicBezTo>
                    <a:pt x="24" y="981"/>
                    <a:pt x="301" y="1259"/>
                    <a:pt x="641" y="1259"/>
                  </a:cubicBezTo>
                  <a:cubicBezTo>
                    <a:pt x="981" y="1259"/>
                    <a:pt x="1258" y="981"/>
                    <a:pt x="1258" y="641"/>
                  </a:cubicBezTo>
                  <a:cubicBezTo>
                    <a:pt x="1258" y="302"/>
                    <a:pt x="981" y="24"/>
                    <a:pt x="641" y="24"/>
                  </a:cubicBezTo>
                  <a:close/>
                </a:path>
              </a:pathLst>
            </a:custGeom>
            <a:solidFill>
              <a:srgbClr val="2257AE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43" name="ïšlîḋè"/>
            <p:cNvSpPr/>
            <p:nvPr>
              <p:custDataLst>
                <p:tags r:id="rId3"/>
              </p:custDataLst>
            </p:nvPr>
          </p:nvSpPr>
          <p:spPr bwMode="auto">
            <a:xfrm>
              <a:off x="4832510" y="1979941"/>
              <a:ext cx="747036" cy="508500"/>
            </a:xfrm>
            <a:custGeom>
              <a:avLst/>
              <a:gdLst>
                <a:gd name="T0" fmla="*/ 46 w 1182"/>
                <a:gd name="T1" fmla="*/ 693 h 803"/>
                <a:gd name="T2" fmla="*/ 46 w 1182"/>
                <a:gd name="T3" fmla="*/ 715 h 803"/>
                <a:gd name="T4" fmla="*/ 139 w 1182"/>
                <a:gd name="T5" fmla="*/ 703 h 803"/>
                <a:gd name="T6" fmla="*/ 51 w 1182"/>
                <a:gd name="T7" fmla="*/ 781 h 803"/>
                <a:gd name="T8" fmla="*/ 82 w 1182"/>
                <a:gd name="T9" fmla="*/ 547 h 803"/>
                <a:gd name="T10" fmla="*/ 22 w 1182"/>
                <a:gd name="T11" fmla="*/ 647 h 803"/>
                <a:gd name="T12" fmla="*/ 22 w 1182"/>
                <a:gd name="T13" fmla="*/ 616 h 803"/>
                <a:gd name="T14" fmla="*/ 4 w 1182"/>
                <a:gd name="T15" fmla="*/ 574 h 803"/>
                <a:gd name="T16" fmla="*/ 136 w 1182"/>
                <a:gd name="T17" fmla="*/ 477 h 803"/>
                <a:gd name="T18" fmla="*/ 143 w 1182"/>
                <a:gd name="T19" fmla="*/ 477 h 803"/>
                <a:gd name="T20" fmla="*/ 24 w 1182"/>
                <a:gd name="T21" fmla="*/ 490 h 803"/>
                <a:gd name="T22" fmla="*/ 156 w 1182"/>
                <a:gd name="T23" fmla="*/ 330 h 803"/>
                <a:gd name="T24" fmla="*/ 193 w 1182"/>
                <a:gd name="T25" fmla="*/ 355 h 803"/>
                <a:gd name="T26" fmla="*/ 143 w 1182"/>
                <a:gd name="T27" fmla="*/ 368 h 803"/>
                <a:gd name="T28" fmla="*/ 159 w 1182"/>
                <a:gd name="T29" fmla="*/ 414 h 803"/>
                <a:gd name="T30" fmla="*/ 186 w 1182"/>
                <a:gd name="T31" fmla="*/ 304 h 803"/>
                <a:gd name="T32" fmla="*/ 228 w 1182"/>
                <a:gd name="T33" fmla="*/ 266 h 803"/>
                <a:gd name="T34" fmla="*/ 236 w 1182"/>
                <a:gd name="T35" fmla="*/ 121 h 803"/>
                <a:gd name="T36" fmla="*/ 271 w 1182"/>
                <a:gd name="T37" fmla="*/ 193 h 803"/>
                <a:gd name="T38" fmla="*/ 224 w 1182"/>
                <a:gd name="T39" fmla="*/ 274 h 803"/>
                <a:gd name="T40" fmla="*/ 500 w 1182"/>
                <a:gd name="T41" fmla="*/ 26 h 803"/>
                <a:gd name="T42" fmla="*/ 417 w 1182"/>
                <a:gd name="T43" fmla="*/ 112 h 803"/>
                <a:gd name="T44" fmla="*/ 447 w 1182"/>
                <a:gd name="T45" fmla="*/ 21 h 803"/>
                <a:gd name="T46" fmla="*/ 492 w 1182"/>
                <a:gd name="T47" fmla="*/ 31 h 803"/>
                <a:gd name="T48" fmla="*/ 532 w 1182"/>
                <a:gd name="T49" fmla="*/ 125 h 803"/>
                <a:gd name="T50" fmla="*/ 573 w 1182"/>
                <a:gd name="T51" fmla="*/ 0 h 803"/>
                <a:gd name="T52" fmla="*/ 662 w 1182"/>
                <a:gd name="T53" fmla="*/ 0 h 803"/>
                <a:gd name="T54" fmla="*/ 557 w 1182"/>
                <a:gd name="T55" fmla="*/ 29 h 803"/>
                <a:gd name="T56" fmla="*/ 727 w 1182"/>
                <a:gd name="T57" fmla="*/ 143 h 803"/>
                <a:gd name="T58" fmla="*/ 753 w 1182"/>
                <a:gd name="T59" fmla="*/ 22 h 803"/>
                <a:gd name="T60" fmla="*/ 662 w 1182"/>
                <a:gd name="T61" fmla="*/ 130 h 803"/>
                <a:gd name="T62" fmla="*/ 892 w 1182"/>
                <a:gd name="T63" fmla="*/ 83 h 803"/>
                <a:gd name="T64" fmla="*/ 773 w 1182"/>
                <a:gd name="T65" fmla="*/ 30 h 803"/>
                <a:gd name="T66" fmla="*/ 812 w 1182"/>
                <a:gd name="T67" fmla="*/ 74 h 803"/>
                <a:gd name="T68" fmla="*/ 855 w 1182"/>
                <a:gd name="T69" fmla="*/ 67 h 803"/>
                <a:gd name="T70" fmla="*/ 864 w 1182"/>
                <a:gd name="T71" fmla="*/ 193 h 803"/>
                <a:gd name="T72" fmla="*/ 951 w 1182"/>
                <a:gd name="T73" fmla="*/ 241 h 803"/>
                <a:gd name="T74" fmla="*/ 924 w 1182"/>
                <a:gd name="T75" fmla="*/ 226 h 803"/>
                <a:gd name="T76" fmla="*/ 965 w 1182"/>
                <a:gd name="T77" fmla="*/ 144 h 803"/>
                <a:gd name="T78" fmla="*/ 920 w 1182"/>
                <a:gd name="T79" fmla="*/ 102 h 803"/>
                <a:gd name="T80" fmla="*/ 1051 w 1182"/>
                <a:gd name="T81" fmla="*/ 244 h 803"/>
                <a:gd name="T82" fmla="*/ 1007 w 1182"/>
                <a:gd name="T83" fmla="*/ 277 h 803"/>
                <a:gd name="T84" fmla="*/ 934 w 1182"/>
                <a:gd name="T85" fmla="*/ 272 h 803"/>
                <a:gd name="T86" fmla="*/ 1070 w 1182"/>
                <a:gd name="T87" fmla="*/ 246 h 803"/>
                <a:gd name="T88" fmla="*/ 1121 w 1182"/>
                <a:gd name="T89" fmla="*/ 427 h 803"/>
                <a:gd name="T90" fmla="*/ 1143 w 1182"/>
                <a:gd name="T91" fmla="*/ 373 h 803"/>
                <a:gd name="T92" fmla="*/ 1024 w 1182"/>
                <a:gd name="T93" fmla="*/ 422 h 803"/>
                <a:gd name="T94" fmla="*/ 1011 w 1182"/>
                <a:gd name="T95" fmla="*/ 391 h 803"/>
                <a:gd name="T96" fmla="*/ 1099 w 1182"/>
                <a:gd name="T97" fmla="*/ 389 h 803"/>
                <a:gd name="T98" fmla="*/ 1055 w 1182"/>
                <a:gd name="T99" fmla="*/ 527 h 803"/>
                <a:gd name="T100" fmla="*/ 1146 w 1182"/>
                <a:gd name="T101" fmla="*/ 454 h 803"/>
                <a:gd name="T102" fmla="*/ 1171 w 1182"/>
                <a:gd name="T103" fmla="*/ 496 h 803"/>
                <a:gd name="T104" fmla="*/ 1075 w 1182"/>
                <a:gd name="T105" fmla="*/ 597 h 803"/>
                <a:gd name="T106" fmla="*/ 1180 w 1182"/>
                <a:gd name="T107" fmla="*/ 523 h 803"/>
                <a:gd name="T108" fmla="*/ 1056 w 1182"/>
                <a:gd name="T109" fmla="*/ 548 h 803"/>
                <a:gd name="T110" fmla="*/ 1146 w 1182"/>
                <a:gd name="T111" fmla="*/ 793 h 803"/>
                <a:gd name="T112" fmla="*/ 1036 w 1182"/>
                <a:gd name="T113" fmla="*/ 737 h 803"/>
                <a:gd name="T114" fmla="*/ 1091 w 1182"/>
                <a:gd name="T115" fmla="*/ 699 h 803"/>
                <a:gd name="T116" fmla="*/ 1160 w 1182"/>
                <a:gd name="T117" fmla="*/ 728 h 803"/>
                <a:gd name="T118" fmla="*/ 1128 w 1182"/>
                <a:gd name="T119" fmla="*/ 755 h 80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  <a:cxn ang="0">
                  <a:pos x="T118" y="T119"/>
                </a:cxn>
              </a:cxnLst>
              <a:rect l="0" t="0" r="r" b="b"/>
              <a:pathLst>
                <a:path w="1182" h="803">
                  <a:moveTo>
                    <a:pt x="42" y="801"/>
                  </a:moveTo>
                  <a:cubicBezTo>
                    <a:pt x="38" y="803"/>
                    <a:pt x="38" y="803"/>
                    <a:pt x="38" y="803"/>
                  </a:cubicBezTo>
                  <a:cubicBezTo>
                    <a:pt x="8" y="699"/>
                    <a:pt x="8" y="699"/>
                    <a:pt x="8" y="699"/>
                  </a:cubicBezTo>
                  <a:cubicBezTo>
                    <a:pt x="45" y="688"/>
                    <a:pt x="45" y="688"/>
                    <a:pt x="45" y="688"/>
                  </a:cubicBezTo>
                  <a:cubicBezTo>
                    <a:pt x="46" y="693"/>
                    <a:pt x="46" y="693"/>
                    <a:pt x="46" y="693"/>
                  </a:cubicBezTo>
                  <a:cubicBezTo>
                    <a:pt x="25" y="701"/>
                    <a:pt x="19" y="717"/>
                    <a:pt x="27" y="741"/>
                  </a:cubicBezTo>
                  <a:cubicBezTo>
                    <a:pt x="29" y="752"/>
                    <a:pt x="34" y="755"/>
                    <a:pt x="40" y="753"/>
                  </a:cubicBezTo>
                  <a:cubicBezTo>
                    <a:pt x="82" y="740"/>
                    <a:pt x="82" y="740"/>
                    <a:pt x="82" y="740"/>
                  </a:cubicBezTo>
                  <a:cubicBezTo>
                    <a:pt x="79" y="723"/>
                    <a:pt x="67" y="716"/>
                    <a:pt x="47" y="720"/>
                  </a:cubicBezTo>
                  <a:cubicBezTo>
                    <a:pt x="46" y="715"/>
                    <a:pt x="46" y="715"/>
                    <a:pt x="46" y="715"/>
                  </a:cubicBezTo>
                  <a:cubicBezTo>
                    <a:pt x="107" y="698"/>
                    <a:pt x="107" y="698"/>
                    <a:pt x="107" y="698"/>
                  </a:cubicBezTo>
                  <a:cubicBezTo>
                    <a:pt x="109" y="703"/>
                    <a:pt x="109" y="703"/>
                    <a:pt x="109" y="703"/>
                  </a:cubicBezTo>
                  <a:cubicBezTo>
                    <a:pt x="89" y="709"/>
                    <a:pt x="83" y="721"/>
                    <a:pt x="89" y="739"/>
                  </a:cubicBezTo>
                  <a:cubicBezTo>
                    <a:pt x="131" y="726"/>
                    <a:pt x="131" y="726"/>
                    <a:pt x="131" y="726"/>
                  </a:cubicBezTo>
                  <a:cubicBezTo>
                    <a:pt x="141" y="725"/>
                    <a:pt x="143" y="717"/>
                    <a:pt x="139" y="703"/>
                  </a:cubicBezTo>
                  <a:cubicBezTo>
                    <a:pt x="143" y="701"/>
                    <a:pt x="143" y="701"/>
                    <a:pt x="143" y="701"/>
                  </a:cubicBezTo>
                  <a:cubicBezTo>
                    <a:pt x="162" y="767"/>
                    <a:pt x="162" y="767"/>
                    <a:pt x="162" y="767"/>
                  </a:cubicBezTo>
                  <a:cubicBezTo>
                    <a:pt x="158" y="768"/>
                    <a:pt x="158" y="768"/>
                    <a:pt x="158" y="768"/>
                  </a:cubicBezTo>
                  <a:cubicBezTo>
                    <a:pt x="154" y="757"/>
                    <a:pt x="148" y="752"/>
                    <a:pt x="139" y="756"/>
                  </a:cubicBezTo>
                  <a:cubicBezTo>
                    <a:pt x="51" y="781"/>
                    <a:pt x="51" y="781"/>
                    <a:pt x="51" y="781"/>
                  </a:cubicBezTo>
                  <a:cubicBezTo>
                    <a:pt x="42" y="783"/>
                    <a:pt x="39" y="790"/>
                    <a:pt x="42" y="801"/>
                  </a:cubicBezTo>
                  <a:close/>
                  <a:moveTo>
                    <a:pt x="0" y="532"/>
                  </a:moveTo>
                  <a:cubicBezTo>
                    <a:pt x="4" y="532"/>
                    <a:pt x="4" y="532"/>
                    <a:pt x="4" y="532"/>
                  </a:cubicBezTo>
                  <a:cubicBezTo>
                    <a:pt x="5" y="543"/>
                    <a:pt x="10" y="548"/>
                    <a:pt x="21" y="547"/>
                  </a:cubicBezTo>
                  <a:cubicBezTo>
                    <a:pt x="82" y="547"/>
                    <a:pt x="82" y="547"/>
                    <a:pt x="82" y="547"/>
                  </a:cubicBezTo>
                  <a:cubicBezTo>
                    <a:pt x="99" y="547"/>
                    <a:pt x="111" y="551"/>
                    <a:pt x="118" y="557"/>
                  </a:cubicBezTo>
                  <a:cubicBezTo>
                    <a:pt x="126" y="566"/>
                    <a:pt x="131" y="578"/>
                    <a:pt x="131" y="594"/>
                  </a:cubicBezTo>
                  <a:cubicBezTo>
                    <a:pt x="131" y="611"/>
                    <a:pt x="128" y="624"/>
                    <a:pt x="121" y="633"/>
                  </a:cubicBezTo>
                  <a:cubicBezTo>
                    <a:pt x="114" y="643"/>
                    <a:pt x="102" y="647"/>
                    <a:pt x="86" y="647"/>
                  </a:cubicBezTo>
                  <a:cubicBezTo>
                    <a:pt x="22" y="647"/>
                    <a:pt x="22" y="647"/>
                    <a:pt x="22" y="647"/>
                  </a:cubicBezTo>
                  <a:cubicBezTo>
                    <a:pt x="10" y="646"/>
                    <a:pt x="4" y="651"/>
                    <a:pt x="4" y="662"/>
                  </a:cubicBezTo>
                  <a:cubicBezTo>
                    <a:pt x="0" y="662"/>
                    <a:pt x="0" y="662"/>
                    <a:pt x="0" y="662"/>
                  </a:cubicBezTo>
                  <a:cubicBezTo>
                    <a:pt x="0" y="597"/>
                    <a:pt x="0" y="597"/>
                    <a:pt x="0" y="597"/>
                  </a:cubicBezTo>
                  <a:cubicBezTo>
                    <a:pt x="4" y="597"/>
                    <a:pt x="4" y="597"/>
                    <a:pt x="4" y="597"/>
                  </a:cubicBezTo>
                  <a:cubicBezTo>
                    <a:pt x="3" y="611"/>
                    <a:pt x="9" y="617"/>
                    <a:pt x="22" y="616"/>
                  </a:cubicBezTo>
                  <a:cubicBezTo>
                    <a:pt x="86" y="616"/>
                    <a:pt x="86" y="616"/>
                    <a:pt x="86" y="616"/>
                  </a:cubicBezTo>
                  <a:cubicBezTo>
                    <a:pt x="110" y="616"/>
                    <a:pt x="123" y="607"/>
                    <a:pt x="123" y="588"/>
                  </a:cubicBezTo>
                  <a:cubicBezTo>
                    <a:pt x="123" y="565"/>
                    <a:pt x="109" y="554"/>
                    <a:pt x="82" y="555"/>
                  </a:cubicBezTo>
                  <a:cubicBezTo>
                    <a:pt x="24" y="555"/>
                    <a:pt x="24" y="555"/>
                    <a:pt x="24" y="555"/>
                  </a:cubicBezTo>
                  <a:cubicBezTo>
                    <a:pt x="11" y="554"/>
                    <a:pt x="4" y="560"/>
                    <a:pt x="4" y="574"/>
                  </a:cubicBezTo>
                  <a:cubicBezTo>
                    <a:pt x="0" y="574"/>
                    <a:pt x="0" y="574"/>
                    <a:pt x="0" y="574"/>
                  </a:cubicBezTo>
                  <a:cubicBezTo>
                    <a:pt x="0" y="532"/>
                    <a:pt x="0" y="532"/>
                    <a:pt x="0" y="532"/>
                  </a:cubicBezTo>
                  <a:close/>
                  <a:moveTo>
                    <a:pt x="31" y="461"/>
                  </a:moveTo>
                  <a:cubicBezTo>
                    <a:pt x="123" y="485"/>
                    <a:pt x="123" y="485"/>
                    <a:pt x="123" y="485"/>
                  </a:cubicBezTo>
                  <a:cubicBezTo>
                    <a:pt x="130" y="488"/>
                    <a:pt x="135" y="485"/>
                    <a:pt x="136" y="477"/>
                  </a:cubicBezTo>
                  <a:cubicBezTo>
                    <a:pt x="144" y="453"/>
                    <a:pt x="128" y="435"/>
                    <a:pt x="90" y="426"/>
                  </a:cubicBezTo>
                  <a:cubicBezTo>
                    <a:pt x="53" y="417"/>
                    <a:pt x="32" y="424"/>
                    <a:pt x="25" y="447"/>
                  </a:cubicBezTo>
                  <a:cubicBezTo>
                    <a:pt x="23" y="455"/>
                    <a:pt x="25" y="460"/>
                    <a:pt x="31" y="461"/>
                  </a:cubicBezTo>
                  <a:close/>
                  <a:moveTo>
                    <a:pt x="128" y="535"/>
                  </a:moveTo>
                  <a:cubicBezTo>
                    <a:pt x="143" y="477"/>
                    <a:pt x="143" y="477"/>
                    <a:pt x="143" y="477"/>
                  </a:cubicBezTo>
                  <a:cubicBezTo>
                    <a:pt x="153" y="433"/>
                    <a:pt x="137" y="405"/>
                    <a:pt x="97" y="393"/>
                  </a:cubicBezTo>
                  <a:cubicBezTo>
                    <a:pt x="58" y="384"/>
                    <a:pt x="31" y="402"/>
                    <a:pt x="19" y="445"/>
                  </a:cubicBezTo>
                  <a:cubicBezTo>
                    <a:pt x="4" y="501"/>
                    <a:pt x="4" y="501"/>
                    <a:pt x="4" y="501"/>
                  </a:cubicBezTo>
                  <a:cubicBezTo>
                    <a:pt x="8" y="502"/>
                    <a:pt x="8" y="502"/>
                    <a:pt x="8" y="502"/>
                  </a:cubicBezTo>
                  <a:cubicBezTo>
                    <a:pt x="11" y="492"/>
                    <a:pt x="17" y="488"/>
                    <a:pt x="24" y="490"/>
                  </a:cubicBezTo>
                  <a:cubicBezTo>
                    <a:pt x="116" y="515"/>
                    <a:pt x="116" y="515"/>
                    <a:pt x="116" y="515"/>
                  </a:cubicBezTo>
                  <a:cubicBezTo>
                    <a:pt x="124" y="517"/>
                    <a:pt x="126" y="523"/>
                    <a:pt x="124" y="533"/>
                  </a:cubicBezTo>
                  <a:cubicBezTo>
                    <a:pt x="128" y="535"/>
                    <a:pt x="128" y="535"/>
                    <a:pt x="128" y="535"/>
                  </a:cubicBezTo>
                  <a:close/>
                  <a:moveTo>
                    <a:pt x="137" y="362"/>
                  </a:moveTo>
                  <a:cubicBezTo>
                    <a:pt x="156" y="330"/>
                    <a:pt x="156" y="330"/>
                    <a:pt x="156" y="330"/>
                  </a:cubicBezTo>
                  <a:cubicBezTo>
                    <a:pt x="106" y="323"/>
                    <a:pt x="106" y="323"/>
                    <a:pt x="106" y="323"/>
                  </a:cubicBezTo>
                  <a:cubicBezTo>
                    <a:pt x="137" y="362"/>
                    <a:pt x="137" y="362"/>
                    <a:pt x="137" y="362"/>
                  </a:cubicBezTo>
                  <a:close/>
                  <a:moveTo>
                    <a:pt x="220" y="300"/>
                  </a:moveTo>
                  <a:cubicBezTo>
                    <a:pt x="224" y="302"/>
                    <a:pt x="224" y="302"/>
                    <a:pt x="224" y="302"/>
                  </a:cubicBezTo>
                  <a:cubicBezTo>
                    <a:pt x="193" y="355"/>
                    <a:pt x="193" y="355"/>
                    <a:pt x="193" y="355"/>
                  </a:cubicBezTo>
                  <a:cubicBezTo>
                    <a:pt x="189" y="353"/>
                    <a:pt x="189" y="353"/>
                    <a:pt x="189" y="353"/>
                  </a:cubicBezTo>
                  <a:cubicBezTo>
                    <a:pt x="189" y="353"/>
                    <a:pt x="189" y="352"/>
                    <a:pt x="190" y="351"/>
                  </a:cubicBezTo>
                  <a:cubicBezTo>
                    <a:pt x="194" y="342"/>
                    <a:pt x="195" y="337"/>
                    <a:pt x="190" y="336"/>
                  </a:cubicBezTo>
                  <a:cubicBezTo>
                    <a:pt x="186" y="334"/>
                    <a:pt x="177" y="332"/>
                    <a:pt x="164" y="331"/>
                  </a:cubicBezTo>
                  <a:cubicBezTo>
                    <a:pt x="143" y="368"/>
                    <a:pt x="143" y="368"/>
                    <a:pt x="143" y="368"/>
                  </a:cubicBezTo>
                  <a:cubicBezTo>
                    <a:pt x="151" y="380"/>
                    <a:pt x="157" y="387"/>
                    <a:pt x="159" y="388"/>
                  </a:cubicBezTo>
                  <a:cubicBezTo>
                    <a:pt x="163" y="390"/>
                    <a:pt x="168" y="387"/>
                    <a:pt x="174" y="379"/>
                  </a:cubicBezTo>
                  <a:cubicBezTo>
                    <a:pt x="174" y="378"/>
                    <a:pt x="174" y="378"/>
                    <a:pt x="174" y="378"/>
                  </a:cubicBezTo>
                  <a:cubicBezTo>
                    <a:pt x="178" y="380"/>
                    <a:pt x="178" y="380"/>
                    <a:pt x="178" y="380"/>
                  </a:cubicBezTo>
                  <a:cubicBezTo>
                    <a:pt x="159" y="414"/>
                    <a:pt x="159" y="414"/>
                    <a:pt x="159" y="414"/>
                  </a:cubicBezTo>
                  <a:cubicBezTo>
                    <a:pt x="155" y="412"/>
                    <a:pt x="155" y="412"/>
                    <a:pt x="155" y="412"/>
                  </a:cubicBezTo>
                  <a:cubicBezTo>
                    <a:pt x="159" y="405"/>
                    <a:pt x="156" y="396"/>
                    <a:pt x="145" y="385"/>
                  </a:cubicBezTo>
                  <a:cubicBezTo>
                    <a:pt x="75" y="295"/>
                    <a:pt x="75" y="295"/>
                    <a:pt x="75" y="295"/>
                  </a:cubicBezTo>
                  <a:cubicBezTo>
                    <a:pt x="78" y="291"/>
                    <a:pt x="78" y="291"/>
                    <a:pt x="78" y="291"/>
                  </a:cubicBezTo>
                  <a:cubicBezTo>
                    <a:pt x="186" y="304"/>
                    <a:pt x="186" y="304"/>
                    <a:pt x="186" y="304"/>
                  </a:cubicBezTo>
                  <a:cubicBezTo>
                    <a:pt x="208" y="308"/>
                    <a:pt x="219" y="306"/>
                    <a:pt x="220" y="300"/>
                  </a:cubicBezTo>
                  <a:close/>
                  <a:moveTo>
                    <a:pt x="225" y="301"/>
                  </a:moveTo>
                  <a:cubicBezTo>
                    <a:pt x="257" y="271"/>
                    <a:pt x="257" y="271"/>
                    <a:pt x="257" y="271"/>
                  </a:cubicBezTo>
                  <a:cubicBezTo>
                    <a:pt x="254" y="268"/>
                    <a:pt x="254" y="268"/>
                    <a:pt x="254" y="268"/>
                  </a:cubicBezTo>
                  <a:cubicBezTo>
                    <a:pt x="244" y="277"/>
                    <a:pt x="236" y="276"/>
                    <a:pt x="228" y="266"/>
                  </a:cubicBezTo>
                  <a:cubicBezTo>
                    <a:pt x="176" y="211"/>
                    <a:pt x="176" y="211"/>
                    <a:pt x="176" y="211"/>
                  </a:cubicBezTo>
                  <a:cubicBezTo>
                    <a:pt x="308" y="227"/>
                    <a:pt x="308" y="227"/>
                    <a:pt x="308" y="227"/>
                  </a:cubicBezTo>
                  <a:cubicBezTo>
                    <a:pt x="311" y="224"/>
                    <a:pt x="311" y="224"/>
                    <a:pt x="311" y="224"/>
                  </a:cubicBezTo>
                  <a:cubicBezTo>
                    <a:pt x="236" y="143"/>
                    <a:pt x="236" y="143"/>
                    <a:pt x="236" y="143"/>
                  </a:cubicBezTo>
                  <a:cubicBezTo>
                    <a:pt x="228" y="136"/>
                    <a:pt x="229" y="129"/>
                    <a:pt x="236" y="121"/>
                  </a:cubicBezTo>
                  <a:cubicBezTo>
                    <a:pt x="233" y="118"/>
                    <a:pt x="233" y="118"/>
                    <a:pt x="233" y="118"/>
                  </a:cubicBezTo>
                  <a:cubicBezTo>
                    <a:pt x="203" y="146"/>
                    <a:pt x="203" y="146"/>
                    <a:pt x="203" y="146"/>
                  </a:cubicBezTo>
                  <a:cubicBezTo>
                    <a:pt x="206" y="149"/>
                    <a:pt x="206" y="149"/>
                    <a:pt x="206" y="149"/>
                  </a:cubicBezTo>
                  <a:cubicBezTo>
                    <a:pt x="216" y="140"/>
                    <a:pt x="224" y="141"/>
                    <a:pt x="232" y="151"/>
                  </a:cubicBezTo>
                  <a:cubicBezTo>
                    <a:pt x="271" y="193"/>
                    <a:pt x="271" y="193"/>
                    <a:pt x="271" y="193"/>
                  </a:cubicBezTo>
                  <a:cubicBezTo>
                    <a:pt x="167" y="179"/>
                    <a:pt x="167" y="179"/>
                    <a:pt x="167" y="179"/>
                  </a:cubicBezTo>
                  <a:cubicBezTo>
                    <a:pt x="138" y="206"/>
                    <a:pt x="138" y="206"/>
                    <a:pt x="138" y="206"/>
                  </a:cubicBezTo>
                  <a:cubicBezTo>
                    <a:pt x="141" y="209"/>
                    <a:pt x="141" y="209"/>
                    <a:pt x="141" y="209"/>
                  </a:cubicBezTo>
                  <a:cubicBezTo>
                    <a:pt x="143" y="207"/>
                    <a:pt x="150" y="207"/>
                    <a:pt x="163" y="208"/>
                  </a:cubicBezTo>
                  <a:cubicBezTo>
                    <a:pt x="224" y="274"/>
                    <a:pt x="224" y="274"/>
                    <a:pt x="224" y="274"/>
                  </a:cubicBezTo>
                  <a:cubicBezTo>
                    <a:pt x="232" y="281"/>
                    <a:pt x="231" y="289"/>
                    <a:pt x="222" y="298"/>
                  </a:cubicBezTo>
                  <a:cubicBezTo>
                    <a:pt x="225" y="301"/>
                    <a:pt x="225" y="301"/>
                    <a:pt x="225" y="301"/>
                  </a:cubicBezTo>
                  <a:close/>
                  <a:moveTo>
                    <a:pt x="509" y="2"/>
                  </a:moveTo>
                  <a:cubicBezTo>
                    <a:pt x="510" y="7"/>
                    <a:pt x="510" y="7"/>
                    <a:pt x="510" y="7"/>
                  </a:cubicBezTo>
                  <a:cubicBezTo>
                    <a:pt x="500" y="10"/>
                    <a:pt x="496" y="16"/>
                    <a:pt x="500" y="26"/>
                  </a:cubicBezTo>
                  <a:cubicBezTo>
                    <a:pt x="513" y="86"/>
                    <a:pt x="513" y="86"/>
                    <a:pt x="513" y="86"/>
                  </a:cubicBezTo>
                  <a:cubicBezTo>
                    <a:pt x="517" y="103"/>
                    <a:pt x="516" y="115"/>
                    <a:pt x="511" y="123"/>
                  </a:cubicBezTo>
                  <a:cubicBezTo>
                    <a:pt x="505" y="133"/>
                    <a:pt x="494" y="140"/>
                    <a:pt x="478" y="144"/>
                  </a:cubicBezTo>
                  <a:cubicBezTo>
                    <a:pt x="461" y="148"/>
                    <a:pt x="448" y="147"/>
                    <a:pt x="438" y="143"/>
                  </a:cubicBezTo>
                  <a:cubicBezTo>
                    <a:pt x="427" y="138"/>
                    <a:pt x="420" y="128"/>
                    <a:pt x="417" y="112"/>
                  </a:cubicBezTo>
                  <a:cubicBezTo>
                    <a:pt x="403" y="50"/>
                    <a:pt x="403" y="50"/>
                    <a:pt x="403" y="50"/>
                  </a:cubicBezTo>
                  <a:cubicBezTo>
                    <a:pt x="401" y="38"/>
                    <a:pt x="394" y="33"/>
                    <a:pt x="383" y="36"/>
                  </a:cubicBezTo>
                  <a:cubicBezTo>
                    <a:pt x="382" y="32"/>
                    <a:pt x="382" y="32"/>
                    <a:pt x="382" y="32"/>
                  </a:cubicBezTo>
                  <a:cubicBezTo>
                    <a:pt x="446" y="17"/>
                    <a:pt x="446" y="17"/>
                    <a:pt x="446" y="17"/>
                  </a:cubicBezTo>
                  <a:cubicBezTo>
                    <a:pt x="447" y="21"/>
                    <a:pt x="447" y="21"/>
                    <a:pt x="447" y="21"/>
                  </a:cubicBezTo>
                  <a:cubicBezTo>
                    <a:pt x="433" y="23"/>
                    <a:pt x="428" y="30"/>
                    <a:pt x="432" y="43"/>
                  </a:cubicBezTo>
                  <a:cubicBezTo>
                    <a:pt x="447" y="105"/>
                    <a:pt x="447" y="105"/>
                    <a:pt x="447" y="105"/>
                  </a:cubicBezTo>
                  <a:cubicBezTo>
                    <a:pt x="452" y="129"/>
                    <a:pt x="463" y="139"/>
                    <a:pt x="482" y="135"/>
                  </a:cubicBezTo>
                  <a:cubicBezTo>
                    <a:pt x="505" y="130"/>
                    <a:pt x="512" y="114"/>
                    <a:pt x="505" y="87"/>
                  </a:cubicBezTo>
                  <a:cubicBezTo>
                    <a:pt x="492" y="31"/>
                    <a:pt x="492" y="31"/>
                    <a:pt x="492" y="31"/>
                  </a:cubicBezTo>
                  <a:cubicBezTo>
                    <a:pt x="490" y="18"/>
                    <a:pt x="483" y="13"/>
                    <a:pt x="470" y="16"/>
                  </a:cubicBezTo>
                  <a:cubicBezTo>
                    <a:pt x="469" y="12"/>
                    <a:pt x="469" y="12"/>
                    <a:pt x="469" y="12"/>
                  </a:cubicBezTo>
                  <a:cubicBezTo>
                    <a:pt x="509" y="2"/>
                    <a:pt x="509" y="2"/>
                    <a:pt x="509" y="2"/>
                  </a:cubicBezTo>
                  <a:close/>
                  <a:moveTo>
                    <a:pt x="532" y="129"/>
                  </a:moveTo>
                  <a:cubicBezTo>
                    <a:pt x="532" y="125"/>
                    <a:pt x="532" y="125"/>
                    <a:pt x="532" y="125"/>
                  </a:cubicBezTo>
                  <a:cubicBezTo>
                    <a:pt x="544" y="124"/>
                    <a:pt x="550" y="119"/>
                    <a:pt x="549" y="109"/>
                  </a:cubicBezTo>
                  <a:cubicBezTo>
                    <a:pt x="549" y="19"/>
                    <a:pt x="549" y="19"/>
                    <a:pt x="549" y="19"/>
                  </a:cubicBezTo>
                  <a:cubicBezTo>
                    <a:pt x="541" y="9"/>
                    <a:pt x="535" y="4"/>
                    <a:pt x="533" y="5"/>
                  </a:cubicBezTo>
                  <a:cubicBezTo>
                    <a:pt x="533" y="0"/>
                    <a:pt x="533" y="0"/>
                    <a:pt x="533" y="0"/>
                  </a:cubicBezTo>
                  <a:cubicBezTo>
                    <a:pt x="573" y="0"/>
                    <a:pt x="573" y="0"/>
                    <a:pt x="573" y="0"/>
                  </a:cubicBezTo>
                  <a:cubicBezTo>
                    <a:pt x="639" y="82"/>
                    <a:pt x="639" y="82"/>
                    <a:pt x="639" y="82"/>
                  </a:cubicBezTo>
                  <a:cubicBezTo>
                    <a:pt x="639" y="24"/>
                    <a:pt x="639" y="24"/>
                    <a:pt x="639" y="24"/>
                  </a:cubicBezTo>
                  <a:cubicBezTo>
                    <a:pt x="640" y="12"/>
                    <a:pt x="634" y="5"/>
                    <a:pt x="621" y="5"/>
                  </a:cubicBezTo>
                  <a:cubicBezTo>
                    <a:pt x="621" y="0"/>
                    <a:pt x="621" y="0"/>
                    <a:pt x="621" y="0"/>
                  </a:cubicBezTo>
                  <a:cubicBezTo>
                    <a:pt x="662" y="0"/>
                    <a:pt x="662" y="0"/>
                    <a:pt x="662" y="0"/>
                  </a:cubicBezTo>
                  <a:cubicBezTo>
                    <a:pt x="662" y="5"/>
                    <a:pt x="662" y="5"/>
                    <a:pt x="662" y="5"/>
                  </a:cubicBezTo>
                  <a:cubicBezTo>
                    <a:pt x="651" y="6"/>
                    <a:pt x="646" y="11"/>
                    <a:pt x="647" y="21"/>
                  </a:cubicBezTo>
                  <a:cubicBezTo>
                    <a:pt x="647" y="132"/>
                    <a:pt x="647" y="132"/>
                    <a:pt x="647" y="132"/>
                  </a:cubicBezTo>
                  <a:cubicBezTo>
                    <a:pt x="642" y="132"/>
                    <a:pt x="642" y="132"/>
                    <a:pt x="642" y="132"/>
                  </a:cubicBezTo>
                  <a:cubicBezTo>
                    <a:pt x="557" y="29"/>
                    <a:pt x="557" y="29"/>
                    <a:pt x="557" y="29"/>
                  </a:cubicBezTo>
                  <a:cubicBezTo>
                    <a:pt x="557" y="105"/>
                    <a:pt x="557" y="105"/>
                    <a:pt x="557" y="105"/>
                  </a:cubicBezTo>
                  <a:cubicBezTo>
                    <a:pt x="556" y="118"/>
                    <a:pt x="562" y="125"/>
                    <a:pt x="575" y="125"/>
                  </a:cubicBezTo>
                  <a:cubicBezTo>
                    <a:pt x="575" y="129"/>
                    <a:pt x="575" y="129"/>
                    <a:pt x="575" y="129"/>
                  </a:cubicBezTo>
                  <a:cubicBezTo>
                    <a:pt x="532" y="129"/>
                    <a:pt x="532" y="129"/>
                    <a:pt x="532" y="129"/>
                  </a:cubicBezTo>
                  <a:close/>
                  <a:moveTo>
                    <a:pt x="727" y="143"/>
                  </a:moveTo>
                  <a:cubicBezTo>
                    <a:pt x="714" y="141"/>
                    <a:pt x="709" y="135"/>
                    <a:pt x="712" y="126"/>
                  </a:cubicBezTo>
                  <a:cubicBezTo>
                    <a:pt x="731" y="36"/>
                    <a:pt x="731" y="36"/>
                    <a:pt x="731" y="36"/>
                  </a:cubicBezTo>
                  <a:cubicBezTo>
                    <a:pt x="732" y="27"/>
                    <a:pt x="739" y="23"/>
                    <a:pt x="751" y="26"/>
                  </a:cubicBezTo>
                  <a:cubicBezTo>
                    <a:pt x="751" y="26"/>
                    <a:pt x="752" y="26"/>
                    <a:pt x="752" y="26"/>
                  </a:cubicBezTo>
                  <a:cubicBezTo>
                    <a:pt x="753" y="22"/>
                    <a:pt x="753" y="22"/>
                    <a:pt x="753" y="22"/>
                  </a:cubicBezTo>
                  <a:cubicBezTo>
                    <a:pt x="687" y="8"/>
                    <a:pt x="687" y="8"/>
                    <a:pt x="687" y="8"/>
                  </a:cubicBezTo>
                  <a:cubicBezTo>
                    <a:pt x="686" y="12"/>
                    <a:pt x="686" y="12"/>
                    <a:pt x="686" y="12"/>
                  </a:cubicBezTo>
                  <a:cubicBezTo>
                    <a:pt x="699" y="15"/>
                    <a:pt x="703" y="21"/>
                    <a:pt x="701" y="30"/>
                  </a:cubicBezTo>
                  <a:cubicBezTo>
                    <a:pt x="682" y="119"/>
                    <a:pt x="682" y="119"/>
                    <a:pt x="682" y="119"/>
                  </a:cubicBezTo>
                  <a:cubicBezTo>
                    <a:pt x="681" y="128"/>
                    <a:pt x="674" y="132"/>
                    <a:pt x="662" y="130"/>
                  </a:cubicBezTo>
                  <a:cubicBezTo>
                    <a:pt x="661" y="134"/>
                    <a:pt x="661" y="134"/>
                    <a:pt x="661" y="134"/>
                  </a:cubicBezTo>
                  <a:cubicBezTo>
                    <a:pt x="726" y="148"/>
                    <a:pt x="726" y="148"/>
                    <a:pt x="726" y="148"/>
                  </a:cubicBezTo>
                  <a:cubicBezTo>
                    <a:pt x="727" y="143"/>
                    <a:pt x="727" y="143"/>
                    <a:pt x="727" y="143"/>
                  </a:cubicBezTo>
                  <a:close/>
                  <a:moveTo>
                    <a:pt x="894" y="79"/>
                  </a:moveTo>
                  <a:cubicBezTo>
                    <a:pt x="892" y="83"/>
                    <a:pt x="892" y="83"/>
                    <a:pt x="892" y="83"/>
                  </a:cubicBezTo>
                  <a:cubicBezTo>
                    <a:pt x="885" y="80"/>
                    <a:pt x="878" y="82"/>
                    <a:pt x="870" y="91"/>
                  </a:cubicBezTo>
                  <a:cubicBezTo>
                    <a:pt x="786" y="174"/>
                    <a:pt x="786" y="174"/>
                    <a:pt x="786" y="174"/>
                  </a:cubicBezTo>
                  <a:cubicBezTo>
                    <a:pt x="781" y="172"/>
                    <a:pt x="781" y="172"/>
                    <a:pt x="781" y="172"/>
                  </a:cubicBezTo>
                  <a:cubicBezTo>
                    <a:pt x="783" y="49"/>
                    <a:pt x="783" y="49"/>
                    <a:pt x="783" y="49"/>
                  </a:cubicBezTo>
                  <a:cubicBezTo>
                    <a:pt x="783" y="40"/>
                    <a:pt x="780" y="33"/>
                    <a:pt x="773" y="30"/>
                  </a:cubicBezTo>
                  <a:cubicBezTo>
                    <a:pt x="775" y="26"/>
                    <a:pt x="775" y="26"/>
                    <a:pt x="775" y="26"/>
                  </a:cubicBezTo>
                  <a:cubicBezTo>
                    <a:pt x="833" y="52"/>
                    <a:pt x="833" y="52"/>
                    <a:pt x="833" y="52"/>
                  </a:cubicBezTo>
                  <a:cubicBezTo>
                    <a:pt x="832" y="56"/>
                    <a:pt x="832" y="56"/>
                    <a:pt x="832" y="56"/>
                  </a:cubicBezTo>
                  <a:cubicBezTo>
                    <a:pt x="820" y="51"/>
                    <a:pt x="814" y="52"/>
                    <a:pt x="813" y="57"/>
                  </a:cubicBezTo>
                  <a:cubicBezTo>
                    <a:pt x="812" y="60"/>
                    <a:pt x="812" y="66"/>
                    <a:pt x="812" y="74"/>
                  </a:cubicBezTo>
                  <a:cubicBezTo>
                    <a:pt x="810" y="140"/>
                    <a:pt x="810" y="140"/>
                    <a:pt x="810" y="140"/>
                  </a:cubicBezTo>
                  <a:cubicBezTo>
                    <a:pt x="858" y="92"/>
                    <a:pt x="858" y="92"/>
                    <a:pt x="858" y="92"/>
                  </a:cubicBezTo>
                  <a:cubicBezTo>
                    <a:pt x="858" y="92"/>
                    <a:pt x="859" y="91"/>
                    <a:pt x="860" y="90"/>
                  </a:cubicBezTo>
                  <a:cubicBezTo>
                    <a:pt x="864" y="86"/>
                    <a:pt x="866" y="84"/>
                    <a:pt x="867" y="82"/>
                  </a:cubicBezTo>
                  <a:cubicBezTo>
                    <a:pt x="870" y="77"/>
                    <a:pt x="866" y="72"/>
                    <a:pt x="855" y="67"/>
                  </a:cubicBezTo>
                  <a:cubicBezTo>
                    <a:pt x="857" y="63"/>
                    <a:pt x="857" y="63"/>
                    <a:pt x="857" y="63"/>
                  </a:cubicBezTo>
                  <a:cubicBezTo>
                    <a:pt x="894" y="79"/>
                    <a:pt x="894" y="79"/>
                    <a:pt x="894" y="79"/>
                  </a:cubicBezTo>
                  <a:close/>
                  <a:moveTo>
                    <a:pt x="920" y="102"/>
                  </a:moveTo>
                  <a:cubicBezTo>
                    <a:pt x="929" y="110"/>
                    <a:pt x="930" y="117"/>
                    <a:pt x="924" y="124"/>
                  </a:cubicBezTo>
                  <a:cubicBezTo>
                    <a:pt x="864" y="193"/>
                    <a:pt x="864" y="193"/>
                    <a:pt x="864" y="193"/>
                  </a:cubicBezTo>
                  <a:cubicBezTo>
                    <a:pt x="859" y="201"/>
                    <a:pt x="851" y="200"/>
                    <a:pt x="842" y="193"/>
                  </a:cubicBezTo>
                  <a:cubicBezTo>
                    <a:pt x="839" y="196"/>
                    <a:pt x="839" y="196"/>
                    <a:pt x="839" y="196"/>
                  </a:cubicBezTo>
                  <a:cubicBezTo>
                    <a:pt x="923" y="269"/>
                    <a:pt x="923" y="269"/>
                    <a:pt x="923" y="269"/>
                  </a:cubicBezTo>
                  <a:cubicBezTo>
                    <a:pt x="954" y="244"/>
                    <a:pt x="954" y="244"/>
                    <a:pt x="954" y="244"/>
                  </a:cubicBezTo>
                  <a:cubicBezTo>
                    <a:pt x="951" y="241"/>
                    <a:pt x="951" y="241"/>
                    <a:pt x="951" y="241"/>
                  </a:cubicBezTo>
                  <a:cubicBezTo>
                    <a:pt x="928" y="252"/>
                    <a:pt x="909" y="250"/>
                    <a:pt x="891" y="234"/>
                  </a:cubicBezTo>
                  <a:cubicBezTo>
                    <a:pt x="882" y="226"/>
                    <a:pt x="880" y="220"/>
                    <a:pt x="885" y="215"/>
                  </a:cubicBezTo>
                  <a:cubicBezTo>
                    <a:pt x="916" y="180"/>
                    <a:pt x="916" y="180"/>
                    <a:pt x="916" y="180"/>
                  </a:cubicBezTo>
                  <a:cubicBezTo>
                    <a:pt x="931" y="192"/>
                    <a:pt x="933" y="206"/>
                    <a:pt x="920" y="223"/>
                  </a:cubicBezTo>
                  <a:cubicBezTo>
                    <a:pt x="924" y="226"/>
                    <a:pt x="924" y="226"/>
                    <a:pt x="924" y="226"/>
                  </a:cubicBezTo>
                  <a:cubicBezTo>
                    <a:pt x="966" y="177"/>
                    <a:pt x="966" y="177"/>
                    <a:pt x="966" y="177"/>
                  </a:cubicBezTo>
                  <a:cubicBezTo>
                    <a:pt x="962" y="174"/>
                    <a:pt x="962" y="174"/>
                    <a:pt x="962" y="174"/>
                  </a:cubicBezTo>
                  <a:cubicBezTo>
                    <a:pt x="948" y="189"/>
                    <a:pt x="934" y="189"/>
                    <a:pt x="920" y="175"/>
                  </a:cubicBezTo>
                  <a:cubicBezTo>
                    <a:pt x="949" y="142"/>
                    <a:pt x="949" y="142"/>
                    <a:pt x="949" y="142"/>
                  </a:cubicBezTo>
                  <a:cubicBezTo>
                    <a:pt x="953" y="136"/>
                    <a:pt x="958" y="137"/>
                    <a:pt x="965" y="144"/>
                  </a:cubicBezTo>
                  <a:cubicBezTo>
                    <a:pt x="987" y="161"/>
                    <a:pt x="991" y="179"/>
                    <a:pt x="978" y="196"/>
                  </a:cubicBezTo>
                  <a:cubicBezTo>
                    <a:pt x="981" y="200"/>
                    <a:pt x="981" y="200"/>
                    <a:pt x="981" y="200"/>
                  </a:cubicBezTo>
                  <a:cubicBezTo>
                    <a:pt x="1006" y="171"/>
                    <a:pt x="1006" y="171"/>
                    <a:pt x="1006" y="171"/>
                  </a:cubicBezTo>
                  <a:cubicBezTo>
                    <a:pt x="923" y="99"/>
                    <a:pt x="923" y="99"/>
                    <a:pt x="923" y="99"/>
                  </a:cubicBezTo>
                  <a:cubicBezTo>
                    <a:pt x="920" y="102"/>
                    <a:pt x="920" y="102"/>
                    <a:pt x="920" y="102"/>
                  </a:cubicBezTo>
                  <a:close/>
                  <a:moveTo>
                    <a:pt x="1051" y="244"/>
                  </a:moveTo>
                  <a:cubicBezTo>
                    <a:pt x="1011" y="273"/>
                    <a:pt x="1011" y="273"/>
                    <a:pt x="1011" y="273"/>
                  </a:cubicBezTo>
                  <a:cubicBezTo>
                    <a:pt x="1026" y="294"/>
                    <a:pt x="1040" y="298"/>
                    <a:pt x="1056" y="284"/>
                  </a:cubicBezTo>
                  <a:cubicBezTo>
                    <a:pt x="1070" y="273"/>
                    <a:pt x="1073" y="261"/>
                    <a:pt x="1064" y="249"/>
                  </a:cubicBezTo>
                  <a:cubicBezTo>
                    <a:pt x="1059" y="241"/>
                    <a:pt x="1055" y="239"/>
                    <a:pt x="1051" y="244"/>
                  </a:cubicBezTo>
                  <a:close/>
                  <a:moveTo>
                    <a:pt x="1013" y="377"/>
                  </a:moveTo>
                  <a:cubicBezTo>
                    <a:pt x="1009" y="379"/>
                    <a:pt x="1009" y="379"/>
                    <a:pt x="1009" y="379"/>
                  </a:cubicBezTo>
                  <a:cubicBezTo>
                    <a:pt x="986" y="348"/>
                    <a:pt x="986" y="348"/>
                    <a:pt x="986" y="348"/>
                  </a:cubicBezTo>
                  <a:cubicBezTo>
                    <a:pt x="1010" y="281"/>
                    <a:pt x="1010" y="281"/>
                    <a:pt x="1010" y="281"/>
                  </a:cubicBezTo>
                  <a:cubicBezTo>
                    <a:pt x="1007" y="277"/>
                    <a:pt x="1007" y="277"/>
                    <a:pt x="1007" y="277"/>
                  </a:cubicBezTo>
                  <a:cubicBezTo>
                    <a:pt x="977" y="299"/>
                    <a:pt x="977" y="299"/>
                    <a:pt x="977" y="299"/>
                  </a:cubicBezTo>
                  <a:cubicBezTo>
                    <a:pt x="967" y="305"/>
                    <a:pt x="965" y="313"/>
                    <a:pt x="973" y="323"/>
                  </a:cubicBezTo>
                  <a:cubicBezTo>
                    <a:pt x="969" y="326"/>
                    <a:pt x="969" y="326"/>
                    <a:pt x="969" y="326"/>
                  </a:cubicBezTo>
                  <a:cubicBezTo>
                    <a:pt x="930" y="275"/>
                    <a:pt x="930" y="275"/>
                    <a:pt x="930" y="275"/>
                  </a:cubicBezTo>
                  <a:cubicBezTo>
                    <a:pt x="934" y="272"/>
                    <a:pt x="934" y="272"/>
                    <a:pt x="934" y="272"/>
                  </a:cubicBezTo>
                  <a:cubicBezTo>
                    <a:pt x="941" y="282"/>
                    <a:pt x="949" y="283"/>
                    <a:pt x="958" y="274"/>
                  </a:cubicBezTo>
                  <a:cubicBezTo>
                    <a:pt x="1025" y="224"/>
                    <a:pt x="1025" y="224"/>
                    <a:pt x="1025" y="224"/>
                  </a:cubicBezTo>
                  <a:cubicBezTo>
                    <a:pt x="1036" y="217"/>
                    <a:pt x="1038" y="209"/>
                    <a:pt x="1030" y="200"/>
                  </a:cubicBezTo>
                  <a:cubicBezTo>
                    <a:pt x="1033" y="197"/>
                    <a:pt x="1033" y="197"/>
                    <a:pt x="1033" y="197"/>
                  </a:cubicBezTo>
                  <a:cubicBezTo>
                    <a:pt x="1070" y="246"/>
                    <a:pt x="1070" y="246"/>
                    <a:pt x="1070" y="246"/>
                  </a:cubicBezTo>
                  <a:cubicBezTo>
                    <a:pt x="1091" y="274"/>
                    <a:pt x="1093" y="295"/>
                    <a:pt x="1076" y="309"/>
                  </a:cubicBezTo>
                  <a:cubicBezTo>
                    <a:pt x="1063" y="319"/>
                    <a:pt x="1049" y="317"/>
                    <a:pt x="1032" y="305"/>
                  </a:cubicBezTo>
                  <a:cubicBezTo>
                    <a:pt x="1011" y="368"/>
                    <a:pt x="1011" y="368"/>
                    <a:pt x="1011" y="368"/>
                  </a:cubicBezTo>
                  <a:cubicBezTo>
                    <a:pt x="1011" y="372"/>
                    <a:pt x="1011" y="375"/>
                    <a:pt x="1013" y="377"/>
                  </a:cubicBezTo>
                  <a:close/>
                  <a:moveTo>
                    <a:pt x="1121" y="427"/>
                  </a:moveTo>
                  <a:cubicBezTo>
                    <a:pt x="1159" y="412"/>
                    <a:pt x="1159" y="412"/>
                    <a:pt x="1159" y="412"/>
                  </a:cubicBezTo>
                  <a:cubicBezTo>
                    <a:pt x="1157" y="406"/>
                    <a:pt x="1157" y="406"/>
                    <a:pt x="1157" y="406"/>
                  </a:cubicBezTo>
                  <a:cubicBezTo>
                    <a:pt x="1152" y="407"/>
                    <a:pt x="1149" y="406"/>
                    <a:pt x="1148" y="403"/>
                  </a:cubicBezTo>
                  <a:cubicBezTo>
                    <a:pt x="1148" y="402"/>
                    <a:pt x="1147" y="399"/>
                    <a:pt x="1147" y="395"/>
                  </a:cubicBezTo>
                  <a:cubicBezTo>
                    <a:pt x="1147" y="386"/>
                    <a:pt x="1145" y="378"/>
                    <a:pt x="1143" y="373"/>
                  </a:cubicBezTo>
                  <a:cubicBezTo>
                    <a:pt x="1133" y="348"/>
                    <a:pt x="1116" y="340"/>
                    <a:pt x="1092" y="348"/>
                  </a:cubicBezTo>
                  <a:cubicBezTo>
                    <a:pt x="1077" y="353"/>
                    <a:pt x="1069" y="368"/>
                    <a:pt x="1067" y="393"/>
                  </a:cubicBezTo>
                  <a:cubicBezTo>
                    <a:pt x="1066" y="407"/>
                    <a:pt x="1066" y="407"/>
                    <a:pt x="1066" y="407"/>
                  </a:cubicBezTo>
                  <a:cubicBezTo>
                    <a:pt x="1066" y="423"/>
                    <a:pt x="1062" y="433"/>
                    <a:pt x="1052" y="436"/>
                  </a:cubicBezTo>
                  <a:cubicBezTo>
                    <a:pt x="1039" y="440"/>
                    <a:pt x="1030" y="435"/>
                    <a:pt x="1024" y="422"/>
                  </a:cubicBezTo>
                  <a:cubicBezTo>
                    <a:pt x="1017" y="403"/>
                    <a:pt x="1024" y="386"/>
                    <a:pt x="1046" y="370"/>
                  </a:cubicBezTo>
                  <a:cubicBezTo>
                    <a:pt x="1045" y="365"/>
                    <a:pt x="1045" y="365"/>
                    <a:pt x="1045" y="365"/>
                  </a:cubicBezTo>
                  <a:cubicBezTo>
                    <a:pt x="1002" y="382"/>
                    <a:pt x="1002" y="382"/>
                    <a:pt x="1002" y="382"/>
                  </a:cubicBezTo>
                  <a:cubicBezTo>
                    <a:pt x="1004" y="387"/>
                    <a:pt x="1004" y="387"/>
                    <a:pt x="1004" y="387"/>
                  </a:cubicBezTo>
                  <a:cubicBezTo>
                    <a:pt x="1008" y="387"/>
                    <a:pt x="1010" y="388"/>
                    <a:pt x="1011" y="391"/>
                  </a:cubicBezTo>
                  <a:cubicBezTo>
                    <a:pt x="1012" y="392"/>
                    <a:pt x="1013" y="395"/>
                    <a:pt x="1013" y="399"/>
                  </a:cubicBezTo>
                  <a:cubicBezTo>
                    <a:pt x="1014" y="408"/>
                    <a:pt x="1016" y="416"/>
                    <a:pt x="1019" y="423"/>
                  </a:cubicBezTo>
                  <a:cubicBezTo>
                    <a:pt x="1031" y="450"/>
                    <a:pt x="1049" y="460"/>
                    <a:pt x="1072" y="452"/>
                  </a:cubicBezTo>
                  <a:cubicBezTo>
                    <a:pt x="1087" y="446"/>
                    <a:pt x="1095" y="436"/>
                    <a:pt x="1097" y="420"/>
                  </a:cubicBezTo>
                  <a:cubicBezTo>
                    <a:pt x="1099" y="389"/>
                    <a:pt x="1099" y="389"/>
                    <a:pt x="1099" y="389"/>
                  </a:cubicBezTo>
                  <a:cubicBezTo>
                    <a:pt x="1100" y="373"/>
                    <a:pt x="1104" y="364"/>
                    <a:pt x="1113" y="362"/>
                  </a:cubicBezTo>
                  <a:cubicBezTo>
                    <a:pt x="1123" y="358"/>
                    <a:pt x="1131" y="362"/>
                    <a:pt x="1137" y="374"/>
                  </a:cubicBezTo>
                  <a:cubicBezTo>
                    <a:pt x="1143" y="391"/>
                    <a:pt x="1137" y="407"/>
                    <a:pt x="1119" y="422"/>
                  </a:cubicBezTo>
                  <a:cubicBezTo>
                    <a:pt x="1121" y="427"/>
                    <a:pt x="1121" y="427"/>
                    <a:pt x="1121" y="427"/>
                  </a:cubicBezTo>
                  <a:close/>
                  <a:moveTo>
                    <a:pt x="1055" y="527"/>
                  </a:moveTo>
                  <a:cubicBezTo>
                    <a:pt x="1051" y="528"/>
                    <a:pt x="1051" y="528"/>
                    <a:pt x="1051" y="528"/>
                  </a:cubicBezTo>
                  <a:cubicBezTo>
                    <a:pt x="1035" y="463"/>
                    <a:pt x="1035" y="463"/>
                    <a:pt x="1035" y="463"/>
                  </a:cubicBezTo>
                  <a:cubicBezTo>
                    <a:pt x="1039" y="462"/>
                    <a:pt x="1039" y="462"/>
                    <a:pt x="1039" y="462"/>
                  </a:cubicBezTo>
                  <a:cubicBezTo>
                    <a:pt x="1043" y="474"/>
                    <a:pt x="1049" y="479"/>
                    <a:pt x="1057" y="476"/>
                  </a:cubicBezTo>
                  <a:cubicBezTo>
                    <a:pt x="1146" y="454"/>
                    <a:pt x="1146" y="454"/>
                    <a:pt x="1146" y="454"/>
                  </a:cubicBezTo>
                  <a:cubicBezTo>
                    <a:pt x="1155" y="452"/>
                    <a:pt x="1159" y="445"/>
                    <a:pt x="1155" y="433"/>
                  </a:cubicBezTo>
                  <a:cubicBezTo>
                    <a:pt x="1160" y="432"/>
                    <a:pt x="1160" y="432"/>
                    <a:pt x="1160" y="432"/>
                  </a:cubicBezTo>
                  <a:cubicBezTo>
                    <a:pt x="1176" y="497"/>
                    <a:pt x="1176" y="497"/>
                    <a:pt x="1176" y="497"/>
                  </a:cubicBezTo>
                  <a:cubicBezTo>
                    <a:pt x="1172" y="498"/>
                    <a:pt x="1172" y="498"/>
                    <a:pt x="1172" y="498"/>
                  </a:cubicBezTo>
                  <a:cubicBezTo>
                    <a:pt x="1172" y="497"/>
                    <a:pt x="1171" y="497"/>
                    <a:pt x="1171" y="496"/>
                  </a:cubicBezTo>
                  <a:cubicBezTo>
                    <a:pt x="1168" y="485"/>
                    <a:pt x="1163" y="480"/>
                    <a:pt x="1153" y="483"/>
                  </a:cubicBezTo>
                  <a:cubicBezTo>
                    <a:pt x="1065" y="505"/>
                    <a:pt x="1065" y="505"/>
                    <a:pt x="1065" y="505"/>
                  </a:cubicBezTo>
                  <a:cubicBezTo>
                    <a:pt x="1055" y="507"/>
                    <a:pt x="1052" y="514"/>
                    <a:pt x="1055" y="527"/>
                  </a:cubicBezTo>
                  <a:close/>
                  <a:moveTo>
                    <a:pt x="1057" y="616"/>
                  </a:moveTo>
                  <a:cubicBezTo>
                    <a:pt x="1056" y="602"/>
                    <a:pt x="1062" y="596"/>
                    <a:pt x="1075" y="597"/>
                  </a:cubicBezTo>
                  <a:cubicBezTo>
                    <a:pt x="1175" y="595"/>
                    <a:pt x="1175" y="595"/>
                    <a:pt x="1175" y="595"/>
                  </a:cubicBezTo>
                  <a:cubicBezTo>
                    <a:pt x="1176" y="617"/>
                    <a:pt x="1166" y="630"/>
                    <a:pt x="1144" y="632"/>
                  </a:cubicBezTo>
                  <a:cubicBezTo>
                    <a:pt x="1144" y="638"/>
                    <a:pt x="1144" y="638"/>
                    <a:pt x="1144" y="638"/>
                  </a:cubicBezTo>
                  <a:cubicBezTo>
                    <a:pt x="1182" y="637"/>
                    <a:pt x="1182" y="637"/>
                    <a:pt x="1182" y="637"/>
                  </a:cubicBezTo>
                  <a:cubicBezTo>
                    <a:pt x="1180" y="523"/>
                    <a:pt x="1180" y="523"/>
                    <a:pt x="1180" y="523"/>
                  </a:cubicBezTo>
                  <a:cubicBezTo>
                    <a:pt x="1142" y="523"/>
                    <a:pt x="1142" y="523"/>
                    <a:pt x="1142" y="523"/>
                  </a:cubicBezTo>
                  <a:cubicBezTo>
                    <a:pt x="1142" y="528"/>
                    <a:pt x="1142" y="528"/>
                    <a:pt x="1142" y="528"/>
                  </a:cubicBezTo>
                  <a:cubicBezTo>
                    <a:pt x="1164" y="530"/>
                    <a:pt x="1175" y="542"/>
                    <a:pt x="1175" y="565"/>
                  </a:cubicBezTo>
                  <a:cubicBezTo>
                    <a:pt x="1074" y="566"/>
                    <a:pt x="1074" y="566"/>
                    <a:pt x="1074" y="566"/>
                  </a:cubicBezTo>
                  <a:cubicBezTo>
                    <a:pt x="1061" y="568"/>
                    <a:pt x="1055" y="562"/>
                    <a:pt x="1056" y="548"/>
                  </a:cubicBezTo>
                  <a:cubicBezTo>
                    <a:pt x="1051" y="548"/>
                    <a:pt x="1051" y="548"/>
                    <a:pt x="1051" y="548"/>
                  </a:cubicBezTo>
                  <a:cubicBezTo>
                    <a:pt x="1053" y="616"/>
                    <a:pt x="1053" y="616"/>
                    <a:pt x="1053" y="616"/>
                  </a:cubicBezTo>
                  <a:cubicBezTo>
                    <a:pt x="1057" y="616"/>
                    <a:pt x="1057" y="616"/>
                    <a:pt x="1057" y="616"/>
                  </a:cubicBezTo>
                  <a:close/>
                  <a:moveTo>
                    <a:pt x="1151" y="794"/>
                  </a:moveTo>
                  <a:cubicBezTo>
                    <a:pt x="1146" y="793"/>
                    <a:pt x="1146" y="793"/>
                    <a:pt x="1146" y="793"/>
                  </a:cubicBezTo>
                  <a:cubicBezTo>
                    <a:pt x="1146" y="793"/>
                    <a:pt x="1146" y="793"/>
                    <a:pt x="1146" y="792"/>
                  </a:cubicBezTo>
                  <a:cubicBezTo>
                    <a:pt x="1147" y="787"/>
                    <a:pt x="1145" y="782"/>
                    <a:pt x="1142" y="779"/>
                  </a:cubicBezTo>
                  <a:cubicBezTo>
                    <a:pt x="1091" y="731"/>
                    <a:pt x="1091" y="731"/>
                    <a:pt x="1091" y="731"/>
                  </a:cubicBezTo>
                  <a:cubicBezTo>
                    <a:pt x="1057" y="724"/>
                    <a:pt x="1057" y="724"/>
                    <a:pt x="1057" y="724"/>
                  </a:cubicBezTo>
                  <a:cubicBezTo>
                    <a:pt x="1045" y="720"/>
                    <a:pt x="1038" y="724"/>
                    <a:pt x="1036" y="737"/>
                  </a:cubicBezTo>
                  <a:cubicBezTo>
                    <a:pt x="1031" y="736"/>
                    <a:pt x="1031" y="736"/>
                    <a:pt x="1031" y="736"/>
                  </a:cubicBezTo>
                  <a:cubicBezTo>
                    <a:pt x="1045" y="671"/>
                    <a:pt x="1045" y="671"/>
                    <a:pt x="1045" y="671"/>
                  </a:cubicBezTo>
                  <a:cubicBezTo>
                    <a:pt x="1049" y="672"/>
                    <a:pt x="1049" y="672"/>
                    <a:pt x="1049" y="672"/>
                  </a:cubicBezTo>
                  <a:cubicBezTo>
                    <a:pt x="1046" y="685"/>
                    <a:pt x="1051" y="692"/>
                    <a:pt x="1063" y="693"/>
                  </a:cubicBezTo>
                  <a:cubicBezTo>
                    <a:pt x="1091" y="699"/>
                    <a:pt x="1091" y="699"/>
                    <a:pt x="1091" y="699"/>
                  </a:cubicBezTo>
                  <a:cubicBezTo>
                    <a:pt x="1160" y="678"/>
                    <a:pt x="1160" y="678"/>
                    <a:pt x="1160" y="678"/>
                  </a:cubicBezTo>
                  <a:cubicBezTo>
                    <a:pt x="1167" y="676"/>
                    <a:pt x="1171" y="672"/>
                    <a:pt x="1173" y="665"/>
                  </a:cubicBezTo>
                  <a:cubicBezTo>
                    <a:pt x="1178" y="666"/>
                    <a:pt x="1178" y="666"/>
                    <a:pt x="1178" y="666"/>
                  </a:cubicBezTo>
                  <a:cubicBezTo>
                    <a:pt x="1164" y="729"/>
                    <a:pt x="1164" y="729"/>
                    <a:pt x="1164" y="729"/>
                  </a:cubicBezTo>
                  <a:cubicBezTo>
                    <a:pt x="1160" y="728"/>
                    <a:pt x="1160" y="728"/>
                    <a:pt x="1160" y="728"/>
                  </a:cubicBezTo>
                  <a:cubicBezTo>
                    <a:pt x="1163" y="716"/>
                    <a:pt x="1162" y="711"/>
                    <a:pt x="1157" y="711"/>
                  </a:cubicBezTo>
                  <a:cubicBezTo>
                    <a:pt x="1155" y="711"/>
                    <a:pt x="1152" y="711"/>
                    <a:pt x="1148" y="713"/>
                  </a:cubicBezTo>
                  <a:cubicBezTo>
                    <a:pt x="1147" y="713"/>
                    <a:pt x="1146" y="714"/>
                    <a:pt x="1146" y="714"/>
                  </a:cubicBezTo>
                  <a:cubicBezTo>
                    <a:pt x="1097" y="727"/>
                    <a:pt x="1097" y="727"/>
                    <a:pt x="1097" y="727"/>
                  </a:cubicBezTo>
                  <a:cubicBezTo>
                    <a:pt x="1128" y="755"/>
                    <a:pt x="1128" y="755"/>
                    <a:pt x="1128" y="755"/>
                  </a:cubicBezTo>
                  <a:cubicBezTo>
                    <a:pt x="1133" y="760"/>
                    <a:pt x="1138" y="764"/>
                    <a:pt x="1143" y="765"/>
                  </a:cubicBezTo>
                  <a:cubicBezTo>
                    <a:pt x="1148" y="767"/>
                    <a:pt x="1152" y="763"/>
                    <a:pt x="1155" y="752"/>
                  </a:cubicBezTo>
                  <a:cubicBezTo>
                    <a:pt x="1159" y="753"/>
                    <a:pt x="1159" y="753"/>
                    <a:pt x="1159" y="753"/>
                  </a:cubicBezTo>
                  <a:lnTo>
                    <a:pt x="1151" y="794"/>
                  </a:lnTo>
                  <a:close/>
                </a:path>
              </a:pathLst>
            </a:custGeom>
            <a:solidFill>
              <a:srgbClr val="2257AE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44" name="íṥļiďè"/>
            <p:cNvSpPr/>
            <p:nvPr>
              <p:custDataLst>
                <p:tags r:id="rId4"/>
              </p:custDataLst>
            </p:nvPr>
          </p:nvSpPr>
          <p:spPr bwMode="auto">
            <a:xfrm>
              <a:off x="5224965" y="2643167"/>
              <a:ext cx="70111" cy="84616"/>
            </a:xfrm>
            <a:custGeom>
              <a:avLst/>
              <a:gdLst>
                <a:gd name="T0" fmla="*/ 4 w 111"/>
                <a:gd name="T1" fmla="*/ 78 h 133"/>
                <a:gd name="T2" fmla="*/ 1 w 111"/>
                <a:gd name="T3" fmla="*/ 41 h 133"/>
                <a:gd name="T4" fmla="*/ 14 w 111"/>
                <a:gd name="T5" fmla="*/ 16 h 133"/>
                <a:gd name="T6" fmla="*/ 40 w 111"/>
                <a:gd name="T7" fmla="*/ 3 h 133"/>
                <a:gd name="T8" fmla="*/ 63 w 111"/>
                <a:gd name="T9" fmla="*/ 1 h 133"/>
                <a:gd name="T10" fmla="*/ 82 w 111"/>
                <a:gd name="T11" fmla="*/ 9 h 133"/>
                <a:gd name="T12" fmla="*/ 96 w 111"/>
                <a:gd name="T13" fmla="*/ 26 h 133"/>
                <a:gd name="T14" fmla="*/ 106 w 111"/>
                <a:gd name="T15" fmla="*/ 54 h 133"/>
                <a:gd name="T16" fmla="*/ 109 w 111"/>
                <a:gd name="T17" fmla="*/ 91 h 133"/>
                <a:gd name="T18" fmla="*/ 97 w 111"/>
                <a:gd name="T19" fmla="*/ 115 h 133"/>
                <a:gd name="T20" fmla="*/ 70 w 111"/>
                <a:gd name="T21" fmla="*/ 129 h 133"/>
                <a:gd name="T22" fmla="*/ 31 w 111"/>
                <a:gd name="T23" fmla="*/ 125 h 133"/>
                <a:gd name="T24" fmla="*/ 4 w 111"/>
                <a:gd name="T25" fmla="*/ 78 h 133"/>
                <a:gd name="T26" fmla="*/ 24 w 111"/>
                <a:gd name="T27" fmla="*/ 73 h 133"/>
                <a:gd name="T28" fmla="*/ 42 w 111"/>
                <a:gd name="T29" fmla="*/ 112 h 133"/>
                <a:gd name="T30" fmla="*/ 67 w 111"/>
                <a:gd name="T31" fmla="*/ 117 h 133"/>
                <a:gd name="T32" fmla="*/ 87 w 111"/>
                <a:gd name="T33" fmla="*/ 101 h 133"/>
                <a:gd name="T34" fmla="*/ 87 w 111"/>
                <a:gd name="T35" fmla="*/ 59 h 133"/>
                <a:gd name="T36" fmla="*/ 68 w 111"/>
                <a:gd name="T37" fmla="*/ 20 h 133"/>
                <a:gd name="T38" fmla="*/ 43 w 111"/>
                <a:gd name="T39" fmla="*/ 15 h 133"/>
                <a:gd name="T40" fmla="*/ 24 w 111"/>
                <a:gd name="T41" fmla="*/ 29 h 133"/>
                <a:gd name="T42" fmla="*/ 24 w 111"/>
                <a:gd name="T43" fmla="*/ 73 h 13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</a:cxnLst>
              <a:rect l="0" t="0" r="r" b="b"/>
              <a:pathLst>
                <a:path w="111" h="133">
                  <a:moveTo>
                    <a:pt x="4" y="78"/>
                  </a:moveTo>
                  <a:cubicBezTo>
                    <a:pt x="0" y="63"/>
                    <a:pt x="0" y="51"/>
                    <a:pt x="1" y="41"/>
                  </a:cubicBezTo>
                  <a:cubicBezTo>
                    <a:pt x="3" y="31"/>
                    <a:pt x="7" y="23"/>
                    <a:pt x="14" y="16"/>
                  </a:cubicBezTo>
                  <a:cubicBezTo>
                    <a:pt x="20" y="10"/>
                    <a:pt x="29" y="5"/>
                    <a:pt x="40" y="3"/>
                  </a:cubicBezTo>
                  <a:cubicBezTo>
                    <a:pt x="49" y="1"/>
                    <a:pt x="56" y="0"/>
                    <a:pt x="63" y="1"/>
                  </a:cubicBezTo>
                  <a:cubicBezTo>
                    <a:pt x="70" y="3"/>
                    <a:pt x="77" y="5"/>
                    <a:pt x="82" y="9"/>
                  </a:cubicBezTo>
                  <a:cubicBezTo>
                    <a:pt x="87" y="13"/>
                    <a:pt x="92" y="19"/>
                    <a:pt x="96" y="26"/>
                  </a:cubicBezTo>
                  <a:cubicBezTo>
                    <a:pt x="100" y="32"/>
                    <a:pt x="104" y="42"/>
                    <a:pt x="106" y="54"/>
                  </a:cubicBezTo>
                  <a:cubicBezTo>
                    <a:pt x="110" y="69"/>
                    <a:pt x="111" y="81"/>
                    <a:pt x="109" y="91"/>
                  </a:cubicBezTo>
                  <a:cubicBezTo>
                    <a:pt x="107" y="101"/>
                    <a:pt x="103" y="109"/>
                    <a:pt x="97" y="115"/>
                  </a:cubicBezTo>
                  <a:cubicBezTo>
                    <a:pt x="90" y="122"/>
                    <a:pt x="81" y="127"/>
                    <a:pt x="70" y="129"/>
                  </a:cubicBezTo>
                  <a:cubicBezTo>
                    <a:pt x="55" y="133"/>
                    <a:pt x="42" y="131"/>
                    <a:pt x="31" y="125"/>
                  </a:cubicBezTo>
                  <a:cubicBezTo>
                    <a:pt x="18" y="117"/>
                    <a:pt x="9" y="101"/>
                    <a:pt x="4" y="78"/>
                  </a:cubicBezTo>
                  <a:close/>
                  <a:moveTo>
                    <a:pt x="24" y="73"/>
                  </a:moveTo>
                  <a:cubicBezTo>
                    <a:pt x="28" y="94"/>
                    <a:pt x="35" y="106"/>
                    <a:pt x="42" y="112"/>
                  </a:cubicBezTo>
                  <a:cubicBezTo>
                    <a:pt x="50" y="117"/>
                    <a:pt x="58" y="119"/>
                    <a:pt x="67" y="117"/>
                  </a:cubicBezTo>
                  <a:cubicBezTo>
                    <a:pt x="76" y="115"/>
                    <a:pt x="82" y="110"/>
                    <a:pt x="87" y="101"/>
                  </a:cubicBezTo>
                  <a:cubicBezTo>
                    <a:pt x="91" y="93"/>
                    <a:pt x="91" y="79"/>
                    <a:pt x="87" y="59"/>
                  </a:cubicBezTo>
                  <a:cubicBezTo>
                    <a:pt x="82" y="38"/>
                    <a:pt x="76" y="25"/>
                    <a:pt x="68" y="20"/>
                  </a:cubicBezTo>
                  <a:cubicBezTo>
                    <a:pt x="60" y="15"/>
                    <a:pt x="52" y="13"/>
                    <a:pt x="43" y="15"/>
                  </a:cubicBezTo>
                  <a:cubicBezTo>
                    <a:pt x="34" y="17"/>
                    <a:pt x="28" y="22"/>
                    <a:pt x="24" y="29"/>
                  </a:cubicBezTo>
                  <a:cubicBezTo>
                    <a:pt x="19" y="38"/>
                    <a:pt x="19" y="53"/>
                    <a:pt x="24" y="73"/>
                  </a:cubicBezTo>
                  <a:close/>
                </a:path>
              </a:pathLst>
            </a:custGeom>
            <a:solidFill>
              <a:srgbClr val="2257AE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45" name="ïşḻiḋe"/>
            <p:cNvSpPr/>
            <p:nvPr>
              <p:custDataLst>
                <p:tags r:id="rId5"/>
              </p:custDataLst>
            </p:nvPr>
          </p:nvSpPr>
          <p:spPr bwMode="auto">
            <a:xfrm>
              <a:off x="5357933" y="2585950"/>
              <a:ext cx="77363" cy="91063"/>
            </a:xfrm>
            <a:custGeom>
              <a:avLst/>
              <a:gdLst>
                <a:gd name="T0" fmla="*/ 21 w 123"/>
                <a:gd name="T1" fmla="*/ 125 h 144"/>
                <a:gd name="T2" fmla="*/ 40 w 123"/>
                <a:gd name="T3" fmla="*/ 115 h 144"/>
                <a:gd name="T4" fmla="*/ 58 w 123"/>
                <a:gd name="T5" fmla="*/ 127 h 144"/>
                <a:gd name="T6" fmla="*/ 79 w 123"/>
                <a:gd name="T7" fmla="*/ 125 h 144"/>
                <a:gd name="T8" fmla="*/ 99 w 123"/>
                <a:gd name="T9" fmla="*/ 107 h 144"/>
                <a:gd name="T10" fmla="*/ 99 w 123"/>
                <a:gd name="T11" fmla="*/ 82 h 144"/>
                <a:gd name="T12" fmla="*/ 81 w 123"/>
                <a:gd name="T13" fmla="*/ 67 h 144"/>
                <a:gd name="T14" fmla="*/ 54 w 123"/>
                <a:gd name="T15" fmla="*/ 70 h 144"/>
                <a:gd name="T16" fmla="*/ 39 w 123"/>
                <a:gd name="T17" fmla="*/ 80 h 144"/>
                <a:gd name="T18" fmla="*/ 31 w 123"/>
                <a:gd name="T19" fmla="*/ 93 h 144"/>
                <a:gd name="T20" fmla="*/ 13 w 123"/>
                <a:gd name="T21" fmla="*/ 99 h 144"/>
                <a:gd name="T22" fmla="*/ 0 w 123"/>
                <a:gd name="T23" fmla="*/ 33 h 144"/>
                <a:gd name="T24" fmla="*/ 76 w 123"/>
                <a:gd name="T25" fmla="*/ 0 h 144"/>
                <a:gd name="T26" fmla="*/ 83 w 123"/>
                <a:gd name="T27" fmla="*/ 14 h 144"/>
                <a:gd name="T28" fmla="*/ 22 w 123"/>
                <a:gd name="T29" fmla="*/ 40 h 144"/>
                <a:gd name="T30" fmla="*/ 28 w 123"/>
                <a:gd name="T31" fmla="*/ 75 h 144"/>
                <a:gd name="T32" fmla="*/ 53 w 123"/>
                <a:gd name="T33" fmla="*/ 55 h 144"/>
                <a:gd name="T34" fmla="*/ 92 w 123"/>
                <a:gd name="T35" fmla="*/ 51 h 144"/>
                <a:gd name="T36" fmla="*/ 118 w 123"/>
                <a:gd name="T37" fmla="*/ 73 h 144"/>
                <a:gd name="T38" fmla="*/ 119 w 123"/>
                <a:gd name="T39" fmla="*/ 105 h 144"/>
                <a:gd name="T40" fmla="*/ 85 w 123"/>
                <a:gd name="T41" fmla="*/ 136 h 144"/>
                <a:gd name="T42" fmla="*/ 47 w 123"/>
                <a:gd name="T43" fmla="*/ 142 h 144"/>
                <a:gd name="T44" fmla="*/ 21 w 123"/>
                <a:gd name="T45" fmla="*/ 125 h 14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</a:cxnLst>
              <a:rect l="0" t="0" r="r" b="b"/>
              <a:pathLst>
                <a:path w="123" h="144">
                  <a:moveTo>
                    <a:pt x="21" y="125"/>
                  </a:moveTo>
                  <a:cubicBezTo>
                    <a:pt x="40" y="115"/>
                    <a:pt x="40" y="115"/>
                    <a:pt x="40" y="115"/>
                  </a:cubicBezTo>
                  <a:cubicBezTo>
                    <a:pt x="45" y="122"/>
                    <a:pt x="51" y="126"/>
                    <a:pt x="58" y="127"/>
                  </a:cubicBezTo>
                  <a:cubicBezTo>
                    <a:pt x="65" y="129"/>
                    <a:pt x="72" y="128"/>
                    <a:pt x="79" y="125"/>
                  </a:cubicBezTo>
                  <a:cubicBezTo>
                    <a:pt x="89" y="121"/>
                    <a:pt x="95" y="115"/>
                    <a:pt x="99" y="107"/>
                  </a:cubicBezTo>
                  <a:cubicBezTo>
                    <a:pt x="103" y="99"/>
                    <a:pt x="103" y="91"/>
                    <a:pt x="99" y="82"/>
                  </a:cubicBezTo>
                  <a:cubicBezTo>
                    <a:pt x="95" y="74"/>
                    <a:pt x="89" y="69"/>
                    <a:pt x="81" y="67"/>
                  </a:cubicBezTo>
                  <a:cubicBezTo>
                    <a:pt x="73" y="65"/>
                    <a:pt x="64" y="66"/>
                    <a:pt x="54" y="70"/>
                  </a:cubicBezTo>
                  <a:cubicBezTo>
                    <a:pt x="48" y="72"/>
                    <a:pt x="43" y="76"/>
                    <a:pt x="39" y="80"/>
                  </a:cubicBezTo>
                  <a:cubicBezTo>
                    <a:pt x="35" y="84"/>
                    <a:pt x="33" y="89"/>
                    <a:pt x="31" y="93"/>
                  </a:cubicBezTo>
                  <a:cubicBezTo>
                    <a:pt x="13" y="99"/>
                    <a:pt x="13" y="99"/>
                    <a:pt x="13" y="99"/>
                  </a:cubicBezTo>
                  <a:cubicBezTo>
                    <a:pt x="0" y="33"/>
                    <a:pt x="0" y="33"/>
                    <a:pt x="0" y="33"/>
                  </a:cubicBezTo>
                  <a:cubicBezTo>
                    <a:pt x="76" y="0"/>
                    <a:pt x="76" y="0"/>
                    <a:pt x="76" y="0"/>
                  </a:cubicBezTo>
                  <a:cubicBezTo>
                    <a:pt x="83" y="14"/>
                    <a:pt x="83" y="14"/>
                    <a:pt x="83" y="14"/>
                  </a:cubicBezTo>
                  <a:cubicBezTo>
                    <a:pt x="22" y="40"/>
                    <a:pt x="22" y="40"/>
                    <a:pt x="22" y="40"/>
                  </a:cubicBezTo>
                  <a:cubicBezTo>
                    <a:pt x="28" y="75"/>
                    <a:pt x="28" y="75"/>
                    <a:pt x="28" y="75"/>
                  </a:cubicBezTo>
                  <a:cubicBezTo>
                    <a:pt x="35" y="66"/>
                    <a:pt x="43" y="59"/>
                    <a:pt x="53" y="55"/>
                  </a:cubicBezTo>
                  <a:cubicBezTo>
                    <a:pt x="67" y="49"/>
                    <a:pt x="79" y="48"/>
                    <a:pt x="92" y="51"/>
                  </a:cubicBezTo>
                  <a:cubicBezTo>
                    <a:pt x="104" y="54"/>
                    <a:pt x="113" y="62"/>
                    <a:pt x="118" y="73"/>
                  </a:cubicBezTo>
                  <a:cubicBezTo>
                    <a:pt x="123" y="83"/>
                    <a:pt x="123" y="94"/>
                    <a:pt x="119" y="105"/>
                  </a:cubicBezTo>
                  <a:cubicBezTo>
                    <a:pt x="113" y="119"/>
                    <a:pt x="102" y="129"/>
                    <a:pt x="85" y="136"/>
                  </a:cubicBezTo>
                  <a:cubicBezTo>
                    <a:pt x="71" y="142"/>
                    <a:pt x="58" y="144"/>
                    <a:pt x="47" y="142"/>
                  </a:cubicBezTo>
                  <a:cubicBezTo>
                    <a:pt x="35" y="140"/>
                    <a:pt x="27" y="134"/>
                    <a:pt x="21" y="125"/>
                  </a:cubicBezTo>
                  <a:close/>
                </a:path>
              </a:pathLst>
            </a:custGeom>
            <a:solidFill>
              <a:srgbClr val="2257AE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46" name="iśḷiḍê"/>
            <p:cNvSpPr/>
            <p:nvPr>
              <p:custDataLst>
                <p:tags r:id="rId6"/>
              </p:custDataLst>
            </p:nvPr>
          </p:nvSpPr>
          <p:spPr bwMode="auto">
            <a:xfrm>
              <a:off x="5079104" y="2633496"/>
              <a:ext cx="74139" cy="83810"/>
            </a:xfrm>
            <a:custGeom>
              <a:avLst/>
              <a:gdLst>
                <a:gd name="T0" fmla="*/ 1 w 117"/>
                <a:gd name="T1" fmla="*/ 84 h 132"/>
                <a:gd name="T2" fmla="*/ 20 w 117"/>
                <a:gd name="T3" fmla="*/ 88 h 132"/>
                <a:gd name="T4" fmla="*/ 25 w 117"/>
                <a:gd name="T5" fmla="*/ 106 h 132"/>
                <a:gd name="T6" fmla="*/ 40 w 117"/>
                <a:gd name="T7" fmla="*/ 115 h 132"/>
                <a:gd name="T8" fmla="*/ 57 w 117"/>
                <a:gd name="T9" fmla="*/ 117 h 132"/>
                <a:gd name="T10" fmla="*/ 70 w 117"/>
                <a:gd name="T11" fmla="*/ 112 h 132"/>
                <a:gd name="T12" fmla="*/ 81 w 117"/>
                <a:gd name="T13" fmla="*/ 100 h 132"/>
                <a:gd name="T14" fmla="*/ 90 w 117"/>
                <a:gd name="T15" fmla="*/ 82 h 132"/>
                <a:gd name="T16" fmla="*/ 91 w 117"/>
                <a:gd name="T17" fmla="*/ 79 h 132"/>
                <a:gd name="T18" fmla="*/ 71 w 117"/>
                <a:gd name="T19" fmla="*/ 86 h 132"/>
                <a:gd name="T20" fmla="*/ 49 w 117"/>
                <a:gd name="T21" fmla="*/ 84 h 132"/>
                <a:gd name="T22" fmla="*/ 19 w 117"/>
                <a:gd name="T23" fmla="*/ 63 h 132"/>
                <a:gd name="T24" fmla="*/ 15 w 117"/>
                <a:gd name="T25" fmla="*/ 30 h 132"/>
                <a:gd name="T26" fmla="*/ 38 w 117"/>
                <a:gd name="T27" fmla="*/ 5 h 132"/>
                <a:gd name="T28" fmla="*/ 76 w 117"/>
                <a:gd name="T29" fmla="*/ 4 h 132"/>
                <a:gd name="T30" fmla="*/ 102 w 117"/>
                <a:gd name="T31" fmla="*/ 19 h 132"/>
                <a:gd name="T32" fmla="*/ 115 w 117"/>
                <a:gd name="T33" fmla="*/ 43 h 132"/>
                <a:gd name="T34" fmla="*/ 112 w 117"/>
                <a:gd name="T35" fmla="*/ 79 h 132"/>
                <a:gd name="T36" fmla="*/ 94 w 117"/>
                <a:gd name="T37" fmla="*/ 114 h 132"/>
                <a:gd name="T38" fmla="*/ 68 w 117"/>
                <a:gd name="T39" fmla="*/ 129 h 132"/>
                <a:gd name="T40" fmla="*/ 36 w 117"/>
                <a:gd name="T41" fmla="*/ 128 h 132"/>
                <a:gd name="T42" fmla="*/ 9 w 117"/>
                <a:gd name="T43" fmla="*/ 111 h 132"/>
                <a:gd name="T44" fmla="*/ 1 w 117"/>
                <a:gd name="T45" fmla="*/ 84 h 132"/>
                <a:gd name="T46" fmla="*/ 96 w 117"/>
                <a:gd name="T47" fmla="*/ 54 h 132"/>
                <a:gd name="T48" fmla="*/ 93 w 117"/>
                <a:gd name="T49" fmla="*/ 31 h 132"/>
                <a:gd name="T50" fmla="*/ 75 w 117"/>
                <a:gd name="T51" fmla="*/ 17 h 132"/>
                <a:gd name="T52" fmla="*/ 50 w 117"/>
                <a:gd name="T53" fmla="*/ 18 h 132"/>
                <a:gd name="T54" fmla="*/ 34 w 117"/>
                <a:gd name="T55" fmla="*/ 37 h 132"/>
                <a:gd name="T56" fmla="*/ 37 w 117"/>
                <a:gd name="T57" fmla="*/ 58 h 132"/>
                <a:gd name="T58" fmla="*/ 57 w 117"/>
                <a:gd name="T59" fmla="*/ 72 h 132"/>
                <a:gd name="T60" fmla="*/ 81 w 117"/>
                <a:gd name="T61" fmla="*/ 72 h 132"/>
                <a:gd name="T62" fmla="*/ 96 w 117"/>
                <a:gd name="T63" fmla="*/ 54 h 13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</a:cxnLst>
              <a:rect l="0" t="0" r="r" b="b"/>
              <a:pathLst>
                <a:path w="117" h="132">
                  <a:moveTo>
                    <a:pt x="1" y="84"/>
                  </a:moveTo>
                  <a:cubicBezTo>
                    <a:pt x="20" y="88"/>
                    <a:pt x="20" y="88"/>
                    <a:pt x="20" y="88"/>
                  </a:cubicBezTo>
                  <a:cubicBezTo>
                    <a:pt x="20" y="96"/>
                    <a:pt x="21" y="101"/>
                    <a:pt x="25" y="106"/>
                  </a:cubicBezTo>
                  <a:cubicBezTo>
                    <a:pt x="28" y="110"/>
                    <a:pt x="33" y="113"/>
                    <a:pt x="40" y="115"/>
                  </a:cubicBezTo>
                  <a:cubicBezTo>
                    <a:pt x="46" y="117"/>
                    <a:pt x="51" y="118"/>
                    <a:pt x="57" y="117"/>
                  </a:cubicBezTo>
                  <a:cubicBezTo>
                    <a:pt x="62" y="116"/>
                    <a:pt x="66" y="114"/>
                    <a:pt x="70" y="112"/>
                  </a:cubicBezTo>
                  <a:cubicBezTo>
                    <a:pt x="74" y="109"/>
                    <a:pt x="78" y="105"/>
                    <a:pt x="81" y="100"/>
                  </a:cubicBezTo>
                  <a:cubicBezTo>
                    <a:pt x="85" y="94"/>
                    <a:pt x="88" y="88"/>
                    <a:pt x="90" y="82"/>
                  </a:cubicBezTo>
                  <a:cubicBezTo>
                    <a:pt x="90" y="82"/>
                    <a:pt x="90" y="81"/>
                    <a:pt x="91" y="79"/>
                  </a:cubicBezTo>
                  <a:cubicBezTo>
                    <a:pt x="85" y="83"/>
                    <a:pt x="79" y="85"/>
                    <a:pt x="71" y="86"/>
                  </a:cubicBezTo>
                  <a:cubicBezTo>
                    <a:pt x="64" y="87"/>
                    <a:pt x="56" y="86"/>
                    <a:pt x="49" y="84"/>
                  </a:cubicBezTo>
                  <a:cubicBezTo>
                    <a:pt x="36" y="80"/>
                    <a:pt x="26" y="73"/>
                    <a:pt x="19" y="63"/>
                  </a:cubicBezTo>
                  <a:cubicBezTo>
                    <a:pt x="12" y="53"/>
                    <a:pt x="11" y="42"/>
                    <a:pt x="15" y="30"/>
                  </a:cubicBezTo>
                  <a:cubicBezTo>
                    <a:pt x="18" y="18"/>
                    <a:pt x="26" y="9"/>
                    <a:pt x="38" y="5"/>
                  </a:cubicBezTo>
                  <a:cubicBezTo>
                    <a:pt x="49" y="0"/>
                    <a:pt x="62" y="0"/>
                    <a:pt x="76" y="4"/>
                  </a:cubicBezTo>
                  <a:cubicBezTo>
                    <a:pt x="86" y="7"/>
                    <a:pt x="95" y="12"/>
                    <a:pt x="102" y="19"/>
                  </a:cubicBezTo>
                  <a:cubicBezTo>
                    <a:pt x="109" y="25"/>
                    <a:pt x="113" y="33"/>
                    <a:pt x="115" y="43"/>
                  </a:cubicBezTo>
                  <a:cubicBezTo>
                    <a:pt x="117" y="52"/>
                    <a:pt x="116" y="64"/>
                    <a:pt x="112" y="79"/>
                  </a:cubicBezTo>
                  <a:cubicBezTo>
                    <a:pt x="107" y="94"/>
                    <a:pt x="101" y="106"/>
                    <a:pt x="94" y="114"/>
                  </a:cubicBezTo>
                  <a:cubicBezTo>
                    <a:pt x="87" y="122"/>
                    <a:pt x="78" y="127"/>
                    <a:pt x="68" y="129"/>
                  </a:cubicBezTo>
                  <a:cubicBezTo>
                    <a:pt x="58" y="132"/>
                    <a:pt x="47" y="131"/>
                    <a:pt x="36" y="128"/>
                  </a:cubicBezTo>
                  <a:cubicBezTo>
                    <a:pt x="24" y="124"/>
                    <a:pt x="15" y="118"/>
                    <a:pt x="9" y="111"/>
                  </a:cubicBezTo>
                  <a:cubicBezTo>
                    <a:pt x="2" y="103"/>
                    <a:pt x="0" y="94"/>
                    <a:pt x="1" y="84"/>
                  </a:cubicBezTo>
                  <a:close/>
                  <a:moveTo>
                    <a:pt x="96" y="54"/>
                  </a:moveTo>
                  <a:cubicBezTo>
                    <a:pt x="98" y="45"/>
                    <a:pt x="98" y="38"/>
                    <a:pt x="93" y="31"/>
                  </a:cubicBezTo>
                  <a:cubicBezTo>
                    <a:pt x="89" y="24"/>
                    <a:pt x="83" y="19"/>
                    <a:pt x="75" y="17"/>
                  </a:cubicBezTo>
                  <a:cubicBezTo>
                    <a:pt x="66" y="14"/>
                    <a:pt x="58" y="15"/>
                    <a:pt x="50" y="18"/>
                  </a:cubicBezTo>
                  <a:cubicBezTo>
                    <a:pt x="42" y="22"/>
                    <a:pt x="37" y="28"/>
                    <a:pt x="34" y="37"/>
                  </a:cubicBezTo>
                  <a:cubicBezTo>
                    <a:pt x="32" y="44"/>
                    <a:pt x="33" y="52"/>
                    <a:pt x="37" y="58"/>
                  </a:cubicBezTo>
                  <a:cubicBezTo>
                    <a:pt x="42" y="65"/>
                    <a:pt x="48" y="70"/>
                    <a:pt x="57" y="72"/>
                  </a:cubicBezTo>
                  <a:cubicBezTo>
                    <a:pt x="66" y="75"/>
                    <a:pt x="74" y="75"/>
                    <a:pt x="81" y="72"/>
                  </a:cubicBezTo>
                  <a:cubicBezTo>
                    <a:pt x="88" y="68"/>
                    <a:pt x="93" y="63"/>
                    <a:pt x="96" y="54"/>
                  </a:cubicBezTo>
                  <a:close/>
                </a:path>
              </a:pathLst>
            </a:custGeom>
            <a:solidFill>
              <a:srgbClr val="2257AE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47" name="ïŝļíďê"/>
            <p:cNvSpPr/>
            <p:nvPr>
              <p:custDataLst>
                <p:tags r:id="rId7"/>
              </p:custDataLst>
            </p:nvPr>
          </p:nvSpPr>
          <p:spPr bwMode="auto">
            <a:xfrm>
              <a:off x="4973536" y="2589174"/>
              <a:ext cx="54799" cy="71722"/>
            </a:xfrm>
            <a:custGeom>
              <a:avLst/>
              <a:gdLst>
                <a:gd name="T0" fmla="*/ 16 w 87"/>
                <a:gd name="T1" fmla="*/ 114 h 114"/>
                <a:gd name="T2" fmla="*/ 0 w 87"/>
                <a:gd name="T3" fmla="*/ 103 h 114"/>
                <a:gd name="T4" fmla="*/ 55 w 87"/>
                <a:gd name="T5" fmla="*/ 20 h 114"/>
                <a:gd name="T6" fmla="*/ 34 w 87"/>
                <a:gd name="T7" fmla="*/ 18 h 114"/>
                <a:gd name="T8" fmla="*/ 12 w 87"/>
                <a:gd name="T9" fmla="*/ 13 h 114"/>
                <a:gd name="T10" fmla="*/ 20 w 87"/>
                <a:gd name="T11" fmla="*/ 1 h 114"/>
                <a:gd name="T12" fmla="*/ 52 w 87"/>
                <a:gd name="T13" fmla="*/ 4 h 114"/>
                <a:gd name="T14" fmla="*/ 77 w 87"/>
                <a:gd name="T15" fmla="*/ 0 h 114"/>
                <a:gd name="T16" fmla="*/ 87 w 87"/>
                <a:gd name="T17" fmla="*/ 7 h 114"/>
                <a:gd name="T18" fmla="*/ 16 w 87"/>
                <a:gd name="T19" fmla="*/ 114 h 11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87" h="114">
                  <a:moveTo>
                    <a:pt x="16" y="114"/>
                  </a:moveTo>
                  <a:cubicBezTo>
                    <a:pt x="0" y="103"/>
                    <a:pt x="0" y="103"/>
                    <a:pt x="0" y="103"/>
                  </a:cubicBezTo>
                  <a:cubicBezTo>
                    <a:pt x="55" y="20"/>
                    <a:pt x="55" y="20"/>
                    <a:pt x="55" y="20"/>
                  </a:cubicBezTo>
                  <a:cubicBezTo>
                    <a:pt x="49" y="20"/>
                    <a:pt x="42" y="19"/>
                    <a:pt x="34" y="18"/>
                  </a:cubicBezTo>
                  <a:cubicBezTo>
                    <a:pt x="25" y="17"/>
                    <a:pt x="18" y="15"/>
                    <a:pt x="12" y="13"/>
                  </a:cubicBezTo>
                  <a:cubicBezTo>
                    <a:pt x="20" y="1"/>
                    <a:pt x="20" y="1"/>
                    <a:pt x="20" y="1"/>
                  </a:cubicBezTo>
                  <a:cubicBezTo>
                    <a:pt x="32" y="3"/>
                    <a:pt x="42" y="5"/>
                    <a:pt x="52" y="4"/>
                  </a:cubicBezTo>
                  <a:cubicBezTo>
                    <a:pt x="63" y="4"/>
                    <a:pt x="71" y="3"/>
                    <a:pt x="77" y="0"/>
                  </a:cubicBezTo>
                  <a:cubicBezTo>
                    <a:pt x="87" y="7"/>
                    <a:pt x="87" y="7"/>
                    <a:pt x="87" y="7"/>
                  </a:cubicBezTo>
                  <a:lnTo>
                    <a:pt x="16" y="114"/>
                  </a:lnTo>
                  <a:close/>
                </a:path>
              </a:pathLst>
            </a:custGeom>
            <a:solidFill>
              <a:srgbClr val="2257AE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48" name="ïšľîdê"/>
            <p:cNvSpPr/>
            <p:nvPr>
              <p:custDataLst>
                <p:tags r:id="rId8"/>
              </p:custDataLst>
            </p:nvPr>
          </p:nvSpPr>
          <p:spPr bwMode="auto">
            <a:xfrm>
              <a:off x="4968701" y="2091150"/>
              <a:ext cx="440002" cy="507694"/>
            </a:xfrm>
            <a:custGeom>
              <a:avLst/>
              <a:gdLst>
                <a:gd name="T0" fmla="*/ 278 w 696"/>
                <a:gd name="T1" fmla="*/ 294 h 802"/>
                <a:gd name="T2" fmla="*/ 355 w 696"/>
                <a:gd name="T3" fmla="*/ 253 h 802"/>
                <a:gd name="T4" fmla="*/ 351 w 696"/>
                <a:gd name="T5" fmla="*/ 199 h 802"/>
                <a:gd name="T6" fmla="*/ 293 w 696"/>
                <a:gd name="T7" fmla="*/ 184 h 802"/>
                <a:gd name="T8" fmla="*/ 402 w 696"/>
                <a:gd name="T9" fmla="*/ 0 h 802"/>
                <a:gd name="T10" fmla="*/ 425 w 696"/>
                <a:gd name="T11" fmla="*/ 167 h 802"/>
                <a:gd name="T12" fmla="*/ 690 w 696"/>
                <a:gd name="T13" fmla="*/ 189 h 802"/>
                <a:gd name="T14" fmla="*/ 453 w 696"/>
                <a:gd name="T15" fmla="*/ 208 h 802"/>
                <a:gd name="T16" fmla="*/ 405 w 696"/>
                <a:gd name="T17" fmla="*/ 353 h 802"/>
                <a:gd name="T18" fmla="*/ 365 w 696"/>
                <a:gd name="T19" fmla="*/ 493 h 802"/>
                <a:gd name="T20" fmla="*/ 359 w 696"/>
                <a:gd name="T21" fmla="*/ 724 h 802"/>
                <a:gd name="T22" fmla="*/ 342 w 696"/>
                <a:gd name="T23" fmla="*/ 799 h 802"/>
                <a:gd name="T24" fmla="*/ 298 w 696"/>
                <a:gd name="T25" fmla="*/ 622 h 802"/>
                <a:gd name="T26" fmla="*/ 51 w 696"/>
                <a:gd name="T27" fmla="*/ 588 h 802"/>
                <a:gd name="T28" fmla="*/ 0 w 696"/>
                <a:gd name="T29" fmla="*/ 586 h 802"/>
                <a:gd name="T30" fmla="*/ 306 w 696"/>
                <a:gd name="T31" fmla="*/ 546 h 802"/>
                <a:gd name="T32" fmla="*/ 361 w 696"/>
                <a:gd name="T33" fmla="*/ 325 h 802"/>
                <a:gd name="T34" fmla="*/ 302 w 696"/>
                <a:gd name="T35" fmla="*/ 364 h 802"/>
                <a:gd name="T36" fmla="*/ 283 w 696"/>
                <a:gd name="T37" fmla="*/ 417 h 802"/>
                <a:gd name="T38" fmla="*/ 104 w 696"/>
                <a:gd name="T39" fmla="*/ 502 h 802"/>
                <a:gd name="T40" fmla="*/ 23 w 696"/>
                <a:gd name="T41" fmla="*/ 325 h 802"/>
                <a:gd name="T42" fmla="*/ 239 w 696"/>
                <a:gd name="T43" fmla="*/ 204 h 802"/>
                <a:gd name="T44" fmla="*/ 453 w 696"/>
                <a:gd name="T45" fmla="*/ 491 h 802"/>
                <a:gd name="T46" fmla="*/ 500 w 696"/>
                <a:gd name="T47" fmla="*/ 530 h 802"/>
                <a:gd name="T48" fmla="*/ 395 w 696"/>
                <a:gd name="T49" fmla="*/ 572 h 802"/>
                <a:gd name="T50" fmla="*/ 502 w 696"/>
                <a:gd name="T51" fmla="*/ 587 h 802"/>
                <a:gd name="T52" fmla="*/ 513 w 696"/>
                <a:gd name="T53" fmla="*/ 616 h 802"/>
                <a:gd name="T54" fmla="*/ 406 w 696"/>
                <a:gd name="T55" fmla="*/ 690 h 802"/>
                <a:gd name="T56" fmla="*/ 560 w 696"/>
                <a:gd name="T57" fmla="*/ 745 h 802"/>
                <a:gd name="T58" fmla="*/ 559 w 696"/>
                <a:gd name="T59" fmla="*/ 667 h 802"/>
                <a:gd name="T60" fmla="*/ 608 w 696"/>
                <a:gd name="T61" fmla="*/ 646 h 802"/>
                <a:gd name="T62" fmla="*/ 663 w 696"/>
                <a:gd name="T63" fmla="*/ 601 h 802"/>
                <a:gd name="T64" fmla="*/ 668 w 696"/>
                <a:gd name="T65" fmla="*/ 557 h 802"/>
                <a:gd name="T66" fmla="*/ 667 w 696"/>
                <a:gd name="T67" fmla="*/ 489 h 802"/>
                <a:gd name="T68" fmla="*/ 639 w 696"/>
                <a:gd name="T69" fmla="*/ 514 h 802"/>
                <a:gd name="T70" fmla="*/ 572 w 696"/>
                <a:gd name="T71" fmla="*/ 517 h 802"/>
                <a:gd name="T72" fmla="*/ 533 w 696"/>
                <a:gd name="T73" fmla="*/ 490 h 802"/>
                <a:gd name="T74" fmla="*/ 453 w 696"/>
                <a:gd name="T75" fmla="*/ 491 h 802"/>
                <a:gd name="T76" fmla="*/ 556 w 696"/>
                <a:gd name="T77" fmla="*/ 584 h 802"/>
                <a:gd name="T78" fmla="*/ 624 w 696"/>
                <a:gd name="T79" fmla="*/ 584 h 802"/>
                <a:gd name="T80" fmla="*/ 513 w 696"/>
                <a:gd name="T81" fmla="*/ 357 h 802"/>
                <a:gd name="T82" fmla="*/ 488 w 696"/>
                <a:gd name="T83" fmla="*/ 461 h 802"/>
                <a:gd name="T84" fmla="*/ 679 w 696"/>
                <a:gd name="T85" fmla="*/ 422 h 802"/>
                <a:gd name="T86" fmla="*/ 513 w 696"/>
                <a:gd name="T87" fmla="*/ 357 h 802"/>
                <a:gd name="T88" fmla="*/ 480 w 696"/>
                <a:gd name="T89" fmla="*/ 410 h 802"/>
                <a:gd name="T90" fmla="*/ 575 w 696"/>
                <a:gd name="T91" fmla="*/ 433 h 802"/>
                <a:gd name="T92" fmla="*/ 581 w 696"/>
                <a:gd name="T93" fmla="*/ 389 h 802"/>
                <a:gd name="T94" fmla="*/ 524 w 696"/>
                <a:gd name="T95" fmla="*/ 234 h 802"/>
                <a:gd name="T96" fmla="*/ 493 w 696"/>
                <a:gd name="T97" fmla="*/ 341 h 802"/>
                <a:gd name="T98" fmla="*/ 694 w 696"/>
                <a:gd name="T99" fmla="*/ 293 h 802"/>
                <a:gd name="T100" fmla="*/ 524 w 696"/>
                <a:gd name="T101" fmla="*/ 234 h 802"/>
                <a:gd name="T102" fmla="*/ 492 w 696"/>
                <a:gd name="T103" fmla="*/ 291 h 802"/>
                <a:gd name="T104" fmla="*/ 587 w 696"/>
                <a:gd name="T105" fmla="*/ 311 h 802"/>
                <a:gd name="T106" fmla="*/ 593 w 696"/>
                <a:gd name="T107" fmla="*/ 270 h 802"/>
                <a:gd name="T108" fmla="*/ 87 w 696"/>
                <a:gd name="T109" fmla="*/ 375 h 802"/>
                <a:gd name="T110" fmla="*/ 106 w 696"/>
                <a:gd name="T111" fmla="*/ 443 h 802"/>
                <a:gd name="T112" fmla="*/ 199 w 696"/>
                <a:gd name="T113" fmla="*/ 455 h 802"/>
                <a:gd name="T114" fmla="*/ 225 w 696"/>
                <a:gd name="T115" fmla="*/ 371 h 802"/>
                <a:gd name="T116" fmla="*/ 225 w 696"/>
                <a:gd name="T117" fmla="*/ 322 h 802"/>
                <a:gd name="T118" fmla="*/ 170 w 696"/>
                <a:gd name="T119" fmla="*/ 241 h 802"/>
                <a:gd name="T120" fmla="*/ 76 w 696"/>
                <a:gd name="T121" fmla="*/ 327 h 80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  <a:cxn ang="0">
                  <a:pos x="T118" y="T119"/>
                </a:cxn>
                <a:cxn ang="0">
                  <a:pos x="T120" y="T121"/>
                </a:cxn>
              </a:cxnLst>
              <a:rect l="0" t="0" r="r" b="b"/>
              <a:pathLst>
                <a:path w="696" h="802">
                  <a:moveTo>
                    <a:pt x="274" y="278"/>
                  </a:moveTo>
                  <a:cubicBezTo>
                    <a:pt x="276" y="283"/>
                    <a:pt x="277" y="289"/>
                    <a:pt x="278" y="294"/>
                  </a:cubicBezTo>
                  <a:cubicBezTo>
                    <a:pt x="285" y="301"/>
                    <a:pt x="295" y="302"/>
                    <a:pt x="309" y="295"/>
                  </a:cubicBezTo>
                  <a:cubicBezTo>
                    <a:pt x="329" y="282"/>
                    <a:pt x="343" y="268"/>
                    <a:pt x="355" y="253"/>
                  </a:cubicBezTo>
                  <a:cubicBezTo>
                    <a:pt x="367" y="234"/>
                    <a:pt x="370" y="216"/>
                    <a:pt x="362" y="197"/>
                  </a:cubicBezTo>
                  <a:cubicBezTo>
                    <a:pt x="360" y="196"/>
                    <a:pt x="356" y="196"/>
                    <a:pt x="351" y="199"/>
                  </a:cubicBezTo>
                  <a:cubicBezTo>
                    <a:pt x="343" y="204"/>
                    <a:pt x="336" y="210"/>
                    <a:pt x="328" y="216"/>
                  </a:cubicBezTo>
                  <a:cubicBezTo>
                    <a:pt x="303" y="235"/>
                    <a:pt x="269" y="211"/>
                    <a:pt x="293" y="184"/>
                  </a:cubicBezTo>
                  <a:cubicBezTo>
                    <a:pt x="293" y="184"/>
                    <a:pt x="344" y="134"/>
                    <a:pt x="366" y="113"/>
                  </a:cubicBezTo>
                  <a:cubicBezTo>
                    <a:pt x="387" y="92"/>
                    <a:pt x="402" y="0"/>
                    <a:pt x="402" y="0"/>
                  </a:cubicBezTo>
                  <a:cubicBezTo>
                    <a:pt x="434" y="7"/>
                    <a:pt x="457" y="58"/>
                    <a:pt x="394" y="131"/>
                  </a:cubicBezTo>
                  <a:cubicBezTo>
                    <a:pt x="404" y="143"/>
                    <a:pt x="415" y="155"/>
                    <a:pt x="425" y="167"/>
                  </a:cubicBezTo>
                  <a:cubicBezTo>
                    <a:pt x="477" y="161"/>
                    <a:pt x="523" y="155"/>
                    <a:pt x="572" y="155"/>
                  </a:cubicBezTo>
                  <a:cubicBezTo>
                    <a:pt x="646" y="154"/>
                    <a:pt x="682" y="167"/>
                    <a:pt x="690" y="189"/>
                  </a:cubicBezTo>
                  <a:cubicBezTo>
                    <a:pt x="696" y="206"/>
                    <a:pt x="683" y="206"/>
                    <a:pt x="669" y="206"/>
                  </a:cubicBezTo>
                  <a:cubicBezTo>
                    <a:pt x="603" y="207"/>
                    <a:pt x="530" y="208"/>
                    <a:pt x="453" y="208"/>
                  </a:cubicBezTo>
                  <a:cubicBezTo>
                    <a:pt x="437" y="208"/>
                    <a:pt x="409" y="206"/>
                    <a:pt x="409" y="235"/>
                  </a:cubicBezTo>
                  <a:cubicBezTo>
                    <a:pt x="414" y="276"/>
                    <a:pt x="414" y="311"/>
                    <a:pt x="405" y="353"/>
                  </a:cubicBezTo>
                  <a:cubicBezTo>
                    <a:pt x="399" y="380"/>
                    <a:pt x="390" y="407"/>
                    <a:pt x="377" y="441"/>
                  </a:cubicBezTo>
                  <a:cubicBezTo>
                    <a:pt x="371" y="457"/>
                    <a:pt x="366" y="476"/>
                    <a:pt x="365" y="493"/>
                  </a:cubicBezTo>
                  <a:cubicBezTo>
                    <a:pt x="364" y="503"/>
                    <a:pt x="362" y="517"/>
                    <a:pt x="360" y="527"/>
                  </a:cubicBezTo>
                  <a:cubicBezTo>
                    <a:pt x="348" y="597"/>
                    <a:pt x="349" y="662"/>
                    <a:pt x="359" y="724"/>
                  </a:cubicBezTo>
                  <a:cubicBezTo>
                    <a:pt x="364" y="759"/>
                    <a:pt x="366" y="786"/>
                    <a:pt x="357" y="796"/>
                  </a:cubicBezTo>
                  <a:cubicBezTo>
                    <a:pt x="352" y="801"/>
                    <a:pt x="348" y="802"/>
                    <a:pt x="342" y="799"/>
                  </a:cubicBezTo>
                  <a:cubicBezTo>
                    <a:pt x="325" y="790"/>
                    <a:pt x="306" y="751"/>
                    <a:pt x="304" y="726"/>
                  </a:cubicBezTo>
                  <a:cubicBezTo>
                    <a:pt x="302" y="691"/>
                    <a:pt x="300" y="657"/>
                    <a:pt x="298" y="622"/>
                  </a:cubicBezTo>
                  <a:cubicBezTo>
                    <a:pt x="299" y="603"/>
                    <a:pt x="294" y="596"/>
                    <a:pt x="278" y="595"/>
                  </a:cubicBezTo>
                  <a:cubicBezTo>
                    <a:pt x="203" y="592"/>
                    <a:pt x="127" y="591"/>
                    <a:pt x="51" y="588"/>
                  </a:cubicBezTo>
                  <a:cubicBezTo>
                    <a:pt x="31" y="587"/>
                    <a:pt x="19" y="599"/>
                    <a:pt x="7" y="614"/>
                  </a:cubicBezTo>
                  <a:cubicBezTo>
                    <a:pt x="5" y="604"/>
                    <a:pt x="3" y="595"/>
                    <a:pt x="0" y="586"/>
                  </a:cubicBezTo>
                  <a:cubicBezTo>
                    <a:pt x="23" y="569"/>
                    <a:pt x="42" y="551"/>
                    <a:pt x="75" y="551"/>
                  </a:cubicBezTo>
                  <a:cubicBezTo>
                    <a:pt x="152" y="549"/>
                    <a:pt x="229" y="548"/>
                    <a:pt x="306" y="546"/>
                  </a:cubicBezTo>
                  <a:cubicBezTo>
                    <a:pt x="315" y="507"/>
                    <a:pt x="324" y="469"/>
                    <a:pt x="333" y="430"/>
                  </a:cubicBezTo>
                  <a:cubicBezTo>
                    <a:pt x="343" y="395"/>
                    <a:pt x="352" y="360"/>
                    <a:pt x="361" y="325"/>
                  </a:cubicBezTo>
                  <a:cubicBezTo>
                    <a:pt x="358" y="321"/>
                    <a:pt x="355" y="318"/>
                    <a:pt x="352" y="314"/>
                  </a:cubicBezTo>
                  <a:cubicBezTo>
                    <a:pt x="335" y="331"/>
                    <a:pt x="319" y="347"/>
                    <a:pt x="302" y="364"/>
                  </a:cubicBezTo>
                  <a:cubicBezTo>
                    <a:pt x="296" y="377"/>
                    <a:pt x="290" y="390"/>
                    <a:pt x="284" y="403"/>
                  </a:cubicBezTo>
                  <a:cubicBezTo>
                    <a:pt x="284" y="408"/>
                    <a:pt x="284" y="412"/>
                    <a:pt x="283" y="417"/>
                  </a:cubicBezTo>
                  <a:cubicBezTo>
                    <a:pt x="276" y="474"/>
                    <a:pt x="259" y="498"/>
                    <a:pt x="217" y="504"/>
                  </a:cubicBezTo>
                  <a:cubicBezTo>
                    <a:pt x="180" y="509"/>
                    <a:pt x="144" y="506"/>
                    <a:pt x="104" y="502"/>
                  </a:cubicBezTo>
                  <a:cubicBezTo>
                    <a:pt x="61" y="497"/>
                    <a:pt x="37" y="466"/>
                    <a:pt x="28" y="425"/>
                  </a:cubicBezTo>
                  <a:cubicBezTo>
                    <a:pt x="21" y="390"/>
                    <a:pt x="23" y="359"/>
                    <a:pt x="23" y="325"/>
                  </a:cubicBezTo>
                  <a:cubicBezTo>
                    <a:pt x="23" y="292"/>
                    <a:pt x="60" y="214"/>
                    <a:pt x="108" y="199"/>
                  </a:cubicBezTo>
                  <a:cubicBezTo>
                    <a:pt x="152" y="185"/>
                    <a:pt x="207" y="180"/>
                    <a:pt x="239" y="204"/>
                  </a:cubicBezTo>
                  <a:cubicBezTo>
                    <a:pt x="252" y="216"/>
                    <a:pt x="266" y="242"/>
                    <a:pt x="274" y="278"/>
                  </a:cubicBezTo>
                  <a:close/>
                  <a:moveTo>
                    <a:pt x="453" y="491"/>
                  </a:moveTo>
                  <a:cubicBezTo>
                    <a:pt x="439" y="497"/>
                    <a:pt x="428" y="508"/>
                    <a:pt x="427" y="515"/>
                  </a:cubicBezTo>
                  <a:cubicBezTo>
                    <a:pt x="420" y="536"/>
                    <a:pt x="464" y="528"/>
                    <a:pt x="500" y="530"/>
                  </a:cubicBezTo>
                  <a:cubicBezTo>
                    <a:pt x="521" y="530"/>
                    <a:pt x="531" y="547"/>
                    <a:pt x="507" y="556"/>
                  </a:cubicBezTo>
                  <a:cubicBezTo>
                    <a:pt x="470" y="561"/>
                    <a:pt x="432" y="567"/>
                    <a:pt x="395" y="572"/>
                  </a:cubicBezTo>
                  <a:cubicBezTo>
                    <a:pt x="377" y="574"/>
                    <a:pt x="362" y="604"/>
                    <a:pt x="390" y="606"/>
                  </a:cubicBezTo>
                  <a:cubicBezTo>
                    <a:pt x="411" y="607"/>
                    <a:pt x="457" y="597"/>
                    <a:pt x="502" y="587"/>
                  </a:cubicBezTo>
                  <a:cubicBezTo>
                    <a:pt x="507" y="586"/>
                    <a:pt x="513" y="587"/>
                    <a:pt x="514" y="592"/>
                  </a:cubicBezTo>
                  <a:cubicBezTo>
                    <a:pt x="515" y="601"/>
                    <a:pt x="514" y="610"/>
                    <a:pt x="513" y="616"/>
                  </a:cubicBezTo>
                  <a:cubicBezTo>
                    <a:pt x="493" y="622"/>
                    <a:pt x="405" y="655"/>
                    <a:pt x="387" y="662"/>
                  </a:cubicBezTo>
                  <a:cubicBezTo>
                    <a:pt x="372" y="668"/>
                    <a:pt x="368" y="692"/>
                    <a:pt x="406" y="690"/>
                  </a:cubicBezTo>
                  <a:cubicBezTo>
                    <a:pt x="439" y="686"/>
                    <a:pt x="476" y="675"/>
                    <a:pt x="514" y="663"/>
                  </a:cubicBezTo>
                  <a:cubicBezTo>
                    <a:pt x="520" y="699"/>
                    <a:pt x="533" y="726"/>
                    <a:pt x="560" y="745"/>
                  </a:cubicBezTo>
                  <a:cubicBezTo>
                    <a:pt x="574" y="751"/>
                    <a:pt x="585" y="748"/>
                    <a:pt x="582" y="722"/>
                  </a:cubicBezTo>
                  <a:cubicBezTo>
                    <a:pt x="568" y="693"/>
                    <a:pt x="560" y="678"/>
                    <a:pt x="559" y="667"/>
                  </a:cubicBezTo>
                  <a:cubicBezTo>
                    <a:pt x="556" y="654"/>
                    <a:pt x="561" y="648"/>
                    <a:pt x="576" y="648"/>
                  </a:cubicBezTo>
                  <a:cubicBezTo>
                    <a:pt x="587" y="647"/>
                    <a:pt x="598" y="647"/>
                    <a:pt x="608" y="646"/>
                  </a:cubicBezTo>
                  <a:cubicBezTo>
                    <a:pt x="614" y="647"/>
                    <a:pt x="621" y="646"/>
                    <a:pt x="627" y="642"/>
                  </a:cubicBezTo>
                  <a:cubicBezTo>
                    <a:pt x="637" y="635"/>
                    <a:pt x="658" y="610"/>
                    <a:pt x="663" y="601"/>
                  </a:cubicBezTo>
                  <a:cubicBezTo>
                    <a:pt x="664" y="589"/>
                    <a:pt x="662" y="586"/>
                    <a:pt x="663" y="575"/>
                  </a:cubicBezTo>
                  <a:cubicBezTo>
                    <a:pt x="664" y="569"/>
                    <a:pt x="665" y="563"/>
                    <a:pt x="668" y="557"/>
                  </a:cubicBezTo>
                  <a:cubicBezTo>
                    <a:pt x="670" y="553"/>
                    <a:pt x="674" y="552"/>
                    <a:pt x="675" y="546"/>
                  </a:cubicBezTo>
                  <a:cubicBezTo>
                    <a:pt x="670" y="528"/>
                    <a:pt x="669" y="509"/>
                    <a:pt x="667" y="489"/>
                  </a:cubicBezTo>
                  <a:cubicBezTo>
                    <a:pt x="664" y="473"/>
                    <a:pt x="643" y="474"/>
                    <a:pt x="640" y="487"/>
                  </a:cubicBezTo>
                  <a:cubicBezTo>
                    <a:pt x="639" y="496"/>
                    <a:pt x="640" y="505"/>
                    <a:pt x="639" y="514"/>
                  </a:cubicBezTo>
                  <a:cubicBezTo>
                    <a:pt x="635" y="536"/>
                    <a:pt x="618" y="537"/>
                    <a:pt x="603" y="537"/>
                  </a:cubicBezTo>
                  <a:cubicBezTo>
                    <a:pt x="590" y="537"/>
                    <a:pt x="562" y="537"/>
                    <a:pt x="572" y="517"/>
                  </a:cubicBezTo>
                  <a:cubicBezTo>
                    <a:pt x="585" y="498"/>
                    <a:pt x="581" y="483"/>
                    <a:pt x="561" y="485"/>
                  </a:cubicBezTo>
                  <a:cubicBezTo>
                    <a:pt x="552" y="486"/>
                    <a:pt x="543" y="489"/>
                    <a:pt x="533" y="490"/>
                  </a:cubicBezTo>
                  <a:cubicBezTo>
                    <a:pt x="522" y="491"/>
                    <a:pt x="492" y="486"/>
                    <a:pt x="475" y="487"/>
                  </a:cubicBezTo>
                  <a:cubicBezTo>
                    <a:pt x="466" y="487"/>
                    <a:pt x="464" y="486"/>
                    <a:pt x="453" y="491"/>
                  </a:cubicBezTo>
                  <a:close/>
                  <a:moveTo>
                    <a:pt x="591" y="563"/>
                  </a:moveTo>
                  <a:cubicBezTo>
                    <a:pt x="572" y="563"/>
                    <a:pt x="559" y="573"/>
                    <a:pt x="556" y="584"/>
                  </a:cubicBezTo>
                  <a:cubicBezTo>
                    <a:pt x="553" y="597"/>
                    <a:pt x="563" y="607"/>
                    <a:pt x="591" y="603"/>
                  </a:cubicBezTo>
                  <a:cubicBezTo>
                    <a:pt x="615" y="600"/>
                    <a:pt x="623" y="596"/>
                    <a:pt x="624" y="584"/>
                  </a:cubicBezTo>
                  <a:cubicBezTo>
                    <a:pt x="624" y="569"/>
                    <a:pt x="610" y="563"/>
                    <a:pt x="591" y="563"/>
                  </a:cubicBezTo>
                  <a:close/>
                  <a:moveTo>
                    <a:pt x="513" y="357"/>
                  </a:moveTo>
                  <a:cubicBezTo>
                    <a:pt x="468" y="353"/>
                    <a:pt x="427" y="380"/>
                    <a:pt x="427" y="411"/>
                  </a:cubicBezTo>
                  <a:cubicBezTo>
                    <a:pt x="426" y="438"/>
                    <a:pt x="447" y="455"/>
                    <a:pt x="488" y="461"/>
                  </a:cubicBezTo>
                  <a:cubicBezTo>
                    <a:pt x="533" y="467"/>
                    <a:pt x="560" y="469"/>
                    <a:pt x="604" y="470"/>
                  </a:cubicBezTo>
                  <a:cubicBezTo>
                    <a:pt x="640" y="470"/>
                    <a:pt x="678" y="453"/>
                    <a:pt x="679" y="422"/>
                  </a:cubicBezTo>
                  <a:cubicBezTo>
                    <a:pt x="681" y="376"/>
                    <a:pt x="647" y="365"/>
                    <a:pt x="603" y="361"/>
                  </a:cubicBezTo>
                  <a:cubicBezTo>
                    <a:pt x="603" y="361"/>
                    <a:pt x="513" y="357"/>
                    <a:pt x="513" y="357"/>
                  </a:cubicBezTo>
                  <a:close/>
                  <a:moveTo>
                    <a:pt x="530" y="389"/>
                  </a:moveTo>
                  <a:cubicBezTo>
                    <a:pt x="488" y="388"/>
                    <a:pt x="480" y="399"/>
                    <a:pt x="480" y="410"/>
                  </a:cubicBezTo>
                  <a:cubicBezTo>
                    <a:pt x="479" y="420"/>
                    <a:pt x="490" y="427"/>
                    <a:pt x="513" y="430"/>
                  </a:cubicBezTo>
                  <a:cubicBezTo>
                    <a:pt x="537" y="433"/>
                    <a:pt x="550" y="434"/>
                    <a:pt x="575" y="433"/>
                  </a:cubicBezTo>
                  <a:cubicBezTo>
                    <a:pt x="595" y="433"/>
                    <a:pt x="637" y="425"/>
                    <a:pt x="638" y="410"/>
                  </a:cubicBezTo>
                  <a:cubicBezTo>
                    <a:pt x="640" y="392"/>
                    <a:pt x="605" y="390"/>
                    <a:pt x="581" y="389"/>
                  </a:cubicBezTo>
                  <a:cubicBezTo>
                    <a:pt x="581" y="389"/>
                    <a:pt x="530" y="389"/>
                    <a:pt x="530" y="389"/>
                  </a:cubicBezTo>
                  <a:close/>
                  <a:moveTo>
                    <a:pt x="524" y="234"/>
                  </a:moveTo>
                  <a:cubicBezTo>
                    <a:pt x="462" y="235"/>
                    <a:pt x="439" y="261"/>
                    <a:pt x="438" y="292"/>
                  </a:cubicBezTo>
                  <a:cubicBezTo>
                    <a:pt x="437" y="319"/>
                    <a:pt x="452" y="337"/>
                    <a:pt x="493" y="341"/>
                  </a:cubicBezTo>
                  <a:cubicBezTo>
                    <a:pt x="537" y="341"/>
                    <a:pt x="582" y="342"/>
                    <a:pt x="626" y="341"/>
                  </a:cubicBezTo>
                  <a:cubicBezTo>
                    <a:pt x="662" y="340"/>
                    <a:pt x="694" y="324"/>
                    <a:pt x="694" y="293"/>
                  </a:cubicBezTo>
                  <a:cubicBezTo>
                    <a:pt x="694" y="244"/>
                    <a:pt x="658" y="237"/>
                    <a:pt x="615" y="235"/>
                  </a:cubicBezTo>
                  <a:cubicBezTo>
                    <a:pt x="615" y="235"/>
                    <a:pt x="525" y="235"/>
                    <a:pt x="524" y="234"/>
                  </a:cubicBezTo>
                  <a:close/>
                  <a:moveTo>
                    <a:pt x="543" y="270"/>
                  </a:moveTo>
                  <a:cubicBezTo>
                    <a:pt x="501" y="269"/>
                    <a:pt x="493" y="280"/>
                    <a:pt x="492" y="291"/>
                  </a:cubicBezTo>
                  <a:cubicBezTo>
                    <a:pt x="492" y="301"/>
                    <a:pt x="502" y="310"/>
                    <a:pt x="525" y="311"/>
                  </a:cubicBezTo>
                  <a:cubicBezTo>
                    <a:pt x="550" y="311"/>
                    <a:pt x="562" y="311"/>
                    <a:pt x="587" y="311"/>
                  </a:cubicBezTo>
                  <a:cubicBezTo>
                    <a:pt x="607" y="311"/>
                    <a:pt x="635" y="299"/>
                    <a:pt x="635" y="288"/>
                  </a:cubicBezTo>
                  <a:cubicBezTo>
                    <a:pt x="635" y="270"/>
                    <a:pt x="618" y="271"/>
                    <a:pt x="593" y="270"/>
                  </a:cubicBezTo>
                  <a:cubicBezTo>
                    <a:pt x="593" y="270"/>
                    <a:pt x="543" y="270"/>
                    <a:pt x="543" y="270"/>
                  </a:cubicBezTo>
                  <a:close/>
                  <a:moveTo>
                    <a:pt x="87" y="375"/>
                  </a:moveTo>
                  <a:cubicBezTo>
                    <a:pt x="73" y="376"/>
                    <a:pt x="70" y="379"/>
                    <a:pt x="72" y="390"/>
                  </a:cubicBezTo>
                  <a:cubicBezTo>
                    <a:pt x="80" y="408"/>
                    <a:pt x="86" y="428"/>
                    <a:pt x="106" y="443"/>
                  </a:cubicBezTo>
                  <a:cubicBezTo>
                    <a:pt x="123" y="456"/>
                    <a:pt x="134" y="458"/>
                    <a:pt x="155" y="458"/>
                  </a:cubicBezTo>
                  <a:cubicBezTo>
                    <a:pt x="174" y="458"/>
                    <a:pt x="187" y="457"/>
                    <a:pt x="199" y="455"/>
                  </a:cubicBezTo>
                  <a:cubicBezTo>
                    <a:pt x="213" y="452"/>
                    <a:pt x="224" y="442"/>
                    <a:pt x="227" y="425"/>
                  </a:cubicBezTo>
                  <a:cubicBezTo>
                    <a:pt x="229" y="407"/>
                    <a:pt x="228" y="382"/>
                    <a:pt x="225" y="371"/>
                  </a:cubicBezTo>
                  <a:cubicBezTo>
                    <a:pt x="177" y="372"/>
                    <a:pt x="135" y="373"/>
                    <a:pt x="87" y="375"/>
                  </a:cubicBezTo>
                  <a:close/>
                  <a:moveTo>
                    <a:pt x="225" y="322"/>
                  </a:moveTo>
                  <a:cubicBezTo>
                    <a:pt x="225" y="307"/>
                    <a:pt x="225" y="298"/>
                    <a:pt x="224" y="283"/>
                  </a:cubicBezTo>
                  <a:cubicBezTo>
                    <a:pt x="222" y="255"/>
                    <a:pt x="195" y="240"/>
                    <a:pt x="170" y="241"/>
                  </a:cubicBezTo>
                  <a:cubicBezTo>
                    <a:pt x="132" y="241"/>
                    <a:pt x="98" y="248"/>
                    <a:pt x="88" y="269"/>
                  </a:cubicBezTo>
                  <a:cubicBezTo>
                    <a:pt x="80" y="286"/>
                    <a:pt x="76" y="303"/>
                    <a:pt x="76" y="327"/>
                  </a:cubicBezTo>
                  <a:cubicBezTo>
                    <a:pt x="127" y="323"/>
                    <a:pt x="176" y="321"/>
                    <a:pt x="225" y="322"/>
                  </a:cubicBezTo>
                  <a:close/>
                </a:path>
              </a:pathLst>
            </a:custGeom>
            <a:solidFill>
              <a:srgbClr val="2257AE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</p:grpSp>
    </p:spTree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xmlns:p14="http://schemas.microsoft.com/office/powerpoint/2010/main" spd="slow" p14:dur="1250">
        <p15:prstTrans prst="peelOff"/>
      </p:transition>
    </mc:Choice>
    <mc:Fallback xmlns="">
      <p:transition spd="slow">
        <p:fade/>
      </p:transition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椭圆 29"/>
          <p:cNvSpPr/>
          <p:nvPr/>
        </p:nvSpPr>
        <p:spPr>
          <a:xfrm>
            <a:off x="3302000" y="635000"/>
            <a:ext cx="5588000" cy="5588000"/>
          </a:xfrm>
          <a:prstGeom prst="ellipse">
            <a:avLst/>
          </a:prstGeom>
          <a:solidFill>
            <a:schemeClr val="bg1"/>
          </a:solidFill>
          <a:ln>
            <a:noFill/>
          </a:ln>
          <a:effectLst>
            <a:outerShdw blurRad="355600" sx="101000" sy="101000" algn="ctr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noAutofit/>
          </a:bodyPr>
          <a:lstStyle/>
          <a:p>
            <a:pPr algn="ctr"/>
            <a:endParaRPr lang="zh-CN" altLang="en-US" dirty="0"/>
          </a:p>
        </p:txBody>
      </p:sp>
      <p:sp>
        <p:nvSpPr>
          <p:cNvPr id="31" name="圆: 空心 4"/>
          <p:cNvSpPr/>
          <p:nvPr/>
        </p:nvSpPr>
        <p:spPr>
          <a:xfrm>
            <a:off x="1574800" y="-1092200"/>
            <a:ext cx="9042400" cy="9042400"/>
          </a:xfrm>
          <a:prstGeom prst="donut">
            <a:avLst>
              <a:gd name="adj" fmla="val 6774"/>
            </a:avLst>
          </a:prstGeom>
          <a:gradFill>
            <a:gsLst>
              <a:gs pos="43000">
                <a:srgbClr val="2257AE"/>
              </a:gs>
              <a:gs pos="100000">
                <a:schemeClr val="bg1">
                  <a:alpha val="0"/>
                </a:schemeClr>
              </a:gs>
            </a:gsLst>
            <a:lin ang="5400000" scaled="1"/>
          </a:gra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9" name="文本框 38"/>
          <p:cNvSpPr txBox="1"/>
          <p:nvPr/>
        </p:nvSpPr>
        <p:spPr>
          <a:xfrm>
            <a:off x="3692731" y="3462164"/>
            <a:ext cx="4805119" cy="90691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 defTabSz="685800">
              <a:lnSpc>
                <a:spcPct val="150000"/>
              </a:lnSpc>
              <a:spcBef>
                <a:spcPts val="1560"/>
              </a:spcBef>
              <a:spcAft>
                <a:spcPts val="780"/>
              </a:spcAft>
              <a:buClr>
                <a:srgbClr val="000000"/>
              </a:buClr>
              <a:defRPr/>
            </a:pPr>
            <a:r>
              <a:rPr lang="zh-CN" altLang="en-US" sz="4000" dirty="0">
                <a:solidFill>
                  <a:prstClr val="black">
                    <a:lumMod val="65000"/>
                    <a:lumOff val="35000"/>
                  </a:prst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现有研究的深度评述</a:t>
            </a:r>
          </a:p>
        </p:txBody>
      </p:sp>
      <p:grpSp>
        <p:nvGrpSpPr>
          <p:cNvPr id="2" name="组合 1"/>
          <p:cNvGrpSpPr/>
          <p:nvPr/>
        </p:nvGrpSpPr>
        <p:grpSpPr>
          <a:xfrm>
            <a:off x="5383915" y="1777042"/>
            <a:ext cx="1424169" cy="1425586"/>
            <a:chOff x="4800275" y="1947706"/>
            <a:chExt cx="810699" cy="811505"/>
          </a:xfrm>
        </p:grpSpPr>
        <p:sp>
          <p:nvSpPr>
            <p:cNvPr id="41" name="iSḻîďê"/>
            <p:cNvSpPr/>
            <p:nvPr/>
          </p:nvSpPr>
          <p:spPr bwMode="auto">
            <a:xfrm>
              <a:off x="4934048" y="2082286"/>
              <a:ext cx="542347" cy="542346"/>
            </a:xfrm>
            <a:custGeom>
              <a:avLst/>
              <a:gdLst>
                <a:gd name="T0" fmla="*/ 429 w 858"/>
                <a:gd name="T1" fmla="*/ 0 h 857"/>
                <a:gd name="T2" fmla="*/ 858 w 858"/>
                <a:gd name="T3" fmla="*/ 428 h 857"/>
                <a:gd name="T4" fmla="*/ 429 w 858"/>
                <a:gd name="T5" fmla="*/ 857 h 857"/>
                <a:gd name="T6" fmla="*/ 0 w 858"/>
                <a:gd name="T7" fmla="*/ 428 h 857"/>
                <a:gd name="T8" fmla="*/ 429 w 858"/>
                <a:gd name="T9" fmla="*/ 0 h 857"/>
                <a:gd name="T10" fmla="*/ 429 w 858"/>
                <a:gd name="T11" fmla="*/ 24 h 857"/>
                <a:gd name="T12" fmla="*/ 25 w 858"/>
                <a:gd name="T13" fmla="*/ 428 h 857"/>
                <a:gd name="T14" fmla="*/ 429 w 858"/>
                <a:gd name="T15" fmla="*/ 833 h 857"/>
                <a:gd name="T16" fmla="*/ 834 w 858"/>
                <a:gd name="T17" fmla="*/ 428 h 857"/>
                <a:gd name="T18" fmla="*/ 429 w 858"/>
                <a:gd name="T19" fmla="*/ 24 h 85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858" h="857">
                  <a:moveTo>
                    <a:pt x="429" y="0"/>
                  </a:moveTo>
                  <a:cubicBezTo>
                    <a:pt x="665" y="0"/>
                    <a:pt x="858" y="192"/>
                    <a:pt x="858" y="428"/>
                  </a:cubicBezTo>
                  <a:cubicBezTo>
                    <a:pt x="858" y="665"/>
                    <a:pt x="665" y="857"/>
                    <a:pt x="429" y="857"/>
                  </a:cubicBezTo>
                  <a:cubicBezTo>
                    <a:pt x="193" y="857"/>
                    <a:pt x="0" y="665"/>
                    <a:pt x="0" y="428"/>
                  </a:cubicBezTo>
                  <a:cubicBezTo>
                    <a:pt x="0" y="192"/>
                    <a:pt x="193" y="0"/>
                    <a:pt x="429" y="0"/>
                  </a:cubicBezTo>
                  <a:close/>
                  <a:moveTo>
                    <a:pt x="429" y="24"/>
                  </a:moveTo>
                  <a:cubicBezTo>
                    <a:pt x="207" y="24"/>
                    <a:pt x="25" y="206"/>
                    <a:pt x="25" y="428"/>
                  </a:cubicBezTo>
                  <a:cubicBezTo>
                    <a:pt x="25" y="651"/>
                    <a:pt x="207" y="833"/>
                    <a:pt x="429" y="833"/>
                  </a:cubicBezTo>
                  <a:cubicBezTo>
                    <a:pt x="652" y="833"/>
                    <a:pt x="834" y="651"/>
                    <a:pt x="834" y="428"/>
                  </a:cubicBezTo>
                  <a:cubicBezTo>
                    <a:pt x="834" y="206"/>
                    <a:pt x="652" y="24"/>
                    <a:pt x="429" y="24"/>
                  </a:cubicBezTo>
                  <a:close/>
                </a:path>
              </a:pathLst>
            </a:custGeom>
            <a:solidFill>
              <a:srgbClr val="2257AE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42" name="iśliḍê"/>
            <p:cNvSpPr/>
            <p:nvPr/>
          </p:nvSpPr>
          <p:spPr bwMode="auto">
            <a:xfrm>
              <a:off x="4800275" y="1947706"/>
              <a:ext cx="810699" cy="811505"/>
            </a:xfrm>
            <a:custGeom>
              <a:avLst/>
              <a:gdLst>
                <a:gd name="T0" fmla="*/ 641 w 1283"/>
                <a:gd name="T1" fmla="*/ 0 h 1283"/>
                <a:gd name="T2" fmla="*/ 1283 w 1283"/>
                <a:gd name="T3" fmla="*/ 641 h 1283"/>
                <a:gd name="T4" fmla="*/ 641 w 1283"/>
                <a:gd name="T5" fmla="*/ 1283 h 1283"/>
                <a:gd name="T6" fmla="*/ 0 w 1283"/>
                <a:gd name="T7" fmla="*/ 641 h 1283"/>
                <a:gd name="T8" fmla="*/ 641 w 1283"/>
                <a:gd name="T9" fmla="*/ 0 h 1283"/>
                <a:gd name="T10" fmla="*/ 641 w 1283"/>
                <a:gd name="T11" fmla="*/ 24 h 1283"/>
                <a:gd name="T12" fmla="*/ 24 w 1283"/>
                <a:gd name="T13" fmla="*/ 641 h 1283"/>
                <a:gd name="T14" fmla="*/ 641 w 1283"/>
                <a:gd name="T15" fmla="*/ 1259 h 1283"/>
                <a:gd name="T16" fmla="*/ 1258 w 1283"/>
                <a:gd name="T17" fmla="*/ 641 h 1283"/>
                <a:gd name="T18" fmla="*/ 641 w 1283"/>
                <a:gd name="T19" fmla="*/ 24 h 128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1283" h="1283">
                  <a:moveTo>
                    <a:pt x="641" y="0"/>
                  </a:moveTo>
                  <a:cubicBezTo>
                    <a:pt x="995" y="0"/>
                    <a:pt x="1283" y="288"/>
                    <a:pt x="1283" y="641"/>
                  </a:cubicBezTo>
                  <a:cubicBezTo>
                    <a:pt x="1283" y="995"/>
                    <a:pt x="995" y="1283"/>
                    <a:pt x="641" y="1283"/>
                  </a:cubicBezTo>
                  <a:cubicBezTo>
                    <a:pt x="288" y="1283"/>
                    <a:pt x="0" y="995"/>
                    <a:pt x="0" y="641"/>
                  </a:cubicBezTo>
                  <a:cubicBezTo>
                    <a:pt x="0" y="288"/>
                    <a:pt x="288" y="0"/>
                    <a:pt x="641" y="0"/>
                  </a:cubicBezTo>
                  <a:close/>
                  <a:moveTo>
                    <a:pt x="641" y="24"/>
                  </a:moveTo>
                  <a:cubicBezTo>
                    <a:pt x="301" y="24"/>
                    <a:pt x="24" y="302"/>
                    <a:pt x="24" y="641"/>
                  </a:cubicBezTo>
                  <a:cubicBezTo>
                    <a:pt x="24" y="981"/>
                    <a:pt x="301" y="1259"/>
                    <a:pt x="641" y="1259"/>
                  </a:cubicBezTo>
                  <a:cubicBezTo>
                    <a:pt x="981" y="1259"/>
                    <a:pt x="1258" y="981"/>
                    <a:pt x="1258" y="641"/>
                  </a:cubicBezTo>
                  <a:cubicBezTo>
                    <a:pt x="1258" y="302"/>
                    <a:pt x="981" y="24"/>
                    <a:pt x="641" y="24"/>
                  </a:cubicBezTo>
                  <a:close/>
                </a:path>
              </a:pathLst>
            </a:custGeom>
            <a:solidFill>
              <a:srgbClr val="2257AE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43" name="ïšlîḋè"/>
            <p:cNvSpPr/>
            <p:nvPr/>
          </p:nvSpPr>
          <p:spPr bwMode="auto">
            <a:xfrm>
              <a:off x="4832510" y="1979941"/>
              <a:ext cx="747036" cy="508500"/>
            </a:xfrm>
            <a:custGeom>
              <a:avLst/>
              <a:gdLst>
                <a:gd name="T0" fmla="*/ 46 w 1182"/>
                <a:gd name="T1" fmla="*/ 693 h 803"/>
                <a:gd name="T2" fmla="*/ 46 w 1182"/>
                <a:gd name="T3" fmla="*/ 715 h 803"/>
                <a:gd name="T4" fmla="*/ 139 w 1182"/>
                <a:gd name="T5" fmla="*/ 703 h 803"/>
                <a:gd name="T6" fmla="*/ 51 w 1182"/>
                <a:gd name="T7" fmla="*/ 781 h 803"/>
                <a:gd name="T8" fmla="*/ 82 w 1182"/>
                <a:gd name="T9" fmla="*/ 547 h 803"/>
                <a:gd name="T10" fmla="*/ 22 w 1182"/>
                <a:gd name="T11" fmla="*/ 647 h 803"/>
                <a:gd name="T12" fmla="*/ 22 w 1182"/>
                <a:gd name="T13" fmla="*/ 616 h 803"/>
                <a:gd name="T14" fmla="*/ 4 w 1182"/>
                <a:gd name="T15" fmla="*/ 574 h 803"/>
                <a:gd name="T16" fmla="*/ 136 w 1182"/>
                <a:gd name="T17" fmla="*/ 477 h 803"/>
                <a:gd name="T18" fmla="*/ 143 w 1182"/>
                <a:gd name="T19" fmla="*/ 477 h 803"/>
                <a:gd name="T20" fmla="*/ 24 w 1182"/>
                <a:gd name="T21" fmla="*/ 490 h 803"/>
                <a:gd name="T22" fmla="*/ 156 w 1182"/>
                <a:gd name="T23" fmla="*/ 330 h 803"/>
                <a:gd name="T24" fmla="*/ 193 w 1182"/>
                <a:gd name="T25" fmla="*/ 355 h 803"/>
                <a:gd name="T26" fmla="*/ 143 w 1182"/>
                <a:gd name="T27" fmla="*/ 368 h 803"/>
                <a:gd name="T28" fmla="*/ 159 w 1182"/>
                <a:gd name="T29" fmla="*/ 414 h 803"/>
                <a:gd name="T30" fmla="*/ 186 w 1182"/>
                <a:gd name="T31" fmla="*/ 304 h 803"/>
                <a:gd name="T32" fmla="*/ 228 w 1182"/>
                <a:gd name="T33" fmla="*/ 266 h 803"/>
                <a:gd name="T34" fmla="*/ 236 w 1182"/>
                <a:gd name="T35" fmla="*/ 121 h 803"/>
                <a:gd name="T36" fmla="*/ 271 w 1182"/>
                <a:gd name="T37" fmla="*/ 193 h 803"/>
                <a:gd name="T38" fmla="*/ 224 w 1182"/>
                <a:gd name="T39" fmla="*/ 274 h 803"/>
                <a:gd name="T40" fmla="*/ 500 w 1182"/>
                <a:gd name="T41" fmla="*/ 26 h 803"/>
                <a:gd name="T42" fmla="*/ 417 w 1182"/>
                <a:gd name="T43" fmla="*/ 112 h 803"/>
                <a:gd name="T44" fmla="*/ 447 w 1182"/>
                <a:gd name="T45" fmla="*/ 21 h 803"/>
                <a:gd name="T46" fmla="*/ 492 w 1182"/>
                <a:gd name="T47" fmla="*/ 31 h 803"/>
                <a:gd name="T48" fmla="*/ 532 w 1182"/>
                <a:gd name="T49" fmla="*/ 125 h 803"/>
                <a:gd name="T50" fmla="*/ 573 w 1182"/>
                <a:gd name="T51" fmla="*/ 0 h 803"/>
                <a:gd name="T52" fmla="*/ 662 w 1182"/>
                <a:gd name="T53" fmla="*/ 0 h 803"/>
                <a:gd name="T54" fmla="*/ 557 w 1182"/>
                <a:gd name="T55" fmla="*/ 29 h 803"/>
                <a:gd name="T56" fmla="*/ 727 w 1182"/>
                <a:gd name="T57" fmla="*/ 143 h 803"/>
                <a:gd name="T58" fmla="*/ 753 w 1182"/>
                <a:gd name="T59" fmla="*/ 22 h 803"/>
                <a:gd name="T60" fmla="*/ 662 w 1182"/>
                <a:gd name="T61" fmla="*/ 130 h 803"/>
                <a:gd name="T62" fmla="*/ 892 w 1182"/>
                <a:gd name="T63" fmla="*/ 83 h 803"/>
                <a:gd name="T64" fmla="*/ 773 w 1182"/>
                <a:gd name="T65" fmla="*/ 30 h 803"/>
                <a:gd name="T66" fmla="*/ 812 w 1182"/>
                <a:gd name="T67" fmla="*/ 74 h 803"/>
                <a:gd name="T68" fmla="*/ 855 w 1182"/>
                <a:gd name="T69" fmla="*/ 67 h 803"/>
                <a:gd name="T70" fmla="*/ 864 w 1182"/>
                <a:gd name="T71" fmla="*/ 193 h 803"/>
                <a:gd name="T72" fmla="*/ 951 w 1182"/>
                <a:gd name="T73" fmla="*/ 241 h 803"/>
                <a:gd name="T74" fmla="*/ 924 w 1182"/>
                <a:gd name="T75" fmla="*/ 226 h 803"/>
                <a:gd name="T76" fmla="*/ 965 w 1182"/>
                <a:gd name="T77" fmla="*/ 144 h 803"/>
                <a:gd name="T78" fmla="*/ 920 w 1182"/>
                <a:gd name="T79" fmla="*/ 102 h 803"/>
                <a:gd name="T80" fmla="*/ 1051 w 1182"/>
                <a:gd name="T81" fmla="*/ 244 h 803"/>
                <a:gd name="T82" fmla="*/ 1007 w 1182"/>
                <a:gd name="T83" fmla="*/ 277 h 803"/>
                <a:gd name="T84" fmla="*/ 934 w 1182"/>
                <a:gd name="T85" fmla="*/ 272 h 803"/>
                <a:gd name="T86" fmla="*/ 1070 w 1182"/>
                <a:gd name="T87" fmla="*/ 246 h 803"/>
                <a:gd name="T88" fmla="*/ 1121 w 1182"/>
                <a:gd name="T89" fmla="*/ 427 h 803"/>
                <a:gd name="T90" fmla="*/ 1143 w 1182"/>
                <a:gd name="T91" fmla="*/ 373 h 803"/>
                <a:gd name="T92" fmla="*/ 1024 w 1182"/>
                <a:gd name="T93" fmla="*/ 422 h 803"/>
                <a:gd name="T94" fmla="*/ 1011 w 1182"/>
                <a:gd name="T95" fmla="*/ 391 h 803"/>
                <a:gd name="T96" fmla="*/ 1099 w 1182"/>
                <a:gd name="T97" fmla="*/ 389 h 803"/>
                <a:gd name="T98" fmla="*/ 1055 w 1182"/>
                <a:gd name="T99" fmla="*/ 527 h 803"/>
                <a:gd name="T100" fmla="*/ 1146 w 1182"/>
                <a:gd name="T101" fmla="*/ 454 h 803"/>
                <a:gd name="T102" fmla="*/ 1171 w 1182"/>
                <a:gd name="T103" fmla="*/ 496 h 803"/>
                <a:gd name="T104" fmla="*/ 1075 w 1182"/>
                <a:gd name="T105" fmla="*/ 597 h 803"/>
                <a:gd name="T106" fmla="*/ 1180 w 1182"/>
                <a:gd name="T107" fmla="*/ 523 h 803"/>
                <a:gd name="T108" fmla="*/ 1056 w 1182"/>
                <a:gd name="T109" fmla="*/ 548 h 803"/>
                <a:gd name="T110" fmla="*/ 1146 w 1182"/>
                <a:gd name="T111" fmla="*/ 793 h 803"/>
                <a:gd name="T112" fmla="*/ 1036 w 1182"/>
                <a:gd name="T113" fmla="*/ 737 h 803"/>
                <a:gd name="T114" fmla="*/ 1091 w 1182"/>
                <a:gd name="T115" fmla="*/ 699 h 803"/>
                <a:gd name="T116" fmla="*/ 1160 w 1182"/>
                <a:gd name="T117" fmla="*/ 728 h 803"/>
                <a:gd name="T118" fmla="*/ 1128 w 1182"/>
                <a:gd name="T119" fmla="*/ 755 h 80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  <a:cxn ang="0">
                  <a:pos x="T118" y="T119"/>
                </a:cxn>
              </a:cxnLst>
              <a:rect l="0" t="0" r="r" b="b"/>
              <a:pathLst>
                <a:path w="1182" h="803">
                  <a:moveTo>
                    <a:pt x="42" y="801"/>
                  </a:moveTo>
                  <a:cubicBezTo>
                    <a:pt x="38" y="803"/>
                    <a:pt x="38" y="803"/>
                    <a:pt x="38" y="803"/>
                  </a:cubicBezTo>
                  <a:cubicBezTo>
                    <a:pt x="8" y="699"/>
                    <a:pt x="8" y="699"/>
                    <a:pt x="8" y="699"/>
                  </a:cubicBezTo>
                  <a:cubicBezTo>
                    <a:pt x="45" y="688"/>
                    <a:pt x="45" y="688"/>
                    <a:pt x="45" y="688"/>
                  </a:cubicBezTo>
                  <a:cubicBezTo>
                    <a:pt x="46" y="693"/>
                    <a:pt x="46" y="693"/>
                    <a:pt x="46" y="693"/>
                  </a:cubicBezTo>
                  <a:cubicBezTo>
                    <a:pt x="25" y="701"/>
                    <a:pt x="19" y="717"/>
                    <a:pt x="27" y="741"/>
                  </a:cubicBezTo>
                  <a:cubicBezTo>
                    <a:pt x="29" y="752"/>
                    <a:pt x="34" y="755"/>
                    <a:pt x="40" y="753"/>
                  </a:cubicBezTo>
                  <a:cubicBezTo>
                    <a:pt x="82" y="740"/>
                    <a:pt x="82" y="740"/>
                    <a:pt x="82" y="740"/>
                  </a:cubicBezTo>
                  <a:cubicBezTo>
                    <a:pt x="79" y="723"/>
                    <a:pt x="67" y="716"/>
                    <a:pt x="47" y="720"/>
                  </a:cubicBezTo>
                  <a:cubicBezTo>
                    <a:pt x="46" y="715"/>
                    <a:pt x="46" y="715"/>
                    <a:pt x="46" y="715"/>
                  </a:cubicBezTo>
                  <a:cubicBezTo>
                    <a:pt x="107" y="698"/>
                    <a:pt x="107" y="698"/>
                    <a:pt x="107" y="698"/>
                  </a:cubicBezTo>
                  <a:cubicBezTo>
                    <a:pt x="109" y="703"/>
                    <a:pt x="109" y="703"/>
                    <a:pt x="109" y="703"/>
                  </a:cubicBezTo>
                  <a:cubicBezTo>
                    <a:pt x="89" y="709"/>
                    <a:pt x="83" y="721"/>
                    <a:pt x="89" y="739"/>
                  </a:cubicBezTo>
                  <a:cubicBezTo>
                    <a:pt x="131" y="726"/>
                    <a:pt x="131" y="726"/>
                    <a:pt x="131" y="726"/>
                  </a:cubicBezTo>
                  <a:cubicBezTo>
                    <a:pt x="141" y="725"/>
                    <a:pt x="143" y="717"/>
                    <a:pt x="139" y="703"/>
                  </a:cubicBezTo>
                  <a:cubicBezTo>
                    <a:pt x="143" y="701"/>
                    <a:pt x="143" y="701"/>
                    <a:pt x="143" y="701"/>
                  </a:cubicBezTo>
                  <a:cubicBezTo>
                    <a:pt x="162" y="767"/>
                    <a:pt x="162" y="767"/>
                    <a:pt x="162" y="767"/>
                  </a:cubicBezTo>
                  <a:cubicBezTo>
                    <a:pt x="158" y="768"/>
                    <a:pt x="158" y="768"/>
                    <a:pt x="158" y="768"/>
                  </a:cubicBezTo>
                  <a:cubicBezTo>
                    <a:pt x="154" y="757"/>
                    <a:pt x="148" y="752"/>
                    <a:pt x="139" y="756"/>
                  </a:cubicBezTo>
                  <a:cubicBezTo>
                    <a:pt x="51" y="781"/>
                    <a:pt x="51" y="781"/>
                    <a:pt x="51" y="781"/>
                  </a:cubicBezTo>
                  <a:cubicBezTo>
                    <a:pt x="42" y="783"/>
                    <a:pt x="39" y="790"/>
                    <a:pt x="42" y="801"/>
                  </a:cubicBezTo>
                  <a:close/>
                  <a:moveTo>
                    <a:pt x="0" y="532"/>
                  </a:moveTo>
                  <a:cubicBezTo>
                    <a:pt x="4" y="532"/>
                    <a:pt x="4" y="532"/>
                    <a:pt x="4" y="532"/>
                  </a:cubicBezTo>
                  <a:cubicBezTo>
                    <a:pt x="5" y="543"/>
                    <a:pt x="10" y="548"/>
                    <a:pt x="21" y="547"/>
                  </a:cubicBezTo>
                  <a:cubicBezTo>
                    <a:pt x="82" y="547"/>
                    <a:pt x="82" y="547"/>
                    <a:pt x="82" y="547"/>
                  </a:cubicBezTo>
                  <a:cubicBezTo>
                    <a:pt x="99" y="547"/>
                    <a:pt x="111" y="551"/>
                    <a:pt x="118" y="557"/>
                  </a:cubicBezTo>
                  <a:cubicBezTo>
                    <a:pt x="126" y="566"/>
                    <a:pt x="131" y="578"/>
                    <a:pt x="131" y="594"/>
                  </a:cubicBezTo>
                  <a:cubicBezTo>
                    <a:pt x="131" y="611"/>
                    <a:pt x="128" y="624"/>
                    <a:pt x="121" y="633"/>
                  </a:cubicBezTo>
                  <a:cubicBezTo>
                    <a:pt x="114" y="643"/>
                    <a:pt x="102" y="647"/>
                    <a:pt x="86" y="647"/>
                  </a:cubicBezTo>
                  <a:cubicBezTo>
                    <a:pt x="22" y="647"/>
                    <a:pt x="22" y="647"/>
                    <a:pt x="22" y="647"/>
                  </a:cubicBezTo>
                  <a:cubicBezTo>
                    <a:pt x="10" y="646"/>
                    <a:pt x="4" y="651"/>
                    <a:pt x="4" y="662"/>
                  </a:cubicBezTo>
                  <a:cubicBezTo>
                    <a:pt x="0" y="662"/>
                    <a:pt x="0" y="662"/>
                    <a:pt x="0" y="662"/>
                  </a:cubicBezTo>
                  <a:cubicBezTo>
                    <a:pt x="0" y="597"/>
                    <a:pt x="0" y="597"/>
                    <a:pt x="0" y="597"/>
                  </a:cubicBezTo>
                  <a:cubicBezTo>
                    <a:pt x="4" y="597"/>
                    <a:pt x="4" y="597"/>
                    <a:pt x="4" y="597"/>
                  </a:cubicBezTo>
                  <a:cubicBezTo>
                    <a:pt x="3" y="611"/>
                    <a:pt x="9" y="617"/>
                    <a:pt x="22" y="616"/>
                  </a:cubicBezTo>
                  <a:cubicBezTo>
                    <a:pt x="86" y="616"/>
                    <a:pt x="86" y="616"/>
                    <a:pt x="86" y="616"/>
                  </a:cubicBezTo>
                  <a:cubicBezTo>
                    <a:pt x="110" y="616"/>
                    <a:pt x="123" y="607"/>
                    <a:pt x="123" y="588"/>
                  </a:cubicBezTo>
                  <a:cubicBezTo>
                    <a:pt x="123" y="565"/>
                    <a:pt x="109" y="554"/>
                    <a:pt x="82" y="555"/>
                  </a:cubicBezTo>
                  <a:cubicBezTo>
                    <a:pt x="24" y="555"/>
                    <a:pt x="24" y="555"/>
                    <a:pt x="24" y="555"/>
                  </a:cubicBezTo>
                  <a:cubicBezTo>
                    <a:pt x="11" y="554"/>
                    <a:pt x="4" y="560"/>
                    <a:pt x="4" y="574"/>
                  </a:cubicBezTo>
                  <a:cubicBezTo>
                    <a:pt x="0" y="574"/>
                    <a:pt x="0" y="574"/>
                    <a:pt x="0" y="574"/>
                  </a:cubicBezTo>
                  <a:cubicBezTo>
                    <a:pt x="0" y="532"/>
                    <a:pt x="0" y="532"/>
                    <a:pt x="0" y="532"/>
                  </a:cubicBezTo>
                  <a:close/>
                  <a:moveTo>
                    <a:pt x="31" y="461"/>
                  </a:moveTo>
                  <a:cubicBezTo>
                    <a:pt x="123" y="485"/>
                    <a:pt x="123" y="485"/>
                    <a:pt x="123" y="485"/>
                  </a:cubicBezTo>
                  <a:cubicBezTo>
                    <a:pt x="130" y="488"/>
                    <a:pt x="135" y="485"/>
                    <a:pt x="136" y="477"/>
                  </a:cubicBezTo>
                  <a:cubicBezTo>
                    <a:pt x="144" y="453"/>
                    <a:pt x="128" y="435"/>
                    <a:pt x="90" y="426"/>
                  </a:cubicBezTo>
                  <a:cubicBezTo>
                    <a:pt x="53" y="417"/>
                    <a:pt x="32" y="424"/>
                    <a:pt x="25" y="447"/>
                  </a:cubicBezTo>
                  <a:cubicBezTo>
                    <a:pt x="23" y="455"/>
                    <a:pt x="25" y="460"/>
                    <a:pt x="31" y="461"/>
                  </a:cubicBezTo>
                  <a:close/>
                  <a:moveTo>
                    <a:pt x="128" y="535"/>
                  </a:moveTo>
                  <a:cubicBezTo>
                    <a:pt x="143" y="477"/>
                    <a:pt x="143" y="477"/>
                    <a:pt x="143" y="477"/>
                  </a:cubicBezTo>
                  <a:cubicBezTo>
                    <a:pt x="153" y="433"/>
                    <a:pt x="137" y="405"/>
                    <a:pt x="97" y="393"/>
                  </a:cubicBezTo>
                  <a:cubicBezTo>
                    <a:pt x="58" y="384"/>
                    <a:pt x="31" y="402"/>
                    <a:pt x="19" y="445"/>
                  </a:cubicBezTo>
                  <a:cubicBezTo>
                    <a:pt x="4" y="501"/>
                    <a:pt x="4" y="501"/>
                    <a:pt x="4" y="501"/>
                  </a:cubicBezTo>
                  <a:cubicBezTo>
                    <a:pt x="8" y="502"/>
                    <a:pt x="8" y="502"/>
                    <a:pt x="8" y="502"/>
                  </a:cubicBezTo>
                  <a:cubicBezTo>
                    <a:pt x="11" y="492"/>
                    <a:pt x="17" y="488"/>
                    <a:pt x="24" y="490"/>
                  </a:cubicBezTo>
                  <a:cubicBezTo>
                    <a:pt x="116" y="515"/>
                    <a:pt x="116" y="515"/>
                    <a:pt x="116" y="515"/>
                  </a:cubicBezTo>
                  <a:cubicBezTo>
                    <a:pt x="124" y="517"/>
                    <a:pt x="126" y="523"/>
                    <a:pt x="124" y="533"/>
                  </a:cubicBezTo>
                  <a:cubicBezTo>
                    <a:pt x="128" y="535"/>
                    <a:pt x="128" y="535"/>
                    <a:pt x="128" y="535"/>
                  </a:cubicBezTo>
                  <a:close/>
                  <a:moveTo>
                    <a:pt x="137" y="362"/>
                  </a:moveTo>
                  <a:cubicBezTo>
                    <a:pt x="156" y="330"/>
                    <a:pt x="156" y="330"/>
                    <a:pt x="156" y="330"/>
                  </a:cubicBezTo>
                  <a:cubicBezTo>
                    <a:pt x="106" y="323"/>
                    <a:pt x="106" y="323"/>
                    <a:pt x="106" y="323"/>
                  </a:cubicBezTo>
                  <a:cubicBezTo>
                    <a:pt x="137" y="362"/>
                    <a:pt x="137" y="362"/>
                    <a:pt x="137" y="362"/>
                  </a:cubicBezTo>
                  <a:close/>
                  <a:moveTo>
                    <a:pt x="220" y="300"/>
                  </a:moveTo>
                  <a:cubicBezTo>
                    <a:pt x="224" y="302"/>
                    <a:pt x="224" y="302"/>
                    <a:pt x="224" y="302"/>
                  </a:cubicBezTo>
                  <a:cubicBezTo>
                    <a:pt x="193" y="355"/>
                    <a:pt x="193" y="355"/>
                    <a:pt x="193" y="355"/>
                  </a:cubicBezTo>
                  <a:cubicBezTo>
                    <a:pt x="189" y="353"/>
                    <a:pt x="189" y="353"/>
                    <a:pt x="189" y="353"/>
                  </a:cubicBezTo>
                  <a:cubicBezTo>
                    <a:pt x="189" y="353"/>
                    <a:pt x="189" y="352"/>
                    <a:pt x="190" y="351"/>
                  </a:cubicBezTo>
                  <a:cubicBezTo>
                    <a:pt x="194" y="342"/>
                    <a:pt x="195" y="337"/>
                    <a:pt x="190" y="336"/>
                  </a:cubicBezTo>
                  <a:cubicBezTo>
                    <a:pt x="186" y="334"/>
                    <a:pt x="177" y="332"/>
                    <a:pt x="164" y="331"/>
                  </a:cubicBezTo>
                  <a:cubicBezTo>
                    <a:pt x="143" y="368"/>
                    <a:pt x="143" y="368"/>
                    <a:pt x="143" y="368"/>
                  </a:cubicBezTo>
                  <a:cubicBezTo>
                    <a:pt x="151" y="380"/>
                    <a:pt x="157" y="387"/>
                    <a:pt x="159" y="388"/>
                  </a:cubicBezTo>
                  <a:cubicBezTo>
                    <a:pt x="163" y="390"/>
                    <a:pt x="168" y="387"/>
                    <a:pt x="174" y="379"/>
                  </a:cubicBezTo>
                  <a:cubicBezTo>
                    <a:pt x="174" y="378"/>
                    <a:pt x="174" y="378"/>
                    <a:pt x="174" y="378"/>
                  </a:cubicBezTo>
                  <a:cubicBezTo>
                    <a:pt x="178" y="380"/>
                    <a:pt x="178" y="380"/>
                    <a:pt x="178" y="380"/>
                  </a:cubicBezTo>
                  <a:cubicBezTo>
                    <a:pt x="159" y="414"/>
                    <a:pt x="159" y="414"/>
                    <a:pt x="159" y="414"/>
                  </a:cubicBezTo>
                  <a:cubicBezTo>
                    <a:pt x="155" y="412"/>
                    <a:pt x="155" y="412"/>
                    <a:pt x="155" y="412"/>
                  </a:cubicBezTo>
                  <a:cubicBezTo>
                    <a:pt x="159" y="405"/>
                    <a:pt x="156" y="396"/>
                    <a:pt x="145" y="385"/>
                  </a:cubicBezTo>
                  <a:cubicBezTo>
                    <a:pt x="75" y="295"/>
                    <a:pt x="75" y="295"/>
                    <a:pt x="75" y="295"/>
                  </a:cubicBezTo>
                  <a:cubicBezTo>
                    <a:pt x="78" y="291"/>
                    <a:pt x="78" y="291"/>
                    <a:pt x="78" y="291"/>
                  </a:cubicBezTo>
                  <a:cubicBezTo>
                    <a:pt x="186" y="304"/>
                    <a:pt x="186" y="304"/>
                    <a:pt x="186" y="304"/>
                  </a:cubicBezTo>
                  <a:cubicBezTo>
                    <a:pt x="208" y="308"/>
                    <a:pt x="219" y="306"/>
                    <a:pt x="220" y="300"/>
                  </a:cubicBezTo>
                  <a:close/>
                  <a:moveTo>
                    <a:pt x="225" y="301"/>
                  </a:moveTo>
                  <a:cubicBezTo>
                    <a:pt x="257" y="271"/>
                    <a:pt x="257" y="271"/>
                    <a:pt x="257" y="271"/>
                  </a:cubicBezTo>
                  <a:cubicBezTo>
                    <a:pt x="254" y="268"/>
                    <a:pt x="254" y="268"/>
                    <a:pt x="254" y="268"/>
                  </a:cubicBezTo>
                  <a:cubicBezTo>
                    <a:pt x="244" y="277"/>
                    <a:pt x="236" y="276"/>
                    <a:pt x="228" y="266"/>
                  </a:cubicBezTo>
                  <a:cubicBezTo>
                    <a:pt x="176" y="211"/>
                    <a:pt x="176" y="211"/>
                    <a:pt x="176" y="211"/>
                  </a:cubicBezTo>
                  <a:cubicBezTo>
                    <a:pt x="308" y="227"/>
                    <a:pt x="308" y="227"/>
                    <a:pt x="308" y="227"/>
                  </a:cubicBezTo>
                  <a:cubicBezTo>
                    <a:pt x="311" y="224"/>
                    <a:pt x="311" y="224"/>
                    <a:pt x="311" y="224"/>
                  </a:cubicBezTo>
                  <a:cubicBezTo>
                    <a:pt x="236" y="143"/>
                    <a:pt x="236" y="143"/>
                    <a:pt x="236" y="143"/>
                  </a:cubicBezTo>
                  <a:cubicBezTo>
                    <a:pt x="228" y="136"/>
                    <a:pt x="229" y="129"/>
                    <a:pt x="236" y="121"/>
                  </a:cubicBezTo>
                  <a:cubicBezTo>
                    <a:pt x="233" y="118"/>
                    <a:pt x="233" y="118"/>
                    <a:pt x="233" y="118"/>
                  </a:cubicBezTo>
                  <a:cubicBezTo>
                    <a:pt x="203" y="146"/>
                    <a:pt x="203" y="146"/>
                    <a:pt x="203" y="146"/>
                  </a:cubicBezTo>
                  <a:cubicBezTo>
                    <a:pt x="206" y="149"/>
                    <a:pt x="206" y="149"/>
                    <a:pt x="206" y="149"/>
                  </a:cubicBezTo>
                  <a:cubicBezTo>
                    <a:pt x="216" y="140"/>
                    <a:pt x="224" y="141"/>
                    <a:pt x="232" y="151"/>
                  </a:cubicBezTo>
                  <a:cubicBezTo>
                    <a:pt x="271" y="193"/>
                    <a:pt x="271" y="193"/>
                    <a:pt x="271" y="193"/>
                  </a:cubicBezTo>
                  <a:cubicBezTo>
                    <a:pt x="167" y="179"/>
                    <a:pt x="167" y="179"/>
                    <a:pt x="167" y="179"/>
                  </a:cubicBezTo>
                  <a:cubicBezTo>
                    <a:pt x="138" y="206"/>
                    <a:pt x="138" y="206"/>
                    <a:pt x="138" y="206"/>
                  </a:cubicBezTo>
                  <a:cubicBezTo>
                    <a:pt x="141" y="209"/>
                    <a:pt x="141" y="209"/>
                    <a:pt x="141" y="209"/>
                  </a:cubicBezTo>
                  <a:cubicBezTo>
                    <a:pt x="143" y="207"/>
                    <a:pt x="150" y="207"/>
                    <a:pt x="163" y="208"/>
                  </a:cubicBezTo>
                  <a:cubicBezTo>
                    <a:pt x="224" y="274"/>
                    <a:pt x="224" y="274"/>
                    <a:pt x="224" y="274"/>
                  </a:cubicBezTo>
                  <a:cubicBezTo>
                    <a:pt x="232" y="281"/>
                    <a:pt x="231" y="289"/>
                    <a:pt x="222" y="298"/>
                  </a:cubicBezTo>
                  <a:cubicBezTo>
                    <a:pt x="225" y="301"/>
                    <a:pt x="225" y="301"/>
                    <a:pt x="225" y="301"/>
                  </a:cubicBezTo>
                  <a:close/>
                  <a:moveTo>
                    <a:pt x="509" y="2"/>
                  </a:moveTo>
                  <a:cubicBezTo>
                    <a:pt x="510" y="7"/>
                    <a:pt x="510" y="7"/>
                    <a:pt x="510" y="7"/>
                  </a:cubicBezTo>
                  <a:cubicBezTo>
                    <a:pt x="500" y="10"/>
                    <a:pt x="496" y="16"/>
                    <a:pt x="500" y="26"/>
                  </a:cubicBezTo>
                  <a:cubicBezTo>
                    <a:pt x="513" y="86"/>
                    <a:pt x="513" y="86"/>
                    <a:pt x="513" y="86"/>
                  </a:cubicBezTo>
                  <a:cubicBezTo>
                    <a:pt x="517" y="103"/>
                    <a:pt x="516" y="115"/>
                    <a:pt x="511" y="123"/>
                  </a:cubicBezTo>
                  <a:cubicBezTo>
                    <a:pt x="505" y="133"/>
                    <a:pt x="494" y="140"/>
                    <a:pt x="478" y="144"/>
                  </a:cubicBezTo>
                  <a:cubicBezTo>
                    <a:pt x="461" y="148"/>
                    <a:pt x="448" y="147"/>
                    <a:pt x="438" y="143"/>
                  </a:cubicBezTo>
                  <a:cubicBezTo>
                    <a:pt x="427" y="138"/>
                    <a:pt x="420" y="128"/>
                    <a:pt x="417" y="112"/>
                  </a:cubicBezTo>
                  <a:cubicBezTo>
                    <a:pt x="403" y="50"/>
                    <a:pt x="403" y="50"/>
                    <a:pt x="403" y="50"/>
                  </a:cubicBezTo>
                  <a:cubicBezTo>
                    <a:pt x="401" y="38"/>
                    <a:pt x="394" y="33"/>
                    <a:pt x="383" y="36"/>
                  </a:cubicBezTo>
                  <a:cubicBezTo>
                    <a:pt x="382" y="32"/>
                    <a:pt x="382" y="32"/>
                    <a:pt x="382" y="32"/>
                  </a:cubicBezTo>
                  <a:cubicBezTo>
                    <a:pt x="446" y="17"/>
                    <a:pt x="446" y="17"/>
                    <a:pt x="446" y="17"/>
                  </a:cubicBezTo>
                  <a:cubicBezTo>
                    <a:pt x="447" y="21"/>
                    <a:pt x="447" y="21"/>
                    <a:pt x="447" y="21"/>
                  </a:cubicBezTo>
                  <a:cubicBezTo>
                    <a:pt x="433" y="23"/>
                    <a:pt x="428" y="30"/>
                    <a:pt x="432" y="43"/>
                  </a:cubicBezTo>
                  <a:cubicBezTo>
                    <a:pt x="447" y="105"/>
                    <a:pt x="447" y="105"/>
                    <a:pt x="447" y="105"/>
                  </a:cubicBezTo>
                  <a:cubicBezTo>
                    <a:pt x="452" y="129"/>
                    <a:pt x="463" y="139"/>
                    <a:pt x="482" y="135"/>
                  </a:cubicBezTo>
                  <a:cubicBezTo>
                    <a:pt x="505" y="130"/>
                    <a:pt x="512" y="114"/>
                    <a:pt x="505" y="87"/>
                  </a:cubicBezTo>
                  <a:cubicBezTo>
                    <a:pt x="492" y="31"/>
                    <a:pt x="492" y="31"/>
                    <a:pt x="492" y="31"/>
                  </a:cubicBezTo>
                  <a:cubicBezTo>
                    <a:pt x="490" y="18"/>
                    <a:pt x="483" y="13"/>
                    <a:pt x="470" y="16"/>
                  </a:cubicBezTo>
                  <a:cubicBezTo>
                    <a:pt x="469" y="12"/>
                    <a:pt x="469" y="12"/>
                    <a:pt x="469" y="12"/>
                  </a:cubicBezTo>
                  <a:cubicBezTo>
                    <a:pt x="509" y="2"/>
                    <a:pt x="509" y="2"/>
                    <a:pt x="509" y="2"/>
                  </a:cubicBezTo>
                  <a:close/>
                  <a:moveTo>
                    <a:pt x="532" y="129"/>
                  </a:moveTo>
                  <a:cubicBezTo>
                    <a:pt x="532" y="125"/>
                    <a:pt x="532" y="125"/>
                    <a:pt x="532" y="125"/>
                  </a:cubicBezTo>
                  <a:cubicBezTo>
                    <a:pt x="544" y="124"/>
                    <a:pt x="550" y="119"/>
                    <a:pt x="549" y="109"/>
                  </a:cubicBezTo>
                  <a:cubicBezTo>
                    <a:pt x="549" y="19"/>
                    <a:pt x="549" y="19"/>
                    <a:pt x="549" y="19"/>
                  </a:cubicBezTo>
                  <a:cubicBezTo>
                    <a:pt x="541" y="9"/>
                    <a:pt x="535" y="4"/>
                    <a:pt x="533" y="5"/>
                  </a:cubicBezTo>
                  <a:cubicBezTo>
                    <a:pt x="533" y="0"/>
                    <a:pt x="533" y="0"/>
                    <a:pt x="533" y="0"/>
                  </a:cubicBezTo>
                  <a:cubicBezTo>
                    <a:pt x="573" y="0"/>
                    <a:pt x="573" y="0"/>
                    <a:pt x="573" y="0"/>
                  </a:cubicBezTo>
                  <a:cubicBezTo>
                    <a:pt x="639" y="82"/>
                    <a:pt x="639" y="82"/>
                    <a:pt x="639" y="82"/>
                  </a:cubicBezTo>
                  <a:cubicBezTo>
                    <a:pt x="639" y="24"/>
                    <a:pt x="639" y="24"/>
                    <a:pt x="639" y="24"/>
                  </a:cubicBezTo>
                  <a:cubicBezTo>
                    <a:pt x="640" y="12"/>
                    <a:pt x="634" y="5"/>
                    <a:pt x="621" y="5"/>
                  </a:cubicBezTo>
                  <a:cubicBezTo>
                    <a:pt x="621" y="0"/>
                    <a:pt x="621" y="0"/>
                    <a:pt x="621" y="0"/>
                  </a:cubicBezTo>
                  <a:cubicBezTo>
                    <a:pt x="662" y="0"/>
                    <a:pt x="662" y="0"/>
                    <a:pt x="662" y="0"/>
                  </a:cubicBezTo>
                  <a:cubicBezTo>
                    <a:pt x="662" y="5"/>
                    <a:pt x="662" y="5"/>
                    <a:pt x="662" y="5"/>
                  </a:cubicBezTo>
                  <a:cubicBezTo>
                    <a:pt x="651" y="6"/>
                    <a:pt x="646" y="11"/>
                    <a:pt x="647" y="21"/>
                  </a:cubicBezTo>
                  <a:cubicBezTo>
                    <a:pt x="647" y="132"/>
                    <a:pt x="647" y="132"/>
                    <a:pt x="647" y="132"/>
                  </a:cubicBezTo>
                  <a:cubicBezTo>
                    <a:pt x="642" y="132"/>
                    <a:pt x="642" y="132"/>
                    <a:pt x="642" y="132"/>
                  </a:cubicBezTo>
                  <a:cubicBezTo>
                    <a:pt x="557" y="29"/>
                    <a:pt x="557" y="29"/>
                    <a:pt x="557" y="29"/>
                  </a:cubicBezTo>
                  <a:cubicBezTo>
                    <a:pt x="557" y="105"/>
                    <a:pt x="557" y="105"/>
                    <a:pt x="557" y="105"/>
                  </a:cubicBezTo>
                  <a:cubicBezTo>
                    <a:pt x="556" y="118"/>
                    <a:pt x="562" y="125"/>
                    <a:pt x="575" y="125"/>
                  </a:cubicBezTo>
                  <a:cubicBezTo>
                    <a:pt x="575" y="129"/>
                    <a:pt x="575" y="129"/>
                    <a:pt x="575" y="129"/>
                  </a:cubicBezTo>
                  <a:cubicBezTo>
                    <a:pt x="532" y="129"/>
                    <a:pt x="532" y="129"/>
                    <a:pt x="532" y="129"/>
                  </a:cubicBezTo>
                  <a:close/>
                  <a:moveTo>
                    <a:pt x="727" y="143"/>
                  </a:moveTo>
                  <a:cubicBezTo>
                    <a:pt x="714" y="141"/>
                    <a:pt x="709" y="135"/>
                    <a:pt x="712" y="126"/>
                  </a:cubicBezTo>
                  <a:cubicBezTo>
                    <a:pt x="731" y="36"/>
                    <a:pt x="731" y="36"/>
                    <a:pt x="731" y="36"/>
                  </a:cubicBezTo>
                  <a:cubicBezTo>
                    <a:pt x="732" y="27"/>
                    <a:pt x="739" y="23"/>
                    <a:pt x="751" y="26"/>
                  </a:cubicBezTo>
                  <a:cubicBezTo>
                    <a:pt x="751" y="26"/>
                    <a:pt x="752" y="26"/>
                    <a:pt x="752" y="26"/>
                  </a:cubicBezTo>
                  <a:cubicBezTo>
                    <a:pt x="753" y="22"/>
                    <a:pt x="753" y="22"/>
                    <a:pt x="753" y="22"/>
                  </a:cubicBezTo>
                  <a:cubicBezTo>
                    <a:pt x="687" y="8"/>
                    <a:pt x="687" y="8"/>
                    <a:pt x="687" y="8"/>
                  </a:cubicBezTo>
                  <a:cubicBezTo>
                    <a:pt x="686" y="12"/>
                    <a:pt x="686" y="12"/>
                    <a:pt x="686" y="12"/>
                  </a:cubicBezTo>
                  <a:cubicBezTo>
                    <a:pt x="699" y="15"/>
                    <a:pt x="703" y="21"/>
                    <a:pt x="701" y="30"/>
                  </a:cubicBezTo>
                  <a:cubicBezTo>
                    <a:pt x="682" y="119"/>
                    <a:pt x="682" y="119"/>
                    <a:pt x="682" y="119"/>
                  </a:cubicBezTo>
                  <a:cubicBezTo>
                    <a:pt x="681" y="128"/>
                    <a:pt x="674" y="132"/>
                    <a:pt x="662" y="130"/>
                  </a:cubicBezTo>
                  <a:cubicBezTo>
                    <a:pt x="661" y="134"/>
                    <a:pt x="661" y="134"/>
                    <a:pt x="661" y="134"/>
                  </a:cubicBezTo>
                  <a:cubicBezTo>
                    <a:pt x="726" y="148"/>
                    <a:pt x="726" y="148"/>
                    <a:pt x="726" y="148"/>
                  </a:cubicBezTo>
                  <a:cubicBezTo>
                    <a:pt x="727" y="143"/>
                    <a:pt x="727" y="143"/>
                    <a:pt x="727" y="143"/>
                  </a:cubicBezTo>
                  <a:close/>
                  <a:moveTo>
                    <a:pt x="894" y="79"/>
                  </a:moveTo>
                  <a:cubicBezTo>
                    <a:pt x="892" y="83"/>
                    <a:pt x="892" y="83"/>
                    <a:pt x="892" y="83"/>
                  </a:cubicBezTo>
                  <a:cubicBezTo>
                    <a:pt x="885" y="80"/>
                    <a:pt x="878" y="82"/>
                    <a:pt x="870" y="91"/>
                  </a:cubicBezTo>
                  <a:cubicBezTo>
                    <a:pt x="786" y="174"/>
                    <a:pt x="786" y="174"/>
                    <a:pt x="786" y="174"/>
                  </a:cubicBezTo>
                  <a:cubicBezTo>
                    <a:pt x="781" y="172"/>
                    <a:pt x="781" y="172"/>
                    <a:pt x="781" y="172"/>
                  </a:cubicBezTo>
                  <a:cubicBezTo>
                    <a:pt x="783" y="49"/>
                    <a:pt x="783" y="49"/>
                    <a:pt x="783" y="49"/>
                  </a:cubicBezTo>
                  <a:cubicBezTo>
                    <a:pt x="783" y="40"/>
                    <a:pt x="780" y="33"/>
                    <a:pt x="773" y="30"/>
                  </a:cubicBezTo>
                  <a:cubicBezTo>
                    <a:pt x="775" y="26"/>
                    <a:pt x="775" y="26"/>
                    <a:pt x="775" y="26"/>
                  </a:cubicBezTo>
                  <a:cubicBezTo>
                    <a:pt x="833" y="52"/>
                    <a:pt x="833" y="52"/>
                    <a:pt x="833" y="52"/>
                  </a:cubicBezTo>
                  <a:cubicBezTo>
                    <a:pt x="832" y="56"/>
                    <a:pt x="832" y="56"/>
                    <a:pt x="832" y="56"/>
                  </a:cubicBezTo>
                  <a:cubicBezTo>
                    <a:pt x="820" y="51"/>
                    <a:pt x="814" y="52"/>
                    <a:pt x="813" y="57"/>
                  </a:cubicBezTo>
                  <a:cubicBezTo>
                    <a:pt x="812" y="60"/>
                    <a:pt x="812" y="66"/>
                    <a:pt x="812" y="74"/>
                  </a:cubicBezTo>
                  <a:cubicBezTo>
                    <a:pt x="810" y="140"/>
                    <a:pt x="810" y="140"/>
                    <a:pt x="810" y="140"/>
                  </a:cubicBezTo>
                  <a:cubicBezTo>
                    <a:pt x="858" y="92"/>
                    <a:pt x="858" y="92"/>
                    <a:pt x="858" y="92"/>
                  </a:cubicBezTo>
                  <a:cubicBezTo>
                    <a:pt x="858" y="92"/>
                    <a:pt x="859" y="91"/>
                    <a:pt x="860" y="90"/>
                  </a:cubicBezTo>
                  <a:cubicBezTo>
                    <a:pt x="864" y="86"/>
                    <a:pt x="866" y="84"/>
                    <a:pt x="867" y="82"/>
                  </a:cubicBezTo>
                  <a:cubicBezTo>
                    <a:pt x="870" y="77"/>
                    <a:pt x="866" y="72"/>
                    <a:pt x="855" y="67"/>
                  </a:cubicBezTo>
                  <a:cubicBezTo>
                    <a:pt x="857" y="63"/>
                    <a:pt x="857" y="63"/>
                    <a:pt x="857" y="63"/>
                  </a:cubicBezTo>
                  <a:cubicBezTo>
                    <a:pt x="894" y="79"/>
                    <a:pt x="894" y="79"/>
                    <a:pt x="894" y="79"/>
                  </a:cubicBezTo>
                  <a:close/>
                  <a:moveTo>
                    <a:pt x="920" y="102"/>
                  </a:moveTo>
                  <a:cubicBezTo>
                    <a:pt x="929" y="110"/>
                    <a:pt x="930" y="117"/>
                    <a:pt x="924" y="124"/>
                  </a:cubicBezTo>
                  <a:cubicBezTo>
                    <a:pt x="864" y="193"/>
                    <a:pt x="864" y="193"/>
                    <a:pt x="864" y="193"/>
                  </a:cubicBezTo>
                  <a:cubicBezTo>
                    <a:pt x="859" y="201"/>
                    <a:pt x="851" y="200"/>
                    <a:pt x="842" y="193"/>
                  </a:cubicBezTo>
                  <a:cubicBezTo>
                    <a:pt x="839" y="196"/>
                    <a:pt x="839" y="196"/>
                    <a:pt x="839" y="196"/>
                  </a:cubicBezTo>
                  <a:cubicBezTo>
                    <a:pt x="923" y="269"/>
                    <a:pt x="923" y="269"/>
                    <a:pt x="923" y="269"/>
                  </a:cubicBezTo>
                  <a:cubicBezTo>
                    <a:pt x="954" y="244"/>
                    <a:pt x="954" y="244"/>
                    <a:pt x="954" y="244"/>
                  </a:cubicBezTo>
                  <a:cubicBezTo>
                    <a:pt x="951" y="241"/>
                    <a:pt x="951" y="241"/>
                    <a:pt x="951" y="241"/>
                  </a:cubicBezTo>
                  <a:cubicBezTo>
                    <a:pt x="928" y="252"/>
                    <a:pt x="909" y="250"/>
                    <a:pt x="891" y="234"/>
                  </a:cubicBezTo>
                  <a:cubicBezTo>
                    <a:pt x="882" y="226"/>
                    <a:pt x="880" y="220"/>
                    <a:pt x="885" y="215"/>
                  </a:cubicBezTo>
                  <a:cubicBezTo>
                    <a:pt x="916" y="180"/>
                    <a:pt x="916" y="180"/>
                    <a:pt x="916" y="180"/>
                  </a:cubicBezTo>
                  <a:cubicBezTo>
                    <a:pt x="931" y="192"/>
                    <a:pt x="933" y="206"/>
                    <a:pt x="920" y="223"/>
                  </a:cubicBezTo>
                  <a:cubicBezTo>
                    <a:pt x="924" y="226"/>
                    <a:pt x="924" y="226"/>
                    <a:pt x="924" y="226"/>
                  </a:cubicBezTo>
                  <a:cubicBezTo>
                    <a:pt x="966" y="177"/>
                    <a:pt x="966" y="177"/>
                    <a:pt x="966" y="177"/>
                  </a:cubicBezTo>
                  <a:cubicBezTo>
                    <a:pt x="962" y="174"/>
                    <a:pt x="962" y="174"/>
                    <a:pt x="962" y="174"/>
                  </a:cubicBezTo>
                  <a:cubicBezTo>
                    <a:pt x="948" y="189"/>
                    <a:pt x="934" y="189"/>
                    <a:pt x="920" y="175"/>
                  </a:cubicBezTo>
                  <a:cubicBezTo>
                    <a:pt x="949" y="142"/>
                    <a:pt x="949" y="142"/>
                    <a:pt x="949" y="142"/>
                  </a:cubicBezTo>
                  <a:cubicBezTo>
                    <a:pt x="953" y="136"/>
                    <a:pt x="958" y="137"/>
                    <a:pt x="965" y="144"/>
                  </a:cubicBezTo>
                  <a:cubicBezTo>
                    <a:pt x="987" y="161"/>
                    <a:pt x="991" y="179"/>
                    <a:pt x="978" y="196"/>
                  </a:cubicBezTo>
                  <a:cubicBezTo>
                    <a:pt x="981" y="200"/>
                    <a:pt x="981" y="200"/>
                    <a:pt x="981" y="200"/>
                  </a:cubicBezTo>
                  <a:cubicBezTo>
                    <a:pt x="1006" y="171"/>
                    <a:pt x="1006" y="171"/>
                    <a:pt x="1006" y="171"/>
                  </a:cubicBezTo>
                  <a:cubicBezTo>
                    <a:pt x="923" y="99"/>
                    <a:pt x="923" y="99"/>
                    <a:pt x="923" y="99"/>
                  </a:cubicBezTo>
                  <a:cubicBezTo>
                    <a:pt x="920" y="102"/>
                    <a:pt x="920" y="102"/>
                    <a:pt x="920" y="102"/>
                  </a:cubicBezTo>
                  <a:close/>
                  <a:moveTo>
                    <a:pt x="1051" y="244"/>
                  </a:moveTo>
                  <a:cubicBezTo>
                    <a:pt x="1011" y="273"/>
                    <a:pt x="1011" y="273"/>
                    <a:pt x="1011" y="273"/>
                  </a:cubicBezTo>
                  <a:cubicBezTo>
                    <a:pt x="1026" y="294"/>
                    <a:pt x="1040" y="298"/>
                    <a:pt x="1056" y="284"/>
                  </a:cubicBezTo>
                  <a:cubicBezTo>
                    <a:pt x="1070" y="273"/>
                    <a:pt x="1073" y="261"/>
                    <a:pt x="1064" y="249"/>
                  </a:cubicBezTo>
                  <a:cubicBezTo>
                    <a:pt x="1059" y="241"/>
                    <a:pt x="1055" y="239"/>
                    <a:pt x="1051" y="244"/>
                  </a:cubicBezTo>
                  <a:close/>
                  <a:moveTo>
                    <a:pt x="1013" y="377"/>
                  </a:moveTo>
                  <a:cubicBezTo>
                    <a:pt x="1009" y="379"/>
                    <a:pt x="1009" y="379"/>
                    <a:pt x="1009" y="379"/>
                  </a:cubicBezTo>
                  <a:cubicBezTo>
                    <a:pt x="986" y="348"/>
                    <a:pt x="986" y="348"/>
                    <a:pt x="986" y="348"/>
                  </a:cubicBezTo>
                  <a:cubicBezTo>
                    <a:pt x="1010" y="281"/>
                    <a:pt x="1010" y="281"/>
                    <a:pt x="1010" y="281"/>
                  </a:cubicBezTo>
                  <a:cubicBezTo>
                    <a:pt x="1007" y="277"/>
                    <a:pt x="1007" y="277"/>
                    <a:pt x="1007" y="277"/>
                  </a:cubicBezTo>
                  <a:cubicBezTo>
                    <a:pt x="977" y="299"/>
                    <a:pt x="977" y="299"/>
                    <a:pt x="977" y="299"/>
                  </a:cubicBezTo>
                  <a:cubicBezTo>
                    <a:pt x="967" y="305"/>
                    <a:pt x="965" y="313"/>
                    <a:pt x="973" y="323"/>
                  </a:cubicBezTo>
                  <a:cubicBezTo>
                    <a:pt x="969" y="326"/>
                    <a:pt x="969" y="326"/>
                    <a:pt x="969" y="326"/>
                  </a:cubicBezTo>
                  <a:cubicBezTo>
                    <a:pt x="930" y="275"/>
                    <a:pt x="930" y="275"/>
                    <a:pt x="930" y="275"/>
                  </a:cubicBezTo>
                  <a:cubicBezTo>
                    <a:pt x="934" y="272"/>
                    <a:pt x="934" y="272"/>
                    <a:pt x="934" y="272"/>
                  </a:cubicBezTo>
                  <a:cubicBezTo>
                    <a:pt x="941" y="282"/>
                    <a:pt x="949" y="283"/>
                    <a:pt x="958" y="274"/>
                  </a:cubicBezTo>
                  <a:cubicBezTo>
                    <a:pt x="1025" y="224"/>
                    <a:pt x="1025" y="224"/>
                    <a:pt x="1025" y="224"/>
                  </a:cubicBezTo>
                  <a:cubicBezTo>
                    <a:pt x="1036" y="217"/>
                    <a:pt x="1038" y="209"/>
                    <a:pt x="1030" y="200"/>
                  </a:cubicBezTo>
                  <a:cubicBezTo>
                    <a:pt x="1033" y="197"/>
                    <a:pt x="1033" y="197"/>
                    <a:pt x="1033" y="197"/>
                  </a:cubicBezTo>
                  <a:cubicBezTo>
                    <a:pt x="1070" y="246"/>
                    <a:pt x="1070" y="246"/>
                    <a:pt x="1070" y="246"/>
                  </a:cubicBezTo>
                  <a:cubicBezTo>
                    <a:pt x="1091" y="274"/>
                    <a:pt x="1093" y="295"/>
                    <a:pt x="1076" y="309"/>
                  </a:cubicBezTo>
                  <a:cubicBezTo>
                    <a:pt x="1063" y="319"/>
                    <a:pt x="1049" y="317"/>
                    <a:pt x="1032" y="305"/>
                  </a:cubicBezTo>
                  <a:cubicBezTo>
                    <a:pt x="1011" y="368"/>
                    <a:pt x="1011" y="368"/>
                    <a:pt x="1011" y="368"/>
                  </a:cubicBezTo>
                  <a:cubicBezTo>
                    <a:pt x="1011" y="372"/>
                    <a:pt x="1011" y="375"/>
                    <a:pt x="1013" y="377"/>
                  </a:cubicBezTo>
                  <a:close/>
                  <a:moveTo>
                    <a:pt x="1121" y="427"/>
                  </a:moveTo>
                  <a:cubicBezTo>
                    <a:pt x="1159" y="412"/>
                    <a:pt x="1159" y="412"/>
                    <a:pt x="1159" y="412"/>
                  </a:cubicBezTo>
                  <a:cubicBezTo>
                    <a:pt x="1157" y="406"/>
                    <a:pt x="1157" y="406"/>
                    <a:pt x="1157" y="406"/>
                  </a:cubicBezTo>
                  <a:cubicBezTo>
                    <a:pt x="1152" y="407"/>
                    <a:pt x="1149" y="406"/>
                    <a:pt x="1148" y="403"/>
                  </a:cubicBezTo>
                  <a:cubicBezTo>
                    <a:pt x="1148" y="402"/>
                    <a:pt x="1147" y="399"/>
                    <a:pt x="1147" y="395"/>
                  </a:cubicBezTo>
                  <a:cubicBezTo>
                    <a:pt x="1147" y="386"/>
                    <a:pt x="1145" y="378"/>
                    <a:pt x="1143" y="373"/>
                  </a:cubicBezTo>
                  <a:cubicBezTo>
                    <a:pt x="1133" y="348"/>
                    <a:pt x="1116" y="340"/>
                    <a:pt x="1092" y="348"/>
                  </a:cubicBezTo>
                  <a:cubicBezTo>
                    <a:pt x="1077" y="353"/>
                    <a:pt x="1069" y="368"/>
                    <a:pt x="1067" y="393"/>
                  </a:cubicBezTo>
                  <a:cubicBezTo>
                    <a:pt x="1066" y="407"/>
                    <a:pt x="1066" y="407"/>
                    <a:pt x="1066" y="407"/>
                  </a:cubicBezTo>
                  <a:cubicBezTo>
                    <a:pt x="1066" y="423"/>
                    <a:pt x="1062" y="433"/>
                    <a:pt x="1052" y="436"/>
                  </a:cubicBezTo>
                  <a:cubicBezTo>
                    <a:pt x="1039" y="440"/>
                    <a:pt x="1030" y="435"/>
                    <a:pt x="1024" y="422"/>
                  </a:cubicBezTo>
                  <a:cubicBezTo>
                    <a:pt x="1017" y="403"/>
                    <a:pt x="1024" y="386"/>
                    <a:pt x="1046" y="370"/>
                  </a:cubicBezTo>
                  <a:cubicBezTo>
                    <a:pt x="1045" y="365"/>
                    <a:pt x="1045" y="365"/>
                    <a:pt x="1045" y="365"/>
                  </a:cubicBezTo>
                  <a:cubicBezTo>
                    <a:pt x="1002" y="382"/>
                    <a:pt x="1002" y="382"/>
                    <a:pt x="1002" y="382"/>
                  </a:cubicBezTo>
                  <a:cubicBezTo>
                    <a:pt x="1004" y="387"/>
                    <a:pt x="1004" y="387"/>
                    <a:pt x="1004" y="387"/>
                  </a:cubicBezTo>
                  <a:cubicBezTo>
                    <a:pt x="1008" y="387"/>
                    <a:pt x="1010" y="388"/>
                    <a:pt x="1011" y="391"/>
                  </a:cubicBezTo>
                  <a:cubicBezTo>
                    <a:pt x="1012" y="392"/>
                    <a:pt x="1013" y="395"/>
                    <a:pt x="1013" y="399"/>
                  </a:cubicBezTo>
                  <a:cubicBezTo>
                    <a:pt x="1014" y="408"/>
                    <a:pt x="1016" y="416"/>
                    <a:pt x="1019" y="423"/>
                  </a:cubicBezTo>
                  <a:cubicBezTo>
                    <a:pt x="1031" y="450"/>
                    <a:pt x="1049" y="460"/>
                    <a:pt x="1072" y="452"/>
                  </a:cubicBezTo>
                  <a:cubicBezTo>
                    <a:pt x="1087" y="446"/>
                    <a:pt x="1095" y="436"/>
                    <a:pt x="1097" y="420"/>
                  </a:cubicBezTo>
                  <a:cubicBezTo>
                    <a:pt x="1099" y="389"/>
                    <a:pt x="1099" y="389"/>
                    <a:pt x="1099" y="389"/>
                  </a:cubicBezTo>
                  <a:cubicBezTo>
                    <a:pt x="1100" y="373"/>
                    <a:pt x="1104" y="364"/>
                    <a:pt x="1113" y="362"/>
                  </a:cubicBezTo>
                  <a:cubicBezTo>
                    <a:pt x="1123" y="358"/>
                    <a:pt x="1131" y="362"/>
                    <a:pt x="1137" y="374"/>
                  </a:cubicBezTo>
                  <a:cubicBezTo>
                    <a:pt x="1143" y="391"/>
                    <a:pt x="1137" y="407"/>
                    <a:pt x="1119" y="422"/>
                  </a:cubicBezTo>
                  <a:cubicBezTo>
                    <a:pt x="1121" y="427"/>
                    <a:pt x="1121" y="427"/>
                    <a:pt x="1121" y="427"/>
                  </a:cubicBezTo>
                  <a:close/>
                  <a:moveTo>
                    <a:pt x="1055" y="527"/>
                  </a:moveTo>
                  <a:cubicBezTo>
                    <a:pt x="1051" y="528"/>
                    <a:pt x="1051" y="528"/>
                    <a:pt x="1051" y="528"/>
                  </a:cubicBezTo>
                  <a:cubicBezTo>
                    <a:pt x="1035" y="463"/>
                    <a:pt x="1035" y="463"/>
                    <a:pt x="1035" y="463"/>
                  </a:cubicBezTo>
                  <a:cubicBezTo>
                    <a:pt x="1039" y="462"/>
                    <a:pt x="1039" y="462"/>
                    <a:pt x="1039" y="462"/>
                  </a:cubicBezTo>
                  <a:cubicBezTo>
                    <a:pt x="1043" y="474"/>
                    <a:pt x="1049" y="479"/>
                    <a:pt x="1057" y="476"/>
                  </a:cubicBezTo>
                  <a:cubicBezTo>
                    <a:pt x="1146" y="454"/>
                    <a:pt x="1146" y="454"/>
                    <a:pt x="1146" y="454"/>
                  </a:cubicBezTo>
                  <a:cubicBezTo>
                    <a:pt x="1155" y="452"/>
                    <a:pt x="1159" y="445"/>
                    <a:pt x="1155" y="433"/>
                  </a:cubicBezTo>
                  <a:cubicBezTo>
                    <a:pt x="1160" y="432"/>
                    <a:pt x="1160" y="432"/>
                    <a:pt x="1160" y="432"/>
                  </a:cubicBezTo>
                  <a:cubicBezTo>
                    <a:pt x="1176" y="497"/>
                    <a:pt x="1176" y="497"/>
                    <a:pt x="1176" y="497"/>
                  </a:cubicBezTo>
                  <a:cubicBezTo>
                    <a:pt x="1172" y="498"/>
                    <a:pt x="1172" y="498"/>
                    <a:pt x="1172" y="498"/>
                  </a:cubicBezTo>
                  <a:cubicBezTo>
                    <a:pt x="1172" y="497"/>
                    <a:pt x="1171" y="497"/>
                    <a:pt x="1171" y="496"/>
                  </a:cubicBezTo>
                  <a:cubicBezTo>
                    <a:pt x="1168" y="485"/>
                    <a:pt x="1163" y="480"/>
                    <a:pt x="1153" y="483"/>
                  </a:cubicBezTo>
                  <a:cubicBezTo>
                    <a:pt x="1065" y="505"/>
                    <a:pt x="1065" y="505"/>
                    <a:pt x="1065" y="505"/>
                  </a:cubicBezTo>
                  <a:cubicBezTo>
                    <a:pt x="1055" y="507"/>
                    <a:pt x="1052" y="514"/>
                    <a:pt x="1055" y="527"/>
                  </a:cubicBezTo>
                  <a:close/>
                  <a:moveTo>
                    <a:pt x="1057" y="616"/>
                  </a:moveTo>
                  <a:cubicBezTo>
                    <a:pt x="1056" y="602"/>
                    <a:pt x="1062" y="596"/>
                    <a:pt x="1075" y="597"/>
                  </a:cubicBezTo>
                  <a:cubicBezTo>
                    <a:pt x="1175" y="595"/>
                    <a:pt x="1175" y="595"/>
                    <a:pt x="1175" y="595"/>
                  </a:cubicBezTo>
                  <a:cubicBezTo>
                    <a:pt x="1176" y="617"/>
                    <a:pt x="1166" y="630"/>
                    <a:pt x="1144" y="632"/>
                  </a:cubicBezTo>
                  <a:cubicBezTo>
                    <a:pt x="1144" y="638"/>
                    <a:pt x="1144" y="638"/>
                    <a:pt x="1144" y="638"/>
                  </a:cubicBezTo>
                  <a:cubicBezTo>
                    <a:pt x="1182" y="637"/>
                    <a:pt x="1182" y="637"/>
                    <a:pt x="1182" y="637"/>
                  </a:cubicBezTo>
                  <a:cubicBezTo>
                    <a:pt x="1180" y="523"/>
                    <a:pt x="1180" y="523"/>
                    <a:pt x="1180" y="523"/>
                  </a:cubicBezTo>
                  <a:cubicBezTo>
                    <a:pt x="1142" y="523"/>
                    <a:pt x="1142" y="523"/>
                    <a:pt x="1142" y="523"/>
                  </a:cubicBezTo>
                  <a:cubicBezTo>
                    <a:pt x="1142" y="528"/>
                    <a:pt x="1142" y="528"/>
                    <a:pt x="1142" y="528"/>
                  </a:cubicBezTo>
                  <a:cubicBezTo>
                    <a:pt x="1164" y="530"/>
                    <a:pt x="1175" y="542"/>
                    <a:pt x="1175" y="565"/>
                  </a:cubicBezTo>
                  <a:cubicBezTo>
                    <a:pt x="1074" y="566"/>
                    <a:pt x="1074" y="566"/>
                    <a:pt x="1074" y="566"/>
                  </a:cubicBezTo>
                  <a:cubicBezTo>
                    <a:pt x="1061" y="568"/>
                    <a:pt x="1055" y="562"/>
                    <a:pt x="1056" y="548"/>
                  </a:cubicBezTo>
                  <a:cubicBezTo>
                    <a:pt x="1051" y="548"/>
                    <a:pt x="1051" y="548"/>
                    <a:pt x="1051" y="548"/>
                  </a:cubicBezTo>
                  <a:cubicBezTo>
                    <a:pt x="1053" y="616"/>
                    <a:pt x="1053" y="616"/>
                    <a:pt x="1053" y="616"/>
                  </a:cubicBezTo>
                  <a:cubicBezTo>
                    <a:pt x="1057" y="616"/>
                    <a:pt x="1057" y="616"/>
                    <a:pt x="1057" y="616"/>
                  </a:cubicBezTo>
                  <a:close/>
                  <a:moveTo>
                    <a:pt x="1151" y="794"/>
                  </a:moveTo>
                  <a:cubicBezTo>
                    <a:pt x="1146" y="793"/>
                    <a:pt x="1146" y="793"/>
                    <a:pt x="1146" y="793"/>
                  </a:cubicBezTo>
                  <a:cubicBezTo>
                    <a:pt x="1146" y="793"/>
                    <a:pt x="1146" y="793"/>
                    <a:pt x="1146" y="792"/>
                  </a:cubicBezTo>
                  <a:cubicBezTo>
                    <a:pt x="1147" y="787"/>
                    <a:pt x="1145" y="782"/>
                    <a:pt x="1142" y="779"/>
                  </a:cubicBezTo>
                  <a:cubicBezTo>
                    <a:pt x="1091" y="731"/>
                    <a:pt x="1091" y="731"/>
                    <a:pt x="1091" y="731"/>
                  </a:cubicBezTo>
                  <a:cubicBezTo>
                    <a:pt x="1057" y="724"/>
                    <a:pt x="1057" y="724"/>
                    <a:pt x="1057" y="724"/>
                  </a:cubicBezTo>
                  <a:cubicBezTo>
                    <a:pt x="1045" y="720"/>
                    <a:pt x="1038" y="724"/>
                    <a:pt x="1036" y="737"/>
                  </a:cubicBezTo>
                  <a:cubicBezTo>
                    <a:pt x="1031" y="736"/>
                    <a:pt x="1031" y="736"/>
                    <a:pt x="1031" y="736"/>
                  </a:cubicBezTo>
                  <a:cubicBezTo>
                    <a:pt x="1045" y="671"/>
                    <a:pt x="1045" y="671"/>
                    <a:pt x="1045" y="671"/>
                  </a:cubicBezTo>
                  <a:cubicBezTo>
                    <a:pt x="1049" y="672"/>
                    <a:pt x="1049" y="672"/>
                    <a:pt x="1049" y="672"/>
                  </a:cubicBezTo>
                  <a:cubicBezTo>
                    <a:pt x="1046" y="685"/>
                    <a:pt x="1051" y="692"/>
                    <a:pt x="1063" y="693"/>
                  </a:cubicBezTo>
                  <a:cubicBezTo>
                    <a:pt x="1091" y="699"/>
                    <a:pt x="1091" y="699"/>
                    <a:pt x="1091" y="699"/>
                  </a:cubicBezTo>
                  <a:cubicBezTo>
                    <a:pt x="1160" y="678"/>
                    <a:pt x="1160" y="678"/>
                    <a:pt x="1160" y="678"/>
                  </a:cubicBezTo>
                  <a:cubicBezTo>
                    <a:pt x="1167" y="676"/>
                    <a:pt x="1171" y="672"/>
                    <a:pt x="1173" y="665"/>
                  </a:cubicBezTo>
                  <a:cubicBezTo>
                    <a:pt x="1178" y="666"/>
                    <a:pt x="1178" y="666"/>
                    <a:pt x="1178" y="666"/>
                  </a:cubicBezTo>
                  <a:cubicBezTo>
                    <a:pt x="1164" y="729"/>
                    <a:pt x="1164" y="729"/>
                    <a:pt x="1164" y="729"/>
                  </a:cubicBezTo>
                  <a:cubicBezTo>
                    <a:pt x="1160" y="728"/>
                    <a:pt x="1160" y="728"/>
                    <a:pt x="1160" y="728"/>
                  </a:cubicBezTo>
                  <a:cubicBezTo>
                    <a:pt x="1163" y="716"/>
                    <a:pt x="1162" y="711"/>
                    <a:pt x="1157" y="711"/>
                  </a:cubicBezTo>
                  <a:cubicBezTo>
                    <a:pt x="1155" y="711"/>
                    <a:pt x="1152" y="711"/>
                    <a:pt x="1148" y="713"/>
                  </a:cubicBezTo>
                  <a:cubicBezTo>
                    <a:pt x="1147" y="713"/>
                    <a:pt x="1146" y="714"/>
                    <a:pt x="1146" y="714"/>
                  </a:cubicBezTo>
                  <a:cubicBezTo>
                    <a:pt x="1097" y="727"/>
                    <a:pt x="1097" y="727"/>
                    <a:pt x="1097" y="727"/>
                  </a:cubicBezTo>
                  <a:cubicBezTo>
                    <a:pt x="1128" y="755"/>
                    <a:pt x="1128" y="755"/>
                    <a:pt x="1128" y="755"/>
                  </a:cubicBezTo>
                  <a:cubicBezTo>
                    <a:pt x="1133" y="760"/>
                    <a:pt x="1138" y="764"/>
                    <a:pt x="1143" y="765"/>
                  </a:cubicBezTo>
                  <a:cubicBezTo>
                    <a:pt x="1148" y="767"/>
                    <a:pt x="1152" y="763"/>
                    <a:pt x="1155" y="752"/>
                  </a:cubicBezTo>
                  <a:cubicBezTo>
                    <a:pt x="1159" y="753"/>
                    <a:pt x="1159" y="753"/>
                    <a:pt x="1159" y="753"/>
                  </a:cubicBezTo>
                  <a:lnTo>
                    <a:pt x="1151" y="794"/>
                  </a:lnTo>
                  <a:close/>
                </a:path>
              </a:pathLst>
            </a:custGeom>
            <a:solidFill>
              <a:srgbClr val="2257AE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44" name="íṥļiďè"/>
            <p:cNvSpPr/>
            <p:nvPr/>
          </p:nvSpPr>
          <p:spPr bwMode="auto">
            <a:xfrm>
              <a:off x="5224965" y="2643167"/>
              <a:ext cx="70111" cy="84616"/>
            </a:xfrm>
            <a:custGeom>
              <a:avLst/>
              <a:gdLst>
                <a:gd name="T0" fmla="*/ 4 w 111"/>
                <a:gd name="T1" fmla="*/ 78 h 133"/>
                <a:gd name="T2" fmla="*/ 1 w 111"/>
                <a:gd name="T3" fmla="*/ 41 h 133"/>
                <a:gd name="T4" fmla="*/ 14 w 111"/>
                <a:gd name="T5" fmla="*/ 16 h 133"/>
                <a:gd name="T6" fmla="*/ 40 w 111"/>
                <a:gd name="T7" fmla="*/ 3 h 133"/>
                <a:gd name="T8" fmla="*/ 63 w 111"/>
                <a:gd name="T9" fmla="*/ 1 h 133"/>
                <a:gd name="T10" fmla="*/ 82 w 111"/>
                <a:gd name="T11" fmla="*/ 9 h 133"/>
                <a:gd name="T12" fmla="*/ 96 w 111"/>
                <a:gd name="T13" fmla="*/ 26 h 133"/>
                <a:gd name="T14" fmla="*/ 106 w 111"/>
                <a:gd name="T15" fmla="*/ 54 h 133"/>
                <a:gd name="T16" fmla="*/ 109 w 111"/>
                <a:gd name="T17" fmla="*/ 91 h 133"/>
                <a:gd name="T18" fmla="*/ 97 w 111"/>
                <a:gd name="T19" fmla="*/ 115 h 133"/>
                <a:gd name="T20" fmla="*/ 70 w 111"/>
                <a:gd name="T21" fmla="*/ 129 h 133"/>
                <a:gd name="T22" fmla="*/ 31 w 111"/>
                <a:gd name="T23" fmla="*/ 125 h 133"/>
                <a:gd name="T24" fmla="*/ 4 w 111"/>
                <a:gd name="T25" fmla="*/ 78 h 133"/>
                <a:gd name="T26" fmla="*/ 24 w 111"/>
                <a:gd name="T27" fmla="*/ 73 h 133"/>
                <a:gd name="T28" fmla="*/ 42 w 111"/>
                <a:gd name="T29" fmla="*/ 112 h 133"/>
                <a:gd name="T30" fmla="*/ 67 w 111"/>
                <a:gd name="T31" fmla="*/ 117 h 133"/>
                <a:gd name="T32" fmla="*/ 87 w 111"/>
                <a:gd name="T33" fmla="*/ 101 h 133"/>
                <a:gd name="T34" fmla="*/ 87 w 111"/>
                <a:gd name="T35" fmla="*/ 59 h 133"/>
                <a:gd name="T36" fmla="*/ 68 w 111"/>
                <a:gd name="T37" fmla="*/ 20 h 133"/>
                <a:gd name="T38" fmla="*/ 43 w 111"/>
                <a:gd name="T39" fmla="*/ 15 h 133"/>
                <a:gd name="T40" fmla="*/ 24 w 111"/>
                <a:gd name="T41" fmla="*/ 29 h 133"/>
                <a:gd name="T42" fmla="*/ 24 w 111"/>
                <a:gd name="T43" fmla="*/ 73 h 13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</a:cxnLst>
              <a:rect l="0" t="0" r="r" b="b"/>
              <a:pathLst>
                <a:path w="111" h="133">
                  <a:moveTo>
                    <a:pt x="4" y="78"/>
                  </a:moveTo>
                  <a:cubicBezTo>
                    <a:pt x="0" y="63"/>
                    <a:pt x="0" y="51"/>
                    <a:pt x="1" y="41"/>
                  </a:cubicBezTo>
                  <a:cubicBezTo>
                    <a:pt x="3" y="31"/>
                    <a:pt x="7" y="23"/>
                    <a:pt x="14" y="16"/>
                  </a:cubicBezTo>
                  <a:cubicBezTo>
                    <a:pt x="20" y="10"/>
                    <a:pt x="29" y="5"/>
                    <a:pt x="40" y="3"/>
                  </a:cubicBezTo>
                  <a:cubicBezTo>
                    <a:pt x="49" y="1"/>
                    <a:pt x="56" y="0"/>
                    <a:pt x="63" y="1"/>
                  </a:cubicBezTo>
                  <a:cubicBezTo>
                    <a:pt x="70" y="3"/>
                    <a:pt x="77" y="5"/>
                    <a:pt x="82" y="9"/>
                  </a:cubicBezTo>
                  <a:cubicBezTo>
                    <a:pt x="87" y="13"/>
                    <a:pt x="92" y="19"/>
                    <a:pt x="96" y="26"/>
                  </a:cubicBezTo>
                  <a:cubicBezTo>
                    <a:pt x="100" y="32"/>
                    <a:pt x="104" y="42"/>
                    <a:pt x="106" y="54"/>
                  </a:cubicBezTo>
                  <a:cubicBezTo>
                    <a:pt x="110" y="69"/>
                    <a:pt x="111" y="81"/>
                    <a:pt x="109" y="91"/>
                  </a:cubicBezTo>
                  <a:cubicBezTo>
                    <a:pt x="107" y="101"/>
                    <a:pt x="103" y="109"/>
                    <a:pt x="97" y="115"/>
                  </a:cubicBezTo>
                  <a:cubicBezTo>
                    <a:pt x="90" y="122"/>
                    <a:pt x="81" y="127"/>
                    <a:pt x="70" y="129"/>
                  </a:cubicBezTo>
                  <a:cubicBezTo>
                    <a:pt x="55" y="133"/>
                    <a:pt x="42" y="131"/>
                    <a:pt x="31" y="125"/>
                  </a:cubicBezTo>
                  <a:cubicBezTo>
                    <a:pt x="18" y="117"/>
                    <a:pt x="9" y="101"/>
                    <a:pt x="4" y="78"/>
                  </a:cubicBezTo>
                  <a:close/>
                  <a:moveTo>
                    <a:pt x="24" y="73"/>
                  </a:moveTo>
                  <a:cubicBezTo>
                    <a:pt x="28" y="94"/>
                    <a:pt x="35" y="106"/>
                    <a:pt x="42" y="112"/>
                  </a:cubicBezTo>
                  <a:cubicBezTo>
                    <a:pt x="50" y="117"/>
                    <a:pt x="58" y="119"/>
                    <a:pt x="67" y="117"/>
                  </a:cubicBezTo>
                  <a:cubicBezTo>
                    <a:pt x="76" y="115"/>
                    <a:pt x="82" y="110"/>
                    <a:pt x="87" y="101"/>
                  </a:cubicBezTo>
                  <a:cubicBezTo>
                    <a:pt x="91" y="93"/>
                    <a:pt x="91" y="79"/>
                    <a:pt x="87" y="59"/>
                  </a:cubicBezTo>
                  <a:cubicBezTo>
                    <a:pt x="82" y="38"/>
                    <a:pt x="76" y="25"/>
                    <a:pt x="68" y="20"/>
                  </a:cubicBezTo>
                  <a:cubicBezTo>
                    <a:pt x="60" y="15"/>
                    <a:pt x="52" y="13"/>
                    <a:pt x="43" y="15"/>
                  </a:cubicBezTo>
                  <a:cubicBezTo>
                    <a:pt x="34" y="17"/>
                    <a:pt x="28" y="22"/>
                    <a:pt x="24" y="29"/>
                  </a:cubicBezTo>
                  <a:cubicBezTo>
                    <a:pt x="19" y="38"/>
                    <a:pt x="19" y="53"/>
                    <a:pt x="24" y="73"/>
                  </a:cubicBezTo>
                  <a:close/>
                </a:path>
              </a:pathLst>
            </a:custGeom>
            <a:solidFill>
              <a:srgbClr val="2257AE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45" name="ïşḻiḋe"/>
            <p:cNvSpPr/>
            <p:nvPr/>
          </p:nvSpPr>
          <p:spPr bwMode="auto">
            <a:xfrm>
              <a:off x="5357933" y="2585950"/>
              <a:ext cx="77363" cy="91063"/>
            </a:xfrm>
            <a:custGeom>
              <a:avLst/>
              <a:gdLst>
                <a:gd name="T0" fmla="*/ 21 w 123"/>
                <a:gd name="T1" fmla="*/ 125 h 144"/>
                <a:gd name="T2" fmla="*/ 40 w 123"/>
                <a:gd name="T3" fmla="*/ 115 h 144"/>
                <a:gd name="T4" fmla="*/ 58 w 123"/>
                <a:gd name="T5" fmla="*/ 127 h 144"/>
                <a:gd name="T6" fmla="*/ 79 w 123"/>
                <a:gd name="T7" fmla="*/ 125 h 144"/>
                <a:gd name="T8" fmla="*/ 99 w 123"/>
                <a:gd name="T9" fmla="*/ 107 h 144"/>
                <a:gd name="T10" fmla="*/ 99 w 123"/>
                <a:gd name="T11" fmla="*/ 82 h 144"/>
                <a:gd name="T12" fmla="*/ 81 w 123"/>
                <a:gd name="T13" fmla="*/ 67 h 144"/>
                <a:gd name="T14" fmla="*/ 54 w 123"/>
                <a:gd name="T15" fmla="*/ 70 h 144"/>
                <a:gd name="T16" fmla="*/ 39 w 123"/>
                <a:gd name="T17" fmla="*/ 80 h 144"/>
                <a:gd name="T18" fmla="*/ 31 w 123"/>
                <a:gd name="T19" fmla="*/ 93 h 144"/>
                <a:gd name="T20" fmla="*/ 13 w 123"/>
                <a:gd name="T21" fmla="*/ 99 h 144"/>
                <a:gd name="T22" fmla="*/ 0 w 123"/>
                <a:gd name="T23" fmla="*/ 33 h 144"/>
                <a:gd name="T24" fmla="*/ 76 w 123"/>
                <a:gd name="T25" fmla="*/ 0 h 144"/>
                <a:gd name="T26" fmla="*/ 83 w 123"/>
                <a:gd name="T27" fmla="*/ 14 h 144"/>
                <a:gd name="T28" fmla="*/ 22 w 123"/>
                <a:gd name="T29" fmla="*/ 40 h 144"/>
                <a:gd name="T30" fmla="*/ 28 w 123"/>
                <a:gd name="T31" fmla="*/ 75 h 144"/>
                <a:gd name="T32" fmla="*/ 53 w 123"/>
                <a:gd name="T33" fmla="*/ 55 h 144"/>
                <a:gd name="T34" fmla="*/ 92 w 123"/>
                <a:gd name="T35" fmla="*/ 51 h 144"/>
                <a:gd name="T36" fmla="*/ 118 w 123"/>
                <a:gd name="T37" fmla="*/ 73 h 144"/>
                <a:gd name="T38" fmla="*/ 119 w 123"/>
                <a:gd name="T39" fmla="*/ 105 h 144"/>
                <a:gd name="T40" fmla="*/ 85 w 123"/>
                <a:gd name="T41" fmla="*/ 136 h 144"/>
                <a:gd name="T42" fmla="*/ 47 w 123"/>
                <a:gd name="T43" fmla="*/ 142 h 144"/>
                <a:gd name="T44" fmla="*/ 21 w 123"/>
                <a:gd name="T45" fmla="*/ 125 h 14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</a:cxnLst>
              <a:rect l="0" t="0" r="r" b="b"/>
              <a:pathLst>
                <a:path w="123" h="144">
                  <a:moveTo>
                    <a:pt x="21" y="125"/>
                  </a:moveTo>
                  <a:cubicBezTo>
                    <a:pt x="40" y="115"/>
                    <a:pt x="40" y="115"/>
                    <a:pt x="40" y="115"/>
                  </a:cubicBezTo>
                  <a:cubicBezTo>
                    <a:pt x="45" y="122"/>
                    <a:pt x="51" y="126"/>
                    <a:pt x="58" y="127"/>
                  </a:cubicBezTo>
                  <a:cubicBezTo>
                    <a:pt x="65" y="129"/>
                    <a:pt x="72" y="128"/>
                    <a:pt x="79" y="125"/>
                  </a:cubicBezTo>
                  <a:cubicBezTo>
                    <a:pt x="89" y="121"/>
                    <a:pt x="95" y="115"/>
                    <a:pt x="99" y="107"/>
                  </a:cubicBezTo>
                  <a:cubicBezTo>
                    <a:pt x="103" y="99"/>
                    <a:pt x="103" y="91"/>
                    <a:pt x="99" y="82"/>
                  </a:cubicBezTo>
                  <a:cubicBezTo>
                    <a:pt x="95" y="74"/>
                    <a:pt x="89" y="69"/>
                    <a:pt x="81" y="67"/>
                  </a:cubicBezTo>
                  <a:cubicBezTo>
                    <a:pt x="73" y="65"/>
                    <a:pt x="64" y="66"/>
                    <a:pt x="54" y="70"/>
                  </a:cubicBezTo>
                  <a:cubicBezTo>
                    <a:pt x="48" y="72"/>
                    <a:pt x="43" y="76"/>
                    <a:pt x="39" y="80"/>
                  </a:cubicBezTo>
                  <a:cubicBezTo>
                    <a:pt x="35" y="84"/>
                    <a:pt x="33" y="89"/>
                    <a:pt x="31" y="93"/>
                  </a:cubicBezTo>
                  <a:cubicBezTo>
                    <a:pt x="13" y="99"/>
                    <a:pt x="13" y="99"/>
                    <a:pt x="13" y="99"/>
                  </a:cubicBezTo>
                  <a:cubicBezTo>
                    <a:pt x="0" y="33"/>
                    <a:pt x="0" y="33"/>
                    <a:pt x="0" y="33"/>
                  </a:cubicBezTo>
                  <a:cubicBezTo>
                    <a:pt x="76" y="0"/>
                    <a:pt x="76" y="0"/>
                    <a:pt x="76" y="0"/>
                  </a:cubicBezTo>
                  <a:cubicBezTo>
                    <a:pt x="83" y="14"/>
                    <a:pt x="83" y="14"/>
                    <a:pt x="83" y="14"/>
                  </a:cubicBezTo>
                  <a:cubicBezTo>
                    <a:pt x="22" y="40"/>
                    <a:pt x="22" y="40"/>
                    <a:pt x="22" y="40"/>
                  </a:cubicBezTo>
                  <a:cubicBezTo>
                    <a:pt x="28" y="75"/>
                    <a:pt x="28" y="75"/>
                    <a:pt x="28" y="75"/>
                  </a:cubicBezTo>
                  <a:cubicBezTo>
                    <a:pt x="35" y="66"/>
                    <a:pt x="43" y="59"/>
                    <a:pt x="53" y="55"/>
                  </a:cubicBezTo>
                  <a:cubicBezTo>
                    <a:pt x="67" y="49"/>
                    <a:pt x="79" y="48"/>
                    <a:pt x="92" y="51"/>
                  </a:cubicBezTo>
                  <a:cubicBezTo>
                    <a:pt x="104" y="54"/>
                    <a:pt x="113" y="62"/>
                    <a:pt x="118" y="73"/>
                  </a:cubicBezTo>
                  <a:cubicBezTo>
                    <a:pt x="123" y="83"/>
                    <a:pt x="123" y="94"/>
                    <a:pt x="119" y="105"/>
                  </a:cubicBezTo>
                  <a:cubicBezTo>
                    <a:pt x="113" y="119"/>
                    <a:pt x="102" y="129"/>
                    <a:pt x="85" y="136"/>
                  </a:cubicBezTo>
                  <a:cubicBezTo>
                    <a:pt x="71" y="142"/>
                    <a:pt x="58" y="144"/>
                    <a:pt x="47" y="142"/>
                  </a:cubicBezTo>
                  <a:cubicBezTo>
                    <a:pt x="35" y="140"/>
                    <a:pt x="27" y="134"/>
                    <a:pt x="21" y="125"/>
                  </a:cubicBezTo>
                  <a:close/>
                </a:path>
              </a:pathLst>
            </a:custGeom>
            <a:solidFill>
              <a:srgbClr val="2257AE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46" name="iśḷiḍê"/>
            <p:cNvSpPr/>
            <p:nvPr/>
          </p:nvSpPr>
          <p:spPr bwMode="auto">
            <a:xfrm>
              <a:off x="5079104" y="2633496"/>
              <a:ext cx="74139" cy="83810"/>
            </a:xfrm>
            <a:custGeom>
              <a:avLst/>
              <a:gdLst>
                <a:gd name="T0" fmla="*/ 1 w 117"/>
                <a:gd name="T1" fmla="*/ 84 h 132"/>
                <a:gd name="T2" fmla="*/ 20 w 117"/>
                <a:gd name="T3" fmla="*/ 88 h 132"/>
                <a:gd name="T4" fmla="*/ 25 w 117"/>
                <a:gd name="T5" fmla="*/ 106 h 132"/>
                <a:gd name="T6" fmla="*/ 40 w 117"/>
                <a:gd name="T7" fmla="*/ 115 h 132"/>
                <a:gd name="T8" fmla="*/ 57 w 117"/>
                <a:gd name="T9" fmla="*/ 117 h 132"/>
                <a:gd name="T10" fmla="*/ 70 w 117"/>
                <a:gd name="T11" fmla="*/ 112 h 132"/>
                <a:gd name="T12" fmla="*/ 81 w 117"/>
                <a:gd name="T13" fmla="*/ 100 h 132"/>
                <a:gd name="T14" fmla="*/ 90 w 117"/>
                <a:gd name="T15" fmla="*/ 82 h 132"/>
                <a:gd name="T16" fmla="*/ 91 w 117"/>
                <a:gd name="T17" fmla="*/ 79 h 132"/>
                <a:gd name="T18" fmla="*/ 71 w 117"/>
                <a:gd name="T19" fmla="*/ 86 h 132"/>
                <a:gd name="T20" fmla="*/ 49 w 117"/>
                <a:gd name="T21" fmla="*/ 84 h 132"/>
                <a:gd name="T22" fmla="*/ 19 w 117"/>
                <a:gd name="T23" fmla="*/ 63 h 132"/>
                <a:gd name="T24" fmla="*/ 15 w 117"/>
                <a:gd name="T25" fmla="*/ 30 h 132"/>
                <a:gd name="T26" fmla="*/ 38 w 117"/>
                <a:gd name="T27" fmla="*/ 5 h 132"/>
                <a:gd name="T28" fmla="*/ 76 w 117"/>
                <a:gd name="T29" fmla="*/ 4 h 132"/>
                <a:gd name="T30" fmla="*/ 102 w 117"/>
                <a:gd name="T31" fmla="*/ 19 h 132"/>
                <a:gd name="T32" fmla="*/ 115 w 117"/>
                <a:gd name="T33" fmla="*/ 43 h 132"/>
                <a:gd name="T34" fmla="*/ 112 w 117"/>
                <a:gd name="T35" fmla="*/ 79 h 132"/>
                <a:gd name="T36" fmla="*/ 94 w 117"/>
                <a:gd name="T37" fmla="*/ 114 h 132"/>
                <a:gd name="T38" fmla="*/ 68 w 117"/>
                <a:gd name="T39" fmla="*/ 129 h 132"/>
                <a:gd name="T40" fmla="*/ 36 w 117"/>
                <a:gd name="T41" fmla="*/ 128 h 132"/>
                <a:gd name="T42" fmla="*/ 9 w 117"/>
                <a:gd name="T43" fmla="*/ 111 h 132"/>
                <a:gd name="T44" fmla="*/ 1 w 117"/>
                <a:gd name="T45" fmla="*/ 84 h 132"/>
                <a:gd name="T46" fmla="*/ 96 w 117"/>
                <a:gd name="T47" fmla="*/ 54 h 132"/>
                <a:gd name="T48" fmla="*/ 93 w 117"/>
                <a:gd name="T49" fmla="*/ 31 h 132"/>
                <a:gd name="T50" fmla="*/ 75 w 117"/>
                <a:gd name="T51" fmla="*/ 17 h 132"/>
                <a:gd name="T52" fmla="*/ 50 w 117"/>
                <a:gd name="T53" fmla="*/ 18 h 132"/>
                <a:gd name="T54" fmla="*/ 34 w 117"/>
                <a:gd name="T55" fmla="*/ 37 h 132"/>
                <a:gd name="T56" fmla="*/ 37 w 117"/>
                <a:gd name="T57" fmla="*/ 58 h 132"/>
                <a:gd name="T58" fmla="*/ 57 w 117"/>
                <a:gd name="T59" fmla="*/ 72 h 132"/>
                <a:gd name="T60" fmla="*/ 81 w 117"/>
                <a:gd name="T61" fmla="*/ 72 h 132"/>
                <a:gd name="T62" fmla="*/ 96 w 117"/>
                <a:gd name="T63" fmla="*/ 54 h 13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</a:cxnLst>
              <a:rect l="0" t="0" r="r" b="b"/>
              <a:pathLst>
                <a:path w="117" h="132">
                  <a:moveTo>
                    <a:pt x="1" y="84"/>
                  </a:moveTo>
                  <a:cubicBezTo>
                    <a:pt x="20" y="88"/>
                    <a:pt x="20" y="88"/>
                    <a:pt x="20" y="88"/>
                  </a:cubicBezTo>
                  <a:cubicBezTo>
                    <a:pt x="20" y="96"/>
                    <a:pt x="21" y="101"/>
                    <a:pt x="25" y="106"/>
                  </a:cubicBezTo>
                  <a:cubicBezTo>
                    <a:pt x="28" y="110"/>
                    <a:pt x="33" y="113"/>
                    <a:pt x="40" y="115"/>
                  </a:cubicBezTo>
                  <a:cubicBezTo>
                    <a:pt x="46" y="117"/>
                    <a:pt x="51" y="118"/>
                    <a:pt x="57" y="117"/>
                  </a:cubicBezTo>
                  <a:cubicBezTo>
                    <a:pt x="62" y="116"/>
                    <a:pt x="66" y="114"/>
                    <a:pt x="70" y="112"/>
                  </a:cubicBezTo>
                  <a:cubicBezTo>
                    <a:pt x="74" y="109"/>
                    <a:pt x="78" y="105"/>
                    <a:pt x="81" y="100"/>
                  </a:cubicBezTo>
                  <a:cubicBezTo>
                    <a:pt x="85" y="94"/>
                    <a:pt x="88" y="88"/>
                    <a:pt x="90" y="82"/>
                  </a:cubicBezTo>
                  <a:cubicBezTo>
                    <a:pt x="90" y="82"/>
                    <a:pt x="90" y="81"/>
                    <a:pt x="91" y="79"/>
                  </a:cubicBezTo>
                  <a:cubicBezTo>
                    <a:pt x="85" y="83"/>
                    <a:pt x="79" y="85"/>
                    <a:pt x="71" y="86"/>
                  </a:cubicBezTo>
                  <a:cubicBezTo>
                    <a:pt x="64" y="87"/>
                    <a:pt x="56" y="86"/>
                    <a:pt x="49" y="84"/>
                  </a:cubicBezTo>
                  <a:cubicBezTo>
                    <a:pt x="36" y="80"/>
                    <a:pt x="26" y="73"/>
                    <a:pt x="19" y="63"/>
                  </a:cubicBezTo>
                  <a:cubicBezTo>
                    <a:pt x="12" y="53"/>
                    <a:pt x="11" y="42"/>
                    <a:pt x="15" y="30"/>
                  </a:cubicBezTo>
                  <a:cubicBezTo>
                    <a:pt x="18" y="18"/>
                    <a:pt x="26" y="9"/>
                    <a:pt x="38" y="5"/>
                  </a:cubicBezTo>
                  <a:cubicBezTo>
                    <a:pt x="49" y="0"/>
                    <a:pt x="62" y="0"/>
                    <a:pt x="76" y="4"/>
                  </a:cubicBezTo>
                  <a:cubicBezTo>
                    <a:pt x="86" y="7"/>
                    <a:pt x="95" y="12"/>
                    <a:pt x="102" y="19"/>
                  </a:cubicBezTo>
                  <a:cubicBezTo>
                    <a:pt x="109" y="25"/>
                    <a:pt x="113" y="33"/>
                    <a:pt x="115" y="43"/>
                  </a:cubicBezTo>
                  <a:cubicBezTo>
                    <a:pt x="117" y="52"/>
                    <a:pt x="116" y="64"/>
                    <a:pt x="112" y="79"/>
                  </a:cubicBezTo>
                  <a:cubicBezTo>
                    <a:pt x="107" y="94"/>
                    <a:pt x="101" y="106"/>
                    <a:pt x="94" y="114"/>
                  </a:cubicBezTo>
                  <a:cubicBezTo>
                    <a:pt x="87" y="122"/>
                    <a:pt x="78" y="127"/>
                    <a:pt x="68" y="129"/>
                  </a:cubicBezTo>
                  <a:cubicBezTo>
                    <a:pt x="58" y="132"/>
                    <a:pt x="47" y="131"/>
                    <a:pt x="36" y="128"/>
                  </a:cubicBezTo>
                  <a:cubicBezTo>
                    <a:pt x="24" y="124"/>
                    <a:pt x="15" y="118"/>
                    <a:pt x="9" y="111"/>
                  </a:cubicBezTo>
                  <a:cubicBezTo>
                    <a:pt x="2" y="103"/>
                    <a:pt x="0" y="94"/>
                    <a:pt x="1" y="84"/>
                  </a:cubicBezTo>
                  <a:close/>
                  <a:moveTo>
                    <a:pt x="96" y="54"/>
                  </a:moveTo>
                  <a:cubicBezTo>
                    <a:pt x="98" y="45"/>
                    <a:pt x="98" y="38"/>
                    <a:pt x="93" y="31"/>
                  </a:cubicBezTo>
                  <a:cubicBezTo>
                    <a:pt x="89" y="24"/>
                    <a:pt x="83" y="19"/>
                    <a:pt x="75" y="17"/>
                  </a:cubicBezTo>
                  <a:cubicBezTo>
                    <a:pt x="66" y="14"/>
                    <a:pt x="58" y="15"/>
                    <a:pt x="50" y="18"/>
                  </a:cubicBezTo>
                  <a:cubicBezTo>
                    <a:pt x="42" y="22"/>
                    <a:pt x="37" y="28"/>
                    <a:pt x="34" y="37"/>
                  </a:cubicBezTo>
                  <a:cubicBezTo>
                    <a:pt x="32" y="44"/>
                    <a:pt x="33" y="52"/>
                    <a:pt x="37" y="58"/>
                  </a:cubicBezTo>
                  <a:cubicBezTo>
                    <a:pt x="42" y="65"/>
                    <a:pt x="48" y="70"/>
                    <a:pt x="57" y="72"/>
                  </a:cubicBezTo>
                  <a:cubicBezTo>
                    <a:pt x="66" y="75"/>
                    <a:pt x="74" y="75"/>
                    <a:pt x="81" y="72"/>
                  </a:cubicBezTo>
                  <a:cubicBezTo>
                    <a:pt x="88" y="68"/>
                    <a:pt x="93" y="63"/>
                    <a:pt x="96" y="54"/>
                  </a:cubicBezTo>
                  <a:close/>
                </a:path>
              </a:pathLst>
            </a:custGeom>
            <a:solidFill>
              <a:srgbClr val="2257AE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47" name="ïŝļíďê"/>
            <p:cNvSpPr/>
            <p:nvPr/>
          </p:nvSpPr>
          <p:spPr bwMode="auto">
            <a:xfrm>
              <a:off x="4973536" y="2589174"/>
              <a:ext cx="54799" cy="71722"/>
            </a:xfrm>
            <a:custGeom>
              <a:avLst/>
              <a:gdLst>
                <a:gd name="T0" fmla="*/ 16 w 87"/>
                <a:gd name="T1" fmla="*/ 114 h 114"/>
                <a:gd name="T2" fmla="*/ 0 w 87"/>
                <a:gd name="T3" fmla="*/ 103 h 114"/>
                <a:gd name="T4" fmla="*/ 55 w 87"/>
                <a:gd name="T5" fmla="*/ 20 h 114"/>
                <a:gd name="T6" fmla="*/ 34 w 87"/>
                <a:gd name="T7" fmla="*/ 18 h 114"/>
                <a:gd name="T8" fmla="*/ 12 w 87"/>
                <a:gd name="T9" fmla="*/ 13 h 114"/>
                <a:gd name="T10" fmla="*/ 20 w 87"/>
                <a:gd name="T11" fmla="*/ 1 h 114"/>
                <a:gd name="T12" fmla="*/ 52 w 87"/>
                <a:gd name="T13" fmla="*/ 4 h 114"/>
                <a:gd name="T14" fmla="*/ 77 w 87"/>
                <a:gd name="T15" fmla="*/ 0 h 114"/>
                <a:gd name="T16" fmla="*/ 87 w 87"/>
                <a:gd name="T17" fmla="*/ 7 h 114"/>
                <a:gd name="T18" fmla="*/ 16 w 87"/>
                <a:gd name="T19" fmla="*/ 114 h 11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87" h="114">
                  <a:moveTo>
                    <a:pt x="16" y="114"/>
                  </a:moveTo>
                  <a:cubicBezTo>
                    <a:pt x="0" y="103"/>
                    <a:pt x="0" y="103"/>
                    <a:pt x="0" y="103"/>
                  </a:cubicBezTo>
                  <a:cubicBezTo>
                    <a:pt x="55" y="20"/>
                    <a:pt x="55" y="20"/>
                    <a:pt x="55" y="20"/>
                  </a:cubicBezTo>
                  <a:cubicBezTo>
                    <a:pt x="49" y="20"/>
                    <a:pt x="42" y="19"/>
                    <a:pt x="34" y="18"/>
                  </a:cubicBezTo>
                  <a:cubicBezTo>
                    <a:pt x="25" y="17"/>
                    <a:pt x="18" y="15"/>
                    <a:pt x="12" y="13"/>
                  </a:cubicBezTo>
                  <a:cubicBezTo>
                    <a:pt x="20" y="1"/>
                    <a:pt x="20" y="1"/>
                    <a:pt x="20" y="1"/>
                  </a:cubicBezTo>
                  <a:cubicBezTo>
                    <a:pt x="32" y="3"/>
                    <a:pt x="42" y="5"/>
                    <a:pt x="52" y="4"/>
                  </a:cubicBezTo>
                  <a:cubicBezTo>
                    <a:pt x="63" y="4"/>
                    <a:pt x="71" y="3"/>
                    <a:pt x="77" y="0"/>
                  </a:cubicBezTo>
                  <a:cubicBezTo>
                    <a:pt x="87" y="7"/>
                    <a:pt x="87" y="7"/>
                    <a:pt x="87" y="7"/>
                  </a:cubicBezTo>
                  <a:lnTo>
                    <a:pt x="16" y="114"/>
                  </a:lnTo>
                  <a:close/>
                </a:path>
              </a:pathLst>
            </a:custGeom>
            <a:solidFill>
              <a:srgbClr val="2257AE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48" name="ïšľîdê"/>
            <p:cNvSpPr/>
            <p:nvPr/>
          </p:nvSpPr>
          <p:spPr bwMode="auto">
            <a:xfrm>
              <a:off x="4968701" y="2091150"/>
              <a:ext cx="440002" cy="507694"/>
            </a:xfrm>
            <a:custGeom>
              <a:avLst/>
              <a:gdLst>
                <a:gd name="T0" fmla="*/ 278 w 696"/>
                <a:gd name="T1" fmla="*/ 294 h 802"/>
                <a:gd name="T2" fmla="*/ 355 w 696"/>
                <a:gd name="T3" fmla="*/ 253 h 802"/>
                <a:gd name="T4" fmla="*/ 351 w 696"/>
                <a:gd name="T5" fmla="*/ 199 h 802"/>
                <a:gd name="T6" fmla="*/ 293 w 696"/>
                <a:gd name="T7" fmla="*/ 184 h 802"/>
                <a:gd name="T8" fmla="*/ 402 w 696"/>
                <a:gd name="T9" fmla="*/ 0 h 802"/>
                <a:gd name="T10" fmla="*/ 425 w 696"/>
                <a:gd name="T11" fmla="*/ 167 h 802"/>
                <a:gd name="T12" fmla="*/ 690 w 696"/>
                <a:gd name="T13" fmla="*/ 189 h 802"/>
                <a:gd name="T14" fmla="*/ 453 w 696"/>
                <a:gd name="T15" fmla="*/ 208 h 802"/>
                <a:gd name="T16" fmla="*/ 405 w 696"/>
                <a:gd name="T17" fmla="*/ 353 h 802"/>
                <a:gd name="T18" fmla="*/ 365 w 696"/>
                <a:gd name="T19" fmla="*/ 493 h 802"/>
                <a:gd name="T20" fmla="*/ 359 w 696"/>
                <a:gd name="T21" fmla="*/ 724 h 802"/>
                <a:gd name="T22" fmla="*/ 342 w 696"/>
                <a:gd name="T23" fmla="*/ 799 h 802"/>
                <a:gd name="T24" fmla="*/ 298 w 696"/>
                <a:gd name="T25" fmla="*/ 622 h 802"/>
                <a:gd name="T26" fmla="*/ 51 w 696"/>
                <a:gd name="T27" fmla="*/ 588 h 802"/>
                <a:gd name="T28" fmla="*/ 0 w 696"/>
                <a:gd name="T29" fmla="*/ 586 h 802"/>
                <a:gd name="T30" fmla="*/ 306 w 696"/>
                <a:gd name="T31" fmla="*/ 546 h 802"/>
                <a:gd name="T32" fmla="*/ 361 w 696"/>
                <a:gd name="T33" fmla="*/ 325 h 802"/>
                <a:gd name="T34" fmla="*/ 302 w 696"/>
                <a:gd name="T35" fmla="*/ 364 h 802"/>
                <a:gd name="T36" fmla="*/ 283 w 696"/>
                <a:gd name="T37" fmla="*/ 417 h 802"/>
                <a:gd name="T38" fmla="*/ 104 w 696"/>
                <a:gd name="T39" fmla="*/ 502 h 802"/>
                <a:gd name="T40" fmla="*/ 23 w 696"/>
                <a:gd name="T41" fmla="*/ 325 h 802"/>
                <a:gd name="T42" fmla="*/ 239 w 696"/>
                <a:gd name="T43" fmla="*/ 204 h 802"/>
                <a:gd name="T44" fmla="*/ 453 w 696"/>
                <a:gd name="T45" fmla="*/ 491 h 802"/>
                <a:gd name="T46" fmla="*/ 500 w 696"/>
                <a:gd name="T47" fmla="*/ 530 h 802"/>
                <a:gd name="T48" fmla="*/ 395 w 696"/>
                <a:gd name="T49" fmla="*/ 572 h 802"/>
                <a:gd name="T50" fmla="*/ 502 w 696"/>
                <a:gd name="T51" fmla="*/ 587 h 802"/>
                <a:gd name="T52" fmla="*/ 513 w 696"/>
                <a:gd name="T53" fmla="*/ 616 h 802"/>
                <a:gd name="T54" fmla="*/ 406 w 696"/>
                <a:gd name="T55" fmla="*/ 690 h 802"/>
                <a:gd name="T56" fmla="*/ 560 w 696"/>
                <a:gd name="T57" fmla="*/ 745 h 802"/>
                <a:gd name="T58" fmla="*/ 559 w 696"/>
                <a:gd name="T59" fmla="*/ 667 h 802"/>
                <a:gd name="T60" fmla="*/ 608 w 696"/>
                <a:gd name="T61" fmla="*/ 646 h 802"/>
                <a:gd name="T62" fmla="*/ 663 w 696"/>
                <a:gd name="T63" fmla="*/ 601 h 802"/>
                <a:gd name="T64" fmla="*/ 668 w 696"/>
                <a:gd name="T65" fmla="*/ 557 h 802"/>
                <a:gd name="T66" fmla="*/ 667 w 696"/>
                <a:gd name="T67" fmla="*/ 489 h 802"/>
                <a:gd name="T68" fmla="*/ 639 w 696"/>
                <a:gd name="T69" fmla="*/ 514 h 802"/>
                <a:gd name="T70" fmla="*/ 572 w 696"/>
                <a:gd name="T71" fmla="*/ 517 h 802"/>
                <a:gd name="T72" fmla="*/ 533 w 696"/>
                <a:gd name="T73" fmla="*/ 490 h 802"/>
                <a:gd name="T74" fmla="*/ 453 w 696"/>
                <a:gd name="T75" fmla="*/ 491 h 802"/>
                <a:gd name="T76" fmla="*/ 556 w 696"/>
                <a:gd name="T77" fmla="*/ 584 h 802"/>
                <a:gd name="T78" fmla="*/ 624 w 696"/>
                <a:gd name="T79" fmla="*/ 584 h 802"/>
                <a:gd name="T80" fmla="*/ 513 w 696"/>
                <a:gd name="T81" fmla="*/ 357 h 802"/>
                <a:gd name="T82" fmla="*/ 488 w 696"/>
                <a:gd name="T83" fmla="*/ 461 h 802"/>
                <a:gd name="T84" fmla="*/ 679 w 696"/>
                <a:gd name="T85" fmla="*/ 422 h 802"/>
                <a:gd name="T86" fmla="*/ 513 w 696"/>
                <a:gd name="T87" fmla="*/ 357 h 802"/>
                <a:gd name="T88" fmla="*/ 480 w 696"/>
                <a:gd name="T89" fmla="*/ 410 h 802"/>
                <a:gd name="T90" fmla="*/ 575 w 696"/>
                <a:gd name="T91" fmla="*/ 433 h 802"/>
                <a:gd name="T92" fmla="*/ 581 w 696"/>
                <a:gd name="T93" fmla="*/ 389 h 802"/>
                <a:gd name="T94" fmla="*/ 524 w 696"/>
                <a:gd name="T95" fmla="*/ 234 h 802"/>
                <a:gd name="T96" fmla="*/ 493 w 696"/>
                <a:gd name="T97" fmla="*/ 341 h 802"/>
                <a:gd name="T98" fmla="*/ 694 w 696"/>
                <a:gd name="T99" fmla="*/ 293 h 802"/>
                <a:gd name="T100" fmla="*/ 524 w 696"/>
                <a:gd name="T101" fmla="*/ 234 h 802"/>
                <a:gd name="T102" fmla="*/ 492 w 696"/>
                <a:gd name="T103" fmla="*/ 291 h 802"/>
                <a:gd name="T104" fmla="*/ 587 w 696"/>
                <a:gd name="T105" fmla="*/ 311 h 802"/>
                <a:gd name="T106" fmla="*/ 593 w 696"/>
                <a:gd name="T107" fmla="*/ 270 h 802"/>
                <a:gd name="T108" fmla="*/ 87 w 696"/>
                <a:gd name="T109" fmla="*/ 375 h 802"/>
                <a:gd name="T110" fmla="*/ 106 w 696"/>
                <a:gd name="T111" fmla="*/ 443 h 802"/>
                <a:gd name="T112" fmla="*/ 199 w 696"/>
                <a:gd name="T113" fmla="*/ 455 h 802"/>
                <a:gd name="T114" fmla="*/ 225 w 696"/>
                <a:gd name="T115" fmla="*/ 371 h 802"/>
                <a:gd name="T116" fmla="*/ 225 w 696"/>
                <a:gd name="T117" fmla="*/ 322 h 802"/>
                <a:gd name="T118" fmla="*/ 170 w 696"/>
                <a:gd name="T119" fmla="*/ 241 h 802"/>
                <a:gd name="T120" fmla="*/ 76 w 696"/>
                <a:gd name="T121" fmla="*/ 327 h 80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  <a:cxn ang="0">
                  <a:pos x="T118" y="T119"/>
                </a:cxn>
                <a:cxn ang="0">
                  <a:pos x="T120" y="T121"/>
                </a:cxn>
              </a:cxnLst>
              <a:rect l="0" t="0" r="r" b="b"/>
              <a:pathLst>
                <a:path w="696" h="802">
                  <a:moveTo>
                    <a:pt x="274" y="278"/>
                  </a:moveTo>
                  <a:cubicBezTo>
                    <a:pt x="276" y="283"/>
                    <a:pt x="277" y="289"/>
                    <a:pt x="278" y="294"/>
                  </a:cubicBezTo>
                  <a:cubicBezTo>
                    <a:pt x="285" y="301"/>
                    <a:pt x="295" y="302"/>
                    <a:pt x="309" y="295"/>
                  </a:cubicBezTo>
                  <a:cubicBezTo>
                    <a:pt x="329" y="282"/>
                    <a:pt x="343" y="268"/>
                    <a:pt x="355" y="253"/>
                  </a:cubicBezTo>
                  <a:cubicBezTo>
                    <a:pt x="367" y="234"/>
                    <a:pt x="370" y="216"/>
                    <a:pt x="362" y="197"/>
                  </a:cubicBezTo>
                  <a:cubicBezTo>
                    <a:pt x="360" y="196"/>
                    <a:pt x="356" y="196"/>
                    <a:pt x="351" y="199"/>
                  </a:cubicBezTo>
                  <a:cubicBezTo>
                    <a:pt x="343" y="204"/>
                    <a:pt x="336" y="210"/>
                    <a:pt x="328" y="216"/>
                  </a:cubicBezTo>
                  <a:cubicBezTo>
                    <a:pt x="303" y="235"/>
                    <a:pt x="269" y="211"/>
                    <a:pt x="293" y="184"/>
                  </a:cubicBezTo>
                  <a:cubicBezTo>
                    <a:pt x="293" y="184"/>
                    <a:pt x="344" y="134"/>
                    <a:pt x="366" y="113"/>
                  </a:cubicBezTo>
                  <a:cubicBezTo>
                    <a:pt x="387" y="92"/>
                    <a:pt x="402" y="0"/>
                    <a:pt x="402" y="0"/>
                  </a:cubicBezTo>
                  <a:cubicBezTo>
                    <a:pt x="434" y="7"/>
                    <a:pt x="457" y="58"/>
                    <a:pt x="394" y="131"/>
                  </a:cubicBezTo>
                  <a:cubicBezTo>
                    <a:pt x="404" y="143"/>
                    <a:pt x="415" y="155"/>
                    <a:pt x="425" y="167"/>
                  </a:cubicBezTo>
                  <a:cubicBezTo>
                    <a:pt x="477" y="161"/>
                    <a:pt x="523" y="155"/>
                    <a:pt x="572" y="155"/>
                  </a:cubicBezTo>
                  <a:cubicBezTo>
                    <a:pt x="646" y="154"/>
                    <a:pt x="682" y="167"/>
                    <a:pt x="690" y="189"/>
                  </a:cubicBezTo>
                  <a:cubicBezTo>
                    <a:pt x="696" y="206"/>
                    <a:pt x="683" y="206"/>
                    <a:pt x="669" y="206"/>
                  </a:cubicBezTo>
                  <a:cubicBezTo>
                    <a:pt x="603" y="207"/>
                    <a:pt x="530" y="208"/>
                    <a:pt x="453" y="208"/>
                  </a:cubicBezTo>
                  <a:cubicBezTo>
                    <a:pt x="437" y="208"/>
                    <a:pt x="409" y="206"/>
                    <a:pt x="409" y="235"/>
                  </a:cubicBezTo>
                  <a:cubicBezTo>
                    <a:pt x="414" y="276"/>
                    <a:pt x="414" y="311"/>
                    <a:pt x="405" y="353"/>
                  </a:cubicBezTo>
                  <a:cubicBezTo>
                    <a:pt x="399" y="380"/>
                    <a:pt x="390" y="407"/>
                    <a:pt x="377" y="441"/>
                  </a:cubicBezTo>
                  <a:cubicBezTo>
                    <a:pt x="371" y="457"/>
                    <a:pt x="366" y="476"/>
                    <a:pt x="365" y="493"/>
                  </a:cubicBezTo>
                  <a:cubicBezTo>
                    <a:pt x="364" y="503"/>
                    <a:pt x="362" y="517"/>
                    <a:pt x="360" y="527"/>
                  </a:cubicBezTo>
                  <a:cubicBezTo>
                    <a:pt x="348" y="597"/>
                    <a:pt x="349" y="662"/>
                    <a:pt x="359" y="724"/>
                  </a:cubicBezTo>
                  <a:cubicBezTo>
                    <a:pt x="364" y="759"/>
                    <a:pt x="366" y="786"/>
                    <a:pt x="357" y="796"/>
                  </a:cubicBezTo>
                  <a:cubicBezTo>
                    <a:pt x="352" y="801"/>
                    <a:pt x="348" y="802"/>
                    <a:pt x="342" y="799"/>
                  </a:cubicBezTo>
                  <a:cubicBezTo>
                    <a:pt x="325" y="790"/>
                    <a:pt x="306" y="751"/>
                    <a:pt x="304" y="726"/>
                  </a:cubicBezTo>
                  <a:cubicBezTo>
                    <a:pt x="302" y="691"/>
                    <a:pt x="300" y="657"/>
                    <a:pt x="298" y="622"/>
                  </a:cubicBezTo>
                  <a:cubicBezTo>
                    <a:pt x="299" y="603"/>
                    <a:pt x="294" y="596"/>
                    <a:pt x="278" y="595"/>
                  </a:cubicBezTo>
                  <a:cubicBezTo>
                    <a:pt x="203" y="592"/>
                    <a:pt x="127" y="591"/>
                    <a:pt x="51" y="588"/>
                  </a:cubicBezTo>
                  <a:cubicBezTo>
                    <a:pt x="31" y="587"/>
                    <a:pt x="19" y="599"/>
                    <a:pt x="7" y="614"/>
                  </a:cubicBezTo>
                  <a:cubicBezTo>
                    <a:pt x="5" y="604"/>
                    <a:pt x="3" y="595"/>
                    <a:pt x="0" y="586"/>
                  </a:cubicBezTo>
                  <a:cubicBezTo>
                    <a:pt x="23" y="569"/>
                    <a:pt x="42" y="551"/>
                    <a:pt x="75" y="551"/>
                  </a:cubicBezTo>
                  <a:cubicBezTo>
                    <a:pt x="152" y="549"/>
                    <a:pt x="229" y="548"/>
                    <a:pt x="306" y="546"/>
                  </a:cubicBezTo>
                  <a:cubicBezTo>
                    <a:pt x="315" y="507"/>
                    <a:pt x="324" y="469"/>
                    <a:pt x="333" y="430"/>
                  </a:cubicBezTo>
                  <a:cubicBezTo>
                    <a:pt x="343" y="395"/>
                    <a:pt x="352" y="360"/>
                    <a:pt x="361" y="325"/>
                  </a:cubicBezTo>
                  <a:cubicBezTo>
                    <a:pt x="358" y="321"/>
                    <a:pt x="355" y="318"/>
                    <a:pt x="352" y="314"/>
                  </a:cubicBezTo>
                  <a:cubicBezTo>
                    <a:pt x="335" y="331"/>
                    <a:pt x="319" y="347"/>
                    <a:pt x="302" y="364"/>
                  </a:cubicBezTo>
                  <a:cubicBezTo>
                    <a:pt x="296" y="377"/>
                    <a:pt x="290" y="390"/>
                    <a:pt x="284" y="403"/>
                  </a:cubicBezTo>
                  <a:cubicBezTo>
                    <a:pt x="284" y="408"/>
                    <a:pt x="284" y="412"/>
                    <a:pt x="283" y="417"/>
                  </a:cubicBezTo>
                  <a:cubicBezTo>
                    <a:pt x="276" y="474"/>
                    <a:pt x="259" y="498"/>
                    <a:pt x="217" y="504"/>
                  </a:cubicBezTo>
                  <a:cubicBezTo>
                    <a:pt x="180" y="509"/>
                    <a:pt x="144" y="506"/>
                    <a:pt x="104" y="502"/>
                  </a:cubicBezTo>
                  <a:cubicBezTo>
                    <a:pt x="61" y="497"/>
                    <a:pt x="37" y="466"/>
                    <a:pt x="28" y="425"/>
                  </a:cubicBezTo>
                  <a:cubicBezTo>
                    <a:pt x="21" y="390"/>
                    <a:pt x="23" y="359"/>
                    <a:pt x="23" y="325"/>
                  </a:cubicBezTo>
                  <a:cubicBezTo>
                    <a:pt x="23" y="292"/>
                    <a:pt x="60" y="214"/>
                    <a:pt x="108" y="199"/>
                  </a:cubicBezTo>
                  <a:cubicBezTo>
                    <a:pt x="152" y="185"/>
                    <a:pt x="207" y="180"/>
                    <a:pt x="239" y="204"/>
                  </a:cubicBezTo>
                  <a:cubicBezTo>
                    <a:pt x="252" y="216"/>
                    <a:pt x="266" y="242"/>
                    <a:pt x="274" y="278"/>
                  </a:cubicBezTo>
                  <a:close/>
                  <a:moveTo>
                    <a:pt x="453" y="491"/>
                  </a:moveTo>
                  <a:cubicBezTo>
                    <a:pt x="439" y="497"/>
                    <a:pt x="428" y="508"/>
                    <a:pt x="427" y="515"/>
                  </a:cubicBezTo>
                  <a:cubicBezTo>
                    <a:pt x="420" y="536"/>
                    <a:pt x="464" y="528"/>
                    <a:pt x="500" y="530"/>
                  </a:cubicBezTo>
                  <a:cubicBezTo>
                    <a:pt x="521" y="530"/>
                    <a:pt x="531" y="547"/>
                    <a:pt x="507" y="556"/>
                  </a:cubicBezTo>
                  <a:cubicBezTo>
                    <a:pt x="470" y="561"/>
                    <a:pt x="432" y="567"/>
                    <a:pt x="395" y="572"/>
                  </a:cubicBezTo>
                  <a:cubicBezTo>
                    <a:pt x="377" y="574"/>
                    <a:pt x="362" y="604"/>
                    <a:pt x="390" y="606"/>
                  </a:cubicBezTo>
                  <a:cubicBezTo>
                    <a:pt x="411" y="607"/>
                    <a:pt x="457" y="597"/>
                    <a:pt x="502" y="587"/>
                  </a:cubicBezTo>
                  <a:cubicBezTo>
                    <a:pt x="507" y="586"/>
                    <a:pt x="513" y="587"/>
                    <a:pt x="514" y="592"/>
                  </a:cubicBezTo>
                  <a:cubicBezTo>
                    <a:pt x="515" y="601"/>
                    <a:pt x="514" y="610"/>
                    <a:pt x="513" y="616"/>
                  </a:cubicBezTo>
                  <a:cubicBezTo>
                    <a:pt x="493" y="622"/>
                    <a:pt x="405" y="655"/>
                    <a:pt x="387" y="662"/>
                  </a:cubicBezTo>
                  <a:cubicBezTo>
                    <a:pt x="372" y="668"/>
                    <a:pt x="368" y="692"/>
                    <a:pt x="406" y="690"/>
                  </a:cubicBezTo>
                  <a:cubicBezTo>
                    <a:pt x="439" y="686"/>
                    <a:pt x="476" y="675"/>
                    <a:pt x="514" y="663"/>
                  </a:cubicBezTo>
                  <a:cubicBezTo>
                    <a:pt x="520" y="699"/>
                    <a:pt x="533" y="726"/>
                    <a:pt x="560" y="745"/>
                  </a:cubicBezTo>
                  <a:cubicBezTo>
                    <a:pt x="574" y="751"/>
                    <a:pt x="585" y="748"/>
                    <a:pt x="582" y="722"/>
                  </a:cubicBezTo>
                  <a:cubicBezTo>
                    <a:pt x="568" y="693"/>
                    <a:pt x="560" y="678"/>
                    <a:pt x="559" y="667"/>
                  </a:cubicBezTo>
                  <a:cubicBezTo>
                    <a:pt x="556" y="654"/>
                    <a:pt x="561" y="648"/>
                    <a:pt x="576" y="648"/>
                  </a:cubicBezTo>
                  <a:cubicBezTo>
                    <a:pt x="587" y="647"/>
                    <a:pt x="598" y="647"/>
                    <a:pt x="608" y="646"/>
                  </a:cubicBezTo>
                  <a:cubicBezTo>
                    <a:pt x="614" y="647"/>
                    <a:pt x="621" y="646"/>
                    <a:pt x="627" y="642"/>
                  </a:cubicBezTo>
                  <a:cubicBezTo>
                    <a:pt x="637" y="635"/>
                    <a:pt x="658" y="610"/>
                    <a:pt x="663" y="601"/>
                  </a:cubicBezTo>
                  <a:cubicBezTo>
                    <a:pt x="664" y="589"/>
                    <a:pt x="662" y="586"/>
                    <a:pt x="663" y="575"/>
                  </a:cubicBezTo>
                  <a:cubicBezTo>
                    <a:pt x="664" y="569"/>
                    <a:pt x="665" y="563"/>
                    <a:pt x="668" y="557"/>
                  </a:cubicBezTo>
                  <a:cubicBezTo>
                    <a:pt x="670" y="553"/>
                    <a:pt x="674" y="552"/>
                    <a:pt x="675" y="546"/>
                  </a:cubicBezTo>
                  <a:cubicBezTo>
                    <a:pt x="670" y="528"/>
                    <a:pt x="669" y="509"/>
                    <a:pt x="667" y="489"/>
                  </a:cubicBezTo>
                  <a:cubicBezTo>
                    <a:pt x="664" y="473"/>
                    <a:pt x="643" y="474"/>
                    <a:pt x="640" y="487"/>
                  </a:cubicBezTo>
                  <a:cubicBezTo>
                    <a:pt x="639" y="496"/>
                    <a:pt x="640" y="505"/>
                    <a:pt x="639" y="514"/>
                  </a:cubicBezTo>
                  <a:cubicBezTo>
                    <a:pt x="635" y="536"/>
                    <a:pt x="618" y="537"/>
                    <a:pt x="603" y="537"/>
                  </a:cubicBezTo>
                  <a:cubicBezTo>
                    <a:pt x="590" y="537"/>
                    <a:pt x="562" y="537"/>
                    <a:pt x="572" y="517"/>
                  </a:cubicBezTo>
                  <a:cubicBezTo>
                    <a:pt x="585" y="498"/>
                    <a:pt x="581" y="483"/>
                    <a:pt x="561" y="485"/>
                  </a:cubicBezTo>
                  <a:cubicBezTo>
                    <a:pt x="552" y="486"/>
                    <a:pt x="543" y="489"/>
                    <a:pt x="533" y="490"/>
                  </a:cubicBezTo>
                  <a:cubicBezTo>
                    <a:pt x="522" y="491"/>
                    <a:pt x="492" y="486"/>
                    <a:pt x="475" y="487"/>
                  </a:cubicBezTo>
                  <a:cubicBezTo>
                    <a:pt x="466" y="487"/>
                    <a:pt x="464" y="486"/>
                    <a:pt x="453" y="491"/>
                  </a:cubicBezTo>
                  <a:close/>
                  <a:moveTo>
                    <a:pt x="591" y="563"/>
                  </a:moveTo>
                  <a:cubicBezTo>
                    <a:pt x="572" y="563"/>
                    <a:pt x="559" y="573"/>
                    <a:pt x="556" y="584"/>
                  </a:cubicBezTo>
                  <a:cubicBezTo>
                    <a:pt x="553" y="597"/>
                    <a:pt x="563" y="607"/>
                    <a:pt x="591" y="603"/>
                  </a:cubicBezTo>
                  <a:cubicBezTo>
                    <a:pt x="615" y="600"/>
                    <a:pt x="623" y="596"/>
                    <a:pt x="624" y="584"/>
                  </a:cubicBezTo>
                  <a:cubicBezTo>
                    <a:pt x="624" y="569"/>
                    <a:pt x="610" y="563"/>
                    <a:pt x="591" y="563"/>
                  </a:cubicBezTo>
                  <a:close/>
                  <a:moveTo>
                    <a:pt x="513" y="357"/>
                  </a:moveTo>
                  <a:cubicBezTo>
                    <a:pt x="468" y="353"/>
                    <a:pt x="427" y="380"/>
                    <a:pt x="427" y="411"/>
                  </a:cubicBezTo>
                  <a:cubicBezTo>
                    <a:pt x="426" y="438"/>
                    <a:pt x="447" y="455"/>
                    <a:pt x="488" y="461"/>
                  </a:cubicBezTo>
                  <a:cubicBezTo>
                    <a:pt x="533" y="467"/>
                    <a:pt x="560" y="469"/>
                    <a:pt x="604" y="470"/>
                  </a:cubicBezTo>
                  <a:cubicBezTo>
                    <a:pt x="640" y="470"/>
                    <a:pt x="678" y="453"/>
                    <a:pt x="679" y="422"/>
                  </a:cubicBezTo>
                  <a:cubicBezTo>
                    <a:pt x="681" y="376"/>
                    <a:pt x="647" y="365"/>
                    <a:pt x="603" y="361"/>
                  </a:cubicBezTo>
                  <a:cubicBezTo>
                    <a:pt x="603" y="361"/>
                    <a:pt x="513" y="357"/>
                    <a:pt x="513" y="357"/>
                  </a:cubicBezTo>
                  <a:close/>
                  <a:moveTo>
                    <a:pt x="530" y="389"/>
                  </a:moveTo>
                  <a:cubicBezTo>
                    <a:pt x="488" y="388"/>
                    <a:pt x="480" y="399"/>
                    <a:pt x="480" y="410"/>
                  </a:cubicBezTo>
                  <a:cubicBezTo>
                    <a:pt x="479" y="420"/>
                    <a:pt x="490" y="427"/>
                    <a:pt x="513" y="430"/>
                  </a:cubicBezTo>
                  <a:cubicBezTo>
                    <a:pt x="537" y="433"/>
                    <a:pt x="550" y="434"/>
                    <a:pt x="575" y="433"/>
                  </a:cubicBezTo>
                  <a:cubicBezTo>
                    <a:pt x="595" y="433"/>
                    <a:pt x="637" y="425"/>
                    <a:pt x="638" y="410"/>
                  </a:cubicBezTo>
                  <a:cubicBezTo>
                    <a:pt x="640" y="392"/>
                    <a:pt x="605" y="390"/>
                    <a:pt x="581" y="389"/>
                  </a:cubicBezTo>
                  <a:cubicBezTo>
                    <a:pt x="581" y="389"/>
                    <a:pt x="530" y="389"/>
                    <a:pt x="530" y="389"/>
                  </a:cubicBezTo>
                  <a:close/>
                  <a:moveTo>
                    <a:pt x="524" y="234"/>
                  </a:moveTo>
                  <a:cubicBezTo>
                    <a:pt x="462" y="235"/>
                    <a:pt x="439" y="261"/>
                    <a:pt x="438" y="292"/>
                  </a:cubicBezTo>
                  <a:cubicBezTo>
                    <a:pt x="437" y="319"/>
                    <a:pt x="452" y="337"/>
                    <a:pt x="493" y="341"/>
                  </a:cubicBezTo>
                  <a:cubicBezTo>
                    <a:pt x="537" y="341"/>
                    <a:pt x="582" y="342"/>
                    <a:pt x="626" y="341"/>
                  </a:cubicBezTo>
                  <a:cubicBezTo>
                    <a:pt x="662" y="340"/>
                    <a:pt x="694" y="324"/>
                    <a:pt x="694" y="293"/>
                  </a:cubicBezTo>
                  <a:cubicBezTo>
                    <a:pt x="694" y="244"/>
                    <a:pt x="658" y="237"/>
                    <a:pt x="615" y="235"/>
                  </a:cubicBezTo>
                  <a:cubicBezTo>
                    <a:pt x="615" y="235"/>
                    <a:pt x="525" y="235"/>
                    <a:pt x="524" y="234"/>
                  </a:cubicBezTo>
                  <a:close/>
                  <a:moveTo>
                    <a:pt x="543" y="270"/>
                  </a:moveTo>
                  <a:cubicBezTo>
                    <a:pt x="501" y="269"/>
                    <a:pt x="493" y="280"/>
                    <a:pt x="492" y="291"/>
                  </a:cubicBezTo>
                  <a:cubicBezTo>
                    <a:pt x="492" y="301"/>
                    <a:pt x="502" y="310"/>
                    <a:pt x="525" y="311"/>
                  </a:cubicBezTo>
                  <a:cubicBezTo>
                    <a:pt x="550" y="311"/>
                    <a:pt x="562" y="311"/>
                    <a:pt x="587" y="311"/>
                  </a:cubicBezTo>
                  <a:cubicBezTo>
                    <a:pt x="607" y="311"/>
                    <a:pt x="635" y="299"/>
                    <a:pt x="635" y="288"/>
                  </a:cubicBezTo>
                  <a:cubicBezTo>
                    <a:pt x="635" y="270"/>
                    <a:pt x="618" y="271"/>
                    <a:pt x="593" y="270"/>
                  </a:cubicBezTo>
                  <a:cubicBezTo>
                    <a:pt x="593" y="270"/>
                    <a:pt x="543" y="270"/>
                    <a:pt x="543" y="270"/>
                  </a:cubicBezTo>
                  <a:close/>
                  <a:moveTo>
                    <a:pt x="87" y="375"/>
                  </a:moveTo>
                  <a:cubicBezTo>
                    <a:pt x="73" y="376"/>
                    <a:pt x="70" y="379"/>
                    <a:pt x="72" y="390"/>
                  </a:cubicBezTo>
                  <a:cubicBezTo>
                    <a:pt x="80" y="408"/>
                    <a:pt x="86" y="428"/>
                    <a:pt x="106" y="443"/>
                  </a:cubicBezTo>
                  <a:cubicBezTo>
                    <a:pt x="123" y="456"/>
                    <a:pt x="134" y="458"/>
                    <a:pt x="155" y="458"/>
                  </a:cubicBezTo>
                  <a:cubicBezTo>
                    <a:pt x="174" y="458"/>
                    <a:pt x="187" y="457"/>
                    <a:pt x="199" y="455"/>
                  </a:cubicBezTo>
                  <a:cubicBezTo>
                    <a:pt x="213" y="452"/>
                    <a:pt x="224" y="442"/>
                    <a:pt x="227" y="425"/>
                  </a:cubicBezTo>
                  <a:cubicBezTo>
                    <a:pt x="229" y="407"/>
                    <a:pt x="228" y="382"/>
                    <a:pt x="225" y="371"/>
                  </a:cubicBezTo>
                  <a:cubicBezTo>
                    <a:pt x="177" y="372"/>
                    <a:pt x="135" y="373"/>
                    <a:pt x="87" y="375"/>
                  </a:cubicBezTo>
                  <a:close/>
                  <a:moveTo>
                    <a:pt x="225" y="322"/>
                  </a:moveTo>
                  <a:cubicBezTo>
                    <a:pt x="225" y="307"/>
                    <a:pt x="225" y="298"/>
                    <a:pt x="224" y="283"/>
                  </a:cubicBezTo>
                  <a:cubicBezTo>
                    <a:pt x="222" y="255"/>
                    <a:pt x="195" y="240"/>
                    <a:pt x="170" y="241"/>
                  </a:cubicBezTo>
                  <a:cubicBezTo>
                    <a:pt x="132" y="241"/>
                    <a:pt x="98" y="248"/>
                    <a:pt x="88" y="269"/>
                  </a:cubicBezTo>
                  <a:cubicBezTo>
                    <a:pt x="80" y="286"/>
                    <a:pt x="76" y="303"/>
                    <a:pt x="76" y="327"/>
                  </a:cubicBezTo>
                  <a:cubicBezTo>
                    <a:pt x="127" y="323"/>
                    <a:pt x="176" y="321"/>
                    <a:pt x="225" y="322"/>
                  </a:cubicBezTo>
                  <a:close/>
                </a:path>
              </a:pathLst>
            </a:custGeom>
            <a:solidFill>
              <a:srgbClr val="2257AE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</p:grpSp>
      <p:cxnSp>
        <p:nvCxnSpPr>
          <p:cNvPr id="4" name="直接连接符 3"/>
          <p:cNvCxnSpPr/>
          <p:nvPr/>
        </p:nvCxnSpPr>
        <p:spPr>
          <a:xfrm>
            <a:off x="4637521" y="3422072"/>
            <a:ext cx="2857500" cy="0"/>
          </a:xfrm>
          <a:prstGeom prst="line">
            <a:avLst/>
          </a:prstGeom>
          <a:ln>
            <a:solidFill>
              <a:srgbClr val="1B4489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xmlns:p14="http://schemas.microsoft.com/office/powerpoint/2010/main" spd="slow" p14:dur="1250">
        <p15:prstTrans prst="peelOff"/>
      </p:transition>
    </mc:Choice>
    <mc:Fallback xmlns="">
      <p:transition spd="slow">
        <p:fade/>
      </p:transition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组合 1"/>
          <p:cNvGrpSpPr/>
          <p:nvPr/>
        </p:nvGrpSpPr>
        <p:grpSpPr>
          <a:xfrm>
            <a:off x="528706" y="867990"/>
            <a:ext cx="11158794" cy="0"/>
            <a:chOff x="528706" y="867990"/>
            <a:chExt cx="11158794" cy="0"/>
          </a:xfrm>
        </p:grpSpPr>
        <p:cxnSp>
          <p:nvCxnSpPr>
            <p:cNvPr id="80" name="直接连接符 79"/>
            <p:cNvCxnSpPr/>
            <p:nvPr/>
          </p:nvCxnSpPr>
          <p:spPr>
            <a:xfrm>
              <a:off x="528706" y="867990"/>
              <a:ext cx="11158794" cy="0"/>
            </a:xfrm>
            <a:prstGeom prst="line">
              <a:avLst/>
            </a:prstGeom>
            <a:ln>
              <a:solidFill>
                <a:schemeClr val="bg1">
                  <a:lumMod val="6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1" name="直接连接符 80"/>
            <p:cNvCxnSpPr/>
            <p:nvPr/>
          </p:nvCxnSpPr>
          <p:spPr>
            <a:xfrm>
              <a:off x="528706" y="867990"/>
              <a:ext cx="589713" cy="0"/>
            </a:xfrm>
            <a:prstGeom prst="line">
              <a:avLst/>
            </a:prstGeom>
            <a:ln w="38100">
              <a:solidFill>
                <a:srgbClr val="2257AE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82" name="文本占位符 43"/>
          <p:cNvSpPr txBox="1"/>
          <p:nvPr/>
        </p:nvSpPr>
        <p:spPr>
          <a:xfrm>
            <a:off x="400050" y="349250"/>
            <a:ext cx="3203575" cy="480131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lang="zh-CN" altLang="en-US" sz="2000" b="1" kern="1200" dirty="0">
                <a:solidFill>
                  <a:schemeClr val="accent2"/>
                </a:solidFill>
                <a:latin typeface="思源宋体 CN Heavy" panose="02020900000000000000" pitchFamily="18" charset="-122"/>
                <a:ea typeface="思源宋体 CN Heavy" panose="02020900000000000000" pitchFamily="18" charset="-122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sz="2800" b="0" dirty="0">
                <a:solidFill>
                  <a:schemeClr val="tx1">
                    <a:lumMod val="85000"/>
                    <a:lumOff val="1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研究</a:t>
            </a:r>
            <a:r>
              <a:rPr lang="zh-CN" altLang="en-US" sz="2800" b="0" dirty="0">
                <a:solidFill>
                  <a:schemeClr val="tx1">
                    <a:lumMod val="85000"/>
                    <a:lumOff val="1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背景与缺口</a:t>
            </a:r>
            <a:endParaRPr lang="zh-CN" altLang="en-US" sz="2800" b="0" dirty="0">
              <a:solidFill>
                <a:schemeClr val="tx1">
                  <a:lumMod val="85000"/>
                  <a:lumOff val="1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grpSp>
        <p:nvGrpSpPr>
          <p:cNvPr id="33" name="组合 32" descr="本素材由iSlide™ 提供&#10;iSlide™尊重知识产权并注重保护用户享有的各项权利。郑重提醒您：&#10;iSlide™插件中提供的任何信息内容的所有权、知识产权归其原始权利人或权利受让人所有，您免费/购买获得的是信息内容的使用权，并受下述条款的约束；&#10;1. 您仅可以个人非商业用途使用该等信息内容，不可将信息内容的全部或部分用于出售，或以出租、出借、转让、分销、发布等其他任何方式供他人使用；&#10;2. 禁止在接入互联网或移动互联网的任何网站、平台、应用或程序上以任何方式为他人提供iSlide™插件资源内容的下载。&#10;The resource is supplied by iSlide™.&#10;iSlide™ respects all intellectual property rights and protects all the rights its users acquired.Solemnly remind you:&#10;The ownership and intellectual property of the resources supplied in iSlide Add-in belongs to its owner or the assignee of this ownership.you only acquired the usage of the resources supplied in iSlide Add-in, as well as respected the following restrain terms:&#10;1.You are only allowed to use such resource for personal and non-commercial aim, not allowed to use such resource or part of it for the sale; or rent, lend, transfer to others; or distribution or release it in any way.&#10;2.You are not permitted to provide the resource of iSlide Add-in in any website, platform, application access to the Internet or mobile Internet." title="iSlide™ 版权声明  COPYRIGHT NOTICE"/>
          <p:cNvGrpSpPr/>
          <p:nvPr/>
        </p:nvGrpSpPr>
        <p:grpSpPr>
          <a:xfrm>
            <a:off x="10057711" y="318848"/>
            <a:ext cx="1455743" cy="455862"/>
            <a:chOff x="3366076" y="2566750"/>
            <a:chExt cx="5459848" cy="1709738"/>
          </a:xfrm>
          <a:solidFill>
            <a:srgbClr val="2257AE"/>
          </a:solidFill>
        </p:grpSpPr>
        <p:sp>
          <p:nvSpPr>
            <p:cNvPr id="34" name="iSḻîďê"/>
            <p:cNvSpPr/>
            <p:nvPr/>
          </p:nvSpPr>
          <p:spPr bwMode="auto">
            <a:xfrm>
              <a:off x="3647919" y="2850292"/>
              <a:ext cx="1142655" cy="1142655"/>
            </a:xfrm>
            <a:custGeom>
              <a:avLst/>
              <a:gdLst>
                <a:gd name="T0" fmla="*/ 429 w 858"/>
                <a:gd name="T1" fmla="*/ 0 h 857"/>
                <a:gd name="T2" fmla="*/ 858 w 858"/>
                <a:gd name="T3" fmla="*/ 428 h 857"/>
                <a:gd name="T4" fmla="*/ 429 w 858"/>
                <a:gd name="T5" fmla="*/ 857 h 857"/>
                <a:gd name="T6" fmla="*/ 0 w 858"/>
                <a:gd name="T7" fmla="*/ 428 h 857"/>
                <a:gd name="T8" fmla="*/ 429 w 858"/>
                <a:gd name="T9" fmla="*/ 0 h 857"/>
                <a:gd name="T10" fmla="*/ 429 w 858"/>
                <a:gd name="T11" fmla="*/ 24 h 857"/>
                <a:gd name="T12" fmla="*/ 25 w 858"/>
                <a:gd name="T13" fmla="*/ 428 h 857"/>
                <a:gd name="T14" fmla="*/ 429 w 858"/>
                <a:gd name="T15" fmla="*/ 833 h 857"/>
                <a:gd name="T16" fmla="*/ 834 w 858"/>
                <a:gd name="T17" fmla="*/ 428 h 857"/>
                <a:gd name="T18" fmla="*/ 429 w 858"/>
                <a:gd name="T19" fmla="*/ 24 h 85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858" h="857">
                  <a:moveTo>
                    <a:pt x="429" y="0"/>
                  </a:moveTo>
                  <a:cubicBezTo>
                    <a:pt x="665" y="0"/>
                    <a:pt x="858" y="192"/>
                    <a:pt x="858" y="428"/>
                  </a:cubicBezTo>
                  <a:cubicBezTo>
                    <a:pt x="858" y="665"/>
                    <a:pt x="665" y="857"/>
                    <a:pt x="429" y="857"/>
                  </a:cubicBezTo>
                  <a:cubicBezTo>
                    <a:pt x="193" y="857"/>
                    <a:pt x="0" y="665"/>
                    <a:pt x="0" y="428"/>
                  </a:cubicBezTo>
                  <a:cubicBezTo>
                    <a:pt x="0" y="192"/>
                    <a:pt x="193" y="0"/>
                    <a:pt x="429" y="0"/>
                  </a:cubicBezTo>
                  <a:close/>
                  <a:moveTo>
                    <a:pt x="429" y="24"/>
                  </a:moveTo>
                  <a:cubicBezTo>
                    <a:pt x="207" y="24"/>
                    <a:pt x="25" y="206"/>
                    <a:pt x="25" y="428"/>
                  </a:cubicBezTo>
                  <a:cubicBezTo>
                    <a:pt x="25" y="651"/>
                    <a:pt x="207" y="833"/>
                    <a:pt x="429" y="833"/>
                  </a:cubicBezTo>
                  <a:cubicBezTo>
                    <a:pt x="652" y="833"/>
                    <a:pt x="834" y="651"/>
                    <a:pt x="834" y="428"/>
                  </a:cubicBezTo>
                  <a:cubicBezTo>
                    <a:pt x="834" y="206"/>
                    <a:pt x="652" y="24"/>
                    <a:pt x="429" y="2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35" name="iśliḍê"/>
            <p:cNvSpPr/>
            <p:nvPr/>
          </p:nvSpPr>
          <p:spPr bwMode="auto">
            <a:xfrm>
              <a:off x="3366076" y="2566750"/>
              <a:ext cx="1708039" cy="1709738"/>
            </a:xfrm>
            <a:custGeom>
              <a:avLst/>
              <a:gdLst>
                <a:gd name="T0" fmla="*/ 641 w 1283"/>
                <a:gd name="T1" fmla="*/ 0 h 1283"/>
                <a:gd name="T2" fmla="*/ 1283 w 1283"/>
                <a:gd name="T3" fmla="*/ 641 h 1283"/>
                <a:gd name="T4" fmla="*/ 641 w 1283"/>
                <a:gd name="T5" fmla="*/ 1283 h 1283"/>
                <a:gd name="T6" fmla="*/ 0 w 1283"/>
                <a:gd name="T7" fmla="*/ 641 h 1283"/>
                <a:gd name="T8" fmla="*/ 641 w 1283"/>
                <a:gd name="T9" fmla="*/ 0 h 1283"/>
                <a:gd name="T10" fmla="*/ 641 w 1283"/>
                <a:gd name="T11" fmla="*/ 24 h 1283"/>
                <a:gd name="T12" fmla="*/ 24 w 1283"/>
                <a:gd name="T13" fmla="*/ 641 h 1283"/>
                <a:gd name="T14" fmla="*/ 641 w 1283"/>
                <a:gd name="T15" fmla="*/ 1259 h 1283"/>
                <a:gd name="T16" fmla="*/ 1258 w 1283"/>
                <a:gd name="T17" fmla="*/ 641 h 1283"/>
                <a:gd name="T18" fmla="*/ 641 w 1283"/>
                <a:gd name="T19" fmla="*/ 24 h 128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1283" h="1283">
                  <a:moveTo>
                    <a:pt x="641" y="0"/>
                  </a:moveTo>
                  <a:cubicBezTo>
                    <a:pt x="995" y="0"/>
                    <a:pt x="1283" y="288"/>
                    <a:pt x="1283" y="641"/>
                  </a:cubicBezTo>
                  <a:cubicBezTo>
                    <a:pt x="1283" y="995"/>
                    <a:pt x="995" y="1283"/>
                    <a:pt x="641" y="1283"/>
                  </a:cubicBezTo>
                  <a:cubicBezTo>
                    <a:pt x="288" y="1283"/>
                    <a:pt x="0" y="995"/>
                    <a:pt x="0" y="641"/>
                  </a:cubicBezTo>
                  <a:cubicBezTo>
                    <a:pt x="0" y="288"/>
                    <a:pt x="288" y="0"/>
                    <a:pt x="641" y="0"/>
                  </a:cubicBezTo>
                  <a:close/>
                  <a:moveTo>
                    <a:pt x="641" y="24"/>
                  </a:moveTo>
                  <a:cubicBezTo>
                    <a:pt x="301" y="24"/>
                    <a:pt x="24" y="302"/>
                    <a:pt x="24" y="641"/>
                  </a:cubicBezTo>
                  <a:cubicBezTo>
                    <a:pt x="24" y="981"/>
                    <a:pt x="301" y="1259"/>
                    <a:pt x="641" y="1259"/>
                  </a:cubicBezTo>
                  <a:cubicBezTo>
                    <a:pt x="981" y="1259"/>
                    <a:pt x="1258" y="981"/>
                    <a:pt x="1258" y="641"/>
                  </a:cubicBezTo>
                  <a:cubicBezTo>
                    <a:pt x="1258" y="302"/>
                    <a:pt x="981" y="24"/>
                    <a:pt x="641" y="2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36" name="ïšlîḋè"/>
            <p:cNvSpPr/>
            <p:nvPr/>
          </p:nvSpPr>
          <p:spPr bwMode="auto">
            <a:xfrm>
              <a:off x="3433990" y="2634664"/>
              <a:ext cx="1573909" cy="1071345"/>
            </a:xfrm>
            <a:custGeom>
              <a:avLst/>
              <a:gdLst>
                <a:gd name="T0" fmla="*/ 46 w 1182"/>
                <a:gd name="T1" fmla="*/ 693 h 803"/>
                <a:gd name="T2" fmla="*/ 46 w 1182"/>
                <a:gd name="T3" fmla="*/ 715 h 803"/>
                <a:gd name="T4" fmla="*/ 139 w 1182"/>
                <a:gd name="T5" fmla="*/ 703 h 803"/>
                <a:gd name="T6" fmla="*/ 51 w 1182"/>
                <a:gd name="T7" fmla="*/ 781 h 803"/>
                <a:gd name="T8" fmla="*/ 82 w 1182"/>
                <a:gd name="T9" fmla="*/ 547 h 803"/>
                <a:gd name="T10" fmla="*/ 22 w 1182"/>
                <a:gd name="T11" fmla="*/ 647 h 803"/>
                <a:gd name="T12" fmla="*/ 22 w 1182"/>
                <a:gd name="T13" fmla="*/ 616 h 803"/>
                <a:gd name="T14" fmla="*/ 4 w 1182"/>
                <a:gd name="T15" fmla="*/ 574 h 803"/>
                <a:gd name="T16" fmla="*/ 136 w 1182"/>
                <a:gd name="T17" fmla="*/ 477 h 803"/>
                <a:gd name="T18" fmla="*/ 143 w 1182"/>
                <a:gd name="T19" fmla="*/ 477 h 803"/>
                <a:gd name="T20" fmla="*/ 24 w 1182"/>
                <a:gd name="T21" fmla="*/ 490 h 803"/>
                <a:gd name="T22" fmla="*/ 156 w 1182"/>
                <a:gd name="T23" fmla="*/ 330 h 803"/>
                <a:gd name="T24" fmla="*/ 193 w 1182"/>
                <a:gd name="T25" fmla="*/ 355 h 803"/>
                <a:gd name="T26" fmla="*/ 143 w 1182"/>
                <a:gd name="T27" fmla="*/ 368 h 803"/>
                <a:gd name="T28" fmla="*/ 159 w 1182"/>
                <a:gd name="T29" fmla="*/ 414 h 803"/>
                <a:gd name="T30" fmla="*/ 186 w 1182"/>
                <a:gd name="T31" fmla="*/ 304 h 803"/>
                <a:gd name="T32" fmla="*/ 228 w 1182"/>
                <a:gd name="T33" fmla="*/ 266 h 803"/>
                <a:gd name="T34" fmla="*/ 236 w 1182"/>
                <a:gd name="T35" fmla="*/ 121 h 803"/>
                <a:gd name="T36" fmla="*/ 271 w 1182"/>
                <a:gd name="T37" fmla="*/ 193 h 803"/>
                <a:gd name="T38" fmla="*/ 224 w 1182"/>
                <a:gd name="T39" fmla="*/ 274 h 803"/>
                <a:gd name="T40" fmla="*/ 500 w 1182"/>
                <a:gd name="T41" fmla="*/ 26 h 803"/>
                <a:gd name="T42" fmla="*/ 417 w 1182"/>
                <a:gd name="T43" fmla="*/ 112 h 803"/>
                <a:gd name="T44" fmla="*/ 447 w 1182"/>
                <a:gd name="T45" fmla="*/ 21 h 803"/>
                <a:gd name="T46" fmla="*/ 492 w 1182"/>
                <a:gd name="T47" fmla="*/ 31 h 803"/>
                <a:gd name="T48" fmla="*/ 532 w 1182"/>
                <a:gd name="T49" fmla="*/ 125 h 803"/>
                <a:gd name="T50" fmla="*/ 573 w 1182"/>
                <a:gd name="T51" fmla="*/ 0 h 803"/>
                <a:gd name="T52" fmla="*/ 662 w 1182"/>
                <a:gd name="T53" fmla="*/ 0 h 803"/>
                <a:gd name="T54" fmla="*/ 557 w 1182"/>
                <a:gd name="T55" fmla="*/ 29 h 803"/>
                <a:gd name="T56" fmla="*/ 727 w 1182"/>
                <a:gd name="T57" fmla="*/ 143 h 803"/>
                <a:gd name="T58" fmla="*/ 753 w 1182"/>
                <a:gd name="T59" fmla="*/ 22 h 803"/>
                <a:gd name="T60" fmla="*/ 662 w 1182"/>
                <a:gd name="T61" fmla="*/ 130 h 803"/>
                <a:gd name="T62" fmla="*/ 892 w 1182"/>
                <a:gd name="T63" fmla="*/ 83 h 803"/>
                <a:gd name="T64" fmla="*/ 773 w 1182"/>
                <a:gd name="T65" fmla="*/ 30 h 803"/>
                <a:gd name="T66" fmla="*/ 812 w 1182"/>
                <a:gd name="T67" fmla="*/ 74 h 803"/>
                <a:gd name="T68" fmla="*/ 855 w 1182"/>
                <a:gd name="T69" fmla="*/ 67 h 803"/>
                <a:gd name="T70" fmla="*/ 864 w 1182"/>
                <a:gd name="T71" fmla="*/ 193 h 803"/>
                <a:gd name="T72" fmla="*/ 951 w 1182"/>
                <a:gd name="T73" fmla="*/ 241 h 803"/>
                <a:gd name="T74" fmla="*/ 924 w 1182"/>
                <a:gd name="T75" fmla="*/ 226 h 803"/>
                <a:gd name="T76" fmla="*/ 965 w 1182"/>
                <a:gd name="T77" fmla="*/ 144 h 803"/>
                <a:gd name="T78" fmla="*/ 920 w 1182"/>
                <a:gd name="T79" fmla="*/ 102 h 803"/>
                <a:gd name="T80" fmla="*/ 1051 w 1182"/>
                <a:gd name="T81" fmla="*/ 244 h 803"/>
                <a:gd name="T82" fmla="*/ 1007 w 1182"/>
                <a:gd name="T83" fmla="*/ 277 h 803"/>
                <a:gd name="T84" fmla="*/ 934 w 1182"/>
                <a:gd name="T85" fmla="*/ 272 h 803"/>
                <a:gd name="T86" fmla="*/ 1070 w 1182"/>
                <a:gd name="T87" fmla="*/ 246 h 803"/>
                <a:gd name="T88" fmla="*/ 1121 w 1182"/>
                <a:gd name="T89" fmla="*/ 427 h 803"/>
                <a:gd name="T90" fmla="*/ 1143 w 1182"/>
                <a:gd name="T91" fmla="*/ 373 h 803"/>
                <a:gd name="T92" fmla="*/ 1024 w 1182"/>
                <a:gd name="T93" fmla="*/ 422 h 803"/>
                <a:gd name="T94" fmla="*/ 1011 w 1182"/>
                <a:gd name="T95" fmla="*/ 391 h 803"/>
                <a:gd name="T96" fmla="*/ 1099 w 1182"/>
                <a:gd name="T97" fmla="*/ 389 h 803"/>
                <a:gd name="T98" fmla="*/ 1055 w 1182"/>
                <a:gd name="T99" fmla="*/ 527 h 803"/>
                <a:gd name="T100" fmla="*/ 1146 w 1182"/>
                <a:gd name="T101" fmla="*/ 454 h 803"/>
                <a:gd name="T102" fmla="*/ 1171 w 1182"/>
                <a:gd name="T103" fmla="*/ 496 h 803"/>
                <a:gd name="T104" fmla="*/ 1075 w 1182"/>
                <a:gd name="T105" fmla="*/ 597 h 803"/>
                <a:gd name="T106" fmla="*/ 1180 w 1182"/>
                <a:gd name="T107" fmla="*/ 523 h 803"/>
                <a:gd name="T108" fmla="*/ 1056 w 1182"/>
                <a:gd name="T109" fmla="*/ 548 h 803"/>
                <a:gd name="T110" fmla="*/ 1146 w 1182"/>
                <a:gd name="T111" fmla="*/ 793 h 803"/>
                <a:gd name="T112" fmla="*/ 1036 w 1182"/>
                <a:gd name="T113" fmla="*/ 737 h 803"/>
                <a:gd name="T114" fmla="*/ 1091 w 1182"/>
                <a:gd name="T115" fmla="*/ 699 h 803"/>
                <a:gd name="T116" fmla="*/ 1160 w 1182"/>
                <a:gd name="T117" fmla="*/ 728 h 803"/>
                <a:gd name="T118" fmla="*/ 1128 w 1182"/>
                <a:gd name="T119" fmla="*/ 755 h 80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  <a:cxn ang="0">
                  <a:pos x="T118" y="T119"/>
                </a:cxn>
              </a:cxnLst>
              <a:rect l="0" t="0" r="r" b="b"/>
              <a:pathLst>
                <a:path w="1182" h="803">
                  <a:moveTo>
                    <a:pt x="42" y="801"/>
                  </a:moveTo>
                  <a:cubicBezTo>
                    <a:pt x="38" y="803"/>
                    <a:pt x="38" y="803"/>
                    <a:pt x="38" y="803"/>
                  </a:cubicBezTo>
                  <a:cubicBezTo>
                    <a:pt x="8" y="699"/>
                    <a:pt x="8" y="699"/>
                    <a:pt x="8" y="699"/>
                  </a:cubicBezTo>
                  <a:cubicBezTo>
                    <a:pt x="45" y="688"/>
                    <a:pt x="45" y="688"/>
                    <a:pt x="45" y="688"/>
                  </a:cubicBezTo>
                  <a:cubicBezTo>
                    <a:pt x="46" y="693"/>
                    <a:pt x="46" y="693"/>
                    <a:pt x="46" y="693"/>
                  </a:cubicBezTo>
                  <a:cubicBezTo>
                    <a:pt x="25" y="701"/>
                    <a:pt x="19" y="717"/>
                    <a:pt x="27" y="741"/>
                  </a:cubicBezTo>
                  <a:cubicBezTo>
                    <a:pt x="29" y="752"/>
                    <a:pt x="34" y="755"/>
                    <a:pt x="40" y="753"/>
                  </a:cubicBezTo>
                  <a:cubicBezTo>
                    <a:pt x="82" y="740"/>
                    <a:pt x="82" y="740"/>
                    <a:pt x="82" y="740"/>
                  </a:cubicBezTo>
                  <a:cubicBezTo>
                    <a:pt x="79" y="723"/>
                    <a:pt x="67" y="716"/>
                    <a:pt x="47" y="720"/>
                  </a:cubicBezTo>
                  <a:cubicBezTo>
                    <a:pt x="46" y="715"/>
                    <a:pt x="46" y="715"/>
                    <a:pt x="46" y="715"/>
                  </a:cubicBezTo>
                  <a:cubicBezTo>
                    <a:pt x="107" y="698"/>
                    <a:pt x="107" y="698"/>
                    <a:pt x="107" y="698"/>
                  </a:cubicBezTo>
                  <a:cubicBezTo>
                    <a:pt x="109" y="703"/>
                    <a:pt x="109" y="703"/>
                    <a:pt x="109" y="703"/>
                  </a:cubicBezTo>
                  <a:cubicBezTo>
                    <a:pt x="89" y="709"/>
                    <a:pt x="83" y="721"/>
                    <a:pt x="89" y="739"/>
                  </a:cubicBezTo>
                  <a:cubicBezTo>
                    <a:pt x="131" y="726"/>
                    <a:pt x="131" y="726"/>
                    <a:pt x="131" y="726"/>
                  </a:cubicBezTo>
                  <a:cubicBezTo>
                    <a:pt x="141" y="725"/>
                    <a:pt x="143" y="717"/>
                    <a:pt x="139" y="703"/>
                  </a:cubicBezTo>
                  <a:cubicBezTo>
                    <a:pt x="143" y="701"/>
                    <a:pt x="143" y="701"/>
                    <a:pt x="143" y="701"/>
                  </a:cubicBezTo>
                  <a:cubicBezTo>
                    <a:pt x="162" y="767"/>
                    <a:pt x="162" y="767"/>
                    <a:pt x="162" y="767"/>
                  </a:cubicBezTo>
                  <a:cubicBezTo>
                    <a:pt x="158" y="768"/>
                    <a:pt x="158" y="768"/>
                    <a:pt x="158" y="768"/>
                  </a:cubicBezTo>
                  <a:cubicBezTo>
                    <a:pt x="154" y="757"/>
                    <a:pt x="148" y="752"/>
                    <a:pt x="139" y="756"/>
                  </a:cubicBezTo>
                  <a:cubicBezTo>
                    <a:pt x="51" y="781"/>
                    <a:pt x="51" y="781"/>
                    <a:pt x="51" y="781"/>
                  </a:cubicBezTo>
                  <a:cubicBezTo>
                    <a:pt x="42" y="783"/>
                    <a:pt x="39" y="790"/>
                    <a:pt x="42" y="801"/>
                  </a:cubicBezTo>
                  <a:close/>
                  <a:moveTo>
                    <a:pt x="0" y="532"/>
                  </a:moveTo>
                  <a:cubicBezTo>
                    <a:pt x="4" y="532"/>
                    <a:pt x="4" y="532"/>
                    <a:pt x="4" y="532"/>
                  </a:cubicBezTo>
                  <a:cubicBezTo>
                    <a:pt x="5" y="543"/>
                    <a:pt x="10" y="548"/>
                    <a:pt x="21" y="547"/>
                  </a:cubicBezTo>
                  <a:cubicBezTo>
                    <a:pt x="82" y="547"/>
                    <a:pt x="82" y="547"/>
                    <a:pt x="82" y="547"/>
                  </a:cubicBezTo>
                  <a:cubicBezTo>
                    <a:pt x="99" y="547"/>
                    <a:pt x="111" y="551"/>
                    <a:pt x="118" y="557"/>
                  </a:cubicBezTo>
                  <a:cubicBezTo>
                    <a:pt x="126" y="566"/>
                    <a:pt x="131" y="578"/>
                    <a:pt x="131" y="594"/>
                  </a:cubicBezTo>
                  <a:cubicBezTo>
                    <a:pt x="131" y="611"/>
                    <a:pt x="128" y="624"/>
                    <a:pt x="121" y="633"/>
                  </a:cubicBezTo>
                  <a:cubicBezTo>
                    <a:pt x="114" y="643"/>
                    <a:pt x="102" y="647"/>
                    <a:pt x="86" y="647"/>
                  </a:cubicBezTo>
                  <a:cubicBezTo>
                    <a:pt x="22" y="647"/>
                    <a:pt x="22" y="647"/>
                    <a:pt x="22" y="647"/>
                  </a:cubicBezTo>
                  <a:cubicBezTo>
                    <a:pt x="10" y="646"/>
                    <a:pt x="4" y="651"/>
                    <a:pt x="4" y="662"/>
                  </a:cubicBezTo>
                  <a:cubicBezTo>
                    <a:pt x="0" y="662"/>
                    <a:pt x="0" y="662"/>
                    <a:pt x="0" y="662"/>
                  </a:cubicBezTo>
                  <a:cubicBezTo>
                    <a:pt x="0" y="597"/>
                    <a:pt x="0" y="597"/>
                    <a:pt x="0" y="597"/>
                  </a:cubicBezTo>
                  <a:cubicBezTo>
                    <a:pt x="4" y="597"/>
                    <a:pt x="4" y="597"/>
                    <a:pt x="4" y="597"/>
                  </a:cubicBezTo>
                  <a:cubicBezTo>
                    <a:pt x="3" y="611"/>
                    <a:pt x="9" y="617"/>
                    <a:pt x="22" y="616"/>
                  </a:cubicBezTo>
                  <a:cubicBezTo>
                    <a:pt x="86" y="616"/>
                    <a:pt x="86" y="616"/>
                    <a:pt x="86" y="616"/>
                  </a:cubicBezTo>
                  <a:cubicBezTo>
                    <a:pt x="110" y="616"/>
                    <a:pt x="123" y="607"/>
                    <a:pt x="123" y="588"/>
                  </a:cubicBezTo>
                  <a:cubicBezTo>
                    <a:pt x="123" y="565"/>
                    <a:pt x="109" y="554"/>
                    <a:pt x="82" y="555"/>
                  </a:cubicBezTo>
                  <a:cubicBezTo>
                    <a:pt x="24" y="555"/>
                    <a:pt x="24" y="555"/>
                    <a:pt x="24" y="555"/>
                  </a:cubicBezTo>
                  <a:cubicBezTo>
                    <a:pt x="11" y="554"/>
                    <a:pt x="4" y="560"/>
                    <a:pt x="4" y="574"/>
                  </a:cubicBezTo>
                  <a:cubicBezTo>
                    <a:pt x="0" y="574"/>
                    <a:pt x="0" y="574"/>
                    <a:pt x="0" y="574"/>
                  </a:cubicBezTo>
                  <a:cubicBezTo>
                    <a:pt x="0" y="532"/>
                    <a:pt x="0" y="532"/>
                    <a:pt x="0" y="532"/>
                  </a:cubicBezTo>
                  <a:close/>
                  <a:moveTo>
                    <a:pt x="31" y="461"/>
                  </a:moveTo>
                  <a:cubicBezTo>
                    <a:pt x="123" y="485"/>
                    <a:pt x="123" y="485"/>
                    <a:pt x="123" y="485"/>
                  </a:cubicBezTo>
                  <a:cubicBezTo>
                    <a:pt x="130" y="488"/>
                    <a:pt x="135" y="485"/>
                    <a:pt x="136" y="477"/>
                  </a:cubicBezTo>
                  <a:cubicBezTo>
                    <a:pt x="144" y="453"/>
                    <a:pt x="128" y="435"/>
                    <a:pt x="90" y="426"/>
                  </a:cubicBezTo>
                  <a:cubicBezTo>
                    <a:pt x="53" y="417"/>
                    <a:pt x="32" y="424"/>
                    <a:pt x="25" y="447"/>
                  </a:cubicBezTo>
                  <a:cubicBezTo>
                    <a:pt x="23" y="455"/>
                    <a:pt x="25" y="460"/>
                    <a:pt x="31" y="461"/>
                  </a:cubicBezTo>
                  <a:close/>
                  <a:moveTo>
                    <a:pt x="128" y="535"/>
                  </a:moveTo>
                  <a:cubicBezTo>
                    <a:pt x="143" y="477"/>
                    <a:pt x="143" y="477"/>
                    <a:pt x="143" y="477"/>
                  </a:cubicBezTo>
                  <a:cubicBezTo>
                    <a:pt x="153" y="433"/>
                    <a:pt x="137" y="405"/>
                    <a:pt x="97" y="393"/>
                  </a:cubicBezTo>
                  <a:cubicBezTo>
                    <a:pt x="58" y="384"/>
                    <a:pt x="31" y="402"/>
                    <a:pt x="19" y="445"/>
                  </a:cubicBezTo>
                  <a:cubicBezTo>
                    <a:pt x="4" y="501"/>
                    <a:pt x="4" y="501"/>
                    <a:pt x="4" y="501"/>
                  </a:cubicBezTo>
                  <a:cubicBezTo>
                    <a:pt x="8" y="502"/>
                    <a:pt x="8" y="502"/>
                    <a:pt x="8" y="502"/>
                  </a:cubicBezTo>
                  <a:cubicBezTo>
                    <a:pt x="11" y="492"/>
                    <a:pt x="17" y="488"/>
                    <a:pt x="24" y="490"/>
                  </a:cubicBezTo>
                  <a:cubicBezTo>
                    <a:pt x="116" y="515"/>
                    <a:pt x="116" y="515"/>
                    <a:pt x="116" y="515"/>
                  </a:cubicBezTo>
                  <a:cubicBezTo>
                    <a:pt x="124" y="517"/>
                    <a:pt x="126" y="523"/>
                    <a:pt x="124" y="533"/>
                  </a:cubicBezTo>
                  <a:cubicBezTo>
                    <a:pt x="128" y="535"/>
                    <a:pt x="128" y="535"/>
                    <a:pt x="128" y="535"/>
                  </a:cubicBezTo>
                  <a:close/>
                  <a:moveTo>
                    <a:pt x="137" y="362"/>
                  </a:moveTo>
                  <a:cubicBezTo>
                    <a:pt x="156" y="330"/>
                    <a:pt x="156" y="330"/>
                    <a:pt x="156" y="330"/>
                  </a:cubicBezTo>
                  <a:cubicBezTo>
                    <a:pt x="106" y="323"/>
                    <a:pt x="106" y="323"/>
                    <a:pt x="106" y="323"/>
                  </a:cubicBezTo>
                  <a:cubicBezTo>
                    <a:pt x="137" y="362"/>
                    <a:pt x="137" y="362"/>
                    <a:pt x="137" y="362"/>
                  </a:cubicBezTo>
                  <a:close/>
                  <a:moveTo>
                    <a:pt x="220" y="300"/>
                  </a:moveTo>
                  <a:cubicBezTo>
                    <a:pt x="224" y="302"/>
                    <a:pt x="224" y="302"/>
                    <a:pt x="224" y="302"/>
                  </a:cubicBezTo>
                  <a:cubicBezTo>
                    <a:pt x="193" y="355"/>
                    <a:pt x="193" y="355"/>
                    <a:pt x="193" y="355"/>
                  </a:cubicBezTo>
                  <a:cubicBezTo>
                    <a:pt x="189" y="353"/>
                    <a:pt x="189" y="353"/>
                    <a:pt x="189" y="353"/>
                  </a:cubicBezTo>
                  <a:cubicBezTo>
                    <a:pt x="189" y="353"/>
                    <a:pt x="189" y="352"/>
                    <a:pt x="190" y="351"/>
                  </a:cubicBezTo>
                  <a:cubicBezTo>
                    <a:pt x="194" y="342"/>
                    <a:pt x="195" y="337"/>
                    <a:pt x="190" y="336"/>
                  </a:cubicBezTo>
                  <a:cubicBezTo>
                    <a:pt x="186" y="334"/>
                    <a:pt x="177" y="332"/>
                    <a:pt x="164" y="331"/>
                  </a:cubicBezTo>
                  <a:cubicBezTo>
                    <a:pt x="143" y="368"/>
                    <a:pt x="143" y="368"/>
                    <a:pt x="143" y="368"/>
                  </a:cubicBezTo>
                  <a:cubicBezTo>
                    <a:pt x="151" y="380"/>
                    <a:pt x="157" y="387"/>
                    <a:pt x="159" y="388"/>
                  </a:cubicBezTo>
                  <a:cubicBezTo>
                    <a:pt x="163" y="390"/>
                    <a:pt x="168" y="387"/>
                    <a:pt x="174" y="379"/>
                  </a:cubicBezTo>
                  <a:cubicBezTo>
                    <a:pt x="174" y="378"/>
                    <a:pt x="174" y="378"/>
                    <a:pt x="174" y="378"/>
                  </a:cubicBezTo>
                  <a:cubicBezTo>
                    <a:pt x="178" y="380"/>
                    <a:pt x="178" y="380"/>
                    <a:pt x="178" y="380"/>
                  </a:cubicBezTo>
                  <a:cubicBezTo>
                    <a:pt x="159" y="414"/>
                    <a:pt x="159" y="414"/>
                    <a:pt x="159" y="414"/>
                  </a:cubicBezTo>
                  <a:cubicBezTo>
                    <a:pt x="155" y="412"/>
                    <a:pt x="155" y="412"/>
                    <a:pt x="155" y="412"/>
                  </a:cubicBezTo>
                  <a:cubicBezTo>
                    <a:pt x="159" y="405"/>
                    <a:pt x="156" y="396"/>
                    <a:pt x="145" y="385"/>
                  </a:cubicBezTo>
                  <a:cubicBezTo>
                    <a:pt x="75" y="295"/>
                    <a:pt x="75" y="295"/>
                    <a:pt x="75" y="295"/>
                  </a:cubicBezTo>
                  <a:cubicBezTo>
                    <a:pt x="78" y="291"/>
                    <a:pt x="78" y="291"/>
                    <a:pt x="78" y="291"/>
                  </a:cubicBezTo>
                  <a:cubicBezTo>
                    <a:pt x="186" y="304"/>
                    <a:pt x="186" y="304"/>
                    <a:pt x="186" y="304"/>
                  </a:cubicBezTo>
                  <a:cubicBezTo>
                    <a:pt x="208" y="308"/>
                    <a:pt x="219" y="306"/>
                    <a:pt x="220" y="300"/>
                  </a:cubicBezTo>
                  <a:close/>
                  <a:moveTo>
                    <a:pt x="225" y="301"/>
                  </a:moveTo>
                  <a:cubicBezTo>
                    <a:pt x="257" y="271"/>
                    <a:pt x="257" y="271"/>
                    <a:pt x="257" y="271"/>
                  </a:cubicBezTo>
                  <a:cubicBezTo>
                    <a:pt x="254" y="268"/>
                    <a:pt x="254" y="268"/>
                    <a:pt x="254" y="268"/>
                  </a:cubicBezTo>
                  <a:cubicBezTo>
                    <a:pt x="244" y="277"/>
                    <a:pt x="236" y="276"/>
                    <a:pt x="228" y="266"/>
                  </a:cubicBezTo>
                  <a:cubicBezTo>
                    <a:pt x="176" y="211"/>
                    <a:pt x="176" y="211"/>
                    <a:pt x="176" y="211"/>
                  </a:cubicBezTo>
                  <a:cubicBezTo>
                    <a:pt x="308" y="227"/>
                    <a:pt x="308" y="227"/>
                    <a:pt x="308" y="227"/>
                  </a:cubicBezTo>
                  <a:cubicBezTo>
                    <a:pt x="311" y="224"/>
                    <a:pt x="311" y="224"/>
                    <a:pt x="311" y="224"/>
                  </a:cubicBezTo>
                  <a:cubicBezTo>
                    <a:pt x="236" y="143"/>
                    <a:pt x="236" y="143"/>
                    <a:pt x="236" y="143"/>
                  </a:cubicBezTo>
                  <a:cubicBezTo>
                    <a:pt x="228" y="136"/>
                    <a:pt x="229" y="129"/>
                    <a:pt x="236" y="121"/>
                  </a:cubicBezTo>
                  <a:cubicBezTo>
                    <a:pt x="233" y="118"/>
                    <a:pt x="233" y="118"/>
                    <a:pt x="233" y="118"/>
                  </a:cubicBezTo>
                  <a:cubicBezTo>
                    <a:pt x="203" y="146"/>
                    <a:pt x="203" y="146"/>
                    <a:pt x="203" y="146"/>
                  </a:cubicBezTo>
                  <a:cubicBezTo>
                    <a:pt x="206" y="149"/>
                    <a:pt x="206" y="149"/>
                    <a:pt x="206" y="149"/>
                  </a:cubicBezTo>
                  <a:cubicBezTo>
                    <a:pt x="216" y="140"/>
                    <a:pt x="224" y="141"/>
                    <a:pt x="232" y="151"/>
                  </a:cubicBezTo>
                  <a:cubicBezTo>
                    <a:pt x="271" y="193"/>
                    <a:pt x="271" y="193"/>
                    <a:pt x="271" y="193"/>
                  </a:cubicBezTo>
                  <a:cubicBezTo>
                    <a:pt x="167" y="179"/>
                    <a:pt x="167" y="179"/>
                    <a:pt x="167" y="179"/>
                  </a:cubicBezTo>
                  <a:cubicBezTo>
                    <a:pt x="138" y="206"/>
                    <a:pt x="138" y="206"/>
                    <a:pt x="138" y="206"/>
                  </a:cubicBezTo>
                  <a:cubicBezTo>
                    <a:pt x="141" y="209"/>
                    <a:pt x="141" y="209"/>
                    <a:pt x="141" y="209"/>
                  </a:cubicBezTo>
                  <a:cubicBezTo>
                    <a:pt x="143" y="207"/>
                    <a:pt x="150" y="207"/>
                    <a:pt x="163" y="208"/>
                  </a:cubicBezTo>
                  <a:cubicBezTo>
                    <a:pt x="224" y="274"/>
                    <a:pt x="224" y="274"/>
                    <a:pt x="224" y="274"/>
                  </a:cubicBezTo>
                  <a:cubicBezTo>
                    <a:pt x="232" y="281"/>
                    <a:pt x="231" y="289"/>
                    <a:pt x="222" y="298"/>
                  </a:cubicBezTo>
                  <a:cubicBezTo>
                    <a:pt x="225" y="301"/>
                    <a:pt x="225" y="301"/>
                    <a:pt x="225" y="301"/>
                  </a:cubicBezTo>
                  <a:close/>
                  <a:moveTo>
                    <a:pt x="509" y="2"/>
                  </a:moveTo>
                  <a:cubicBezTo>
                    <a:pt x="510" y="7"/>
                    <a:pt x="510" y="7"/>
                    <a:pt x="510" y="7"/>
                  </a:cubicBezTo>
                  <a:cubicBezTo>
                    <a:pt x="500" y="10"/>
                    <a:pt x="496" y="16"/>
                    <a:pt x="500" y="26"/>
                  </a:cubicBezTo>
                  <a:cubicBezTo>
                    <a:pt x="513" y="86"/>
                    <a:pt x="513" y="86"/>
                    <a:pt x="513" y="86"/>
                  </a:cubicBezTo>
                  <a:cubicBezTo>
                    <a:pt x="517" y="103"/>
                    <a:pt x="516" y="115"/>
                    <a:pt x="511" y="123"/>
                  </a:cubicBezTo>
                  <a:cubicBezTo>
                    <a:pt x="505" y="133"/>
                    <a:pt x="494" y="140"/>
                    <a:pt x="478" y="144"/>
                  </a:cubicBezTo>
                  <a:cubicBezTo>
                    <a:pt x="461" y="148"/>
                    <a:pt x="448" y="147"/>
                    <a:pt x="438" y="143"/>
                  </a:cubicBezTo>
                  <a:cubicBezTo>
                    <a:pt x="427" y="138"/>
                    <a:pt x="420" y="128"/>
                    <a:pt x="417" y="112"/>
                  </a:cubicBezTo>
                  <a:cubicBezTo>
                    <a:pt x="403" y="50"/>
                    <a:pt x="403" y="50"/>
                    <a:pt x="403" y="50"/>
                  </a:cubicBezTo>
                  <a:cubicBezTo>
                    <a:pt x="401" y="38"/>
                    <a:pt x="394" y="33"/>
                    <a:pt x="383" y="36"/>
                  </a:cubicBezTo>
                  <a:cubicBezTo>
                    <a:pt x="382" y="32"/>
                    <a:pt x="382" y="32"/>
                    <a:pt x="382" y="32"/>
                  </a:cubicBezTo>
                  <a:cubicBezTo>
                    <a:pt x="446" y="17"/>
                    <a:pt x="446" y="17"/>
                    <a:pt x="446" y="17"/>
                  </a:cubicBezTo>
                  <a:cubicBezTo>
                    <a:pt x="447" y="21"/>
                    <a:pt x="447" y="21"/>
                    <a:pt x="447" y="21"/>
                  </a:cubicBezTo>
                  <a:cubicBezTo>
                    <a:pt x="433" y="23"/>
                    <a:pt x="428" y="30"/>
                    <a:pt x="432" y="43"/>
                  </a:cubicBezTo>
                  <a:cubicBezTo>
                    <a:pt x="447" y="105"/>
                    <a:pt x="447" y="105"/>
                    <a:pt x="447" y="105"/>
                  </a:cubicBezTo>
                  <a:cubicBezTo>
                    <a:pt x="452" y="129"/>
                    <a:pt x="463" y="139"/>
                    <a:pt x="482" y="135"/>
                  </a:cubicBezTo>
                  <a:cubicBezTo>
                    <a:pt x="505" y="130"/>
                    <a:pt x="512" y="114"/>
                    <a:pt x="505" y="87"/>
                  </a:cubicBezTo>
                  <a:cubicBezTo>
                    <a:pt x="492" y="31"/>
                    <a:pt x="492" y="31"/>
                    <a:pt x="492" y="31"/>
                  </a:cubicBezTo>
                  <a:cubicBezTo>
                    <a:pt x="490" y="18"/>
                    <a:pt x="483" y="13"/>
                    <a:pt x="470" y="16"/>
                  </a:cubicBezTo>
                  <a:cubicBezTo>
                    <a:pt x="469" y="12"/>
                    <a:pt x="469" y="12"/>
                    <a:pt x="469" y="12"/>
                  </a:cubicBezTo>
                  <a:cubicBezTo>
                    <a:pt x="509" y="2"/>
                    <a:pt x="509" y="2"/>
                    <a:pt x="509" y="2"/>
                  </a:cubicBezTo>
                  <a:close/>
                  <a:moveTo>
                    <a:pt x="532" y="129"/>
                  </a:moveTo>
                  <a:cubicBezTo>
                    <a:pt x="532" y="125"/>
                    <a:pt x="532" y="125"/>
                    <a:pt x="532" y="125"/>
                  </a:cubicBezTo>
                  <a:cubicBezTo>
                    <a:pt x="544" y="124"/>
                    <a:pt x="550" y="119"/>
                    <a:pt x="549" y="109"/>
                  </a:cubicBezTo>
                  <a:cubicBezTo>
                    <a:pt x="549" y="19"/>
                    <a:pt x="549" y="19"/>
                    <a:pt x="549" y="19"/>
                  </a:cubicBezTo>
                  <a:cubicBezTo>
                    <a:pt x="541" y="9"/>
                    <a:pt x="535" y="4"/>
                    <a:pt x="533" y="5"/>
                  </a:cubicBezTo>
                  <a:cubicBezTo>
                    <a:pt x="533" y="0"/>
                    <a:pt x="533" y="0"/>
                    <a:pt x="533" y="0"/>
                  </a:cubicBezTo>
                  <a:cubicBezTo>
                    <a:pt x="573" y="0"/>
                    <a:pt x="573" y="0"/>
                    <a:pt x="573" y="0"/>
                  </a:cubicBezTo>
                  <a:cubicBezTo>
                    <a:pt x="639" y="82"/>
                    <a:pt x="639" y="82"/>
                    <a:pt x="639" y="82"/>
                  </a:cubicBezTo>
                  <a:cubicBezTo>
                    <a:pt x="639" y="24"/>
                    <a:pt x="639" y="24"/>
                    <a:pt x="639" y="24"/>
                  </a:cubicBezTo>
                  <a:cubicBezTo>
                    <a:pt x="640" y="12"/>
                    <a:pt x="634" y="5"/>
                    <a:pt x="621" y="5"/>
                  </a:cubicBezTo>
                  <a:cubicBezTo>
                    <a:pt x="621" y="0"/>
                    <a:pt x="621" y="0"/>
                    <a:pt x="621" y="0"/>
                  </a:cubicBezTo>
                  <a:cubicBezTo>
                    <a:pt x="662" y="0"/>
                    <a:pt x="662" y="0"/>
                    <a:pt x="662" y="0"/>
                  </a:cubicBezTo>
                  <a:cubicBezTo>
                    <a:pt x="662" y="5"/>
                    <a:pt x="662" y="5"/>
                    <a:pt x="662" y="5"/>
                  </a:cubicBezTo>
                  <a:cubicBezTo>
                    <a:pt x="651" y="6"/>
                    <a:pt x="646" y="11"/>
                    <a:pt x="647" y="21"/>
                  </a:cubicBezTo>
                  <a:cubicBezTo>
                    <a:pt x="647" y="132"/>
                    <a:pt x="647" y="132"/>
                    <a:pt x="647" y="132"/>
                  </a:cubicBezTo>
                  <a:cubicBezTo>
                    <a:pt x="642" y="132"/>
                    <a:pt x="642" y="132"/>
                    <a:pt x="642" y="132"/>
                  </a:cubicBezTo>
                  <a:cubicBezTo>
                    <a:pt x="557" y="29"/>
                    <a:pt x="557" y="29"/>
                    <a:pt x="557" y="29"/>
                  </a:cubicBezTo>
                  <a:cubicBezTo>
                    <a:pt x="557" y="105"/>
                    <a:pt x="557" y="105"/>
                    <a:pt x="557" y="105"/>
                  </a:cubicBezTo>
                  <a:cubicBezTo>
                    <a:pt x="556" y="118"/>
                    <a:pt x="562" y="125"/>
                    <a:pt x="575" y="125"/>
                  </a:cubicBezTo>
                  <a:cubicBezTo>
                    <a:pt x="575" y="129"/>
                    <a:pt x="575" y="129"/>
                    <a:pt x="575" y="129"/>
                  </a:cubicBezTo>
                  <a:cubicBezTo>
                    <a:pt x="532" y="129"/>
                    <a:pt x="532" y="129"/>
                    <a:pt x="532" y="129"/>
                  </a:cubicBezTo>
                  <a:close/>
                  <a:moveTo>
                    <a:pt x="727" y="143"/>
                  </a:moveTo>
                  <a:cubicBezTo>
                    <a:pt x="714" y="141"/>
                    <a:pt x="709" y="135"/>
                    <a:pt x="712" y="126"/>
                  </a:cubicBezTo>
                  <a:cubicBezTo>
                    <a:pt x="731" y="36"/>
                    <a:pt x="731" y="36"/>
                    <a:pt x="731" y="36"/>
                  </a:cubicBezTo>
                  <a:cubicBezTo>
                    <a:pt x="732" y="27"/>
                    <a:pt x="739" y="23"/>
                    <a:pt x="751" y="26"/>
                  </a:cubicBezTo>
                  <a:cubicBezTo>
                    <a:pt x="751" y="26"/>
                    <a:pt x="752" y="26"/>
                    <a:pt x="752" y="26"/>
                  </a:cubicBezTo>
                  <a:cubicBezTo>
                    <a:pt x="753" y="22"/>
                    <a:pt x="753" y="22"/>
                    <a:pt x="753" y="22"/>
                  </a:cubicBezTo>
                  <a:cubicBezTo>
                    <a:pt x="687" y="8"/>
                    <a:pt x="687" y="8"/>
                    <a:pt x="687" y="8"/>
                  </a:cubicBezTo>
                  <a:cubicBezTo>
                    <a:pt x="686" y="12"/>
                    <a:pt x="686" y="12"/>
                    <a:pt x="686" y="12"/>
                  </a:cubicBezTo>
                  <a:cubicBezTo>
                    <a:pt x="699" y="15"/>
                    <a:pt x="703" y="21"/>
                    <a:pt x="701" y="30"/>
                  </a:cubicBezTo>
                  <a:cubicBezTo>
                    <a:pt x="682" y="119"/>
                    <a:pt x="682" y="119"/>
                    <a:pt x="682" y="119"/>
                  </a:cubicBezTo>
                  <a:cubicBezTo>
                    <a:pt x="681" y="128"/>
                    <a:pt x="674" y="132"/>
                    <a:pt x="662" y="130"/>
                  </a:cubicBezTo>
                  <a:cubicBezTo>
                    <a:pt x="661" y="134"/>
                    <a:pt x="661" y="134"/>
                    <a:pt x="661" y="134"/>
                  </a:cubicBezTo>
                  <a:cubicBezTo>
                    <a:pt x="726" y="148"/>
                    <a:pt x="726" y="148"/>
                    <a:pt x="726" y="148"/>
                  </a:cubicBezTo>
                  <a:cubicBezTo>
                    <a:pt x="727" y="143"/>
                    <a:pt x="727" y="143"/>
                    <a:pt x="727" y="143"/>
                  </a:cubicBezTo>
                  <a:close/>
                  <a:moveTo>
                    <a:pt x="894" y="79"/>
                  </a:moveTo>
                  <a:cubicBezTo>
                    <a:pt x="892" y="83"/>
                    <a:pt x="892" y="83"/>
                    <a:pt x="892" y="83"/>
                  </a:cubicBezTo>
                  <a:cubicBezTo>
                    <a:pt x="885" y="80"/>
                    <a:pt x="878" y="82"/>
                    <a:pt x="870" y="91"/>
                  </a:cubicBezTo>
                  <a:cubicBezTo>
                    <a:pt x="786" y="174"/>
                    <a:pt x="786" y="174"/>
                    <a:pt x="786" y="174"/>
                  </a:cubicBezTo>
                  <a:cubicBezTo>
                    <a:pt x="781" y="172"/>
                    <a:pt x="781" y="172"/>
                    <a:pt x="781" y="172"/>
                  </a:cubicBezTo>
                  <a:cubicBezTo>
                    <a:pt x="783" y="49"/>
                    <a:pt x="783" y="49"/>
                    <a:pt x="783" y="49"/>
                  </a:cubicBezTo>
                  <a:cubicBezTo>
                    <a:pt x="783" y="40"/>
                    <a:pt x="780" y="33"/>
                    <a:pt x="773" y="30"/>
                  </a:cubicBezTo>
                  <a:cubicBezTo>
                    <a:pt x="775" y="26"/>
                    <a:pt x="775" y="26"/>
                    <a:pt x="775" y="26"/>
                  </a:cubicBezTo>
                  <a:cubicBezTo>
                    <a:pt x="833" y="52"/>
                    <a:pt x="833" y="52"/>
                    <a:pt x="833" y="52"/>
                  </a:cubicBezTo>
                  <a:cubicBezTo>
                    <a:pt x="832" y="56"/>
                    <a:pt x="832" y="56"/>
                    <a:pt x="832" y="56"/>
                  </a:cubicBezTo>
                  <a:cubicBezTo>
                    <a:pt x="820" y="51"/>
                    <a:pt x="814" y="52"/>
                    <a:pt x="813" y="57"/>
                  </a:cubicBezTo>
                  <a:cubicBezTo>
                    <a:pt x="812" y="60"/>
                    <a:pt x="812" y="66"/>
                    <a:pt x="812" y="74"/>
                  </a:cubicBezTo>
                  <a:cubicBezTo>
                    <a:pt x="810" y="140"/>
                    <a:pt x="810" y="140"/>
                    <a:pt x="810" y="140"/>
                  </a:cubicBezTo>
                  <a:cubicBezTo>
                    <a:pt x="858" y="92"/>
                    <a:pt x="858" y="92"/>
                    <a:pt x="858" y="92"/>
                  </a:cubicBezTo>
                  <a:cubicBezTo>
                    <a:pt x="858" y="92"/>
                    <a:pt x="859" y="91"/>
                    <a:pt x="860" y="90"/>
                  </a:cubicBezTo>
                  <a:cubicBezTo>
                    <a:pt x="864" y="86"/>
                    <a:pt x="866" y="84"/>
                    <a:pt x="867" y="82"/>
                  </a:cubicBezTo>
                  <a:cubicBezTo>
                    <a:pt x="870" y="77"/>
                    <a:pt x="866" y="72"/>
                    <a:pt x="855" y="67"/>
                  </a:cubicBezTo>
                  <a:cubicBezTo>
                    <a:pt x="857" y="63"/>
                    <a:pt x="857" y="63"/>
                    <a:pt x="857" y="63"/>
                  </a:cubicBezTo>
                  <a:cubicBezTo>
                    <a:pt x="894" y="79"/>
                    <a:pt x="894" y="79"/>
                    <a:pt x="894" y="79"/>
                  </a:cubicBezTo>
                  <a:close/>
                  <a:moveTo>
                    <a:pt x="920" y="102"/>
                  </a:moveTo>
                  <a:cubicBezTo>
                    <a:pt x="929" y="110"/>
                    <a:pt x="930" y="117"/>
                    <a:pt x="924" y="124"/>
                  </a:cubicBezTo>
                  <a:cubicBezTo>
                    <a:pt x="864" y="193"/>
                    <a:pt x="864" y="193"/>
                    <a:pt x="864" y="193"/>
                  </a:cubicBezTo>
                  <a:cubicBezTo>
                    <a:pt x="859" y="201"/>
                    <a:pt x="851" y="200"/>
                    <a:pt x="842" y="193"/>
                  </a:cubicBezTo>
                  <a:cubicBezTo>
                    <a:pt x="839" y="196"/>
                    <a:pt x="839" y="196"/>
                    <a:pt x="839" y="196"/>
                  </a:cubicBezTo>
                  <a:cubicBezTo>
                    <a:pt x="923" y="269"/>
                    <a:pt x="923" y="269"/>
                    <a:pt x="923" y="269"/>
                  </a:cubicBezTo>
                  <a:cubicBezTo>
                    <a:pt x="954" y="244"/>
                    <a:pt x="954" y="244"/>
                    <a:pt x="954" y="244"/>
                  </a:cubicBezTo>
                  <a:cubicBezTo>
                    <a:pt x="951" y="241"/>
                    <a:pt x="951" y="241"/>
                    <a:pt x="951" y="241"/>
                  </a:cubicBezTo>
                  <a:cubicBezTo>
                    <a:pt x="928" y="252"/>
                    <a:pt x="909" y="250"/>
                    <a:pt x="891" y="234"/>
                  </a:cubicBezTo>
                  <a:cubicBezTo>
                    <a:pt x="882" y="226"/>
                    <a:pt x="880" y="220"/>
                    <a:pt x="885" y="215"/>
                  </a:cubicBezTo>
                  <a:cubicBezTo>
                    <a:pt x="916" y="180"/>
                    <a:pt x="916" y="180"/>
                    <a:pt x="916" y="180"/>
                  </a:cubicBezTo>
                  <a:cubicBezTo>
                    <a:pt x="931" y="192"/>
                    <a:pt x="933" y="206"/>
                    <a:pt x="920" y="223"/>
                  </a:cubicBezTo>
                  <a:cubicBezTo>
                    <a:pt x="924" y="226"/>
                    <a:pt x="924" y="226"/>
                    <a:pt x="924" y="226"/>
                  </a:cubicBezTo>
                  <a:cubicBezTo>
                    <a:pt x="966" y="177"/>
                    <a:pt x="966" y="177"/>
                    <a:pt x="966" y="177"/>
                  </a:cubicBezTo>
                  <a:cubicBezTo>
                    <a:pt x="962" y="174"/>
                    <a:pt x="962" y="174"/>
                    <a:pt x="962" y="174"/>
                  </a:cubicBezTo>
                  <a:cubicBezTo>
                    <a:pt x="948" y="189"/>
                    <a:pt x="934" y="189"/>
                    <a:pt x="920" y="175"/>
                  </a:cubicBezTo>
                  <a:cubicBezTo>
                    <a:pt x="949" y="142"/>
                    <a:pt x="949" y="142"/>
                    <a:pt x="949" y="142"/>
                  </a:cubicBezTo>
                  <a:cubicBezTo>
                    <a:pt x="953" y="136"/>
                    <a:pt x="958" y="137"/>
                    <a:pt x="965" y="144"/>
                  </a:cubicBezTo>
                  <a:cubicBezTo>
                    <a:pt x="987" y="161"/>
                    <a:pt x="991" y="179"/>
                    <a:pt x="978" y="196"/>
                  </a:cubicBezTo>
                  <a:cubicBezTo>
                    <a:pt x="981" y="200"/>
                    <a:pt x="981" y="200"/>
                    <a:pt x="981" y="200"/>
                  </a:cubicBezTo>
                  <a:cubicBezTo>
                    <a:pt x="1006" y="171"/>
                    <a:pt x="1006" y="171"/>
                    <a:pt x="1006" y="171"/>
                  </a:cubicBezTo>
                  <a:cubicBezTo>
                    <a:pt x="923" y="99"/>
                    <a:pt x="923" y="99"/>
                    <a:pt x="923" y="99"/>
                  </a:cubicBezTo>
                  <a:cubicBezTo>
                    <a:pt x="920" y="102"/>
                    <a:pt x="920" y="102"/>
                    <a:pt x="920" y="102"/>
                  </a:cubicBezTo>
                  <a:close/>
                  <a:moveTo>
                    <a:pt x="1051" y="244"/>
                  </a:moveTo>
                  <a:cubicBezTo>
                    <a:pt x="1011" y="273"/>
                    <a:pt x="1011" y="273"/>
                    <a:pt x="1011" y="273"/>
                  </a:cubicBezTo>
                  <a:cubicBezTo>
                    <a:pt x="1026" y="294"/>
                    <a:pt x="1040" y="298"/>
                    <a:pt x="1056" y="284"/>
                  </a:cubicBezTo>
                  <a:cubicBezTo>
                    <a:pt x="1070" y="273"/>
                    <a:pt x="1073" y="261"/>
                    <a:pt x="1064" y="249"/>
                  </a:cubicBezTo>
                  <a:cubicBezTo>
                    <a:pt x="1059" y="241"/>
                    <a:pt x="1055" y="239"/>
                    <a:pt x="1051" y="244"/>
                  </a:cubicBezTo>
                  <a:close/>
                  <a:moveTo>
                    <a:pt x="1013" y="377"/>
                  </a:moveTo>
                  <a:cubicBezTo>
                    <a:pt x="1009" y="379"/>
                    <a:pt x="1009" y="379"/>
                    <a:pt x="1009" y="379"/>
                  </a:cubicBezTo>
                  <a:cubicBezTo>
                    <a:pt x="986" y="348"/>
                    <a:pt x="986" y="348"/>
                    <a:pt x="986" y="348"/>
                  </a:cubicBezTo>
                  <a:cubicBezTo>
                    <a:pt x="1010" y="281"/>
                    <a:pt x="1010" y="281"/>
                    <a:pt x="1010" y="281"/>
                  </a:cubicBezTo>
                  <a:cubicBezTo>
                    <a:pt x="1007" y="277"/>
                    <a:pt x="1007" y="277"/>
                    <a:pt x="1007" y="277"/>
                  </a:cubicBezTo>
                  <a:cubicBezTo>
                    <a:pt x="977" y="299"/>
                    <a:pt x="977" y="299"/>
                    <a:pt x="977" y="299"/>
                  </a:cubicBezTo>
                  <a:cubicBezTo>
                    <a:pt x="967" y="305"/>
                    <a:pt x="965" y="313"/>
                    <a:pt x="973" y="323"/>
                  </a:cubicBezTo>
                  <a:cubicBezTo>
                    <a:pt x="969" y="326"/>
                    <a:pt x="969" y="326"/>
                    <a:pt x="969" y="326"/>
                  </a:cubicBezTo>
                  <a:cubicBezTo>
                    <a:pt x="930" y="275"/>
                    <a:pt x="930" y="275"/>
                    <a:pt x="930" y="275"/>
                  </a:cubicBezTo>
                  <a:cubicBezTo>
                    <a:pt x="934" y="272"/>
                    <a:pt x="934" y="272"/>
                    <a:pt x="934" y="272"/>
                  </a:cubicBezTo>
                  <a:cubicBezTo>
                    <a:pt x="941" y="282"/>
                    <a:pt x="949" y="283"/>
                    <a:pt x="958" y="274"/>
                  </a:cubicBezTo>
                  <a:cubicBezTo>
                    <a:pt x="1025" y="224"/>
                    <a:pt x="1025" y="224"/>
                    <a:pt x="1025" y="224"/>
                  </a:cubicBezTo>
                  <a:cubicBezTo>
                    <a:pt x="1036" y="217"/>
                    <a:pt x="1038" y="209"/>
                    <a:pt x="1030" y="200"/>
                  </a:cubicBezTo>
                  <a:cubicBezTo>
                    <a:pt x="1033" y="197"/>
                    <a:pt x="1033" y="197"/>
                    <a:pt x="1033" y="197"/>
                  </a:cubicBezTo>
                  <a:cubicBezTo>
                    <a:pt x="1070" y="246"/>
                    <a:pt x="1070" y="246"/>
                    <a:pt x="1070" y="246"/>
                  </a:cubicBezTo>
                  <a:cubicBezTo>
                    <a:pt x="1091" y="274"/>
                    <a:pt x="1093" y="295"/>
                    <a:pt x="1076" y="309"/>
                  </a:cubicBezTo>
                  <a:cubicBezTo>
                    <a:pt x="1063" y="319"/>
                    <a:pt x="1049" y="317"/>
                    <a:pt x="1032" y="305"/>
                  </a:cubicBezTo>
                  <a:cubicBezTo>
                    <a:pt x="1011" y="368"/>
                    <a:pt x="1011" y="368"/>
                    <a:pt x="1011" y="368"/>
                  </a:cubicBezTo>
                  <a:cubicBezTo>
                    <a:pt x="1011" y="372"/>
                    <a:pt x="1011" y="375"/>
                    <a:pt x="1013" y="377"/>
                  </a:cubicBezTo>
                  <a:close/>
                  <a:moveTo>
                    <a:pt x="1121" y="427"/>
                  </a:moveTo>
                  <a:cubicBezTo>
                    <a:pt x="1159" y="412"/>
                    <a:pt x="1159" y="412"/>
                    <a:pt x="1159" y="412"/>
                  </a:cubicBezTo>
                  <a:cubicBezTo>
                    <a:pt x="1157" y="406"/>
                    <a:pt x="1157" y="406"/>
                    <a:pt x="1157" y="406"/>
                  </a:cubicBezTo>
                  <a:cubicBezTo>
                    <a:pt x="1152" y="407"/>
                    <a:pt x="1149" y="406"/>
                    <a:pt x="1148" y="403"/>
                  </a:cubicBezTo>
                  <a:cubicBezTo>
                    <a:pt x="1148" y="402"/>
                    <a:pt x="1147" y="399"/>
                    <a:pt x="1147" y="395"/>
                  </a:cubicBezTo>
                  <a:cubicBezTo>
                    <a:pt x="1147" y="386"/>
                    <a:pt x="1145" y="378"/>
                    <a:pt x="1143" y="373"/>
                  </a:cubicBezTo>
                  <a:cubicBezTo>
                    <a:pt x="1133" y="348"/>
                    <a:pt x="1116" y="340"/>
                    <a:pt x="1092" y="348"/>
                  </a:cubicBezTo>
                  <a:cubicBezTo>
                    <a:pt x="1077" y="353"/>
                    <a:pt x="1069" y="368"/>
                    <a:pt x="1067" y="393"/>
                  </a:cubicBezTo>
                  <a:cubicBezTo>
                    <a:pt x="1066" y="407"/>
                    <a:pt x="1066" y="407"/>
                    <a:pt x="1066" y="407"/>
                  </a:cubicBezTo>
                  <a:cubicBezTo>
                    <a:pt x="1066" y="423"/>
                    <a:pt x="1062" y="433"/>
                    <a:pt x="1052" y="436"/>
                  </a:cubicBezTo>
                  <a:cubicBezTo>
                    <a:pt x="1039" y="440"/>
                    <a:pt x="1030" y="435"/>
                    <a:pt x="1024" y="422"/>
                  </a:cubicBezTo>
                  <a:cubicBezTo>
                    <a:pt x="1017" y="403"/>
                    <a:pt x="1024" y="386"/>
                    <a:pt x="1046" y="370"/>
                  </a:cubicBezTo>
                  <a:cubicBezTo>
                    <a:pt x="1045" y="365"/>
                    <a:pt x="1045" y="365"/>
                    <a:pt x="1045" y="365"/>
                  </a:cubicBezTo>
                  <a:cubicBezTo>
                    <a:pt x="1002" y="382"/>
                    <a:pt x="1002" y="382"/>
                    <a:pt x="1002" y="382"/>
                  </a:cubicBezTo>
                  <a:cubicBezTo>
                    <a:pt x="1004" y="387"/>
                    <a:pt x="1004" y="387"/>
                    <a:pt x="1004" y="387"/>
                  </a:cubicBezTo>
                  <a:cubicBezTo>
                    <a:pt x="1008" y="387"/>
                    <a:pt x="1010" y="388"/>
                    <a:pt x="1011" y="391"/>
                  </a:cubicBezTo>
                  <a:cubicBezTo>
                    <a:pt x="1012" y="392"/>
                    <a:pt x="1013" y="395"/>
                    <a:pt x="1013" y="399"/>
                  </a:cubicBezTo>
                  <a:cubicBezTo>
                    <a:pt x="1014" y="408"/>
                    <a:pt x="1016" y="416"/>
                    <a:pt x="1019" y="423"/>
                  </a:cubicBezTo>
                  <a:cubicBezTo>
                    <a:pt x="1031" y="450"/>
                    <a:pt x="1049" y="460"/>
                    <a:pt x="1072" y="452"/>
                  </a:cubicBezTo>
                  <a:cubicBezTo>
                    <a:pt x="1087" y="446"/>
                    <a:pt x="1095" y="436"/>
                    <a:pt x="1097" y="420"/>
                  </a:cubicBezTo>
                  <a:cubicBezTo>
                    <a:pt x="1099" y="389"/>
                    <a:pt x="1099" y="389"/>
                    <a:pt x="1099" y="389"/>
                  </a:cubicBezTo>
                  <a:cubicBezTo>
                    <a:pt x="1100" y="373"/>
                    <a:pt x="1104" y="364"/>
                    <a:pt x="1113" y="362"/>
                  </a:cubicBezTo>
                  <a:cubicBezTo>
                    <a:pt x="1123" y="358"/>
                    <a:pt x="1131" y="362"/>
                    <a:pt x="1137" y="374"/>
                  </a:cubicBezTo>
                  <a:cubicBezTo>
                    <a:pt x="1143" y="391"/>
                    <a:pt x="1137" y="407"/>
                    <a:pt x="1119" y="422"/>
                  </a:cubicBezTo>
                  <a:cubicBezTo>
                    <a:pt x="1121" y="427"/>
                    <a:pt x="1121" y="427"/>
                    <a:pt x="1121" y="427"/>
                  </a:cubicBezTo>
                  <a:close/>
                  <a:moveTo>
                    <a:pt x="1055" y="527"/>
                  </a:moveTo>
                  <a:cubicBezTo>
                    <a:pt x="1051" y="528"/>
                    <a:pt x="1051" y="528"/>
                    <a:pt x="1051" y="528"/>
                  </a:cubicBezTo>
                  <a:cubicBezTo>
                    <a:pt x="1035" y="463"/>
                    <a:pt x="1035" y="463"/>
                    <a:pt x="1035" y="463"/>
                  </a:cubicBezTo>
                  <a:cubicBezTo>
                    <a:pt x="1039" y="462"/>
                    <a:pt x="1039" y="462"/>
                    <a:pt x="1039" y="462"/>
                  </a:cubicBezTo>
                  <a:cubicBezTo>
                    <a:pt x="1043" y="474"/>
                    <a:pt x="1049" y="479"/>
                    <a:pt x="1057" y="476"/>
                  </a:cubicBezTo>
                  <a:cubicBezTo>
                    <a:pt x="1146" y="454"/>
                    <a:pt x="1146" y="454"/>
                    <a:pt x="1146" y="454"/>
                  </a:cubicBezTo>
                  <a:cubicBezTo>
                    <a:pt x="1155" y="452"/>
                    <a:pt x="1159" y="445"/>
                    <a:pt x="1155" y="433"/>
                  </a:cubicBezTo>
                  <a:cubicBezTo>
                    <a:pt x="1160" y="432"/>
                    <a:pt x="1160" y="432"/>
                    <a:pt x="1160" y="432"/>
                  </a:cubicBezTo>
                  <a:cubicBezTo>
                    <a:pt x="1176" y="497"/>
                    <a:pt x="1176" y="497"/>
                    <a:pt x="1176" y="497"/>
                  </a:cubicBezTo>
                  <a:cubicBezTo>
                    <a:pt x="1172" y="498"/>
                    <a:pt x="1172" y="498"/>
                    <a:pt x="1172" y="498"/>
                  </a:cubicBezTo>
                  <a:cubicBezTo>
                    <a:pt x="1172" y="497"/>
                    <a:pt x="1171" y="497"/>
                    <a:pt x="1171" y="496"/>
                  </a:cubicBezTo>
                  <a:cubicBezTo>
                    <a:pt x="1168" y="485"/>
                    <a:pt x="1163" y="480"/>
                    <a:pt x="1153" y="483"/>
                  </a:cubicBezTo>
                  <a:cubicBezTo>
                    <a:pt x="1065" y="505"/>
                    <a:pt x="1065" y="505"/>
                    <a:pt x="1065" y="505"/>
                  </a:cubicBezTo>
                  <a:cubicBezTo>
                    <a:pt x="1055" y="507"/>
                    <a:pt x="1052" y="514"/>
                    <a:pt x="1055" y="527"/>
                  </a:cubicBezTo>
                  <a:close/>
                  <a:moveTo>
                    <a:pt x="1057" y="616"/>
                  </a:moveTo>
                  <a:cubicBezTo>
                    <a:pt x="1056" y="602"/>
                    <a:pt x="1062" y="596"/>
                    <a:pt x="1075" y="597"/>
                  </a:cubicBezTo>
                  <a:cubicBezTo>
                    <a:pt x="1175" y="595"/>
                    <a:pt x="1175" y="595"/>
                    <a:pt x="1175" y="595"/>
                  </a:cubicBezTo>
                  <a:cubicBezTo>
                    <a:pt x="1176" y="617"/>
                    <a:pt x="1166" y="630"/>
                    <a:pt x="1144" y="632"/>
                  </a:cubicBezTo>
                  <a:cubicBezTo>
                    <a:pt x="1144" y="638"/>
                    <a:pt x="1144" y="638"/>
                    <a:pt x="1144" y="638"/>
                  </a:cubicBezTo>
                  <a:cubicBezTo>
                    <a:pt x="1182" y="637"/>
                    <a:pt x="1182" y="637"/>
                    <a:pt x="1182" y="637"/>
                  </a:cubicBezTo>
                  <a:cubicBezTo>
                    <a:pt x="1180" y="523"/>
                    <a:pt x="1180" y="523"/>
                    <a:pt x="1180" y="523"/>
                  </a:cubicBezTo>
                  <a:cubicBezTo>
                    <a:pt x="1142" y="523"/>
                    <a:pt x="1142" y="523"/>
                    <a:pt x="1142" y="523"/>
                  </a:cubicBezTo>
                  <a:cubicBezTo>
                    <a:pt x="1142" y="528"/>
                    <a:pt x="1142" y="528"/>
                    <a:pt x="1142" y="528"/>
                  </a:cubicBezTo>
                  <a:cubicBezTo>
                    <a:pt x="1164" y="530"/>
                    <a:pt x="1175" y="542"/>
                    <a:pt x="1175" y="565"/>
                  </a:cubicBezTo>
                  <a:cubicBezTo>
                    <a:pt x="1074" y="566"/>
                    <a:pt x="1074" y="566"/>
                    <a:pt x="1074" y="566"/>
                  </a:cubicBezTo>
                  <a:cubicBezTo>
                    <a:pt x="1061" y="568"/>
                    <a:pt x="1055" y="562"/>
                    <a:pt x="1056" y="548"/>
                  </a:cubicBezTo>
                  <a:cubicBezTo>
                    <a:pt x="1051" y="548"/>
                    <a:pt x="1051" y="548"/>
                    <a:pt x="1051" y="548"/>
                  </a:cubicBezTo>
                  <a:cubicBezTo>
                    <a:pt x="1053" y="616"/>
                    <a:pt x="1053" y="616"/>
                    <a:pt x="1053" y="616"/>
                  </a:cubicBezTo>
                  <a:cubicBezTo>
                    <a:pt x="1057" y="616"/>
                    <a:pt x="1057" y="616"/>
                    <a:pt x="1057" y="616"/>
                  </a:cubicBezTo>
                  <a:close/>
                  <a:moveTo>
                    <a:pt x="1151" y="794"/>
                  </a:moveTo>
                  <a:cubicBezTo>
                    <a:pt x="1146" y="793"/>
                    <a:pt x="1146" y="793"/>
                    <a:pt x="1146" y="793"/>
                  </a:cubicBezTo>
                  <a:cubicBezTo>
                    <a:pt x="1146" y="793"/>
                    <a:pt x="1146" y="793"/>
                    <a:pt x="1146" y="792"/>
                  </a:cubicBezTo>
                  <a:cubicBezTo>
                    <a:pt x="1147" y="787"/>
                    <a:pt x="1145" y="782"/>
                    <a:pt x="1142" y="779"/>
                  </a:cubicBezTo>
                  <a:cubicBezTo>
                    <a:pt x="1091" y="731"/>
                    <a:pt x="1091" y="731"/>
                    <a:pt x="1091" y="731"/>
                  </a:cubicBezTo>
                  <a:cubicBezTo>
                    <a:pt x="1057" y="724"/>
                    <a:pt x="1057" y="724"/>
                    <a:pt x="1057" y="724"/>
                  </a:cubicBezTo>
                  <a:cubicBezTo>
                    <a:pt x="1045" y="720"/>
                    <a:pt x="1038" y="724"/>
                    <a:pt x="1036" y="737"/>
                  </a:cubicBezTo>
                  <a:cubicBezTo>
                    <a:pt x="1031" y="736"/>
                    <a:pt x="1031" y="736"/>
                    <a:pt x="1031" y="736"/>
                  </a:cubicBezTo>
                  <a:cubicBezTo>
                    <a:pt x="1045" y="671"/>
                    <a:pt x="1045" y="671"/>
                    <a:pt x="1045" y="671"/>
                  </a:cubicBezTo>
                  <a:cubicBezTo>
                    <a:pt x="1049" y="672"/>
                    <a:pt x="1049" y="672"/>
                    <a:pt x="1049" y="672"/>
                  </a:cubicBezTo>
                  <a:cubicBezTo>
                    <a:pt x="1046" y="685"/>
                    <a:pt x="1051" y="692"/>
                    <a:pt x="1063" y="693"/>
                  </a:cubicBezTo>
                  <a:cubicBezTo>
                    <a:pt x="1091" y="699"/>
                    <a:pt x="1091" y="699"/>
                    <a:pt x="1091" y="699"/>
                  </a:cubicBezTo>
                  <a:cubicBezTo>
                    <a:pt x="1160" y="678"/>
                    <a:pt x="1160" y="678"/>
                    <a:pt x="1160" y="678"/>
                  </a:cubicBezTo>
                  <a:cubicBezTo>
                    <a:pt x="1167" y="676"/>
                    <a:pt x="1171" y="672"/>
                    <a:pt x="1173" y="665"/>
                  </a:cubicBezTo>
                  <a:cubicBezTo>
                    <a:pt x="1178" y="666"/>
                    <a:pt x="1178" y="666"/>
                    <a:pt x="1178" y="666"/>
                  </a:cubicBezTo>
                  <a:cubicBezTo>
                    <a:pt x="1164" y="729"/>
                    <a:pt x="1164" y="729"/>
                    <a:pt x="1164" y="729"/>
                  </a:cubicBezTo>
                  <a:cubicBezTo>
                    <a:pt x="1160" y="728"/>
                    <a:pt x="1160" y="728"/>
                    <a:pt x="1160" y="728"/>
                  </a:cubicBezTo>
                  <a:cubicBezTo>
                    <a:pt x="1163" y="716"/>
                    <a:pt x="1162" y="711"/>
                    <a:pt x="1157" y="711"/>
                  </a:cubicBezTo>
                  <a:cubicBezTo>
                    <a:pt x="1155" y="711"/>
                    <a:pt x="1152" y="711"/>
                    <a:pt x="1148" y="713"/>
                  </a:cubicBezTo>
                  <a:cubicBezTo>
                    <a:pt x="1147" y="713"/>
                    <a:pt x="1146" y="714"/>
                    <a:pt x="1146" y="714"/>
                  </a:cubicBezTo>
                  <a:cubicBezTo>
                    <a:pt x="1097" y="727"/>
                    <a:pt x="1097" y="727"/>
                    <a:pt x="1097" y="727"/>
                  </a:cubicBezTo>
                  <a:cubicBezTo>
                    <a:pt x="1128" y="755"/>
                    <a:pt x="1128" y="755"/>
                    <a:pt x="1128" y="755"/>
                  </a:cubicBezTo>
                  <a:cubicBezTo>
                    <a:pt x="1133" y="760"/>
                    <a:pt x="1138" y="764"/>
                    <a:pt x="1143" y="765"/>
                  </a:cubicBezTo>
                  <a:cubicBezTo>
                    <a:pt x="1148" y="767"/>
                    <a:pt x="1152" y="763"/>
                    <a:pt x="1155" y="752"/>
                  </a:cubicBezTo>
                  <a:cubicBezTo>
                    <a:pt x="1159" y="753"/>
                    <a:pt x="1159" y="753"/>
                    <a:pt x="1159" y="753"/>
                  </a:cubicBezTo>
                  <a:lnTo>
                    <a:pt x="1151" y="794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37" name="íṥļiďè"/>
            <p:cNvSpPr/>
            <p:nvPr/>
          </p:nvSpPr>
          <p:spPr bwMode="auto">
            <a:xfrm>
              <a:off x="4260844" y="4031997"/>
              <a:ext cx="147714" cy="178275"/>
            </a:xfrm>
            <a:custGeom>
              <a:avLst/>
              <a:gdLst>
                <a:gd name="T0" fmla="*/ 4 w 111"/>
                <a:gd name="T1" fmla="*/ 78 h 133"/>
                <a:gd name="T2" fmla="*/ 1 w 111"/>
                <a:gd name="T3" fmla="*/ 41 h 133"/>
                <a:gd name="T4" fmla="*/ 14 w 111"/>
                <a:gd name="T5" fmla="*/ 16 h 133"/>
                <a:gd name="T6" fmla="*/ 40 w 111"/>
                <a:gd name="T7" fmla="*/ 3 h 133"/>
                <a:gd name="T8" fmla="*/ 63 w 111"/>
                <a:gd name="T9" fmla="*/ 1 h 133"/>
                <a:gd name="T10" fmla="*/ 82 w 111"/>
                <a:gd name="T11" fmla="*/ 9 h 133"/>
                <a:gd name="T12" fmla="*/ 96 w 111"/>
                <a:gd name="T13" fmla="*/ 26 h 133"/>
                <a:gd name="T14" fmla="*/ 106 w 111"/>
                <a:gd name="T15" fmla="*/ 54 h 133"/>
                <a:gd name="T16" fmla="*/ 109 w 111"/>
                <a:gd name="T17" fmla="*/ 91 h 133"/>
                <a:gd name="T18" fmla="*/ 97 w 111"/>
                <a:gd name="T19" fmla="*/ 115 h 133"/>
                <a:gd name="T20" fmla="*/ 70 w 111"/>
                <a:gd name="T21" fmla="*/ 129 h 133"/>
                <a:gd name="T22" fmla="*/ 31 w 111"/>
                <a:gd name="T23" fmla="*/ 125 h 133"/>
                <a:gd name="T24" fmla="*/ 4 w 111"/>
                <a:gd name="T25" fmla="*/ 78 h 133"/>
                <a:gd name="T26" fmla="*/ 24 w 111"/>
                <a:gd name="T27" fmla="*/ 73 h 133"/>
                <a:gd name="T28" fmla="*/ 42 w 111"/>
                <a:gd name="T29" fmla="*/ 112 h 133"/>
                <a:gd name="T30" fmla="*/ 67 w 111"/>
                <a:gd name="T31" fmla="*/ 117 h 133"/>
                <a:gd name="T32" fmla="*/ 87 w 111"/>
                <a:gd name="T33" fmla="*/ 101 h 133"/>
                <a:gd name="T34" fmla="*/ 87 w 111"/>
                <a:gd name="T35" fmla="*/ 59 h 133"/>
                <a:gd name="T36" fmla="*/ 68 w 111"/>
                <a:gd name="T37" fmla="*/ 20 h 133"/>
                <a:gd name="T38" fmla="*/ 43 w 111"/>
                <a:gd name="T39" fmla="*/ 15 h 133"/>
                <a:gd name="T40" fmla="*/ 24 w 111"/>
                <a:gd name="T41" fmla="*/ 29 h 133"/>
                <a:gd name="T42" fmla="*/ 24 w 111"/>
                <a:gd name="T43" fmla="*/ 73 h 13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</a:cxnLst>
              <a:rect l="0" t="0" r="r" b="b"/>
              <a:pathLst>
                <a:path w="111" h="133">
                  <a:moveTo>
                    <a:pt x="4" y="78"/>
                  </a:moveTo>
                  <a:cubicBezTo>
                    <a:pt x="0" y="63"/>
                    <a:pt x="0" y="51"/>
                    <a:pt x="1" y="41"/>
                  </a:cubicBezTo>
                  <a:cubicBezTo>
                    <a:pt x="3" y="31"/>
                    <a:pt x="7" y="23"/>
                    <a:pt x="14" y="16"/>
                  </a:cubicBezTo>
                  <a:cubicBezTo>
                    <a:pt x="20" y="10"/>
                    <a:pt x="29" y="5"/>
                    <a:pt x="40" y="3"/>
                  </a:cubicBezTo>
                  <a:cubicBezTo>
                    <a:pt x="49" y="1"/>
                    <a:pt x="56" y="0"/>
                    <a:pt x="63" y="1"/>
                  </a:cubicBezTo>
                  <a:cubicBezTo>
                    <a:pt x="70" y="3"/>
                    <a:pt x="77" y="5"/>
                    <a:pt x="82" y="9"/>
                  </a:cubicBezTo>
                  <a:cubicBezTo>
                    <a:pt x="87" y="13"/>
                    <a:pt x="92" y="19"/>
                    <a:pt x="96" y="26"/>
                  </a:cubicBezTo>
                  <a:cubicBezTo>
                    <a:pt x="100" y="32"/>
                    <a:pt x="104" y="42"/>
                    <a:pt x="106" y="54"/>
                  </a:cubicBezTo>
                  <a:cubicBezTo>
                    <a:pt x="110" y="69"/>
                    <a:pt x="111" y="81"/>
                    <a:pt x="109" y="91"/>
                  </a:cubicBezTo>
                  <a:cubicBezTo>
                    <a:pt x="107" y="101"/>
                    <a:pt x="103" y="109"/>
                    <a:pt x="97" y="115"/>
                  </a:cubicBezTo>
                  <a:cubicBezTo>
                    <a:pt x="90" y="122"/>
                    <a:pt x="81" y="127"/>
                    <a:pt x="70" y="129"/>
                  </a:cubicBezTo>
                  <a:cubicBezTo>
                    <a:pt x="55" y="133"/>
                    <a:pt x="42" y="131"/>
                    <a:pt x="31" y="125"/>
                  </a:cubicBezTo>
                  <a:cubicBezTo>
                    <a:pt x="18" y="117"/>
                    <a:pt x="9" y="101"/>
                    <a:pt x="4" y="78"/>
                  </a:cubicBezTo>
                  <a:close/>
                  <a:moveTo>
                    <a:pt x="24" y="73"/>
                  </a:moveTo>
                  <a:cubicBezTo>
                    <a:pt x="28" y="94"/>
                    <a:pt x="35" y="106"/>
                    <a:pt x="42" y="112"/>
                  </a:cubicBezTo>
                  <a:cubicBezTo>
                    <a:pt x="50" y="117"/>
                    <a:pt x="58" y="119"/>
                    <a:pt x="67" y="117"/>
                  </a:cubicBezTo>
                  <a:cubicBezTo>
                    <a:pt x="76" y="115"/>
                    <a:pt x="82" y="110"/>
                    <a:pt x="87" y="101"/>
                  </a:cubicBezTo>
                  <a:cubicBezTo>
                    <a:pt x="91" y="93"/>
                    <a:pt x="91" y="79"/>
                    <a:pt x="87" y="59"/>
                  </a:cubicBezTo>
                  <a:cubicBezTo>
                    <a:pt x="82" y="38"/>
                    <a:pt x="76" y="25"/>
                    <a:pt x="68" y="20"/>
                  </a:cubicBezTo>
                  <a:cubicBezTo>
                    <a:pt x="60" y="15"/>
                    <a:pt x="52" y="13"/>
                    <a:pt x="43" y="15"/>
                  </a:cubicBezTo>
                  <a:cubicBezTo>
                    <a:pt x="34" y="17"/>
                    <a:pt x="28" y="22"/>
                    <a:pt x="24" y="29"/>
                  </a:cubicBezTo>
                  <a:cubicBezTo>
                    <a:pt x="19" y="38"/>
                    <a:pt x="19" y="53"/>
                    <a:pt x="24" y="73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38" name="ïşḻiḋe"/>
            <p:cNvSpPr/>
            <p:nvPr/>
          </p:nvSpPr>
          <p:spPr bwMode="auto">
            <a:xfrm>
              <a:off x="4540989" y="3911449"/>
              <a:ext cx="162994" cy="191858"/>
            </a:xfrm>
            <a:custGeom>
              <a:avLst/>
              <a:gdLst>
                <a:gd name="T0" fmla="*/ 21 w 123"/>
                <a:gd name="T1" fmla="*/ 125 h 144"/>
                <a:gd name="T2" fmla="*/ 40 w 123"/>
                <a:gd name="T3" fmla="*/ 115 h 144"/>
                <a:gd name="T4" fmla="*/ 58 w 123"/>
                <a:gd name="T5" fmla="*/ 127 h 144"/>
                <a:gd name="T6" fmla="*/ 79 w 123"/>
                <a:gd name="T7" fmla="*/ 125 h 144"/>
                <a:gd name="T8" fmla="*/ 99 w 123"/>
                <a:gd name="T9" fmla="*/ 107 h 144"/>
                <a:gd name="T10" fmla="*/ 99 w 123"/>
                <a:gd name="T11" fmla="*/ 82 h 144"/>
                <a:gd name="T12" fmla="*/ 81 w 123"/>
                <a:gd name="T13" fmla="*/ 67 h 144"/>
                <a:gd name="T14" fmla="*/ 54 w 123"/>
                <a:gd name="T15" fmla="*/ 70 h 144"/>
                <a:gd name="T16" fmla="*/ 39 w 123"/>
                <a:gd name="T17" fmla="*/ 80 h 144"/>
                <a:gd name="T18" fmla="*/ 31 w 123"/>
                <a:gd name="T19" fmla="*/ 93 h 144"/>
                <a:gd name="T20" fmla="*/ 13 w 123"/>
                <a:gd name="T21" fmla="*/ 99 h 144"/>
                <a:gd name="T22" fmla="*/ 0 w 123"/>
                <a:gd name="T23" fmla="*/ 33 h 144"/>
                <a:gd name="T24" fmla="*/ 76 w 123"/>
                <a:gd name="T25" fmla="*/ 0 h 144"/>
                <a:gd name="T26" fmla="*/ 83 w 123"/>
                <a:gd name="T27" fmla="*/ 14 h 144"/>
                <a:gd name="T28" fmla="*/ 22 w 123"/>
                <a:gd name="T29" fmla="*/ 40 h 144"/>
                <a:gd name="T30" fmla="*/ 28 w 123"/>
                <a:gd name="T31" fmla="*/ 75 h 144"/>
                <a:gd name="T32" fmla="*/ 53 w 123"/>
                <a:gd name="T33" fmla="*/ 55 h 144"/>
                <a:gd name="T34" fmla="*/ 92 w 123"/>
                <a:gd name="T35" fmla="*/ 51 h 144"/>
                <a:gd name="T36" fmla="*/ 118 w 123"/>
                <a:gd name="T37" fmla="*/ 73 h 144"/>
                <a:gd name="T38" fmla="*/ 119 w 123"/>
                <a:gd name="T39" fmla="*/ 105 h 144"/>
                <a:gd name="T40" fmla="*/ 85 w 123"/>
                <a:gd name="T41" fmla="*/ 136 h 144"/>
                <a:gd name="T42" fmla="*/ 47 w 123"/>
                <a:gd name="T43" fmla="*/ 142 h 144"/>
                <a:gd name="T44" fmla="*/ 21 w 123"/>
                <a:gd name="T45" fmla="*/ 125 h 14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</a:cxnLst>
              <a:rect l="0" t="0" r="r" b="b"/>
              <a:pathLst>
                <a:path w="123" h="144">
                  <a:moveTo>
                    <a:pt x="21" y="125"/>
                  </a:moveTo>
                  <a:cubicBezTo>
                    <a:pt x="40" y="115"/>
                    <a:pt x="40" y="115"/>
                    <a:pt x="40" y="115"/>
                  </a:cubicBezTo>
                  <a:cubicBezTo>
                    <a:pt x="45" y="122"/>
                    <a:pt x="51" y="126"/>
                    <a:pt x="58" y="127"/>
                  </a:cubicBezTo>
                  <a:cubicBezTo>
                    <a:pt x="65" y="129"/>
                    <a:pt x="72" y="128"/>
                    <a:pt x="79" y="125"/>
                  </a:cubicBezTo>
                  <a:cubicBezTo>
                    <a:pt x="89" y="121"/>
                    <a:pt x="95" y="115"/>
                    <a:pt x="99" y="107"/>
                  </a:cubicBezTo>
                  <a:cubicBezTo>
                    <a:pt x="103" y="99"/>
                    <a:pt x="103" y="91"/>
                    <a:pt x="99" y="82"/>
                  </a:cubicBezTo>
                  <a:cubicBezTo>
                    <a:pt x="95" y="74"/>
                    <a:pt x="89" y="69"/>
                    <a:pt x="81" y="67"/>
                  </a:cubicBezTo>
                  <a:cubicBezTo>
                    <a:pt x="73" y="65"/>
                    <a:pt x="64" y="66"/>
                    <a:pt x="54" y="70"/>
                  </a:cubicBezTo>
                  <a:cubicBezTo>
                    <a:pt x="48" y="72"/>
                    <a:pt x="43" y="76"/>
                    <a:pt x="39" y="80"/>
                  </a:cubicBezTo>
                  <a:cubicBezTo>
                    <a:pt x="35" y="84"/>
                    <a:pt x="33" y="89"/>
                    <a:pt x="31" y="93"/>
                  </a:cubicBezTo>
                  <a:cubicBezTo>
                    <a:pt x="13" y="99"/>
                    <a:pt x="13" y="99"/>
                    <a:pt x="13" y="99"/>
                  </a:cubicBezTo>
                  <a:cubicBezTo>
                    <a:pt x="0" y="33"/>
                    <a:pt x="0" y="33"/>
                    <a:pt x="0" y="33"/>
                  </a:cubicBezTo>
                  <a:cubicBezTo>
                    <a:pt x="76" y="0"/>
                    <a:pt x="76" y="0"/>
                    <a:pt x="76" y="0"/>
                  </a:cubicBezTo>
                  <a:cubicBezTo>
                    <a:pt x="83" y="14"/>
                    <a:pt x="83" y="14"/>
                    <a:pt x="83" y="14"/>
                  </a:cubicBezTo>
                  <a:cubicBezTo>
                    <a:pt x="22" y="40"/>
                    <a:pt x="22" y="40"/>
                    <a:pt x="22" y="40"/>
                  </a:cubicBezTo>
                  <a:cubicBezTo>
                    <a:pt x="28" y="75"/>
                    <a:pt x="28" y="75"/>
                    <a:pt x="28" y="75"/>
                  </a:cubicBezTo>
                  <a:cubicBezTo>
                    <a:pt x="35" y="66"/>
                    <a:pt x="43" y="59"/>
                    <a:pt x="53" y="55"/>
                  </a:cubicBezTo>
                  <a:cubicBezTo>
                    <a:pt x="67" y="49"/>
                    <a:pt x="79" y="48"/>
                    <a:pt x="92" y="51"/>
                  </a:cubicBezTo>
                  <a:cubicBezTo>
                    <a:pt x="104" y="54"/>
                    <a:pt x="113" y="62"/>
                    <a:pt x="118" y="73"/>
                  </a:cubicBezTo>
                  <a:cubicBezTo>
                    <a:pt x="123" y="83"/>
                    <a:pt x="123" y="94"/>
                    <a:pt x="119" y="105"/>
                  </a:cubicBezTo>
                  <a:cubicBezTo>
                    <a:pt x="113" y="119"/>
                    <a:pt x="102" y="129"/>
                    <a:pt x="85" y="136"/>
                  </a:cubicBezTo>
                  <a:cubicBezTo>
                    <a:pt x="71" y="142"/>
                    <a:pt x="58" y="144"/>
                    <a:pt x="47" y="142"/>
                  </a:cubicBezTo>
                  <a:cubicBezTo>
                    <a:pt x="35" y="140"/>
                    <a:pt x="27" y="134"/>
                    <a:pt x="21" y="125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39" name="iśḷiḍê"/>
            <p:cNvSpPr/>
            <p:nvPr/>
          </p:nvSpPr>
          <p:spPr bwMode="auto">
            <a:xfrm>
              <a:off x="3953533" y="4011623"/>
              <a:ext cx="156202" cy="176577"/>
            </a:xfrm>
            <a:custGeom>
              <a:avLst/>
              <a:gdLst>
                <a:gd name="T0" fmla="*/ 1 w 117"/>
                <a:gd name="T1" fmla="*/ 84 h 132"/>
                <a:gd name="T2" fmla="*/ 20 w 117"/>
                <a:gd name="T3" fmla="*/ 88 h 132"/>
                <a:gd name="T4" fmla="*/ 25 w 117"/>
                <a:gd name="T5" fmla="*/ 106 h 132"/>
                <a:gd name="T6" fmla="*/ 40 w 117"/>
                <a:gd name="T7" fmla="*/ 115 h 132"/>
                <a:gd name="T8" fmla="*/ 57 w 117"/>
                <a:gd name="T9" fmla="*/ 117 h 132"/>
                <a:gd name="T10" fmla="*/ 70 w 117"/>
                <a:gd name="T11" fmla="*/ 112 h 132"/>
                <a:gd name="T12" fmla="*/ 81 w 117"/>
                <a:gd name="T13" fmla="*/ 100 h 132"/>
                <a:gd name="T14" fmla="*/ 90 w 117"/>
                <a:gd name="T15" fmla="*/ 82 h 132"/>
                <a:gd name="T16" fmla="*/ 91 w 117"/>
                <a:gd name="T17" fmla="*/ 79 h 132"/>
                <a:gd name="T18" fmla="*/ 71 w 117"/>
                <a:gd name="T19" fmla="*/ 86 h 132"/>
                <a:gd name="T20" fmla="*/ 49 w 117"/>
                <a:gd name="T21" fmla="*/ 84 h 132"/>
                <a:gd name="T22" fmla="*/ 19 w 117"/>
                <a:gd name="T23" fmla="*/ 63 h 132"/>
                <a:gd name="T24" fmla="*/ 15 w 117"/>
                <a:gd name="T25" fmla="*/ 30 h 132"/>
                <a:gd name="T26" fmla="*/ 38 w 117"/>
                <a:gd name="T27" fmla="*/ 5 h 132"/>
                <a:gd name="T28" fmla="*/ 76 w 117"/>
                <a:gd name="T29" fmla="*/ 4 h 132"/>
                <a:gd name="T30" fmla="*/ 102 w 117"/>
                <a:gd name="T31" fmla="*/ 19 h 132"/>
                <a:gd name="T32" fmla="*/ 115 w 117"/>
                <a:gd name="T33" fmla="*/ 43 h 132"/>
                <a:gd name="T34" fmla="*/ 112 w 117"/>
                <a:gd name="T35" fmla="*/ 79 h 132"/>
                <a:gd name="T36" fmla="*/ 94 w 117"/>
                <a:gd name="T37" fmla="*/ 114 h 132"/>
                <a:gd name="T38" fmla="*/ 68 w 117"/>
                <a:gd name="T39" fmla="*/ 129 h 132"/>
                <a:gd name="T40" fmla="*/ 36 w 117"/>
                <a:gd name="T41" fmla="*/ 128 h 132"/>
                <a:gd name="T42" fmla="*/ 9 w 117"/>
                <a:gd name="T43" fmla="*/ 111 h 132"/>
                <a:gd name="T44" fmla="*/ 1 w 117"/>
                <a:gd name="T45" fmla="*/ 84 h 132"/>
                <a:gd name="T46" fmla="*/ 96 w 117"/>
                <a:gd name="T47" fmla="*/ 54 h 132"/>
                <a:gd name="T48" fmla="*/ 93 w 117"/>
                <a:gd name="T49" fmla="*/ 31 h 132"/>
                <a:gd name="T50" fmla="*/ 75 w 117"/>
                <a:gd name="T51" fmla="*/ 17 h 132"/>
                <a:gd name="T52" fmla="*/ 50 w 117"/>
                <a:gd name="T53" fmla="*/ 18 h 132"/>
                <a:gd name="T54" fmla="*/ 34 w 117"/>
                <a:gd name="T55" fmla="*/ 37 h 132"/>
                <a:gd name="T56" fmla="*/ 37 w 117"/>
                <a:gd name="T57" fmla="*/ 58 h 132"/>
                <a:gd name="T58" fmla="*/ 57 w 117"/>
                <a:gd name="T59" fmla="*/ 72 h 132"/>
                <a:gd name="T60" fmla="*/ 81 w 117"/>
                <a:gd name="T61" fmla="*/ 72 h 132"/>
                <a:gd name="T62" fmla="*/ 96 w 117"/>
                <a:gd name="T63" fmla="*/ 54 h 13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</a:cxnLst>
              <a:rect l="0" t="0" r="r" b="b"/>
              <a:pathLst>
                <a:path w="117" h="132">
                  <a:moveTo>
                    <a:pt x="1" y="84"/>
                  </a:moveTo>
                  <a:cubicBezTo>
                    <a:pt x="20" y="88"/>
                    <a:pt x="20" y="88"/>
                    <a:pt x="20" y="88"/>
                  </a:cubicBezTo>
                  <a:cubicBezTo>
                    <a:pt x="20" y="96"/>
                    <a:pt x="21" y="101"/>
                    <a:pt x="25" y="106"/>
                  </a:cubicBezTo>
                  <a:cubicBezTo>
                    <a:pt x="28" y="110"/>
                    <a:pt x="33" y="113"/>
                    <a:pt x="40" y="115"/>
                  </a:cubicBezTo>
                  <a:cubicBezTo>
                    <a:pt x="46" y="117"/>
                    <a:pt x="51" y="118"/>
                    <a:pt x="57" y="117"/>
                  </a:cubicBezTo>
                  <a:cubicBezTo>
                    <a:pt x="62" y="116"/>
                    <a:pt x="66" y="114"/>
                    <a:pt x="70" y="112"/>
                  </a:cubicBezTo>
                  <a:cubicBezTo>
                    <a:pt x="74" y="109"/>
                    <a:pt x="78" y="105"/>
                    <a:pt x="81" y="100"/>
                  </a:cubicBezTo>
                  <a:cubicBezTo>
                    <a:pt x="85" y="94"/>
                    <a:pt x="88" y="88"/>
                    <a:pt x="90" y="82"/>
                  </a:cubicBezTo>
                  <a:cubicBezTo>
                    <a:pt x="90" y="82"/>
                    <a:pt x="90" y="81"/>
                    <a:pt x="91" y="79"/>
                  </a:cubicBezTo>
                  <a:cubicBezTo>
                    <a:pt x="85" y="83"/>
                    <a:pt x="79" y="85"/>
                    <a:pt x="71" y="86"/>
                  </a:cubicBezTo>
                  <a:cubicBezTo>
                    <a:pt x="64" y="87"/>
                    <a:pt x="56" y="86"/>
                    <a:pt x="49" y="84"/>
                  </a:cubicBezTo>
                  <a:cubicBezTo>
                    <a:pt x="36" y="80"/>
                    <a:pt x="26" y="73"/>
                    <a:pt x="19" y="63"/>
                  </a:cubicBezTo>
                  <a:cubicBezTo>
                    <a:pt x="12" y="53"/>
                    <a:pt x="11" y="42"/>
                    <a:pt x="15" y="30"/>
                  </a:cubicBezTo>
                  <a:cubicBezTo>
                    <a:pt x="18" y="18"/>
                    <a:pt x="26" y="9"/>
                    <a:pt x="38" y="5"/>
                  </a:cubicBezTo>
                  <a:cubicBezTo>
                    <a:pt x="49" y="0"/>
                    <a:pt x="62" y="0"/>
                    <a:pt x="76" y="4"/>
                  </a:cubicBezTo>
                  <a:cubicBezTo>
                    <a:pt x="86" y="7"/>
                    <a:pt x="95" y="12"/>
                    <a:pt x="102" y="19"/>
                  </a:cubicBezTo>
                  <a:cubicBezTo>
                    <a:pt x="109" y="25"/>
                    <a:pt x="113" y="33"/>
                    <a:pt x="115" y="43"/>
                  </a:cubicBezTo>
                  <a:cubicBezTo>
                    <a:pt x="117" y="52"/>
                    <a:pt x="116" y="64"/>
                    <a:pt x="112" y="79"/>
                  </a:cubicBezTo>
                  <a:cubicBezTo>
                    <a:pt x="107" y="94"/>
                    <a:pt x="101" y="106"/>
                    <a:pt x="94" y="114"/>
                  </a:cubicBezTo>
                  <a:cubicBezTo>
                    <a:pt x="87" y="122"/>
                    <a:pt x="78" y="127"/>
                    <a:pt x="68" y="129"/>
                  </a:cubicBezTo>
                  <a:cubicBezTo>
                    <a:pt x="58" y="132"/>
                    <a:pt x="47" y="131"/>
                    <a:pt x="36" y="128"/>
                  </a:cubicBezTo>
                  <a:cubicBezTo>
                    <a:pt x="24" y="124"/>
                    <a:pt x="15" y="118"/>
                    <a:pt x="9" y="111"/>
                  </a:cubicBezTo>
                  <a:cubicBezTo>
                    <a:pt x="2" y="103"/>
                    <a:pt x="0" y="94"/>
                    <a:pt x="1" y="84"/>
                  </a:cubicBezTo>
                  <a:close/>
                  <a:moveTo>
                    <a:pt x="96" y="54"/>
                  </a:moveTo>
                  <a:cubicBezTo>
                    <a:pt x="98" y="45"/>
                    <a:pt x="98" y="38"/>
                    <a:pt x="93" y="31"/>
                  </a:cubicBezTo>
                  <a:cubicBezTo>
                    <a:pt x="89" y="24"/>
                    <a:pt x="83" y="19"/>
                    <a:pt x="75" y="17"/>
                  </a:cubicBezTo>
                  <a:cubicBezTo>
                    <a:pt x="66" y="14"/>
                    <a:pt x="58" y="15"/>
                    <a:pt x="50" y="18"/>
                  </a:cubicBezTo>
                  <a:cubicBezTo>
                    <a:pt x="42" y="22"/>
                    <a:pt x="37" y="28"/>
                    <a:pt x="34" y="37"/>
                  </a:cubicBezTo>
                  <a:cubicBezTo>
                    <a:pt x="32" y="44"/>
                    <a:pt x="33" y="52"/>
                    <a:pt x="37" y="58"/>
                  </a:cubicBezTo>
                  <a:cubicBezTo>
                    <a:pt x="42" y="65"/>
                    <a:pt x="48" y="70"/>
                    <a:pt x="57" y="72"/>
                  </a:cubicBezTo>
                  <a:cubicBezTo>
                    <a:pt x="66" y="75"/>
                    <a:pt x="74" y="75"/>
                    <a:pt x="81" y="72"/>
                  </a:cubicBezTo>
                  <a:cubicBezTo>
                    <a:pt x="88" y="68"/>
                    <a:pt x="93" y="63"/>
                    <a:pt x="96" y="5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40" name="ïŝļíďê"/>
            <p:cNvSpPr/>
            <p:nvPr/>
          </p:nvSpPr>
          <p:spPr bwMode="auto">
            <a:xfrm>
              <a:off x="3731115" y="3918241"/>
              <a:ext cx="115454" cy="151109"/>
            </a:xfrm>
            <a:custGeom>
              <a:avLst/>
              <a:gdLst>
                <a:gd name="T0" fmla="*/ 16 w 87"/>
                <a:gd name="T1" fmla="*/ 114 h 114"/>
                <a:gd name="T2" fmla="*/ 0 w 87"/>
                <a:gd name="T3" fmla="*/ 103 h 114"/>
                <a:gd name="T4" fmla="*/ 55 w 87"/>
                <a:gd name="T5" fmla="*/ 20 h 114"/>
                <a:gd name="T6" fmla="*/ 34 w 87"/>
                <a:gd name="T7" fmla="*/ 18 h 114"/>
                <a:gd name="T8" fmla="*/ 12 w 87"/>
                <a:gd name="T9" fmla="*/ 13 h 114"/>
                <a:gd name="T10" fmla="*/ 20 w 87"/>
                <a:gd name="T11" fmla="*/ 1 h 114"/>
                <a:gd name="T12" fmla="*/ 52 w 87"/>
                <a:gd name="T13" fmla="*/ 4 h 114"/>
                <a:gd name="T14" fmla="*/ 77 w 87"/>
                <a:gd name="T15" fmla="*/ 0 h 114"/>
                <a:gd name="T16" fmla="*/ 87 w 87"/>
                <a:gd name="T17" fmla="*/ 7 h 114"/>
                <a:gd name="T18" fmla="*/ 16 w 87"/>
                <a:gd name="T19" fmla="*/ 114 h 11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87" h="114">
                  <a:moveTo>
                    <a:pt x="16" y="114"/>
                  </a:moveTo>
                  <a:cubicBezTo>
                    <a:pt x="0" y="103"/>
                    <a:pt x="0" y="103"/>
                    <a:pt x="0" y="103"/>
                  </a:cubicBezTo>
                  <a:cubicBezTo>
                    <a:pt x="55" y="20"/>
                    <a:pt x="55" y="20"/>
                    <a:pt x="55" y="20"/>
                  </a:cubicBezTo>
                  <a:cubicBezTo>
                    <a:pt x="49" y="20"/>
                    <a:pt x="42" y="19"/>
                    <a:pt x="34" y="18"/>
                  </a:cubicBezTo>
                  <a:cubicBezTo>
                    <a:pt x="25" y="17"/>
                    <a:pt x="18" y="15"/>
                    <a:pt x="12" y="13"/>
                  </a:cubicBezTo>
                  <a:cubicBezTo>
                    <a:pt x="20" y="1"/>
                    <a:pt x="20" y="1"/>
                    <a:pt x="20" y="1"/>
                  </a:cubicBezTo>
                  <a:cubicBezTo>
                    <a:pt x="32" y="3"/>
                    <a:pt x="42" y="5"/>
                    <a:pt x="52" y="4"/>
                  </a:cubicBezTo>
                  <a:cubicBezTo>
                    <a:pt x="63" y="4"/>
                    <a:pt x="71" y="3"/>
                    <a:pt x="77" y="0"/>
                  </a:cubicBezTo>
                  <a:cubicBezTo>
                    <a:pt x="87" y="7"/>
                    <a:pt x="87" y="7"/>
                    <a:pt x="87" y="7"/>
                  </a:cubicBezTo>
                  <a:lnTo>
                    <a:pt x="16" y="114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41" name="ïšľîdê"/>
            <p:cNvSpPr/>
            <p:nvPr/>
          </p:nvSpPr>
          <p:spPr bwMode="auto">
            <a:xfrm>
              <a:off x="3720928" y="2868968"/>
              <a:ext cx="927027" cy="1069647"/>
            </a:xfrm>
            <a:custGeom>
              <a:avLst/>
              <a:gdLst>
                <a:gd name="T0" fmla="*/ 278 w 696"/>
                <a:gd name="T1" fmla="*/ 294 h 802"/>
                <a:gd name="T2" fmla="*/ 355 w 696"/>
                <a:gd name="T3" fmla="*/ 253 h 802"/>
                <a:gd name="T4" fmla="*/ 351 w 696"/>
                <a:gd name="T5" fmla="*/ 199 h 802"/>
                <a:gd name="T6" fmla="*/ 293 w 696"/>
                <a:gd name="T7" fmla="*/ 184 h 802"/>
                <a:gd name="T8" fmla="*/ 402 w 696"/>
                <a:gd name="T9" fmla="*/ 0 h 802"/>
                <a:gd name="T10" fmla="*/ 425 w 696"/>
                <a:gd name="T11" fmla="*/ 167 h 802"/>
                <a:gd name="T12" fmla="*/ 690 w 696"/>
                <a:gd name="T13" fmla="*/ 189 h 802"/>
                <a:gd name="T14" fmla="*/ 453 w 696"/>
                <a:gd name="T15" fmla="*/ 208 h 802"/>
                <a:gd name="T16" fmla="*/ 405 w 696"/>
                <a:gd name="T17" fmla="*/ 353 h 802"/>
                <a:gd name="T18" fmla="*/ 365 w 696"/>
                <a:gd name="T19" fmla="*/ 493 h 802"/>
                <a:gd name="T20" fmla="*/ 359 w 696"/>
                <a:gd name="T21" fmla="*/ 724 h 802"/>
                <a:gd name="T22" fmla="*/ 342 w 696"/>
                <a:gd name="T23" fmla="*/ 799 h 802"/>
                <a:gd name="T24" fmla="*/ 298 w 696"/>
                <a:gd name="T25" fmla="*/ 622 h 802"/>
                <a:gd name="T26" fmla="*/ 51 w 696"/>
                <a:gd name="T27" fmla="*/ 588 h 802"/>
                <a:gd name="T28" fmla="*/ 0 w 696"/>
                <a:gd name="T29" fmla="*/ 586 h 802"/>
                <a:gd name="T30" fmla="*/ 306 w 696"/>
                <a:gd name="T31" fmla="*/ 546 h 802"/>
                <a:gd name="T32" fmla="*/ 361 w 696"/>
                <a:gd name="T33" fmla="*/ 325 h 802"/>
                <a:gd name="T34" fmla="*/ 302 w 696"/>
                <a:gd name="T35" fmla="*/ 364 h 802"/>
                <a:gd name="T36" fmla="*/ 283 w 696"/>
                <a:gd name="T37" fmla="*/ 417 h 802"/>
                <a:gd name="T38" fmla="*/ 104 w 696"/>
                <a:gd name="T39" fmla="*/ 502 h 802"/>
                <a:gd name="T40" fmla="*/ 23 w 696"/>
                <a:gd name="T41" fmla="*/ 325 h 802"/>
                <a:gd name="T42" fmla="*/ 239 w 696"/>
                <a:gd name="T43" fmla="*/ 204 h 802"/>
                <a:gd name="T44" fmla="*/ 453 w 696"/>
                <a:gd name="T45" fmla="*/ 491 h 802"/>
                <a:gd name="T46" fmla="*/ 500 w 696"/>
                <a:gd name="T47" fmla="*/ 530 h 802"/>
                <a:gd name="T48" fmla="*/ 395 w 696"/>
                <a:gd name="T49" fmla="*/ 572 h 802"/>
                <a:gd name="T50" fmla="*/ 502 w 696"/>
                <a:gd name="T51" fmla="*/ 587 h 802"/>
                <a:gd name="T52" fmla="*/ 513 w 696"/>
                <a:gd name="T53" fmla="*/ 616 h 802"/>
                <a:gd name="T54" fmla="*/ 406 w 696"/>
                <a:gd name="T55" fmla="*/ 690 h 802"/>
                <a:gd name="T56" fmla="*/ 560 w 696"/>
                <a:gd name="T57" fmla="*/ 745 h 802"/>
                <a:gd name="T58" fmla="*/ 559 w 696"/>
                <a:gd name="T59" fmla="*/ 667 h 802"/>
                <a:gd name="T60" fmla="*/ 608 w 696"/>
                <a:gd name="T61" fmla="*/ 646 h 802"/>
                <a:gd name="T62" fmla="*/ 663 w 696"/>
                <a:gd name="T63" fmla="*/ 601 h 802"/>
                <a:gd name="T64" fmla="*/ 668 w 696"/>
                <a:gd name="T65" fmla="*/ 557 h 802"/>
                <a:gd name="T66" fmla="*/ 667 w 696"/>
                <a:gd name="T67" fmla="*/ 489 h 802"/>
                <a:gd name="T68" fmla="*/ 639 w 696"/>
                <a:gd name="T69" fmla="*/ 514 h 802"/>
                <a:gd name="T70" fmla="*/ 572 w 696"/>
                <a:gd name="T71" fmla="*/ 517 h 802"/>
                <a:gd name="T72" fmla="*/ 533 w 696"/>
                <a:gd name="T73" fmla="*/ 490 h 802"/>
                <a:gd name="T74" fmla="*/ 453 w 696"/>
                <a:gd name="T75" fmla="*/ 491 h 802"/>
                <a:gd name="T76" fmla="*/ 556 w 696"/>
                <a:gd name="T77" fmla="*/ 584 h 802"/>
                <a:gd name="T78" fmla="*/ 624 w 696"/>
                <a:gd name="T79" fmla="*/ 584 h 802"/>
                <a:gd name="T80" fmla="*/ 513 w 696"/>
                <a:gd name="T81" fmla="*/ 357 h 802"/>
                <a:gd name="T82" fmla="*/ 488 w 696"/>
                <a:gd name="T83" fmla="*/ 461 h 802"/>
                <a:gd name="T84" fmla="*/ 679 w 696"/>
                <a:gd name="T85" fmla="*/ 422 h 802"/>
                <a:gd name="T86" fmla="*/ 513 w 696"/>
                <a:gd name="T87" fmla="*/ 357 h 802"/>
                <a:gd name="T88" fmla="*/ 480 w 696"/>
                <a:gd name="T89" fmla="*/ 410 h 802"/>
                <a:gd name="T90" fmla="*/ 575 w 696"/>
                <a:gd name="T91" fmla="*/ 433 h 802"/>
                <a:gd name="T92" fmla="*/ 581 w 696"/>
                <a:gd name="T93" fmla="*/ 389 h 802"/>
                <a:gd name="T94" fmla="*/ 524 w 696"/>
                <a:gd name="T95" fmla="*/ 234 h 802"/>
                <a:gd name="T96" fmla="*/ 493 w 696"/>
                <a:gd name="T97" fmla="*/ 341 h 802"/>
                <a:gd name="T98" fmla="*/ 694 w 696"/>
                <a:gd name="T99" fmla="*/ 293 h 802"/>
                <a:gd name="T100" fmla="*/ 524 w 696"/>
                <a:gd name="T101" fmla="*/ 234 h 802"/>
                <a:gd name="T102" fmla="*/ 492 w 696"/>
                <a:gd name="T103" fmla="*/ 291 h 802"/>
                <a:gd name="T104" fmla="*/ 587 w 696"/>
                <a:gd name="T105" fmla="*/ 311 h 802"/>
                <a:gd name="T106" fmla="*/ 593 w 696"/>
                <a:gd name="T107" fmla="*/ 270 h 802"/>
                <a:gd name="T108" fmla="*/ 87 w 696"/>
                <a:gd name="T109" fmla="*/ 375 h 802"/>
                <a:gd name="T110" fmla="*/ 106 w 696"/>
                <a:gd name="T111" fmla="*/ 443 h 802"/>
                <a:gd name="T112" fmla="*/ 199 w 696"/>
                <a:gd name="T113" fmla="*/ 455 h 802"/>
                <a:gd name="T114" fmla="*/ 225 w 696"/>
                <a:gd name="T115" fmla="*/ 371 h 802"/>
                <a:gd name="T116" fmla="*/ 225 w 696"/>
                <a:gd name="T117" fmla="*/ 322 h 802"/>
                <a:gd name="T118" fmla="*/ 170 w 696"/>
                <a:gd name="T119" fmla="*/ 241 h 802"/>
                <a:gd name="T120" fmla="*/ 76 w 696"/>
                <a:gd name="T121" fmla="*/ 327 h 80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  <a:cxn ang="0">
                  <a:pos x="T118" y="T119"/>
                </a:cxn>
                <a:cxn ang="0">
                  <a:pos x="T120" y="T121"/>
                </a:cxn>
              </a:cxnLst>
              <a:rect l="0" t="0" r="r" b="b"/>
              <a:pathLst>
                <a:path w="696" h="802">
                  <a:moveTo>
                    <a:pt x="274" y="278"/>
                  </a:moveTo>
                  <a:cubicBezTo>
                    <a:pt x="276" y="283"/>
                    <a:pt x="277" y="289"/>
                    <a:pt x="278" y="294"/>
                  </a:cubicBezTo>
                  <a:cubicBezTo>
                    <a:pt x="285" y="301"/>
                    <a:pt x="295" y="302"/>
                    <a:pt x="309" y="295"/>
                  </a:cubicBezTo>
                  <a:cubicBezTo>
                    <a:pt x="329" y="282"/>
                    <a:pt x="343" y="268"/>
                    <a:pt x="355" y="253"/>
                  </a:cubicBezTo>
                  <a:cubicBezTo>
                    <a:pt x="367" y="234"/>
                    <a:pt x="370" y="216"/>
                    <a:pt x="362" y="197"/>
                  </a:cubicBezTo>
                  <a:cubicBezTo>
                    <a:pt x="360" y="196"/>
                    <a:pt x="356" y="196"/>
                    <a:pt x="351" y="199"/>
                  </a:cubicBezTo>
                  <a:cubicBezTo>
                    <a:pt x="343" y="204"/>
                    <a:pt x="336" y="210"/>
                    <a:pt x="328" y="216"/>
                  </a:cubicBezTo>
                  <a:cubicBezTo>
                    <a:pt x="303" y="235"/>
                    <a:pt x="269" y="211"/>
                    <a:pt x="293" y="184"/>
                  </a:cubicBezTo>
                  <a:cubicBezTo>
                    <a:pt x="293" y="184"/>
                    <a:pt x="344" y="134"/>
                    <a:pt x="366" y="113"/>
                  </a:cubicBezTo>
                  <a:cubicBezTo>
                    <a:pt x="387" y="92"/>
                    <a:pt x="402" y="0"/>
                    <a:pt x="402" y="0"/>
                  </a:cubicBezTo>
                  <a:cubicBezTo>
                    <a:pt x="434" y="7"/>
                    <a:pt x="457" y="58"/>
                    <a:pt x="394" y="131"/>
                  </a:cubicBezTo>
                  <a:cubicBezTo>
                    <a:pt x="404" y="143"/>
                    <a:pt x="415" y="155"/>
                    <a:pt x="425" y="167"/>
                  </a:cubicBezTo>
                  <a:cubicBezTo>
                    <a:pt x="477" y="161"/>
                    <a:pt x="523" y="155"/>
                    <a:pt x="572" y="155"/>
                  </a:cubicBezTo>
                  <a:cubicBezTo>
                    <a:pt x="646" y="154"/>
                    <a:pt x="682" y="167"/>
                    <a:pt x="690" y="189"/>
                  </a:cubicBezTo>
                  <a:cubicBezTo>
                    <a:pt x="696" y="206"/>
                    <a:pt x="683" y="206"/>
                    <a:pt x="669" y="206"/>
                  </a:cubicBezTo>
                  <a:cubicBezTo>
                    <a:pt x="603" y="207"/>
                    <a:pt x="530" y="208"/>
                    <a:pt x="453" y="208"/>
                  </a:cubicBezTo>
                  <a:cubicBezTo>
                    <a:pt x="437" y="208"/>
                    <a:pt x="409" y="206"/>
                    <a:pt x="409" y="235"/>
                  </a:cubicBezTo>
                  <a:cubicBezTo>
                    <a:pt x="414" y="276"/>
                    <a:pt x="414" y="311"/>
                    <a:pt x="405" y="353"/>
                  </a:cubicBezTo>
                  <a:cubicBezTo>
                    <a:pt x="399" y="380"/>
                    <a:pt x="390" y="407"/>
                    <a:pt x="377" y="441"/>
                  </a:cubicBezTo>
                  <a:cubicBezTo>
                    <a:pt x="371" y="457"/>
                    <a:pt x="366" y="476"/>
                    <a:pt x="365" y="493"/>
                  </a:cubicBezTo>
                  <a:cubicBezTo>
                    <a:pt x="364" y="503"/>
                    <a:pt x="362" y="517"/>
                    <a:pt x="360" y="527"/>
                  </a:cubicBezTo>
                  <a:cubicBezTo>
                    <a:pt x="348" y="597"/>
                    <a:pt x="349" y="662"/>
                    <a:pt x="359" y="724"/>
                  </a:cubicBezTo>
                  <a:cubicBezTo>
                    <a:pt x="364" y="759"/>
                    <a:pt x="366" y="786"/>
                    <a:pt x="357" y="796"/>
                  </a:cubicBezTo>
                  <a:cubicBezTo>
                    <a:pt x="352" y="801"/>
                    <a:pt x="348" y="802"/>
                    <a:pt x="342" y="799"/>
                  </a:cubicBezTo>
                  <a:cubicBezTo>
                    <a:pt x="325" y="790"/>
                    <a:pt x="306" y="751"/>
                    <a:pt x="304" y="726"/>
                  </a:cubicBezTo>
                  <a:cubicBezTo>
                    <a:pt x="302" y="691"/>
                    <a:pt x="300" y="657"/>
                    <a:pt x="298" y="622"/>
                  </a:cubicBezTo>
                  <a:cubicBezTo>
                    <a:pt x="299" y="603"/>
                    <a:pt x="294" y="596"/>
                    <a:pt x="278" y="595"/>
                  </a:cubicBezTo>
                  <a:cubicBezTo>
                    <a:pt x="203" y="592"/>
                    <a:pt x="127" y="591"/>
                    <a:pt x="51" y="588"/>
                  </a:cubicBezTo>
                  <a:cubicBezTo>
                    <a:pt x="31" y="587"/>
                    <a:pt x="19" y="599"/>
                    <a:pt x="7" y="614"/>
                  </a:cubicBezTo>
                  <a:cubicBezTo>
                    <a:pt x="5" y="604"/>
                    <a:pt x="3" y="595"/>
                    <a:pt x="0" y="586"/>
                  </a:cubicBezTo>
                  <a:cubicBezTo>
                    <a:pt x="23" y="569"/>
                    <a:pt x="42" y="551"/>
                    <a:pt x="75" y="551"/>
                  </a:cubicBezTo>
                  <a:cubicBezTo>
                    <a:pt x="152" y="549"/>
                    <a:pt x="229" y="548"/>
                    <a:pt x="306" y="546"/>
                  </a:cubicBezTo>
                  <a:cubicBezTo>
                    <a:pt x="315" y="507"/>
                    <a:pt x="324" y="469"/>
                    <a:pt x="333" y="430"/>
                  </a:cubicBezTo>
                  <a:cubicBezTo>
                    <a:pt x="343" y="395"/>
                    <a:pt x="352" y="360"/>
                    <a:pt x="361" y="325"/>
                  </a:cubicBezTo>
                  <a:cubicBezTo>
                    <a:pt x="358" y="321"/>
                    <a:pt x="355" y="318"/>
                    <a:pt x="352" y="314"/>
                  </a:cubicBezTo>
                  <a:cubicBezTo>
                    <a:pt x="335" y="331"/>
                    <a:pt x="319" y="347"/>
                    <a:pt x="302" y="364"/>
                  </a:cubicBezTo>
                  <a:cubicBezTo>
                    <a:pt x="296" y="377"/>
                    <a:pt x="290" y="390"/>
                    <a:pt x="284" y="403"/>
                  </a:cubicBezTo>
                  <a:cubicBezTo>
                    <a:pt x="284" y="408"/>
                    <a:pt x="284" y="412"/>
                    <a:pt x="283" y="417"/>
                  </a:cubicBezTo>
                  <a:cubicBezTo>
                    <a:pt x="276" y="474"/>
                    <a:pt x="259" y="498"/>
                    <a:pt x="217" y="504"/>
                  </a:cubicBezTo>
                  <a:cubicBezTo>
                    <a:pt x="180" y="509"/>
                    <a:pt x="144" y="506"/>
                    <a:pt x="104" y="502"/>
                  </a:cubicBezTo>
                  <a:cubicBezTo>
                    <a:pt x="61" y="497"/>
                    <a:pt x="37" y="466"/>
                    <a:pt x="28" y="425"/>
                  </a:cubicBezTo>
                  <a:cubicBezTo>
                    <a:pt x="21" y="390"/>
                    <a:pt x="23" y="359"/>
                    <a:pt x="23" y="325"/>
                  </a:cubicBezTo>
                  <a:cubicBezTo>
                    <a:pt x="23" y="292"/>
                    <a:pt x="60" y="214"/>
                    <a:pt x="108" y="199"/>
                  </a:cubicBezTo>
                  <a:cubicBezTo>
                    <a:pt x="152" y="185"/>
                    <a:pt x="207" y="180"/>
                    <a:pt x="239" y="204"/>
                  </a:cubicBezTo>
                  <a:cubicBezTo>
                    <a:pt x="252" y="216"/>
                    <a:pt x="266" y="242"/>
                    <a:pt x="274" y="278"/>
                  </a:cubicBezTo>
                  <a:close/>
                  <a:moveTo>
                    <a:pt x="453" y="491"/>
                  </a:moveTo>
                  <a:cubicBezTo>
                    <a:pt x="439" y="497"/>
                    <a:pt x="428" y="508"/>
                    <a:pt x="427" y="515"/>
                  </a:cubicBezTo>
                  <a:cubicBezTo>
                    <a:pt x="420" y="536"/>
                    <a:pt x="464" y="528"/>
                    <a:pt x="500" y="530"/>
                  </a:cubicBezTo>
                  <a:cubicBezTo>
                    <a:pt x="521" y="530"/>
                    <a:pt x="531" y="547"/>
                    <a:pt x="507" y="556"/>
                  </a:cubicBezTo>
                  <a:cubicBezTo>
                    <a:pt x="470" y="561"/>
                    <a:pt x="432" y="567"/>
                    <a:pt x="395" y="572"/>
                  </a:cubicBezTo>
                  <a:cubicBezTo>
                    <a:pt x="377" y="574"/>
                    <a:pt x="362" y="604"/>
                    <a:pt x="390" y="606"/>
                  </a:cubicBezTo>
                  <a:cubicBezTo>
                    <a:pt x="411" y="607"/>
                    <a:pt x="457" y="597"/>
                    <a:pt x="502" y="587"/>
                  </a:cubicBezTo>
                  <a:cubicBezTo>
                    <a:pt x="507" y="586"/>
                    <a:pt x="513" y="587"/>
                    <a:pt x="514" y="592"/>
                  </a:cubicBezTo>
                  <a:cubicBezTo>
                    <a:pt x="515" y="601"/>
                    <a:pt x="514" y="610"/>
                    <a:pt x="513" y="616"/>
                  </a:cubicBezTo>
                  <a:cubicBezTo>
                    <a:pt x="493" y="622"/>
                    <a:pt x="405" y="655"/>
                    <a:pt x="387" y="662"/>
                  </a:cubicBezTo>
                  <a:cubicBezTo>
                    <a:pt x="372" y="668"/>
                    <a:pt x="368" y="692"/>
                    <a:pt x="406" y="690"/>
                  </a:cubicBezTo>
                  <a:cubicBezTo>
                    <a:pt x="439" y="686"/>
                    <a:pt x="476" y="675"/>
                    <a:pt x="514" y="663"/>
                  </a:cubicBezTo>
                  <a:cubicBezTo>
                    <a:pt x="520" y="699"/>
                    <a:pt x="533" y="726"/>
                    <a:pt x="560" y="745"/>
                  </a:cubicBezTo>
                  <a:cubicBezTo>
                    <a:pt x="574" y="751"/>
                    <a:pt x="585" y="748"/>
                    <a:pt x="582" y="722"/>
                  </a:cubicBezTo>
                  <a:cubicBezTo>
                    <a:pt x="568" y="693"/>
                    <a:pt x="560" y="678"/>
                    <a:pt x="559" y="667"/>
                  </a:cubicBezTo>
                  <a:cubicBezTo>
                    <a:pt x="556" y="654"/>
                    <a:pt x="561" y="648"/>
                    <a:pt x="576" y="648"/>
                  </a:cubicBezTo>
                  <a:cubicBezTo>
                    <a:pt x="587" y="647"/>
                    <a:pt x="598" y="647"/>
                    <a:pt x="608" y="646"/>
                  </a:cubicBezTo>
                  <a:cubicBezTo>
                    <a:pt x="614" y="647"/>
                    <a:pt x="621" y="646"/>
                    <a:pt x="627" y="642"/>
                  </a:cubicBezTo>
                  <a:cubicBezTo>
                    <a:pt x="637" y="635"/>
                    <a:pt x="658" y="610"/>
                    <a:pt x="663" y="601"/>
                  </a:cubicBezTo>
                  <a:cubicBezTo>
                    <a:pt x="664" y="589"/>
                    <a:pt x="662" y="586"/>
                    <a:pt x="663" y="575"/>
                  </a:cubicBezTo>
                  <a:cubicBezTo>
                    <a:pt x="664" y="569"/>
                    <a:pt x="665" y="563"/>
                    <a:pt x="668" y="557"/>
                  </a:cubicBezTo>
                  <a:cubicBezTo>
                    <a:pt x="670" y="553"/>
                    <a:pt x="674" y="552"/>
                    <a:pt x="675" y="546"/>
                  </a:cubicBezTo>
                  <a:cubicBezTo>
                    <a:pt x="670" y="528"/>
                    <a:pt x="669" y="509"/>
                    <a:pt x="667" y="489"/>
                  </a:cubicBezTo>
                  <a:cubicBezTo>
                    <a:pt x="664" y="473"/>
                    <a:pt x="643" y="474"/>
                    <a:pt x="640" y="487"/>
                  </a:cubicBezTo>
                  <a:cubicBezTo>
                    <a:pt x="639" y="496"/>
                    <a:pt x="640" y="505"/>
                    <a:pt x="639" y="514"/>
                  </a:cubicBezTo>
                  <a:cubicBezTo>
                    <a:pt x="635" y="536"/>
                    <a:pt x="618" y="537"/>
                    <a:pt x="603" y="537"/>
                  </a:cubicBezTo>
                  <a:cubicBezTo>
                    <a:pt x="590" y="537"/>
                    <a:pt x="562" y="537"/>
                    <a:pt x="572" y="517"/>
                  </a:cubicBezTo>
                  <a:cubicBezTo>
                    <a:pt x="585" y="498"/>
                    <a:pt x="581" y="483"/>
                    <a:pt x="561" y="485"/>
                  </a:cubicBezTo>
                  <a:cubicBezTo>
                    <a:pt x="552" y="486"/>
                    <a:pt x="543" y="489"/>
                    <a:pt x="533" y="490"/>
                  </a:cubicBezTo>
                  <a:cubicBezTo>
                    <a:pt x="522" y="491"/>
                    <a:pt x="492" y="486"/>
                    <a:pt x="475" y="487"/>
                  </a:cubicBezTo>
                  <a:cubicBezTo>
                    <a:pt x="466" y="487"/>
                    <a:pt x="464" y="486"/>
                    <a:pt x="453" y="491"/>
                  </a:cubicBezTo>
                  <a:close/>
                  <a:moveTo>
                    <a:pt x="591" y="563"/>
                  </a:moveTo>
                  <a:cubicBezTo>
                    <a:pt x="572" y="563"/>
                    <a:pt x="559" y="573"/>
                    <a:pt x="556" y="584"/>
                  </a:cubicBezTo>
                  <a:cubicBezTo>
                    <a:pt x="553" y="597"/>
                    <a:pt x="563" y="607"/>
                    <a:pt x="591" y="603"/>
                  </a:cubicBezTo>
                  <a:cubicBezTo>
                    <a:pt x="615" y="600"/>
                    <a:pt x="623" y="596"/>
                    <a:pt x="624" y="584"/>
                  </a:cubicBezTo>
                  <a:cubicBezTo>
                    <a:pt x="624" y="569"/>
                    <a:pt x="610" y="563"/>
                    <a:pt x="591" y="563"/>
                  </a:cubicBezTo>
                  <a:close/>
                  <a:moveTo>
                    <a:pt x="513" y="357"/>
                  </a:moveTo>
                  <a:cubicBezTo>
                    <a:pt x="468" y="353"/>
                    <a:pt x="427" y="380"/>
                    <a:pt x="427" y="411"/>
                  </a:cubicBezTo>
                  <a:cubicBezTo>
                    <a:pt x="426" y="438"/>
                    <a:pt x="447" y="455"/>
                    <a:pt x="488" y="461"/>
                  </a:cubicBezTo>
                  <a:cubicBezTo>
                    <a:pt x="533" y="467"/>
                    <a:pt x="560" y="469"/>
                    <a:pt x="604" y="470"/>
                  </a:cubicBezTo>
                  <a:cubicBezTo>
                    <a:pt x="640" y="470"/>
                    <a:pt x="678" y="453"/>
                    <a:pt x="679" y="422"/>
                  </a:cubicBezTo>
                  <a:cubicBezTo>
                    <a:pt x="681" y="376"/>
                    <a:pt x="647" y="365"/>
                    <a:pt x="603" y="361"/>
                  </a:cubicBezTo>
                  <a:cubicBezTo>
                    <a:pt x="603" y="361"/>
                    <a:pt x="513" y="357"/>
                    <a:pt x="513" y="357"/>
                  </a:cubicBezTo>
                  <a:close/>
                  <a:moveTo>
                    <a:pt x="530" y="389"/>
                  </a:moveTo>
                  <a:cubicBezTo>
                    <a:pt x="488" y="388"/>
                    <a:pt x="480" y="399"/>
                    <a:pt x="480" y="410"/>
                  </a:cubicBezTo>
                  <a:cubicBezTo>
                    <a:pt x="479" y="420"/>
                    <a:pt x="490" y="427"/>
                    <a:pt x="513" y="430"/>
                  </a:cubicBezTo>
                  <a:cubicBezTo>
                    <a:pt x="537" y="433"/>
                    <a:pt x="550" y="434"/>
                    <a:pt x="575" y="433"/>
                  </a:cubicBezTo>
                  <a:cubicBezTo>
                    <a:pt x="595" y="433"/>
                    <a:pt x="637" y="425"/>
                    <a:pt x="638" y="410"/>
                  </a:cubicBezTo>
                  <a:cubicBezTo>
                    <a:pt x="640" y="392"/>
                    <a:pt x="605" y="390"/>
                    <a:pt x="581" y="389"/>
                  </a:cubicBezTo>
                  <a:cubicBezTo>
                    <a:pt x="581" y="389"/>
                    <a:pt x="530" y="389"/>
                    <a:pt x="530" y="389"/>
                  </a:cubicBezTo>
                  <a:close/>
                  <a:moveTo>
                    <a:pt x="524" y="234"/>
                  </a:moveTo>
                  <a:cubicBezTo>
                    <a:pt x="462" y="235"/>
                    <a:pt x="439" y="261"/>
                    <a:pt x="438" y="292"/>
                  </a:cubicBezTo>
                  <a:cubicBezTo>
                    <a:pt x="437" y="319"/>
                    <a:pt x="452" y="337"/>
                    <a:pt x="493" y="341"/>
                  </a:cubicBezTo>
                  <a:cubicBezTo>
                    <a:pt x="537" y="341"/>
                    <a:pt x="582" y="342"/>
                    <a:pt x="626" y="341"/>
                  </a:cubicBezTo>
                  <a:cubicBezTo>
                    <a:pt x="662" y="340"/>
                    <a:pt x="694" y="324"/>
                    <a:pt x="694" y="293"/>
                  </a:cubicBezTo>
                  <a:cubicBezTo>
                    <a:pt x="694" y="244"/>
                    <a:pt x="658" y="237"/>
                    <a:pt x="615" y="235"/>
                  </a:cubicBezTo>
                  <a:cubicBezTo>
                    <a:pt x="615" y="235"/>
                    <a:pt x="525" y="235"/>
                    <a:pt x="524" y="234"/>
                  </a:cubicBezTo>
                  <a:close/>
                  <a:moveTo>
                    <a:pt x="543" y="270"/>
                  </a:moveTo>
                  <a:cubicBezTo>
                    <a:pt x="501" y="269"/>
                    <a:pt x="493" y="280"/>
                    <a:pt x="492" y="291"/>
                  </a:cubicBezTo>
                  <a:cubicBezTo>
                    <a:pt x="492" y="301"/>
                    <a:pt x="502" y="310"/>
                    <a:pt x="525" y="311"/>
                  </a:cubicBezTo>
                  <a:cubicBezTo>
                    <a:pt x="550" y="311"/>
                    <a:pt x="562" y="311"/>
                    <a:pt x="587" y="311"/>
                  </a:cubicBezTo>
                  <a:cubicBezTo>
                    <a:pt x="607" y="311"/>
                    <a:pt x="635" y="299"/>
                    <a:pt x="635" y="288"/>
                  </a:cubicBezTo>
                  <a:cubicBezTo>
                    <a:pt x="635" y="270"/>
                    <a:pt x="618" y="271"/>
                    <a:pt x="593" y="270"/>
                  </a:cubicBezTo>
                  <a:cubicBezTo>
                    <a:pt x="593" y="270"/>
                    <a:pt x="543" y="270"/>
                    <a:pt x="543" y="270"/>
                  </a:cubicBezTo>
                  <a:close/>
                  <a:moveTo>
                    <a:pt x="87" y="375"/>
                  </a:moveTo>
                  <a:cubicBezTo>
                    <a:pt x="73" y="376"/>
                    <a:pt x="70" y="379"/>
                    <a:pt x="72" y="390"/>
                  </a:cubicBezTo>
                  <a:cubicBezTo>
                    <a:pt x="80" y="408"/>
                    <a:pt x="86" y="428"/>
                    <a:pt x="106" y="443"/>
                  </a:cubicBezTo>
                  <a:cubicBezTo>
                    <a:pt x="123" y="456"/>
                    <a:pt x="134" y="458"/>
                    <a:pt x="155" y="458"/>
                  </a:cubicBezTo>
                  <a:cubicBezTo>
                    <a:pt x="174" y="458"/>
                    <a:pt x="187" y="457"/>
                    <a:pt x="199" y="455"/>
                  </a:cubicBezTo>
                  <a:cubicBezTo>
                    <a:pt x="213" y="452"/>
                    <a:pt x="224" y="442"/>
                    <a:pt x="227" y="425"/>
                  </a:cubicBezTo>
                  <a:cubicBezTo>
                    <a:pt x="229" y="407"/>
                    <a:pt x="228" y="382"/>
                    <a:pt x="225" y="371"/>
                  </a:cubicBezTo>
                  <a:cubicBezTo>
                    <a:pt x="177" y="372"/>
                    <a:pt x="135" y="373"/>
                    <a:pt x="87" y="375"/>
                  </a:cubicBezTo>
                  <a:close/>
                  <a:moveTo>
                    <a:pt x="225" y="322"/>
                  </a:moveTo>
                  <a:cubicBezTo>
                    <a:pt x="225" y="307"/>
                    <a:pt x="225" y="298"/>
                    <a:pt x="224" y="283"/>
                  </a:cubicBezTo>
                  <a:cubicBezTo>
                    <a:pt x="222" y="255"/>
                    <a:pt x="195" y="240"/>
                    <a:pt x="170" y="241"/>
                  </a:cubicBezTo>
                  <a:cubicBezTo>
                    <a:pt x="132" y="241"/>
                    <a:pt x="98" y="248"/>
                    <a:pt x="88" y="269"/>
                  </a:cubicBezTo>
                  <a:cubicBezTo>
                    <a:pt x="80" y="286"/>
                    <a:pt x="76" y="303"/>
                    <a:pt x="76" y="327"/>
                  </a:cubicBezTo>
                  <a:cubicBezTo>
                    <a:pt x="127" y="323"/>
                    <a:pt x="176" y="321"/>
                    <a:pt x="225" y="322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grpSp>
          <p:nvGrpSpPr>
            <p:cNvPr id="42" name="îsľïde"/>
            <p:cNvGrpSpPr/>
            <p:nvPr/>
          </p:nvGrpSpPr>
          <p:grpSpPr>
            <a:xfrm>
              <a:off x="5491155" y="3891242"/>
              <a:ext cx="3281937" cy="380319"/>
              <a:chOff x="5459413" y="4016376"/>
              <a:chExt cx="3068637" cy="355601"/>
            </a:xfrm>
            <a:grpFill/>
          </p:grpSpPr>
          <p:sp>
            <p:nvSpPr>
              <p:cNvPr id="56" name="îsļiḋê"/>
              <p:cNvSpPr/>
              <p:nvPr/>
            </p:nvSpPr>
            <p:spPr bwMode="auto">
              <a:xfrm>
                <a:off x="5459413" y="4022726"/>
                <a:ext cx="236537" cy="284163"/>
              </a:xfrm>
              <a:custGeom>
                <a:avLst/>
                <a:gdLst>
                  <a:gd name="T0" fmla="*/ 43 w 45"/>
                  <a:gd name="T1" fmla="*/ 13 h 52"/>
                  <a:gd name="T2" fmla="*/ 26 w 45"/>
                  <a:gd name="T3" fmla="*/ 2 h 52"/>
                  <a:gd name="T4" fmla="*/ 23 w 45"/>
                  <a:gd name="T5" fmla="*/ 2 h 52"/>
                  <a:gd name="T6" fmla="*/ 16 w 45"/>
                  <a:gd name="T7" fmla="*/ 8 h 52"/>
                  <a:gd name="T8" fmla="*/ 16 w 45"/>
                  <a:gd name="T9" fmla="*/ 24 h 52"/>
                  <a:gd name="T10" fmla="*/ 23 w 45"/>
                  <a:gd name="T11" fmla="*/ 24 h 52"/>
                  <a:gd name="T12" fmla="*/ 31 w 45"/>
                  <a:gd name="T13" fmla="*/ 17 h 52"/>
                  <a:gd name="T14" fmla="*/ 31 w 45"/>
                  <a:gd name="T15" fmla="*/ 15 h 52"/>
                  <a:gd name="T16" fmla="*/ 33 w 45"/>
                  <a:gd name="T17" fmla="*/ 15 h 52"/>
                  <a:gd name="T18" fmla="*/ 33 w 45"/>
                  <a:gd name="T19" fmla="*/ 36 h 52"/>
                  <a:gd name="T20" fmla="*/ 31 w 45"/>
                  <a:gd name="T21" fmla="*/ 36 h 52"/>
                  <a:gd name="T22" fmla="*/ 31 w 45"/>
                  <a:gd name="T23" fmla="*/ 34 h 52"/>
                  <a:gd name="T24" fmla="*/ 24 w 45"/>
                  <a:gd name="T25" fmla="*/ 26 h 52"/>
                  <a:gd name="T26" fmla="*/ 16 w 45"/>
                  <a:gd name="T27" fmla="*/ 26 h 52"/>
                  <a:gd name="T28" fmla="*/ 16 w 45"/>
                  <a:gd name="T29" fmla="*/ 45 h 52"/>
                  <a:gd name="T30" fmla="*/ 21 w 45"/>
                  <a:gd name="T31" fmla="*/ 50 h 52"/>
                  <a:gd name="T32" fmla="*/ 25 w 45"/>
                  <a:gd name="T33" fmla="*/ 50 h 52"/>
                  <a:gd name="T34" fmla="*/ 25 w 45"/>
                  <a:gd name="T35" fmla="*/ 52 h 52"/>
                  <a:gd name="T36" fmla="*/ 0 w 45"/>
                  <a:gd name="T37" fmla="*/ 52 h 52"/>
                  <a:gd name="T38" fmla="*/ 0 w 45"/>
                  <a:gd name="T39" fmla="*/ 50 h 52"/>
                  <a:gd name="T40" fmla="*/ 3 w 45"/>
                  <a:gd name="T41" fmla="*/ 50 h 52"/>
                  <a:gd name="T42" fmla="*/ 8 w 45"/>
                  <a:gd name="T43" fmla="*/ 45 h 52"/>
                  <a:gd name="T44" fmla="*/ 8 w 45"/>
                  <a:gd name="T45" fmla="*/ 8 h 52"/>
                  <a:gd name="T46" fmla="*/ 2 w 45"/>
                  <a:gd name="T47" fmla="*/ 2 h 52"/>
                  <a:gd name="T48" fmla="*/ 0 w 45"/>
                  <a:gd name="T49" fmla="*/ 2 h 52"/>
                  <a:gd name="T50" fmla="*/ 0 w 45"/>
                  <a:gd name="T51" fmla="*/ 0 h 52"/>
                  <a:gd name="T52" fmla="*/ 41 w 45"/>
                  <a:gd name="T53" fmla="*/ 0 h 52"/>
                  <a:gd name="T54" fmla="*/ 45 w 45"/>
                  <a:gd name="T55" fmla="*/ 12 h 52"/>
                  <a:gd name="T56" fmla="*/ 43 w 45"/>
                  <a:gd name="T57" fmla="*/ 13 h 5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</a:cxnLst>
                <a:rect l="0" t="0" r="r" b="b"/>
                <a:pathLst>
                  <a:path w="45" h="52">
                    <a:moveTo>
                      <a:pt x="43" y="13"/>
                    </a:moveTo>
                    <a:cubicBezTo>
                      <a:pt x="41" y="9"/>
                      <a:pt x="37" y="2"/>
                      <a:pt x="26" y="2"/>
                    </a:cubicBezTo>
                    <a:cubicBezTo>
                      <a:pt x="23" y="2"/>
                      <a:pt x="23" y="2"/>
                      <a:pt x="23" y="2"/>
                    </a:cubicBezTo>
                    <a:cubicBezTo>
                      <a:pt x="19" y="2"/>
                      <a:pt x="16" y="4"/>
                      <a:pt x="16" y="8"/>
                    </a:cubicBezTo>
                    <a:cubicBezTo>
                      <a:pt x="16" y="24"/>
                      <a:pt x="16" y="24"/>
                      <a:pt x="16" y="24"/>
                    </a:cubicBezTo>
                    <a:cubicBezTo>
                      <a:pt x="23" y="24"/>
                      <a:pt x="23" y="24"/>
                      <a:pt x="23" y="24"/>
                    </a:cubicBezTo>
                    <a:cubicBezTo>
                      <a:pt x="27" y="24"/>
                      <a:pt x="31" y="21"/>
                      <a:pt x="31" y="17"/>
                    </a:cubicBezTo>
                    <a:cubicBezTo>
                      <a:pt x="31" y="15"/>
                      <a:pt x="31" y="15"/>
                      <a:pt x="31" y="15"/>
                    </a:cubicBezTo>
                    <a:cubicBezTo>
                      <a:pt x="33" y="15"/>
                      <a:pt x="33" y="15"/>
                      <a:pt x="33" y="15"/>
                    </a:cubicBezTo>
                    <a:cubicBezTo>
                      <a:pt x="33" y="36"/>
                      <a:pt x="33" y="36"/>
                      <a:pt x="33" y="36"/>
                    </a:cubicBezTo>
                    <a:cubicBezTo>
                      <a:pt x="31" y="36"/>
                      <a:pt x="31" y="36"/>
                      <a:pt x="31" y="36"/>
                    </a:cubicBezTo>
                    <a:cubicBezTo>
                      <a:pt x="31" y="34"/>
                      <a:pt x="31" y="34"/>
                      <a:pt x="31" y="34"/>
                    </a:cubicBezTo>
                    <a:cubicBezTo>
                      <a:pt x="31" y="31"/>
                      <a:pt x="28" y="26"/>
                      <a:pt x="24" y="26"/>
                    </a:cubicBezTo>
                    <a:cubicBezTo>
                      <a:pt x="16" y="26"/>
                      <a:pt x="16" y="26"/>
                      <a:pt x="16" y="26"/>
                    </a:cubicBezTo>
                    <a:cubicBezTo>
                      <a:pt x="16" y="45"/>
                      <a:pt x="16" y="45"/>
                      <a:pt x="16" y="45"/>
                    </a:cubicBezTo>
                    <a:cubicBezTo>
                      <a:pt x="16" y="48"/>
                      <a:pt x="18" y="50"/>
                      <a:pt x="21" y="50"/>
                    </a:cubicBezTo>
                    <a:cubicBezTo>
                      <a:pt x="25" y="50"/>
                      <a:pt x="25" y="50"/>
                      <a:pt x="25" y="50"/>
                    </a:cubicBezTo>
                    <a:cubicBezTo>
                      <a:pt x="25" y="52"/>
                      <a:pt x="25" y="52"/>
                      <a:pt x="25" y="52"/>
                    </a:cubicBezTo>
                    <a:cubicBezTo>
                      <a:pt x="0" y="52"/>
                      <a:pt x="0" y="52"/>
                      <a:pt x="0" y="52"/>
                    </a:cubicBezTo>
                    <a:cubicBezTo>
                      <a:pt x="0" y="50"/>
                      <a:pt x="0" y="50"/>
                      <a:pt x="0" y="50"/>
                    </a:cubicBezTo>
                    <a:cubicBezTo>
                      <a:pt x="3" y="50"/>
                      <a:pt x="3" y="50"/>
                      <a:pt x="3" y="50"/>
                    </a:cubicBezTo>
                    <a:cubicBezTo>
                      <a:pt x="6" y="50"/>
                      <a:pt x="8" y="49"/>
                      <a:pt x="8" y="45"/>
                    </a:cubicBezTo>
                    <a:cubicBezTo>
                      <a:pt x="8" y="8"/>
                      <a:pt x="8" y="8"/>
                      <a:pt x="8" y="8"/>
                    </a:cubicBezTo>
                    <a:cubicBezTo>
                      <a:pt x="8" y="5"/>
                      <a:pt x="6" y="2"/>
                      <a:pt x="2" y="2"/>
                    </a:cubicBezTo>
                    <a:cubicBezTo>
                      <a:pt x="0" y="2"/>
                      <a:pt x="0" y="2"/>
                      <a:pt x="0" y="2"/>
                    </a:cubicBezTo>
                    <a:cubicBezTo>
                      <a:pt x="0" y="0"/>
                      <a:pt x="0" y="0"/>
                      <a:pt x="0" y="0"/>
                    </a:cubicBezTo>
                    <a:cubicBezTo>
                      <a:pt x="41" y="0"/>
                      <a:pt x="41" y="0"/>
                      <a:pt x="41" y="0"/>
                    </a:cubicBezTo>
                    <a:cubicBezTo>
                      <a:pt x="45" y="12"/>
                      <a:pt x="45" y="12"/>
                      <a:pt x="45" y="12"/>
                    </a:cubicBezTo>
                    <a:lnTo>
                      <a:pt x="43" y="13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57" name="íš1îḓe"/>
              <p:cNvSpPr/>
              <p:nvPr/>
            </p:nvSpPr>
            <p:spPr bwMode="auto">
              <a:xfrm>
                <a:off x="5716588" y="4114801"/>
                <a:ext cx="193675" cy="201613"/>
              </a:xfrm>
              <a:custGeom>
                <a:avLst/>
                <a:gdLst>
                  <a:gd name="T0" fmla="*/ 0 w 37"/>
                  <a:gd name="T1" fmla="*/ 3 h 37"/>
                  <a:gd name="T2" fmla="*/ 12 w 37"/>
                  <a:gd name="T3" fmla="*/ 0 h 37"/>
                  <a:gd name="T4" fmla="*/ 12 w 37"/>
                  <a:gd name="T5" fmla="*/ 25 h 37"/>
                  <a:gd name="T6" fmla="*/ 18 w 37"/>
                  <a:gd name="T7" fmla="*/ 32 h 37"/>
                  <a:gd name="T8" fmla="*/ 24 w 37"/>
                  <a:gd name="T9" fmla="*/ 28 h 37"/>
                  <a:gd name="T10" fmla="*/ 24 w 37"/>
                  <a:gd name="T11" fmla="*/ 7 h 37"/>
                  <a:gd name="T12" fmla="*/ 22 w 37"/>
                  <a:gd name="T13" fmla="*/ 4 h 37"/>
                  <a:gd name="T14" fmla="*/ 19 w 37"/>
                  <a:gd name="T15" fmla="*/ 4 h 37"/>
                  <a:gd name="T16" fmla="*/ 19 w 37"/>
                  <a:gd name="T17" fmla="*/ 3 h 37"/>
                  <a:gd name="T18" fmla="*/ 32 w 37"/>
                  <a:gd name="T19" fmla="*/ 0 h 37"/>
                  <a:gd name="T20" fmla="*/ 32 w 37"/>
                  <a:gd name="T21" fmla="*/ 29 h 37"/>
                  <a:gd name="T22" fmla="*/ 35 w 37"/>
                  <a:gd name="T23" fmla="*/ 33 h 37"/>
                  <a:gd name="T24" fmla="*/ 37 w 37"/>
                  <a:gd name="T25" fmla="*/ 33 h 37"/>
                  <a:gd name="T26" fmla="*/ 37 w 37"/>
                  <a:gd name="T27" fmla="*/ 35 h 37"/>
                  <a:gd name="T28" fmla="*/ 24 w 37"/>
                  <a:gd name="T29" fmla="*/ 35 h 37"/>
                  <a:gd name="T30" fmla="*/ 24 w 37"/>
                  <a:gd name="T31" fmla="*/ 31 h 37"/>
                  <a:gd name="T32" fmla="*/ 15 w 37"/>
                  <a:gd name="T33" fmla="*/ 37 h 37"/>
                  <a:gd name="T34" fmla="*/ 5 w 37"/>
                  <a:gd name="T35" fmla="*/ 26 h 37"/>
                  <a:gd name="T36" fmla="*/ 5 w 37"/>
                  <a:gd name="T37" fmla="*/ 7 h 37"/>
                  <a:gd name="T38" fmla="*/ 2 w 37"/>
                  <a:gd name="T39" fmla="*/ 4 h 37"/>
                  <a:gd name="T40" fmla="*/ 0 w 37"/>
                  <a:gd name="T41" fmla="*/ 4 h 37"/>
                  <a:gd name="T42" fmla="*/ 0 w 37"/>
                  <a:gd name="T43" fmla="*/ 3 h 3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</a:cxnLst>
                <a:rect l="0" t="0" r="r" b="b"/>
                <a:pathLst>
                  <a:path w="37" h="37">
                    <a:moveTo>
                      <a:pt x="0" y="3"/>
                    </a:moveTo>
                    <a:cubicBezTo>
                      <a:pt x="12" y="0"/>
                      <a:pt x="12" y="0"/>
                      <a:pt x="12" y="0"/>
                    </a:cubicBezTo>
                    <a:cubicBezTo>
                      <a:pt x="12" y="25"/>
                      <a:pt x="12" y="25"/>
                      <a:pt x="12" y="25"/>
                    </a:cubicBezTo>
                    <a:cubicBezTo>
                      <a:pt x="12" y="28"/>
                      <a:pt x="14" y="32"/>
                      <a:pt x="18" y="32"/>
                    </a:cubicBezTo>
                    <a:cubicBezTo>
                      <a:pt x="21" y="32"/>
                      <a:pt x="23" y="30"/>
                      <a:pt x="24" y="28"/>
                    </a:cubicBezTo>
                    <a:cubicBezTo>
                      <a:pt x="24" y="7"/>
                      <a:pt x="24" y="7"/>
                      <a:pt x="24" y="7"/>
                    </a:cubicBezTo>
                    <a:cubicBezTo>
                      <a:pt x="24" y="5"/>
                      <a:pt x="24" y="4"/>
                      <a:pt x="22" y="4"/>
                    </a:cubicBezTo>
                    <a:cubicBezTo>
                      <a:pt x="21" y="4"/>
                      <a:pt x="20" y="4"/>
                      <a:pt x="19" y="4"/>
                    </a:cubicBezTo>
                    <a:cubicBezTo>
                      <a:pt x="19" y="3"/>
                      <a:pt x="19" y="3"/>
                      <a:pt x="19" y="3"/>
                    </a:cubicBezTo>
                    <a:cubicBezTo>
                      <a:pt x="32" y="0"/>
                      <a:pt x="32" y="0"/>
                      <a:pt x="32" y="0"/>
                    </a:cubicBezTo>
                    <a:cubicBezTo>
                      <a:pt x="32" y="29"/>
                      <a:pt x="32" y="29"/>
                      <a:pt x="32" y="29"/>
                    </a:cubicBezTo>
                    <a:cubicBezTo>
                      <a:pt x="32" y="32"/>
                      <a:pt x="33" y="33"/>
                      <a:pt x="35" y="33"/>
                    </a:cubicBezTo>
                    <a:cubicBezTo>
                      <a:pt x="37" y="33"/>
                      <a:pt x="37" y="33"/>
                      <a:pt x="37" y="33"/>
                    </a:cubicBezTo>
                    <a:cubicBezTo>
                      <a:pt x="37" y="35"/>
                      <a:pt x="37" y="35"/>
                      <a:pt x="37" y="35"/>
                    </a:cubicBezTo>
                    <a:cubicBezTo>
                      <a:pt x="24" y="35"/>
                      <a:pt x="24" y="35"/>
                      <a:pt x="24" y="35"/>
                    </a:cubicBezTo>
                    <a:cubicBezTo>
                      <a:pt x="24" y="31"/>
                      <a:pt x="24" y="31"/>
                      <a:pt x="24" y="31"/>
                    </a:cubicBezTo>
                    <a:cubicBezTo>
                      <a:pt x="23" y="33"/>
                      <a:pt x="20" y="37"/>
                      <a:pt x="15" y="37"/>
                    </a:cubicBezTo>
                    <a:cubicBezTo>
                      <a:pt x="10" y="37"/>
                      <a:pt x="5" y="34"/>
                      <a:pt x="5" y="26"/>
                    </a:cubicBezTo>
                    <a:cubicBezTo>
                      <a:pt x="5" y="7"/>
                      <a:pt x="5" y="7"/>
                      <a:pt x="5" y="7"/>
                    </a:cubicBezTo>
                    <a:cubicBezTo>
                      <a:pt x="5" y="6"/>
                      <a:pt x="4" y="4"/>
                      <a:pt x="2" y="4"/>
                    </a:cubicBezTo>
                    <a:cubicBezTo>
                      <a:pt x="2" y="4"/>
                      <a:pt x="1" y="4"/>
                      <a:pt x="0" y="4"/>
                    </a:cubicBezTo>
                    <a:lnTo>
                      <a:pt x="0" y="3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58" name="iš1iďe"/>
              <p:cNvSpPr/>
              <p:nvPr/>
            </p:nvSpPr>
            <p:spPr bwMode="auto">
              <a:xfrm>
                <a:off x="5937250" y="4016376"/>
                <a:ext cx="193675" cy="300038"/>
              </a:xfrm>
              <a:custGeom>
                <a:avLst/>
                <a:gdLst>
                  <a:gd name="T0" fmla="*/ 23 w 37"/>
                  <a:gd name="T1" fmla="*/ 53 h 55"/>
                  <a:gd name="T2" fmla="*/ 23 w 37"/>
                  <a:gd name="T3" fmla="*/ 50 h 55"/>
                  <a:gd name="T4" fmla="*/ 14 w 37"/>
                  <a:gd name="T5" fmla="*/ 55 h 55"/>
                  <a:gd name="T6" fmla="*/ 0 w 37"/>
                  <a:gd name="T7" fmla="*/ 36 h 55"/>
                  <a:gd name="T8" fmla="*/ 15 w 37"/>
                  <a:gd name="T9" fmla="*/ 18 h 55"/>
                  <a:gd name="T10" fmla="*/ 23 w 37"/>
                  <a:gd name="T11" fmla="*/ 21 h 55"/>
                  <a:gd name="T12" fmla="*/ 23 w 37"/>
                  <a:gd name="T13" fmla="*/ 7 h 55"/>
                  <a:gd name="T14" fmla="*/ 20 w 37"/>
                  <a:gd name="T15" fmla="*/ 4 h 55"/>
                  <a:gd name="T16" fmla="*/ 17 w 37"/>
                  <a:gd name="T17" fmla="*/ 5 h 55"/>
                  <a:gd name="T18" fmla="*/ 16 w 37"/>
                  <a:gd name="T19" fmla="*/ 3 h 55"/>
                  <a:gd name="T20" fmla="*/ 31 w 37"/>
                  <a:gd name="T21" fmla="*/ 0 h 55"/>
                  <a:gd name="T22" fmla="*/ 31 w 37"/>
                  <a:gd name="T23" fmla="*/ 48 h 55"/>
                  <a:gd name="T24" fmla="*/ 35 w 37"/>
                  <a:gd name="T25" fmla="*/ 51 h 55"/>
                  <a:gd name="T26" fmla="*/ 37 w 37"/>
                  <a:gd name="T27" fmla="*/ 51 h 55"/>
                  <a:gd name="T28" fmla="*/ 37 w 37"/>
                  <a:gd name="T29" fmla="*/ 53 h 55"/>
                  <a:gd name="T30" fmla="*/ 23 w 37"/>
                  <a:gd name="T31" fmla="*/ 53 h 55"/>
                  <a:gd name="T32" fmla="*/ 23 w 37"/>
                  <a:gd name="T33" fmla="*/ 24 h 55"/>
                  <a:gd name="T34" fmla="*/ 17 w 37"/>
                  <a:gd name="T35" fmla="*/ 21 h 55"/>
                  <a:gd name="T36" fmla="*/ 8 w 37"/>
                  <a:gd name="T37" fmla="*/ 37 h 55"/>
                  <a:gd name="T38" fmla="*/ 17 w 37"/>
                  <a:gd name="T39" fmla="*/ 51 h 55"/>
                  <a:gd name="T40" fmla="*/ 23 w 37"/>
                  <a:gd name="T41" fmla="*/ 48 h 55"/>
                  <a:gd name="T42" fmla="*/ 23 w 37"/>
                  <a:gd name="T43" fmla="*/ 24 h 55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</a:cxnLst>
                <a:rect l="0" t="0" r="r" b="b"/>
                <a:pathLst>
                  <a:path w="37" h="55">
                    <a:moveTo>
                      <a:pt x="23" y="53"/>
                    </a:moveTo>
                    <a:cubicBezTo>
                      <a:pt x="23" y="50"/>
                      <a:pt x="23" y="50"/>
                      <a:pt x="23" y="50"/>
                    </a:cubicBezTo>
                    <a:cubicBezTo>
                      <a:pt x="22" y="52"/>
                      <a:pt x="20" y="55"/>
                      <a:pt x="14" y="55"/>
                    </a:cubicBezTo>
                    <a:cubicBezTo>
                      <a:pt x="5" y="55"/>
                      <a:pt x="0" y="45"/>
                      <a:pt x="0" y="36"/>
                    </a:cubicBezTo>
                    <a:cubicBezTo>
                      <a:pt x="0" y="26"/>
                      <a:pt x="6" y="18"/>
                      <a:pt x="15" y="18"/>
                    </a:cubicBezTo>
                    <a:cubicBezTo>
                      <a:pt x="19" y="18"/>
                      <a:pt x="21" y="19"/>
                      <a:pt x="23" y="21"/>
                    </a:cubicBezTo>
                    <a:cubicBezTo>
                      <a:pt x="23" y="7"/>
                      <a:pt x="23" y="7"/>
                      <a:pt x="23" y="7"/>
                    </a:cubicBezTo>
                    <a:cubicBezTo>
                      <a:pt x="23" y="6"/>
                      <a:pt x="22" y="4"/>
                      <a:pt x="20" y="4"/>
                    </a:cubicBezTo>
                    <a:cubicBezTo>
                      <a:pt x="19" y="4"/>
                      <a:pt x="18" y="5"/>
                      <a:pt x="17" y="5"/>
                    </a:cubicBezTo>
                    <a:cubicBezTo>
                      <a:pt x="16" y="3"/>
                      <a:pt x="16" y="3"/>
                      <a:pt x="16" y="3"/>
                    </a:cubicBezTo>
                    <a:cubicBezTo>
                      <a:pt x="31" y="0"/>
                      <a:pt x="31" y="0"/>
                      <a:pt x="31" y="0"/>
                    </a:cubicBezTo>
                    <a:cubicBezTo>
                      <a:pt x="31" y="48"/>
                      <a:pt x="31" y="48"/>
                      <a:pt x="31" y="48"/>
                    </a:cubicBezTo>
                    <a:cubicBezTo>
                      <a:pt x="31" y="50"/>
                      <a:pt x="32" y="51"/>
                      <a:pt x="35" y="51"/>
                    </a:cubicBezTo>
                    <a:cubicBezTo>
                      <a:pt x="37" y="51"/>
                      <a:pt x="37" y="51"/>
                      <a:pt x="37" y="51"/>
                    </a:cubicBezTo>
                    <a:cubicBezTo>
                      <a:pt x="37" y="53"/>
                      <a:pt x="37" y="53"/>
                      <a:pt x="37" y="53"/>
                    </a:cubicBezTo>
                    <a:lnTo>
                      <a:pt x="23" y="53"/>
                    </a:lnTo>
                    <a:close/>
                    <a:moveTo>
                      <a:pt x="23" y="24"/>
                    </a:moveTo>
                    <a:cubicBezTo>
                      <a:pt x="22" y="22"/>
                      <a:pt x="21" y="21"/>
                      <a:pt x="17" y="21"/>
                    </a:cubicBezTo>
                    <a:cubicBezTo>
                      <a:pt x="10" y="21"/>
                      <a:pt x="8" y="30"/>
                      <a:pt x="8" y="37"/>
                    </a:cubicBezTo>
                    <a:cubicBezTo>
                      <a:pt x="8" y="45"/>
                      <a:pt x="12" y="51"/>
                      <a:pt x="17" y="51"/>
                    </a:cubicBezTo>
                    <a:cubicBezTo>
                      <a:pt x="20" y="51"/>
                      <a:pt x="22" y="49"/>
                      <a:pt x="23" y="48"/>
                    </a:cubicBezTo>
                    <a:lnTo>
                      <a:pt x="23" y="24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59" name="iŝļíḓè"/>
              <p:cNvSpPr/>
              <p:nvPr/>
            </p:nvSpPr>
            <p:spPr bwMode="auto">
              <a:xfrm>
                <a:off x="6153150" y="4114801"/>
                <a:ext cx="173037" cy="201613"/>
              </a:xfrm>
              <a:custGeom>
                <a:avLst/>
                <a:gdLst>
                  <a:gd name="T0" fmla="*/ 25 w 33"/>
                  <a:gd name="T1" fmla="*/ 37 h 37"/>
                  <a:gd name="T2" fmla="*/ 19 w 33"/>
                  <a:gd name="T3" fmla="*/ 33 h 37"/>
                  <a:gd name="T4" fmla="*/ 9 w 33"/>
                  <a:gd name="T5" fmla="*/ 37 h 37"/>
                  <a:gd name="T6" fmla="*/ 0 w 33"/>
                  <a:gd name="T7" fmla="*/ 29 h 37"/>
                  <a:gd name="T8" fmla="*/ 3 w 33"/>
                  <a:gd name="T9" fmla="*/ 24 h 37"/>
                  <a:gd name="T10" fmla="*/ 19 w 33"/>
                  <a:gd name="T11" fmla="*/ 15 h 37"/>
                  <a:gd name="T12" fmla="*/ 19 w 33"/>
                  <a:gd name="T13" fmla="*/ 6 h 37"/>
                  <a:gd name="T14" fmla="*/ 15 w 33"/>
                  <a:gd name="T15" fmla="*/ 2 h 37"/>
                  <a:gd name="T16" fmla="*/ 11 w 33"/>
                  <a:gd name="T17" fmla="*/ 6 h 37"/>
                  <a:gd name="T18" fmla="*/ 6 w 33"/>
                  <a:gd name="T19" fmla="*/ 12 h 37"/>
                  <a:gd name="T20" fmla="*/ 1 w 33"/>
                  <a:gd name="T21" fmla="*/ 7 h 37"/>
                  <a:gd name="T22" fmla="*/ 3 w 33"/>
                  <a:gd name="T23" fmla="*/ 3 h 37"/>
                  <a:gd name="T24" fmla="*/ 15 w 33"/>
                  <a:gd name="T25" fmla="*/ 0 h 37"/>
                  <a:gd name="T26" fmla="*/ 26 w 33"/>
                  <a:gd name="T27" fmla="*/ 3 h 37"/>
                  <a:gd name="T28" fmla="*/ 27 w 33"/>
                  <a:gd name="T29" fmla="*/ 9 h 37"/>
                  <a:gd name="T30" fmla="*/ 27 w 33"/>
                  <a:gd name="T31" fmla="*/ 28 h 37"/>
                  <a:gd name="T32" fmla="*/ 29 w 33"/>
                  <a:gd name="T33" fmla="*/ 33 h 37"/>
                  <a:gd name="T34" fmla="*/ 32 w 33"/>
                  <a:gd name="T35" fmla="*/ 31 h 37"/>
                  <a:gd name="T36" fmla="*/ 33 w 33"/>
                  <a:gd name="T37" fmla="*/ 32 h 37"/>
                  <a:gd name="T38" fmla="*/ 25 w 33"/>
                  <a:gd name="T39" fmla="*/ 37 h 37"/>
                  <a:gd name="T40" fmla="*/ 19 w 33"/>
                  <a:gd name="T41" fmla="*/ 17 h 37"/>
                  <a:gd name="T42" fmla="*/ 9 w 33"/>
                  <a:gd name="T43" fmla="*/ 28 h 37"/>
                  <a:gd name="T44" fmla="*/ 14 w 33"/>
                  <a:gd name="T45" fmla="*/ 33 h 37"/>
                  <a:gd name="T46" fmla="*/ 19 w 33"/>
                  <a:gd name="T47" fmla="*/ 31 h 37"/>
                  <a:gd name="T48" fmla="*/ 19 w 33"/>
                  <a:gd name="T49" fmla="*/ 17 h 3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</a:cxnLst>
                <a:rect l="0" t="0" r="r" b="b"/>
                <a:pathLst>
                  <a:path w="33" h="37">
                    <a:moveTo>
                      <a:pt x="25" y="37"/>
                    </a:moveTo>
                    <a:cubicBezTo>
                      <a:pt x="23" y="37"/>
                      <a:pt x="20" y="35"/>
                      <a:pt x="19" y="33"/>
                    </a:cubicBezTo>
                    <a:cubicBezTo>
                      <a:pt x="17" y="34"/>
                      <a:pt x="14" y="37"/>
                      <a:pt x="9" y="37"/>
                    </a:cubicBezTo>
                    <a:cubicBezTo>
                      <a:pt x="3" y="37"/>
                      <a:pt x="0" y="33"/>
                      <a:pt x="0" y="29"/>
                    </a:cubicBezTo>
                    <a:cubicBezTo>
                      <a:pt x="0" y="28"/>
                      <a:pt x="1" y="26"/>
                      <a:pt x="3" y="24"/>
                    </a:cubicBezTo>
                    <a:cubicBezTo>
                      <a:pt x="7" y="18"/>
                      <a:pt x="14" y="16"/>
                      <a:pt x="19" y="15"/>
                    </a:cubicBezTo>
                    <a:cubicBezTo>
                      <a:pt x="19" y="6"/>
                      <a:pt x="19" y="6"/>
                      <a:pt x="19" y="6"/>
                    </a:cubicBezTo>
                    <a:cubicBezTo>
                      <a:pt x="19" y="5"/>
                      <a:pt x="19" y="2"/>
                      <a:pt x="15" y="2"/>
                    </a:cubicBezTo>
                    <a:cubicBezTo>
                      <a:pt x="11" y="2"/>
                      <a:pt x="11" y="5"/>
                      <a:pt x="11" y="6"/>
                    </a:cubicBezTo>
                    <a:cubicBezTo>
                      <a:pt x="10" y="8"/>
                      <a:pt x="10" y="12"/>
                      <a:pt x="6" y="12"/>
                    </a:cubicBezTo>
                    <a:cubicBezTo>
                      <a:pt x="3" y="12"/>
                      <a:pt x="1" y="10"/>
                      <a:pt x="1" y="7"/>
                    </a:cubicBezTo>
                    <a:cubicBezTo>
                      <a:pt x="1" y="6"/>
                      <a:pt x="2" y="4"/>
                      <a:pt x="3" y="3"/>
                    </a:cubicBezTo>
                    <a:cubicBezTo>
                      <a:pt x="7" y="0"/>
                      <a:pt x="14" y="0"/>
                      <a:pt x="15" y="0"/>
                    </a:cubicBezTo>
                    <a:cubicBezTo>
                      <a:pt x="17" y="0"/>
                      <a:pt x="24" y="0"/>
                      <a:pt x="26" y="3"/>
                    </a:cubicBezTo>
                    <a:cubicBezTo>
                      <a:pt x="27" y="5"/>
                      <a:pt x="27" y="8"/>
                      <a:pt x="27" y="9"/>
                    </a:cubicBezTo>
                    <a:cubicBezTo>
                      <a:pt x="27" y="28"/>
                      <a:pt x="27" y="28"/>
                      <a:pt x="27" y="28"/>
                    </a:cubicBezTo>
                    <a:cubicBezTo>
                      <a:pt x="27" y="30"/>
                      <a:pt x="27" y="33"/>
                      <a:pt x="29" y="33"/>
                    </a:cubicBezTo>
                    <a:cubicBezTo>
                      <a:pt x="31" y="33"/>
                      <a:pt x="32" y="32"/>
                      <a:pt x="32" y="31"/>
                    </a:cubicBezTo>
                    <a:cubicBezTo>
                      <a:pt x="33" y="32"/>
                      <a:pt x="33" y="32"/>
                      <a:pt x="33" y="32"/>
                    </a:cubicBezTo>
                    <a:cubicBezTo>
                      <a:pt x="30" y="37"/>
                      <a:pt x="26" y="37"/>
                      <a:pt x="25" y="37"/>
                    </a:cubicBezTo>
                    <a:close/>
                    <a:moveTo>
                      <a:pt x="19" y="17"/>
                    </a:moveTo>
                    <a:cubicBezTo>
                      <a:pt x="16" y="18"/>
                      <a:pt x="9" y="22"/>
                      <a:pt x="9" y="28"/>
                    </a:cubicBezTo>
                    <a:cubicBezTo>
                      <a:pt x="9" y="33"/>
                      <a:pt x="13" y="33"/>
                      <a:pt x="14" y="33"/>
                    </a:cubicBezTo>
                    <a:cubicBezTo>
                      <a:pt x="16" y="33"/>
                      <a:pt x="18" y="33"/>
                      <a:pt x="19" y="31"/>
                    </a:cubicBezTo>
                    <a:lnTo>
                      <a:pt x="19" y="17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60" name="îšļîḋê"/>
              <p:cNvSpPr/>
              <p:nvPr/>
            </p:nvSpPr>
            <p:spPr bwMode="auto">
              <a:xfrm>
                <a:off x="6337300" y="4114801"/>
                <a:ext cx="198437" cy="192088"/>
              </a:xfrm>
              <a:custGeom>
                <a:avLst/>
                <a:gdLst>
                  <a:gd name="T0" fmla="*/ 0 w 38"/>
                  <a:gd name="T1" fmla="*/ 33 h 35"/>
                  <a:gd name="T2" fmla="*/ 5 w 38"/>
                  <a:gd name="T3" fmla="*/ 29 h 35"/>
                  <a:gd name="T4" fmla="*/ 5 w 38"/>
                  <a:gd name="T5" fmla="*/ 7 h 35"/>
                  <a:gd name="T6" fmla="*/ 3 w 38"/>
                  <a:gd name="T7" fmla="*/ 4 h 35"/>
                  <a:gd name="T8" fmla="*/ 0 w 38"/>
                  <a:gd name="T9" fmla="*/ 4 h 35"/>
                  <a:gd name="T10" fmla="*/ 0 w 38"/>
                  <a:gd name="T11" fmla="*/ 2 h 35"/>
                  <a:gd name="T12" fmla="*/ 12 w 38"/>
                  <a:gd name="T13" fmla="*/ 0 h 35"/>
                  <a:gd name="T14" fmla="*/ 12 w 38"/>
                  <a:gd name="T15" fmla="*/ 6 h 35"/>
                  <a:gd name="T16" fmla="*/ 24 w 38"/>
                  <a:gd name="T17" fmla="*/ 0 h 35"/>
                  <a:gd name="T18" fmla="*/ 33 w 38"/>
                  <a:gd name="T19" fmla="*/ 10 h 35"/>
                  <a:gd name="T20" fmla="*/ 33 w 38"/>
                  <a:gd name="T21" fmla="*/ 29 h 35"/>
                  <a:gd name="T22" fmla="*/ 36 w 38"/>
                  <a:gd name="T23" fmla="*/ 33 h 35"/>
                  <a:gd name="T24" fmla="*/ 38 w 38"/>
                  <a:gd name="T25" fmla="*/ 33 h 35"/>
                  <a:gd name="T26" fmla="*/ 38 w 38"/>
                  <a:gd name="T27" fmla="*/ 35 h 35"/>
                  <a:gd name="T28" fmla="*/ 25 w 38"/>
                  <a:gd name="T29" fmla="*/ 35 h 35"/>
                  <a:gd name="T30" fmla="*/ 25 w 38"/>
                  <a:gd name="T31" fmla="*/ 11 h 35"/>
                  <a:gd name="T32" fmla="*/ 20 w 38"/>
                  <a:gd name="T33" fmla="*/ 4 h 35"/>
                  <a:gd name="T34" fmla="*/ 12 w 38"/>
                  <a:gd name="T35" fmla="*/ 9 h 35"/>
                  <a:gd name="T36" fmla="*/ 12 w 38"/>
                  <a:gd name="T37" fmla="*/ 29 h 35"/>
                  <a:gd name="T38" fmla="*/ 17 w 38"/>
                  <a:gd name="T39" fmla="*/ 33 h 35"/>
                  <a:gd name="T40" fmla="*/ 17 w 38"/>
                  <a:gd name="T41" fmla="*/ 35 h 35"/>
                  <a:gd name="T42" fmla="*/ 0 w 38"/>
                  <a:gd name="T43" fmla="*/ 35 h 35"/>
                  <a:gd name="T44" fmla="*/ 0 w 38"/>
                  <a:gd name="T45" fmla="*/ 33 h 35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</a:cxnLst>
                <a:rect l="0" t="0" r="r" b="b"/>
                <a:pathLst>
                  <a:path w="38" h="35">
                    <a:moveTo>
                      <a:pt x="0" y="33"/>
                    </a:moveTo>
                    <a:cubicBezTo>
                      <a:pt x="3" y="33"/>
                      <a:pt x="5" y="33"/>
                      <a:pt x="5" y="29"/>
                    </a:cubicBezTo>
                    <a:cubicBezTo>
                      <a:pt x="5" y="7"/>
                      <a:pt x="5" y="7"/>
                      <a:pt x="5" y="7"/>
                    </a:cubicBezTo>
                    <a:cubicBezTo>
                      <a:pt x="5" y="6"/>
                      <a:pt x="5" y="4"/>
                      <a:pt x="3" y="4"/>
                    </a:cubicBezTo>
                    <a:cubicBezTo>
                      <a:pt x="2" y="4"/>
                      <a:pt x="1" y="4"/>
                      <a:pt x="0" y="4"/>
                    </a:cubicBezTo>
                    <a:cubicBezTo>
                      <a:pt x="0" y="2"/>
                      <a:pt x="0" y="2"/>
                      <a:pt x="0" y="2"/>
                    </a:cubicBezTo>
                    <a:cubicBezTo>
                      <a:pt x="12" y="0"/>
                      <a:pt x="12" y="0"/>
                      <a:pt x="12" y="0"/>
                    </a:cubicBezTo>
                    <a:cubicBezTo>
                      <a:pt x="12" y="6"/>
                      <a:pt x="12" y="6"/>
                      <a:pt x="12" y="6"/>
                    </a:cubicBezTo>
                    <a:cubicBezTo>
                      <a:pt x="14" y="4"/>
                      <a:pt x="18" y="0"/>
                      <a:pt x="24" y="0"/>
                    </a:cubicBezTo>
                    <a:cubicBezTo>
                      <a:pt x="29" y="0"/>
                      <a:pt x="33" y="4"/>
                      <a:pt x="33" y="10"/>
                    </a:cubicBezTo>
                    <a:cubicBezTo>
                      <a:pt x="33" y="29"/>
                      <a:pt x="33" y="29"/>
                      <a:pt x="33" y="29"/>
                    </a:cubicBezTo>
                    <a:cubicBezTo>
                      <a:pt x="33" y="31"/>
                      <a:pt x="34" y="33"/>
                      <a:pt x="36" y="33"/>
                    </a:cubicBezTo>
                    <a:cubicBezTo>
                      <a:pt x="38" y="33"/>
                      <a:pt x="38" y="33"/>
                      <a:pt x="38" y="33"/>
                    </a:cubicBezTo>
                    <a:cubicBezTo>
                      <a:pt x="38" y="35"/>
                      <a:pt x="38" y="35"/>
                      <a:pt x="38" y="35"/>
                    </a:cubicBezTo>
                    <a:cubicBezTo>
                      <a:pt x="25" y="35"/>
                      <a:pt x="25" y="35"/>
                      <a:pt x="25" y="35"/>
                    </a:cubicBezTo>
                    <a:cubicBezTo>
                      <a:pt x="25" y="11"/>
                      <a:pt x="25" y="11"/>
                      <a:pt x="25" y="11"/>
                    </a:cubicBezTo>
                    <a:cubicBezTo>
                      <a:pt x="25" y="6"/>
                      <a:pt x="22" y="4"/>
                      <a:pt x="20" y="4"/>
                    </a:cubicBezTo>
                    <a:cubicBezTo>
                      <a:pt x="16" y="4"/>
                      <a:pt x="13" y="8"/>
                      <a:pt x="12" y="9"/>
                    </a:cubicBezTo>
                    <a:cubicBezTo>
                      <a:pt x="12" y="29"/>
                      <a:pt x="12" y="29"/>
                      <a:pt x="12" y="29"/>
                    </a:cubicBezTo>
                    <a:cubicBezTo>
                      <a:pt x="12" y="33"/>
                      <a:pt x="15" y="33"/>
                      <a:pt x="17" y="33"/>
                    </a:cubicBezTo>
                    <a:cubicBezTo>
                      <a:pt x="17" y="35"/>
                      <a:pt x="17" y="35"/>
                      <a:pt x="17" y="35"/>
                    </a:cubicBezTo>
                    <a:cubicBezTo>
                      <a:pt x="0" y="35"/>
                      <a:pt x="0" y="35"/>
                      <a:pt x="0" y="35"/>
                    </a:cubicBezTo>
                    <a:lnTo>
                      <a:pt x="0" y="33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61" name="ïṡḻïḑe"/>
              <p:cNvSpPr/>
              <p:nvPr/>
            </p:nvSpPr>
            <p:spPr bwMode="auto">
              <a:xfrm>
                <a:off x="6683375" y="4022726"/>
                <a:ext cx="268287" cy="293688"/>
              </a:xfrm>
              <a:custGeom>
                <a:avLst/>
                <a:gdLst>
                  <a:gd name="T0" fmla="*/ 51 w 51"/>
                  <a:gd name="T1" fmla="*/ 2 h 54"/>
                  <a:gd name="T2" fmla="*/ 48 w 51"/>
                  <a:gd name="T3" fmla="*/ 2 h 54"/>
                  <a:gd name="T4" fmla="*/ 43 w 51"/>
                  <a:gd name="T5" fmla="*/ 8 h 54"/>
                  <a:gd name="T6" fmla="*/ 43 w 51"/>
                  <a:gd name="T7" fmla="*/ 36 h 54"/>
                  <a:gd name="T8" fmla="*/ 26 w 51"/>
                  <a:gd name="T9" fmla="*/ 54 h 54"/>
                  <a:gd name="T10" fmla="*/ 8 w 51"/>
                  <a:gd name="T11" fmla="*/ 36 h 54"/>
                  <a:gd name="T12" fmla="*/ 8 w 51"/>
                  <a:gd name="T13" fmla="*/ 7 h 54"/>
                  <a:gd name="T14" fmla="*/ 3 w 51"/>
                  <a:gd name="T15" fmla="*/ 2 h 54"/>
                  <a:gd name="T16" fmla="*/ 0 w 51"/>
                  <a:gd name="T17" fmla="*/ 2 h 54"/>
                  <a:gd name="T18" fmla="*/ 0 w 51"/>
                  <a:gd name="T19" fmla="*/ 0 h 54"/>
                  <a:gd name="T20" fmla="*/ 24 w 51"/>
                  <a:gd name="T21" fmla="*/ 0 h 54"/>
                  <a:gd name="T22" fmla="*/ 24 w 51"/>
                  <a:gd name="T23" fmla="*/ 2 h 54"/>
                  <a:gd name="T24" fmla="*/ 21 w 51"/>
                  <a:gd name="T25" fmla="*/ 2 h 54"/>
                  <a:gd name="T26" fmla="*/ 16 w 51"/>
                  <a:gd name="T27" fmla="*/ 7 h 54"/>
                  <a:gd name="T28" fmla="*/ 16 w 51"/>
                  <a:gd name="T29" fmla="*/ 35 h 54"/>
                  <a:gd name="T30" fmla="*/ 29 w 51"/>
                  <a:gd name="T31" fmla="*/ 51 h 54"/>
                  <a:gd name="T32" fmla="*/ 41 w 51"/>
                  <a:gd name="T33" fmla="*/ 37 h 54"/>
                  <a:gd name="T34" fmla="*/ 41 w 51"/>
                  <a:gd name="T35" fmla="*/ 8 h 54"/>
                  <a:gd name="T36" fmla="*/ 35 w 51"/>
                  <a:gd name="T37" fmla="*/ 2 h 54"/>
                  <a:gd name="T38" fmla="*/ 34 w 51"/>
                  <a:gd name="T39" fmla="*/ 2 h 54"/>
                  <a:gd name="T40" fmla="*/ 34 w 51"/>
                  <a:gd name="T41" fmla="*/ 0 h 54"/>
                  <a:gd name="T42" fmla="*/ 51 w 51"/>
                  <a:gd name="T43" fmla="*/ 0 h 54"/>
                  <a:gd name="T44" fmla="*/ 51 w 51"/>
                  <a:gd name="T45" fmla="*/ 2 h 5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</a:cxnLst>
                <a:rect l="0" t="0" r="r" b="b"/>
                <a:pathLst>
                  <a:path w="51" h="54">
                    <a:moveTo>
                      <a:pt x="51" y="2"/>
                    </a:moveTo>
                    <a:cubicBezTo>
                      <a:pt x="48" y="2"/>
                      <a:pt x="48" y="2"/>
                      <a:pt x="48" y="2"/>
                    </a:cubicBezTo>
                    <a:cubicBezTo>
                      <a:pt x="45" y="2"/>
                      <a:pt x="43" y="4"/>
                      <a:pt x="43" y="8"/>
                    </a:cubicBezTo>
                    <a:cubicBezTo>
                      <a:pt x="43" y="36"/>
                      <a:pt x="43" y="36"/>
                      <a:pt x="43" y="36"/>
                    </a:cubicBezTo>
                    <a:cubicBezTo>
                      <a:pt x="43" y="44"/>
                      <a:pt x="39" y="54"/>
                      <a:pt x="26" y="54"/>
                    </a:cubicBezTo>
                    <a:cubicBezTo>
                      <a:pt x="17" y="54"/>
                      <a:pt x="8" y="49"/>
                      <a:pt x="8" y="36"/>
                    </a:cubicBezTo>
                    <a:cubicBezTo>
                      <a:pt x="8" y="7"/>
                      <a:pt x="8" y="7"/>
                      <a:pt x="8" y="7"/>
                    </a:cubicBezTo>
                    <a:cubicBezTo>
                      <a:pt x="8" y="4"/>
                      <a:pt x="6" y="2"/>
                      <a:pt x="3" y="2"/>
                    </a:cubicBezTo>
                    <a:cubicBezTo>
                      <a:pt x="0" y="2"/>
                      <a:pt x="0" y="2"/>
                      <a:pt x="0" y="2"/>
                    </a:cubicBezTo>
                    <a:cubicBezTo>
                      <a:pt x="0" y="0"/>
                      <a:pt x="0" y="0"/>
                      <a:pt x="0" y="0"/>
                    </a:cubicBezTo>
                    <a:cubicBezTo>
                      <a:pt x="24" y="0"/>
                      <a:pt x="24" y="0"/>
                      <a:pt x="24" y="0"/>
                    </a:cubicBezTo>
                    <a:cubicBezTo>
                      <a:pt x="24" y="2"/>
                      <a:pt x="24" y="2"/>
                      <a:pt x="24" y="2"/>
                    </a:cubicBezTo>
                    <a:cubicBezTo>
                      <a:pt x="21" y="2"/>
                      <a:pt x="21" y="2"/>
                      <a:pt x="21" y="2"/>
                    </a:cubicBezTo>
                    <a:cubicBezTo>
                      <a:pt x="17" y="2"/>
                      <a:pt x="16" y="4"/>
                      <a:pt x="16" y="7"/>
                    </a:cubicBezTo>
                    <a:cubicBezTo>
                      <a:pt x="16" y="35"/>
                      <a:pt x="16" y="35"/>
                      <a:pt x="16" y="35"/>
                    </a:cubicBezTo>
                    <a:cubicBezTo>
                      <a:pt x="16" y="46"/>
                      <a:pt x="22" y="51"/>
                      <a:pt x="29" y="51"/>
                    </a:cubicBezTo>
                    <a:cubicBezTo>
                      <a:pt x="36" y="51"/>
                      <a:pt x="41" y="45"/>
                      <a:pt x="41" y="37"/>
                    </a:cubicBezTo>
                    <a:cubicBezTo>
                      <a:pt x="41" y="8"/>
                      <a:pt x="41" y="8"/>
                      <a:pt x="41" y="8"/>
                    </a:cubicBezTo>
                    <a:cubicBezTo>
                      <a:pt x="41" y="5"/>
                      <a:pt x="39" y="2"/>
                      <a:pt x="35" y="2"/>
                    </a:cubicBezTo>
                    <a:cubicBezTo>
                      <a:pt x="34" y="2"/>
                      <a:pt x="34" y="2"/>
                      <a:pt x="34" y="2"/>
                    </a:cubicBezTo>
                    <a:cubicBezTo>
                      <a:pt x="34" y="0"/>
                      <a:pt x="34" y="0"/>
                      <a:pt x="34" y="0"/>
                    </a:cubicBezTo>
                    <a:cubicBezTo>
                      <a:pt x="51" y="0"/>
                      <a:pt x="51" y="0"/>
                      <a:pt x="51" y="0"/>
                    </a:cubicBezTo>
                    <a:lnTo>
                      <a:pt x="51" y="2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62" name="íS1ïḑé"/>
              <p:cNvSpPr/>
              <p:nvPr/>
            </p:nvSpPr>
            <p:spPr bwMode="auto">
              <a:xfrm>
                <a:off x="6967538" y="4114801"/>
                <a:ext cx="200025" cy="192088"/>
              </a:xfrm>
              <a:custGeom>
                <a:avLst/>
                <a:gdLst>
                  <a:gd name="T0" fmla="*/ 1 w 38"/>
                  <a:gd name="T1" fmla="*/ 33 h 35"/>
                  <a:gd name="T2" fmla="*/ 5 w 38"/>
                  <a:gd name="T3" fmla="*/ 29 h 35"/>
                  <a:gd name="T4" fmla="*/ 5 w 38"/>
                  <a:gd name="T5" fmla="*/ 7 h 35"/>
                  <a:gd name="T6" fmla="*/ 3 w 38"/>
                  <a:gd name="T7" fmla="*/ 4 h 35"/>
                  <a:gd name="T8" fmla="*/ 1 w 38"/>
                  <a:gd name="T9" fmla="*/ 4 h 35"/>
                  <a:gd name="T10" fmla="*/ 0 w 38"/>
                  <a:gd name="T11" fmla="*/ 2 h 35"/>
                  <a:gd name="T12" fmla="*/ 13 w 38"/>
                  <a:gd name="T13" fmla="*/ 0 h 35"/>
                  <a:gd name="T14" fmla="*/ 13 w 38"/>
                  <a:gd name="T15" fmla="*/ 6 h 35"/>
                  <a:gd name="T16" fmla="*/ 24 w 38"/>
                  <a:gd name="T17" fmla="*/ 0 h 35"/>
                  <a:gd name="T18" fmla="*/ 33 w 38"/>
                  <a:gd name="T19" fmla="*/ 10 h 35"/>
                  <a:gd name="T20" fmla="*/ 33 w 38"/>
                  <a:gd name="T21" fmla="*/ 29 h 35"/>
                  <a:gd name="T22" fmla="*/ 36 w 38"/>
                  <a:gd name="T23" fmla="*/ 33 h 35"/>
                  <a:gd name="T24" fmla="*/ 38 w 38"/>
                  <a:gd name="T25" fmla="*/ 33 h 35"/>
                  <a:gd name="T26" fmla="*/ 38 w 38"/>
                  <a:gd name="T27" fmla="*/ 35 h 35"/>
                  <a:gd name="T28" fmla="*/ 26 w 38"/>
                  <a:gd name="T29" fmla="*/ 35 h 35"/>
                  <a:gd name="T30" fmla="*/ 26 w 38"/>
                  <a:gd name="T31" fmla="*/ 11 h 35"/>
                  <a:gd name="T32" fmla="*/ 20 w 38"/>
                  <a:gd name="T33" fmla="*/ 4 h 35"/>
                  <a:gd name="T34" fmla="*/ 13 w 38"/>
                  <a:gd name="T35" fmla="*/ 9 h 35"/>
                  <a:gd name="T36" fmla="*/ 13 w 38"/>
                  <a:gd name="T37" fmla="*/ 29 h 35"/>
                  <a:gd name="T38" fmla="*/ 18 w 38"/>
                  <a:gd name="T39" fmla="*/ 33 h 35"/>
                  <a:gd name="T40" fmla="*/ 18 w 38"/>
                  <a:gd name="T41" fmla="*/ 35 h 35"/>
                  <a:gd name="T42" fmla="*/ 1 w 38"/>
                  <a:gd name="T43" fmla="*/ 35 h 35"/>
                  <a:gd name="T44" fmla="*/ 1 w 38"/>
                  <a:gd name="T45" fmla="*/ 33 h 35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</a:cxnLst>
                <a:rect l="0" t="0" r="r" b="b"/>
                <a:pathLst>
                  <a:path w="38" h="35">
                    <a:moveTo>
                      <a:pt x="1" y="33"/>
                    </a:moveTo>
                    <a:cubicBezTo>
                      <a:pt x="3" y="33"/>
                      <a:pt x="5" y="33"/>
                      <a:pt x="5" y="29"/>
                    </a:cubicBezTo>
                    <a:cubicBezTo>
                      <a:pt x="5" y="7"/>
                      <a:pt x="5" y="7"/>
                      <a:pt x="5" y="7"/>
                    </a:cubicBezTo>
                    <a:cubicBezTo>
                      <a:pt x="5" y="6"/>
                      <a:pt x="5" y="4"/>
                      <a:pt x="3" y="4"/>
                    </a:cubicBezTo>
                    <a:cubicBezTo>
                      <a:pt x="2" y="4"/>
                      <a:pt x="1" y="4"/>
                      <a:pt x="1" y="4"/>
                    </a:cubicBezTo>
                    <a:cubicBezTo>
                      <a:pt x="0" y="2"/>
                      <a:pt x="0" y="2"/>
                      <a:pt x="0" y="2"/>
                    </a:cubicBezTo>
                    <a:cubicBezTo>
                      <a:pt x="13" y="0"/>
                      <a:pt x="13" y="0"/>
                      <a:pt x="13" y="0"/>
                    </a:cubicBezTo>
                    <a:cubicBezTo>
                      <a:pt x="13" y="6"/>
                      <a:pt x="13" y="6"/>
                      <a:pt x="13" y="6"/>
                    </a:cubicBezTo>
                    <a:cubicBezTo>
                      <a:pt x="15" y="4"/>
                      <a:pt x="19" y="0"/>
                      <a:pt x="24" y="0"/>
                    </a:cubicBezTo>
                    <a:cubicBezTo>
                      <a:pt x="29" y="0"/>
                      <a:pt x="33" y="4"/>
                      <a:pt x="33" y="10"/>
                    </a:cubicBezTo>
                    <a:cubicBezTo>
                      <a:pt x="33" y="29"/>
                      <a:pt x="33" y="29"/>
                      <a:pt x="33" y="29"/>
                    </a:cubicBezTo>
                    <a:cubicBezTo>
                      <a:pt x="33" y="31"/>
                      <a:pt x="34" y="33"/>
                      <a:pt x="36" y="33"/>
                    </a:cubicBezTo>
                    <a:cubicBezTo>
                      <a:pt x="38" y="33"/>
                      <a:pt x="38" y="33"/>
                      <a:pt x="38" y="33"/>
                    </a:cubicBezTo>
                    <a:cubicBezTo>
                      <a:pt x="38" y="35"/>
                      <a:pt x="38" y="35"/>
                      <a:pt x="38" y="35"/>
                    </a:cubicBezTo>
                    <a:cubicBezTo>
                      <a:pt x="26" y="35"/>
                      <a:pt x="26" y="35"/>
                      <a:pt x="26" y="35"/>
                    </a:cubicBezTo>
                    <a:cubicBezTo>
                      <a:pt x="26" y="11"/>
                      <a:pt x="26" y="11"/>
                      <a:pt x="26" y="11"/>
                    </a:cubicBezTo>
                    <a:cubicBezTo>
                      <a:pt x="26" y="6"/>
                      <a:pt x="22" y="4"/>
                      <a:pt x="20" y="4"/>
                    </a:cubicBezTo>
                    <a:cubicBezTo>
                      <a:pt x="17" y="4"/>
                      <a:pt x="14" y="8"/>
                      <a:pt x="13" y="9"/>
                    </a:cubicBezTo>
                    <a:cubicBezTo>
                      <a:pt x="13" y="29"/>
                      <a:pt x="13" y="29"/>
                      <a:pt x="13" y="29"/>
                    </a:cubicBezTo>
                    <a:cubicBezTo>
                      <a:pt x="13" y="33"/>
                      <a:pt x="16" y="33"/>
                      <a:pt x="18" y="33"/>
                    </a:cubicBezTo>
                    <a:cubicBezTo>
                      <a:pt x="18" y="35"/>
                      <a:pt x="18" y="35"/>
                      <a:pt x="18" y="35"/>
                    </a:cubicBezTo>
                    <a:cubicBezTo>
                      <a:pt x="1" y="35"/>
                      <a:pt x="1" y="35"/>
                      <a:pt x="1" y="35"/>
                    </a:cubicBezTo>
                    <a:lnTo>
                      <a:pt x="1" y="33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63" name="ï$ḻîḍe"/>
              <p:cNvSpPr/>
              <p:nvPr/>
            </p:nvSpPr>
            <p:spPr bwMode="auto">
              <a:xfrm>
                <a:off x="7188200" y="4016376"/>
                <a:ext cx="100012" cy="290513"/>
              </a:xfrm>
              <a:custGeom>
                <a:avLst/>
                <a:gdLst>
                  <a:gd name="T0" fmla="*/ 0 w 19"/>
                  <a:gd name="T1" fmla="*/ 51 h 53"/>
                  <a:gd name="T2" fmla="*/ 2 w 19"/>
                  <a:gd name="T3" fmla="*/ 51 h 53"/>
                  <a:gd name="T4" fmla="*/ 6 w 19"/>
                  <a:gd name="T5" fmla="*/ 47 h 53"/>
                  <a:gd name="T6" fmla="*/ 6 w 19"/>
                  <a:gd name="T7" fmla="*/ 26 h 53"/>
                  <a:gd name="T8" fmla="*/ 3 w 19"/>
                  <a:gd name="T9" fmla="*/ 22 h 53"/>
                  <a:gd name="T10" fmla="*/ 1 w 19"/>
                  <a:gd name="T11" fmla="*/ 23 h 53"/>
                  <a:gd name="T12" fmla="*/ 0 w 19"/>
                  <a:gd name="T13" fmla="*/ 21 h 53"/>
                  <a:gd name="T14" fmla="*/ 13 w 19"/>
                  <a:gd name="T15" fmla="*/ 18 h 53"/>
                  <a:gd name="T16" fmla="*/ 13 w 19"/>
                  <a:gd name="T17" fmla="*/ 47 h 53"/>
                  <a:gd name="T18" fmla="*/ 17 w 19"/>
                  <a:gd name="T19" fmla="*/ 51 h 53"/>
                  <a:gd name="T20" fmla="*/ 19 w 19"/>
                  <a:gd name="T21" fmla="*/ 51 h 53"/>
                  <a:gd name="T22" fmla="*/ 19 w 19"/>
                  <a:gd name="T23" fmla="*/ 53 h 53"/>
                  <a:gd name="T24" fmla="*/ 0 w 19"/>
                  <a:gd name="T25" fmla="*/ 53 h 53"/>
                  <a:gd name="T26" fmla="*/ 0 w 19"/>
                  <a:gd name="T27" fmla="*/ 51 h 53"/>
                  <a:gd name="T28" fmla="*/ 15 w 19"/>
                  <a:gd name="T29" fmla="*/ 5 h 53"/>
                  <a:gd name="T30" fmla="*/ 9 w 19"/>
                  <a:gd name="T31" fmla="*/ 10 h 53"/>
                  <a:gd name="T32" fmla="*/ 4 w 19"/>
                  <a:gd name="T33" fmla="*/ 5 h 53"/>
                  <a:gd name="T34" fmla="*/ 9 w 19"/>
                  <a:gd name="T35" fmla="*/ 0 h 53"/>
                  <a:gd name="T36" fmla="*/ 15 w 19"/>
                  <a:gd name="T37" fmla="*/ 5 h 53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</a:cxnLst>
                <a:rect l="0" t="0" r="r" b="b"/>
                <a:pathLst>
                  <a:path w="19" h="53">
                    <a:moveTo>
                      <a:pt x="0" y="51"/>
                    </a:moveTo>
                    <a:cubicBezTo>
                      <a:pt x="2" y="51"/>
                      <a:pt x="2" y="51"/>
                      <a:pt x="2" y="51"/>
                    </a:cubicBezTo>
                    <a:cubicBezTo>
                      <a:pt x="4" y="51"/>
                      <a:pt x="6" y="49"/>
                      <a:pt x="6" y="47"/>
                    </a:cubicBezTo>
                    <a:cubicBezTo>
                      <a:pt x="6" y="26"/>
                      <a:pt x="6" y="26"/>
                      <a:pt x="6" y="26"/>
                    </a:cubicBezTo>
                    <a:cubicBezTo>
                      <a:pt x="6" y="24"/>
                      <a:pt x="5" y="22"/>
                      <a:pt x="3" y="22"/>
                    </a:cubicBezTo>
                    <a:cubicBezTo>
                      <a:pt x="3" y="22"/>
                      <a:pt x="2" y="22"/>
                      <a:pt x="1" y="23"/>
                    </a:cubicBezTo>
                    <a:cubicBezTo>
                      <a:pt x="0" y="21"/>
                      <a:pt x="0" y="21"/>
                      <a:pt x="0" y="21"/>
                    </a:cubicBezTo>
                    <a:cubicBezTo>
                      <a:pt x="13" y="18"/>
                      <a:pt x="13" y="18"/>
                      <a:pt x="13" y="18"/>
                    </a:cubicBezTo>
                    <a:cubicBezTo>
                      <a:pt x="13" y="47"/>
                      <a:pt x="13" y="47"/>
                      <a:pt x="13" y="47"/>
                    </a:cubicBezTo>
                    <a:cubicBezTo>
                      <a:pt x="13" y="50"/>
                      <a:pt x="14" y="51"/>
                      <a:pt x="17" y="51"/>
                    </a:cubicBezTo>
                    <a:cubicBezTo>
                      <a:pt x="19" y="51"/>
                      <a:pt x="19" y="51"/>
                      <a:pt x="19" y="51"/>
                    </a:cubicBezTo>
                    <a:cubicBezTo>
                      <a:pt x="19" y="53"/>
                      <a:pt x="19" y="53"/>
                      <a:pt x="19" y="53"/>
                    </a:cubicBezTo>
                    <a:cubicBezTo>
                      <a:pt x="0" y="53"/>
                      <a:pt x="0" y="53"/>
                      <a:pt x="0" y="53"/>
                    </a:cubicBezTo>
                    <a:lnTo>
                      <a:pt x="0" y="51"/>
                    </a:lnTo>
                    <a:close/>
                    <a:moveTo>
                      <a:pt x="15" y="5"/>
                    </a:moveTo>
                    <a:cubicBezTo>
                      <a:pt x="15" y="7"/>
                      <a:pt x="12" y="10"/>
                      <a:pt x="9" y="10"/>
                    </a:cubicBezTo>
                    <a:cubicBezTo>
                      <a:pt x="7" y="10"/>
                      <a:pt x="4" y="7"/>
                      <a:pt x="4" y="5"/>
                    </a:cubicBezTo>
                    <a:cubicBezTo>
                      <a:pt x="4" y="2"/>
                      <a:pt x="7" y="0"/>
                      <a:pt x="9" y="0"/>
                    </a:cubicBezTo>
                    <a:cubicBezTo>
                      <a:pt x="12" y="0"/>
                      <a:pt x="15" y="2"/>
                      <a:pt x="15" y="5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64" name="ïṣ1íḍè"/>
              <p:cNvSpPr/>
              <p:nvPr/>
            </p:nvSpPr>
            <p:spPr bwMode="auto">
              <a:xfrm>
                <a:off x="7308850" y="4119564"/>
                <a:ext cx="195262" cy="196850"/>
              </a:xfrm>
              <a:custGeom>
                <a:avLst/>
                <a:gdLst>
                  <a:gd name="T0" fmla="*/ 36 w 37"/>
                  <a:gd name="T1" fmla="*/ 3 h 36"/>
                  <a:gd name="T2" fmla="*/ 31 w 37"/>
                  <a:gd name="T3" fmla="*/ 6 h 36"/>
                  <a:gd name="T4" fmla="*/ 20 w 37"/>
                  <a:gd name="T5" fmla="*/ 36 h 36"/>
                  <a:gd name="T6" fmla="*/ 18 w 37"/>
                  <a:gd name="T7" fmla="*/ 36 h 36"/>
                  <a:gd name="T8" fmla="*/ 5 w 37"/>
                  <a:gd name="T9" fmla="*/ 7 h 36"/>
                  <a:gd name="T10" fmla="*/ 0 w 37"/>
                  <a:gd name="T11" fmla="*/ 3 h 36"/>
                  <a:gd name="T12" fmla="*/ 0 w 37"/>
                  <a:gd name="T13" fmla="*/ 0 h 36"/>
                  <a:gd name="T14" fmla="*/ 16 w 37"/>
                  <a:gd name="T15" fmla="*/ 0 h 36"/>
                  <a:gd name="T16" fmla="*/ 16 w 37"/>
                  <a:gd name="T17" fmla="*/ 3 h 36"/>
                  <a:gd name="T18" fmla="*/ 15 w 37"/>
                  <a:gd name="T19" fmla="*/ 3 h 36"/>
                  <a:gd name="T20" fmla="*/ 13 w 37"/>
                  <a:gd name="T21" fmla="*/ 5 h 36"/>
                  <a:gd name="T22" fmla="*/ 13 w 37"/>
                  <a:gd name="T23" fmla="*/ 7 h 36"/>
                  <a:gd name="T24" fmla="*/ 21 w 37"/>
                  <a:gd name="T25" fmla="*/ 25 h 36"/>
                  <a:gd name="T26" fmla="*/ 29 w 37"/>
                  <a:gd name="T27" fmla="*/ 6 h 36"/>
                  <a:gd name="T28" fmla="*/ 29 w 37"/>
                  <a:gd name="T29" fmla="*/ 5 h 36"/>
                  <a:gd name="T30" fmla="*/ 27 w 37"/>
                  <a:gd name="T31" fmla="*/ 3 h 36"/>
                  <a:gd name="T32" fmla="*/ 24 w 37"/>
                  <a:gd name="T33" fmla="*/ 3 h 36"/>
                  <a:gd name="T34" fmla="*/ 24 w 37"/>
                  <a:gd name="T35" fmla="*/ 0 h 36"/>
                  <a:gd name="T36" fmla="*/ 37 w 37"/>
                  <a:gd name="T37" fmla="*/ 0 h 36"/>
                  <a:gd name="T38" fmla="*/ 37 w 37"/>
                  <a:gd name="T39" fmla="*/ 3 h 36"/>
                  <a:gd name="T40" fmla="*/ 36 w 37"/>
                  <a:gd name="T41" fmla="*/ 3 h 3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</a:cxnLst>
                <a:rect l="0" t="0" r="r" b="b"/>
                <a:pathLst>
                  <a:path w="37" h="36">
                    <a:moveTo>
                      <a:pt x="36" y="3"/>
                    </a:moveTo>
                    <a:cubicBezTo>
                      <a:pt x="33" y="3"/>
                      <a:pt x="32" y="5"/>
                      <a:pt x="31" y="6"/>
                    </a:cubicBezTo>
                    <a:cubicBezTo>
                      <a:pt x="20" y="36"/>
                      <a:pt x="20" y="36"/>
                      <a:pt x="20" y="36"/>
                    </a:cubicBezTo>
                    <a:cubicBezTo>
                      <a:pt x="18" y="36"/>
                      <a:pt x="18" y="36"/>
                      <a:pt x="18" y="36"/>
                    </a:cubicBezTo>
                    <a:cubicBezTo>
                      <a:pt x="5" y="7"/>
                      <a:pt x="5" y="7"/>
                      <a:pt x="5" y="7"/>
                    </a:cubicBezTo>
                    <a:cubicBezTo>
                      <a:pt x="3" y="3"/>
                      <a:pt x="2" y="3"/>
                      <a:pt x="0" y="3"/>
                    </a:cubicBezTo>
                    <a:cubicBezTo>
                      <a:pt x="0" y="0"/>
                      <a:pt x="0" y="0"/>
                      <a:pt x="0" y="0"/>
                    </a:cubicBezTo>
                    <a:cubicBezTo>
                      <a:pt x="16" y="0"/>
                      <a:pt x="16" y="0"/>
                      <a:pt x="16" y="0"/>
                    </a:cubicBezTo>
                    <a:cubicBezTo>
                      <a:pt x="16" y="3"/>
                      <a:pt x="16" y="3"/>
                      <a:pt x="16" y="3"/>
                    </a:cubicBezTo>
                    <a:cubicBezTo>
                      <a:pt x="15" y="3"/>
                      <a:pt x="15" y="3"/>
                      <a:pt x="15" y="3"/>
                    </a:cubicBezTo>
                    <a:cubicBezTo>
                      <a:pt x="14" y="3"/>
                      <a:pt x="13" y="3"/>
                      <a:pt x="13" y="5"/>
                    </a:cubicBezTo>
                    <a:cubicBezTo>
                      <a:pt x="13" y="6"/>
                      <a:pt x="13" y="7"/>
                      <a:pt x="13" y="7"/>
                    </a:cubicBezTo>
                    <a:cubicBezTo>
                      <a:pt x="21" y="25"/>
                      <a:pt x="21" y="25"/>
                      <a:pt x="21" y="25"/>
                    </a:cubicBezTo>
                    <a:cubicBezTo>
                      <a:pt x="29" y="6"/>
                      <a:pt x="29" y="6"/>
                      <a:pt x="29" y="6"/>
                    </a:cubicBezTo>
                    <a:cubicBezTo>
                      <a:pt x="29" y="6"/>
                      <a:pt x="29" y="5"/>
                      <a:pt x="29" y="5"/>
                    </a:cubicBezTo>
                    <a:cubicBezTo>
                      <a:pt x="29" y="4"/>
                      <a:pt x="29" y="3"/>
                      <a:pt x="27" y="3"/>
                    </a:cubicBezTo>
                    <a:cubicBezTo>
                      <a:pt x="24" y="3"/>
                      <a:pt x="24" y="3"/>
                      <a:pt x="24" y="3"/>
                    </a:cubicBezTo>
                    <a:cubicBezTo>
                      <a:pt x="24" y="0"/>
                      <a:pt x="24" y="0"/>
                      <a:pt x="24" y="0"/>
                    </a:cubicBezTo>
                    <a:cubicBezTo>
                      <a:pt x="37" y="0"/>
                      <a:pt x="37" y="0"/>
                      <a:pt x="37" y="0"/>
                    </a:cubicBezTo>
                    <a:cubicBezTo>
                      <a:pt x="37" y="3"/>
                      <a:pt x="37" y="3"/>
                      <a:pt x="37" y="3"/>
                    </a:cubicBezTo>
                    <a:lnTo>
                      <a:pt x="36" y="3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65" name="íśliḍè"/>
              <p:cNvSpPr/>
              <p:nvPr/>
            </p:nvSpPr>
            <p:spPr bwMode="auto">
              <a:xfrm>
                <a:off x="7529513" y="4114801"/>
                <a:ext cx="163512" cy="201613"/>
              </a:xfrm>
              <a:custGeom>
                <a:avLst/>
                <a:gdLst>
                  <a:gd name="T0" fmla="*/ 16 w 31"/>
                  <a:gd name="T1" fmla="*/ 37 h 37"/>
                  <a:gd name="T2" fmla="*/ 0 w 31"/>
                  <a:gd name="T3" fmla="*/ 19 h 37"/>
                  <a:gd name="T4" fmla="*/ 16 w 31"/>
                  <a:gd name="T5" fmla="*/ 0 h 37"/>
                  <a:gd name="T6" fmla="*/ 24 w 31"/>
                  <a:gd name="T7" fmla="*/ 4 h 37"/>
                  <a:gd name="T8" fmla="*/ 30 w 31"/>
                  <a:gd name="T9" fmla="*/ 16 h 37"/>
                  <a:gd name="T10" fmla="*/ 8 w 31"/>
                  <a:gd name="T11" fmla="*/ 16 h 37"/>
                  <a:gd name="T12" fmla="*/ 18 w 31"/>
                  <a:gd name="T13" fmla="*/ 33 h 37"/>
                  <a:gd name="T14" fmla="*/ 29 w 31"/>
                  <a:gd name="T15" fmla="*/ 26 h 37"/>
                  <a:gd name="T16" fmla="*/ 31 w 31"/>
                  <a:gd name="T17" fmla="*/ 27 h 37"/>
                  <a:gd name="T18" fmla="*/ 16 w 31"/>
                  <a:gd name="T19" fmla="*/ 37 h 37"/>
                  <a:gd name="T20" fmla="*/ 16 w 31"/>
                  <a:gd name="T21" fmla="*/ 2 h 37"/>
                  <a:gd name="T22" fmla="*/ 8 w 31"/>
                  <a:gd name="T23" fmla="*/ 14 h 37"/>
                  <a:gd name="T24" fmla="*/ 22 w 31"/>
                  <a:gd name="T25" fmla="*/ 14 h 37"/>
                  <a:gd name="T26" fmla="*/ 16 w 31"/>
                  <a:gd name="T27" fmla="*/ 2 h 3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</a:cxnLst>
                <a:rect l="0" t="0" r="r" b="b"/>
                <a:pathLst>
                  <a:path w="31" h="37">
                    <a:moveTo>
                      <a:pt x="16" y="37"/>
                    </a:moveTo>
                    <a:cubicBezTo>
                      <a:pt x="7" y="37"/>
                      <a:pt x="0" y="30"/>
                      <a:pt x="0" y="19"/>
                    </a:cubicBezTo>
                    <a:cubicBezTo>
                      <a:pt x="0" y="8"/>
                      <a:pt x="7" y="0"/>
                      <a:pt x="16" y="0"/>
                    </a:cubicBezTo>
                    <a:cubicBezTo>
                      <a:pt x="20" y="0"/>
                      <a:pt x="23" y="2"/>
                      <a:pt x="24" y="4"/>
                    </a:cubicBezTo>
                    <a:cubicBezTo>
                      <a:pt x="29" y="9"/>
                      <a:pt x="29" y="14"/>
                      <a:pt x="30" y="16"/>
                    </a:cubicBezTo>
                    <a:cubicBezTo>
                      <a:pt x="8" y="16"/>
                      <a:pt x="8" y="16"/>
                      <a:pt x="8" y="16"/>
                    </a:cubicBezTo>
                    <a:cubicBezTo>
                      <a:pt x="7" y="29"/>
                      <a:pt x="13" y="33"/>
                      <a:pt x="18" y="33"/>
                    </a:cubicBezTo>
                    <a:cubicBezTo>
                      <a:pt x="23" y="33"/>
                      <a:pt x="27" y="28"/>
                      <a:pt x="29" y="26"/>
                    </a:cubicBezTo>
                    <a:cubicBezTo>
                      <a:pt x="31" y="27"/>
                      <a:pt x="31" y="27"/>
                      <a:pt x="31" y="27"/>
                    </a:cubicBezTo>
                    <a:cubicBezTo>
                      <a:pt x="29" y="30"/>
                      <a:pt x="25" y="37"/>
                      <a:pt x="16" y="37"/>
                    </a:cubicBezTo>
                    <a:close/>
                    <a:moveTo>
                      <a:pt x="16" y="2"/>
                    </a:moveTo>
                    <a:cubicBezTo>
                      <a:pt x="9" y="2"/>
                      <a:pt x="8" y="11"/>
                      <a:pt x="8" y="14"/>
                    </a:cubicBezTo>
                    <a:cubicBezTo>
                      <a:pt x="22" y="14"/>
                      <a:pt x="22" y="14"/>
                      <a:pt x="22" y="14"/>
                    </a:cubicBezTo>
                    <a:cubicBezTo>
                      <a:pt x="22" y="10"/>
                      <a:pt x="21" y="2"/>
                      <a:pt x="16" y="2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66" name="íšļiḓè"/>
              <p:cNvSpPr/>
              <p:nvPr/>
            </p:nvSpPr>
            <p:spPr bwMode="auto">
              <a:xfrm>
                <a:off x="7713663" y="4114801"/>
                <a:ext cx="173037" cy="192088"/>
              </a:xfrm>
              <a:custGeom>
                <a:avLst/>
                <a:gdLst>
                  <a:gd name="T0" fmla="*/ 14 w 33"/>
                  <a:gd name="T1" fmla="*/ 7 h 35"/>
                  <a:gd name="T2" fmla="*/ 26 w 33"/>
                  <a:gd name="T3" fmla="*/ 0 h 35"/>
                  <a:gd name="T4" fmla="*/ 33 w 33"/>
                  <a:gd name="T5" fmla="*/ 5 h 35"/>
                  <a:gd name="T6" fmla="*/ 28 w 33"/>
                  <a:gd name="T7" fmla="*/ 11 h 35"/>
                  <a:gd name="T8" fmla="*/ 23 w 33"/>
                  <a:gd name="T9" fmla="*/ 6 h 35"/>
                  <a:gd name="T10" fmla="*/ 22 w 33"/>
                  <a:gd name="T11" fmla="*/ 5 h 35"/>
                  <a:gd name="T12" fmla="*/ 14 w 33"/>
                  <a:gd name="T13" fmla="*/ 14 h 35"/>
                  <a:gd name="T14" fmla="*/ 14 w 33"/>
                  <a:gd name="T15" fmla="*/ 28 h 35"/>
                  <a:gd name="T16" fmla="*/ 19 w 33"/>
                  <a:gd name="T17" fmla="*/ 33 h 35"/>
                  <a:gd name="T18" fmla="*/ 21 w 33"/>
                  <a:gd name="T19" fmla="*/ 33 h 35"/>
                  <a:gd name="T20" fmla="*/ 21 w 33"/>
                  <a:gd name="T21" fmla="*/ 35 h 35"/>
                  <a:gd name="T22" fmla="*/ 0 w 33"/>
                  <a:gd name="T23" fmla="*/ 35 h 35"/>
                  <a:gd name="T24" fmla="*/ 0 w 33"/>
                  <a:gd name="T25" fmla="*/ 33 h 35"/>
                  <a:gd name="T26" fmla="*/ 1 w 33"/>
                  <a:gd name="T27" fmla="*/ 33 h 35"/>
                  <a:gd name="T28" fmla="*/ 7 w 33"/>
                  <a:gd name="T29" fmla="*/ 28 h 35"/>
                  <a:gd name="T30" fmla="*/ 7 w 33"/>
                  <a:gd name="T31" fmla="*/ 8 h 35"/>
                  <a:gd name="T32" fmla="*/ 4 w 33"/>
                  <a:gd name="T33" fmla="*/ 5 h 35"/>
                  <a:gd name="T34" fmla="*/ 1 w 33"/>
                  <a:gd name="T35" fmla="*/ 5 h 35"/>
                  <a:gd name="T36" fmla="*/ 0 w 33"/>
                  <a:gd name="T37" fmla="*/ 4 h 35"/>
                  <a:gd name="T38" fmla="*/ 14 w 33"/>
                  <a:gd name="T39" fmla="*/ 0 h 35"/>
                  <a:gd name="T40" fmla="*/ 14 w 33"/>
                  <a:gd name="T41" fmla="*/ 7 h 35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</a:cxnLst>
                <a:rect l="0" t="0" r="r" b="b"/>
                <a:pathLst>
                  <a:path w="33" h="35">
                    <a:moveTo>
                      <a:pt x="14" y="7"/>
                    </a:moveTo>
                    <a:cubicBezTo>
                      <a:pt x="16" y="4"/>
                      <a:pt x="19" y="0"/>
                      <a:pt x="26" y="0"/>
                    </a:cubicBezTo>
                    <a:cubicBezTo>
                      <a:pt x="31" y="0"/>
                      <a:pt x="33" y="2"/>
                      <a:pt x="33" y="5"/>
                    </a:cubicBezTo>
                    <a:cubicBezTo>
                      <a:pt x="33" y="8"/>
                      <a:pt x="31" y="11"/>
                      <a:pt x="28" y="11"/>
                    </a:cubicBezTo>
                    <a:cubicBezTo>
                      <a:pt x="25" y="11"/>
                      <a:pt x="23" y="9"/>
                      <a:pt x="23" y="6"/>
                    </a:cubicBezTo>
                    <a:cubicBezTo>
                      <a:pt x="23" y="5"/>
                      <a:pt x="23" y="5"/>
                      <a:pt x="22" y="5"/>
                    </a:cubicBezTo>
                    <a:cubicBezTo>
                      <a:pt x="17" y="5"/>
                      <a:pt x="15" y="12"/>
                      <a:pt x="14" y="14"/>
                    </a:cubicBezTo>
                    <a:cubicBezTo>
                      <a:pt x="14" y="28"/>
                      <a:pt x="14" y="28"/>
                      <a:pt x="14" y="28"/>
                    </a:cubicBezTo>
                    <a:cubicBezTo>
                      <a:pt x="14" y="32"/>
                      <a:pt x="16" y="33"/>
                      <a:pt x="19" y="33"/>
                    </a:cubicBezTo>
                    <a:cubicBezTo>
                      <a:pt x="21" y="33"/>
                      <a:pt x="21" y="33"/>
                      <a:pt x="21" y="33"/>
                    </a:cubicBezTo>
                    <a:cubicBezTo>
                      <a:pt x="21" y="35"/>
                      <a:pt x="21" y="35"/>
                      <a:pt x="21" y="35"/>
                    </a:cubicBezTo>
                    <a:cubicBezTo>
                      <a:pt x="0" y="35"/>
                      <a:pt x="0" y="35"/>
                      <a:pt x="0" y="35"/>
                    </a:cubicBezTo>
                    <a:cubicBezTo>
                      <a:pt x="0" y="33"/>
                      <a:pt x="0" y="33"/>
                      <a:pt x="0" y="33"/>
                    </a:cubicBezTo>
                    <a:cubicBezTo>
                      <a:pt x="1" y="33"/>
                      <a:pt x="1" y="33"/>
                      <a:pt x="1" y="33"/>
                    </a:cubicBezTo>
                    <a:cubicBezTo>
                      <a:pt x="5" y="33"/>
                      <a:pt x="7" y="32"/>
                      <a:pt x="7" y="28"/>
                    </a:cubicBezTo>
                    <a:cubicBezTo>
                      <a:pt x="7" y="8"/>
                      <a:pt x="7" y="8"/>
                      <a:pt x="7" y="8"/>
                    </a:cubicBezTo>
                    <a:cubicBezTo>
                      <a:pt x="7" y="5"/>
                      <a:pt x="5" y="5"/>
                      <a:pt x="4" y="5"/>
                    </a:cubicBezTo>
                    <a:cubicBezTo>
                      <a:pt x="2" y="5"/>
                      <a:pt x="1" y="5"/>
                      <a:pt x="1" y="5"/>
                    </a:cubicBezTo>
                    <a:cubicBezTo>
                      <a:pt x="0" y="4"/>
                      <a:pt x="0" y="4"/>
                      <a:pt x="0" y="4"/>
                    </a:cubicBezTo>
                    <a:cubicBezTo>
                      <a:pt x="14" y="0"/>
                      <a:pt x="14" y="0"/>
                      <a:pt x="14" y="0"/>
                    </a:cubicBezTo>
                    <a:lnTo>
                      <a:pt x="14" y="7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67" name="i$lïḓê"/>
              <p:cNvSpPr/>
              <p:nvPr/>
            </p:nvSpPr>
            <p:spPr bwMode="auto">
              <a:xfrm>
                <a:off x="7902575" y="4114801"/>
                <a:ext cx="142875" cy="201613"/>
              </a:xfrm>
              <a:custGeom>
                <a:avLst/>
                <a:gdLst>
                  <a:gd name="T0" fmla="*/ 16 w 27"/>
                  <a:gd name="T1" fmla="*/ 37 h 37"/>
                  <a:gd name="T2" fmla="*/ 12 w 27"/>
                  <a:gd name="T3" fmla="*/ 36 h 37"/>
                  <a:gd name="T4" fmla="*/ 8 w 27"/>
                  <a:gd name="T5" fmla="*/ 35 h 37"/>
                  <a:gd name="T6" fmla="*/ 4 w 27"/>
                  <a:gd name="T7" fmla="*/ 37 h 37"/>
                  <a:gd name="T8" fmla="*/ 0 w 27"/>
                  <a:gd name="T9" fmla="*/ 25 h 37"/>
                  <a:gd name="T10" fmla="*/ 3 w 27"/>
                  <a:gd name="T11" fmla="*/ 24 h 37"/>
                  <a:gd name="T12" fmla="*/ 6 w 27"/>
                  <a:gd name="T13" fmla="*/ 29 h 37"/>
                  <a:gd name="T14" fmla="*/ 16 w 27"/>
                  <a:gd name="T15" fmla="*/ 34 h 37"/>
                  <a:gd name="T16" fmla="*/ 22 w 27"/>
                  <a:gd name="T17" fmla="*/ 29 h 37"/>
                  <a:gd name="T18" fmla="*/ 12 w 27"/>
                  <a:gd name="T19" fmla="*/ 21 h 37"/>
                  <a:gd name="T20" fmla="*/ 2 w 27"/>
                  <a:gd name="T21" fmla="*/ 10 h 37"/>
                  <a:gd name="T22" fmla="*/ 12 w 27"/>
                  <a:gd name="T23" fmla="*/ 0 h 37"/>
                  <a:gd name="T24" fmla="*/ 16 w 27"/>
                  <a:gd name="T25" fmla="*/ 1 h 37"/>
                  <a:gd name="T26" fmla="*/ 20 w 27"/>
                  <a:gd name="T27" fmla="*/ 1 h 37"/>
                  <a:gd name="T28" fmla="*/ 24 w 27"/>
                  <a:gd name="T29" fmla="*/ 0 h 37"/>
                  <a:gd name="T30" fmla="*/ 27 w 27"/>
                  <a:gd name="T31" fmla="*/ 11 h 37"/>
                  <a:gd name="T32" fmla="*/ 25 w 27"/>
                  <a:gd name="T33" fmla="*/ 12 h 37"/>
                  <a:gd name="T34" fmla="*/ 13 w 27"/>
                  <a:gd name="T35" fmla="*/ 3 h 37"/>
                  <a:gd name="T36" fmla="*/ 8 w 27"/>
                  <a:gd name="T37" fmla="*/ 7 h 37"/>
                  <a:gd name="T38" fmla="*/ 16 w 27"/>
                  <a:gd name="T39" fmla="*/ 14 h 37"/>
                  <a:gd name="T40" fmla="*/ 27 w 27"/>
                  <a:gd name="T41" fmla="*/ 26 h 37"/>
                  <a:gd name="T42" fmla="*/ 16 w 27"/>
                  <a:gd name="T43" fmla="*/ 37 h 3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</a:cxnLst>
                <a:rect l="0" t="0" r="r" b="b"/>
                <a:pathLst>
                  <a:path w="27" h="37">
                    <a:moveTo>
                      <a:pt x="16" y="37"/>
                    </a:moveTo>
                    <a:cubicBezTo>
                      <a:pt x="15" y="37"/>
                      <a:pt x="14" y="37"/>
                      <a:pt x="12" y="36"/>
                    </a:cubicBezTo>
                    <a:cubicBezTo>
                      <a:pt x="12" y="36"/>
                      <a:pt x="8" y="35"/>
                      <a:pt x="8" y="35"/>
                    </a:cubicBezTo>
                    <a:cubicBezTo>
                      <a:pt x="6" y="35"/>
                      <a:pt x="5" y="36"/>
                      <a:pt x="4" y="37"/>
                    </a:cubicBezTo>
                    <a:cubicBezTo>
                      <a:pt x="0" y="25"/>
                      <a:pt x="0" y="25"/>
                      <a:pt x="0" y="25"/>
                    </a:cubicBezTo>
                    <a:cubicBezTo>
                      <a:pt x="3" y="24"/>
                      <a:pt x="3" y="24"/>
                      <a:pt x="3" y="24"/>
                    </a:cubicBezTo>
                    <a:cubicBezTo>
                      <a:pt x="4" y="27"/>
                      <a:pt x="5" y="28"/>
                      <a:pt x="6" y="29"/>
                    </a:cubicBezTo>
                    <a:cubicBezTo>
                      <a:pt x="8" y="32"/>
                      <a:pt x="12" y="34"/>
                      <a:pt x="16" y="34"/>
                    </a:cubicBezTo>
                    <a:cubicBezTo>
                      <a:pt x="19" y="34"/>
                      <a:pt x="22" y="32"/>
                      <a:pt x="22" y="29"/>
                    </a:cubicBezTo>
                    <a:cubicBezTo>
                      <a:pt x="22" y="26"/>
                      <a:pt x="21" y="25"/>
                      <a:pt x="12" y="21"/>
                    </a:cubicBezTo>
                    <a:cubicBezTo>
                      <a:pt x="6" y="18"/>
                      <a:pt x="2" y="15"/>
                      <a:pt x="2" y="10"/>
                    </a:cubicBezTo>
                    <a:cubicBezTo>
                      <a:pt x="2" y="5"/>
                      <a:pt x="6" y="0"/>
                      <a:pt x="12" y="0"/>
                    </a:cubicBezTo>
                    <a:cubicBezTo>
                      <a:pt x="13" y="0"/>
                      <a:pt x="14" y="0"/>
                      <a:pt x="16" y="1"/>
                    </a:cubicBezTo>
                    <a:cubicBezTo>
                      <a:pt x="18" y="1"/>
                      <a:pt x="19" y="1"/>
                      <a:pt x="20" y="1"/>
                    </a:cubicBezTo>
                    <a:cubicBezTo>
                      <a:pt x="20" y="1"/>
                      <a:pt x="22" y="1"/>
                      <a:pt x="24" y="0"/>
                    </a:cubicBezTo>
                    <a:cubicBezTo>
                      <a:pt x="27" y="11"/>
                      <a:pt x="27" y="11"/>
                      <a:pt x="27" y="11"/>
                    </a:cubicBezTo>
                    <a:cubicBezTo>
                      <a:pt x="25" y="12"/>
                      <a:pt x="25" y="12"/>
                      <a:pt x="25" y="12"/>
                    </a:cubicBezTo>
                    <a:cubicBezTo>
                      <a:pt x="24" y="9"/>
                      <a:pt x="21" y="3"/>
                      <a:pt x="13" y="3"/>
                    </a:cubicBezTo>
                    <a:cubicBezTo>
                      <a:pt x="10" y="3"/>
                      <a:pt x="8" y="4"/>
                      <a:pt x="8" y="7"/>
                    </a:cubicBezTo>
                    <a:cubicBezTo>
                      <a:pt x="8" y="9"/>
                      <a:pt x="9" y="10"/>
                      <a:pt x="16" y="14"/>
                    </a:cubicBezTo>
                    <a:cubicBezTo>
                      <a:pt x="25" y="18"/>
                      <a:pt x="27" y="21"/>
                      <a:pt x="27" y="26"/>
                    </a:cubicBezTo>
                    <a:cubicBezTo>
                      <a:pt x="27" y="33"/>
                      <a:pt x="22" y="37"/>
                      <a:pt x="16" y="37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68" name="iś1ïḍé"/>
              <p:cNvSpPr/>
              <p:nvPr/>
            </p:nvSpPr>
            <p:spPr bwMode="auto">
              <a:xfrm>
                <a:off x="8070850" y="4016376"/>
                <a:ext cx="100012" cy="290513"/>
              </a:xfrm>
              <a:custGeom>
                <a:avLst/>
                <a:gdLst>
                  <a:gd name="T0" fmla="*/ 0 w 19"/>
                  <a:gd name="T1" fmla="*/ 51 h 53"/>
                  <a:gd name="T2" fmla="*/ 2 w 19"/>
                  <a:gd name="T3" fmla="*/ 51 h 53"/>
                  <a:gd name="T4" fmla="*/ 6 w 19"/>
                  <a:gd name="T5" fmla="*/ 47 h 53"/>
                  <a:gd name="T6" fmla="*/ 6 w 19"/>
                  <a:gd name="T7" fmla="*/ 26 h 53"/>
                  <a:gd name="T8" fmla="*/ 3 w 19"/>
                  <a:gd name="T9" fmla="*/ 22 h 53"/>
                  <a:gd name="T10" fmla="*/ 1 w 19"/>
                  <a:gd name="T11" fmla="*/ 23 h 53"/>
                  <a:gd name="T12" fmla="*/ 0 w 19"/>
                  <a:gd name="T13" fmla="*/ 21 h 53"/>
                  <a:gd name="T14" fmla="*/ 13 w 19"/>
                  <a:gd name="T15" fmla="*/ 18 h 53"/>
                  <a:gd name="T16" fmla="*/ 13 w 19"/>
                  <a:gd name="T17" fmla="*/ 47 h 53"/>
                  <a:gd name="T18" fmla="*/ 17 w 19"/>
                  <a:gd name="T19" fmla="*/ 51 h 53"/>
                  <a:gd name="T20" fmla="*/ 19 w 19"/>
                  <a:gd name="T21" fmla="*/ 51 h 53"/>
                  <a:gd name="T22" fmla="*/ 19 w 19"/>
                  <a:gd name="T23" fmla="*/ 53 h 53"/>
                  <a:gd name="T24" fmla="*/ 0 w 19"/>
                  <a:gd name="T25" fmla="*/ 53 h 53"/>
                  <a:gd name="T26" fmla="*/ 0 w 19"/>
                  <a:gd name="T27" fmla="*/ 51 h 53"/>
                  <a:gd name="T28" fmla="*/ 15 w 19"/>
                  <a:gd name="T29" fmla="*/ 5 h 53"/>
                  <a:gd name="T30" fmla="*/ 9 w 19"/>
                  <a:gd name="T31" fmla="*/ 10 h 53"/>
                  <a:gd name="T32" fmla="*/ 4 w 19"/>
                  <a:gd name="T33" fmla="*/ 5 h 53"/>
                  <a:gd name="T34" fmla="*/ 9 w 19"/>
                  <a:gd name="T35" fmla="*/ 0 h 53"/>
                  <a:gd name="T36" fmla="*/ 15 w 19"/>
                  <a:gd name="T37" fmla="*/ 5 h 53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</a:cxnLst>
                <a:rect l="0" t="0" r="r" b="b"/>
                <a:pathLst>
                  <a:path w="19" h="53">
                    <a:moveTo>
                      <a:pt x="0" y="51"/>
                    </a:moveTo>
                    <a:cubicBezTo>
                      <a:pt x="2" y="51"/>
                      <a:pt x="2" y="51"/>
                      <a:pt x="2" y="51"/>
                    </a:cubicBezTo>
                    <a:cubicBezTo>
                      <a:pt x="4" y="51"/>
                      <a:pt x="6" y="49"/>
                      <a:pt x="6" y="47"/>
                    </a:cubicBezTo>
                    <a:cubicBezTo>
                      <a:pt x="6" y="26"/>
                      <a:pt x="6" y="26"/>
                      <a:pt x="6" y="26"/>
                    </a:cubicBezTo>
                    <a:cubicBezTo>
                      <a:pt x="6" y="24"/>
                      <a:pt x="5" y="22"/>
                      <a:pt x="3" y="22"/>
                    </a:cubicBezTo>
                    <a:cubicBezTo>
                      <a:pt x="3" y="22"/>
                      <a:pt x="2" y="22"/>
                      <a:pt x="1" y="23"/>
                    </a:cubicBezTo>
                    <a:cubicBezTo>
                      <a:pt x="0" y="21"/>
                      <a:pt x="0" y="21"/>
                      <a:pt x="0" y="21"/>
                    </a:cubicBezTo>
                    <a:cubicBezTo>
                      <a:pt x="13" y="18"/>
                      <a:pt x="13" y="18"/>
                      <a:pt x="13" y="18"/>
                    </a:cubicBezTo>
                    <a:cubicBezTo>
                      <a:pt x="13" y="47"/>
                      <a:pt x="13" y="47"/>
                      <a:pt x="13" y="47"/>
                    </a:cubicBezTo>
                    <a:cubicBezTo>
                      <a:pt x="13" y="50"/>
                      <a:pt x="14" y="51"/>
                      <a:pt x="17" y="51"/>
                    </a:cubicBezTo>
                    <a:cubicBezTo>
                      <a:pt x="19" y="51"/>
                      <a:pt x="19" y="51"/>
                      <a:pt x="19" y="51"/>
                    </a:cubicBezTo>
                    <a:cubicBezTo>
                      <a:pt x="19" y="53"/>
                      <a:pt x="19" y="53"/>
                      <a:pt x="19" y="53"/>
                    </a:cubicBezTo>
                    <a:cubicBezTo>
                      <a:pt x="0" y="53"/>
                      <a:pt x="0" y="53"/>
                      <a:pt x="0" y="53"/>
                    </a:cubicBezTo>
                    <a:lnTo>
                      <a:pt x="0" y="51"/>
                    </a:lnTo>
                    <a:close/>
                    <a:moveTo>
                      <a:pt x="15" y="5"/>
                    </a:moveTo>
                    <a:cubicBezTo>
                      <a:pt x="15" y="7"/>
                      <a:pt x="12" y="10"/>
                      <a:pt x="9" y="10"/>
                    </a:cubicBezTo>
                    <a:cubicBezTo>
                      <a:pt x="7" y="10"/>
                      <a:pt x="4" y="7"/>
                      <a:pt x="4" y="5"/>
                    </a:cubicBezTo>
                    <a:cubicBezTo>
                      <a:pt x="4" y="2"/>
                      <a:pt x="7" y="0"/>
                      <a:pt x="9" y="0"/>
                    </a:cubicBezTo>
                    <a:cubicBezTo>
                      <a:pt x="12" y="0"/>
                      <a:pt x="15" y="2"/>
                      <a:pt x="15" y="5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69" name="íşļîḓé"/>
              <p:cNvSpPr/>
              <p:nvPr/>
            </p:nvSpPr>
            <p:spPr bwMode="auto">
              <a:xfrm>
                <a:off x="8186738" y="4054476"/>
                <a:ext cx="127000" cy="261938"/>
              </a:xfrm>
              <a:custGeom>
                <a:avLst/>
                <a:gdLst>
                  <a:gd name="T0" fmla="*/ 0 w 24"/>
                  <a:gd name="T1" fmla="*/ 15 h 48"/>
                  <a:gd name="T2" fmla="*/ 0 w 24"/>
                  <a:gd name="T3" fmla="*/ 12 h 48"/>
                  <a:gd name="T4" fmla="*/ 11 w 24"/>
                  <a:gd name="T5" fmla="*/ 3 h 48"/>
                  <a:gd name="T6" fmla="*/ 11 w 24"/>
                  <a:gd name="T7" fmla="*/ 0 h 48"/>
                  <a:gd name="T8" fmla="*/ 14 w 24"/>
                  <a:gd name="T9" fmla="*/ 0 h 48"/>
                  <a:gd name="T10" fmla="*/ 14 w 24"/>
                  <a:gd name="T11" fmla="*/ 12 h 48"/>
                  <a:gd name="T12" fmla="*/ 24 w 24"/>
                  <a:gd name="T13" fmla="*/ 12 h 48"/>
                  <a:gd name="T14" fmla="*/ 24 w 24"/>
                  <a:gd name="T15" fmla="*/ 15 h 48"/>
                  <a:gd name="T16" fmla="*/ 14 w 24"/>
                  <a:gd name="T17" fmla="*/ 15 h 48"/>
                  <a:gd name="T18" fmla="*/ 14 w 24"/>
                  <a:gd name="T19" fmla="*/ 39 h 48"/>
                  <a:gd name="T20" fmla="*/ 18 w 24"/>
                  <a:gd name="T21" fmla="*/ 44 h 48"/>
                  <a:gd name="T22" fmla="*/ 23 w 24"/>
                  <a:gd name="T23" fmla="*/ 41 h 48"/>
                  <a:gd name="T24" fmla="*/ 24 w 24"/>
                  <a:gd name="T25" fmla="*/ 42 h 48"/>
                  <a:gd name="T26" fmla="*/ 14 w 24"/>
                  <a:gd name="T27" fmla="*/ 48 h 48"/>
                  <a:gd name="T28" fmla="*/ 6 w 24"/>
                  <a:gd name="T29" fmla="*/ 39 h 48"/>
                  <a:gd name="T30" fmla="*/ 6 w 24"/>
                  <a:gd name="T31" fmla="*/ 15 h 48"/>
                  <a:gd name="T32" fmla="*/ 0 w 24"/>
                  <a:gd name="T33" fmla="*/ 15 h 4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</a:cxnLst>
                <a:rect l="0" t="0" r="r" b="b"/>
                <a:pathLst>
                  <a:path w="24" h="48">
                    <a:moveTo>
                      <a:pt x="0" y="15"/>
                    </a:moveTo>
                    <a:cubicBezTo>
                      <a:pt x="0" y="12"/>
                      <a:pt x="0" y="12"/>
                      <a:pt x="0" y="12"/>
                    </a:cubicBezTo>
                    <a:cubicBezTo>
                      <a:pt x="10" y="12"/>
                      <a:pt x="11" y="4"/>
                      <a:pt x="11" y="3"/>
                    </a:cubicBezTo>
                    <a:cubicBezTo>
                      <a:pt x="11" y="0"/>
                      <a:pt x="11" y="0"/>
                      <a:pt x="11" y="0"/>
                    </a:cubicBezTo>
                    <a:cubicBezTo>
                      <a:pt x="14" y="0"/>
                      <a:pt x="14" y="0"/>
                      <a:pt x="14" y="0"/>
                    </a:cubicBezTo>
                    <a:cubicBezTo>
                      <a:pt x="14" y="12"/>
                      <a:pt x="14" y="12"/>
                      <a:pt x="14" y="12"/>
                    </a:cubicBezTo>
                    <a:cubicBezTo>
                      <a:pt x="24" y="12"/>
                      <a:pt x="24" y="12"/>
                      <a:pt x="24" y="12"/>
                    </a:cubicBezTo>
                    <a:cubicBezTo>
                      <a:pt x="24" y="15"/>
                      <a:pt x="24" y="15"/>
                      <a:pt x="24" y="15"/>
                    </a:cubicBezTo>
                    <a:cubicBezTo>
                      <a:pt x="14" y="15"/>
                      <a:pt x="14" y="15"/>
                      <a:pt x="14" y="15"/>
                    </a:cubicBezTo>
                    <a:cubicBezTo>
                      <a:pt x="14" y="39"/>
                      <a:pt x="14" y="39"/>
                      <a:pt x="14" y="39"/>
                    </a:cubicBezTo>
                    <a:cubicBezTo>
                      <a:pt x="14" y="43"/>
                      <a:pt x="16" y="44"/>
                      <a:pt x="18" y="44"/>
                    </a:cubicBezTo>
                    <a:cubicBezTo>
                      <a:pt x="20" y="44"/>
                      <a:pt x="21" y="42"/>
                      <a:pt x="23" y="41"/>
                    </a:cubicBezTo>
                    <a:cubicBezTo>
                      <a:pt x="24" y="42"/>
                      <a:pt x="24" y="42"/>
                      <a:pt x="24" y="42"/>
                    </a:cubicBezTo>
                    <a:cubicBezTo>
                      <a:pt x="22" y="45"/>
                      <a:pt x="19" y="48"/>
                      <a:pt x="14" y="48"/>
                    </a:cubicBezTo>
                    <a:cubicBezTo>
                      <a:pt x="9" y="48"/>
                      <a:pt x="6" y="44"/>
                      <a:pt x="6" y="39"/>
                    </a:cubicBezTo>
                    <a:cubicBezTo>
                      <a:pt x="6" y="15"/>
                      <a:pt x="6" y="15"/>
                      <a:pt x="6" y="15"/>
                    </a:cubicBezTo>
                    <a:lnTo>
                      <a:pt x="0" y="15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70" name="ïṡḻîḑè"/>
              <p:cNvSpPr/>
              <p:nvPr/>
            </p:nvSpPr>
            <p:spPr bwMode="auto">
              <a:xfrm>
                <a:off x="8329613" y="4119564"/>
                <a:ext cx="198437" cy="252413"/>
              </a:xfrm>
              <a:custGeom>
                <a:avLst/>
                <a:gdLst>
                  <a:gd name="T0" fmla="*/ 36 w 38"/>
                  <a:gd name="T1" fmla="*/ 3 h 46"/>
                  <a:gd name="T2" fmla="*/ 31 w 38"/>
                  <a:gd name="T3" fmla="*/ 8 h 46"/>
                  <a:gd name="T4" fmla="*/ 19 w 38"/>
                  <a:gd name="T5" fmla="*/ 37 h 46"/>
                  <a:gd name="T6" fmla="*/ 7 w 38"/>
                  <a:gd name="T7" fmla="*/ 46 h 46"/>
                  <a:gd name="T8" fmla="*/ 2 w 38"/>
                  <a:gd name="T9" fmla="*/ 41 h 46"/>
                  <a:gd name="T10" fmla="*/ 7 w 38"/>
                  <a:gd name="T11" fmla="*/ 36 h 46"/>
                  <a:gd name="T12" fmla="*/ 11 w 38"/>
                  <a:gd name="T13" fmla="*/ 40 h 46"/>
                  <a:gd name="T14" fmla="*/ 12 w 38"/>
                  <a:gd name="T15" fmla="*/ 41 h 46"/>
                  <a:gd name="T16" fmla="*/ 17 w 38"/>
                  <a:gd name="T17" fmla="*/ 35 h 46"/>
                  <a:gd name="T18" fmla="*/ 18 w 38"/>
                  <a:gd name="T19" fmla="*/ 34 h 46"/>
                  <a:gd name="T20" fmla="*/ 6 w 38"/>
                  <a:gd name="T21" fmla="*/ 7 h 46"/>
                  <a:gd name="T22" fmla="*/ 1 w 38"/>
                  <a:gd name="T23" fmla="*/ 3 h 46"/>
                  <a:gd name="T24" fmla="*/ 0 w 38"/>
                  <a:gd name="T25" fmla="*/ 3 h 46"/>
                  <a:gd name="T26" fmla="*/ 0 w 38"/>
                  <a:gd name="T27" fmla="*/ 0 h 46"/>
                  <a:gd name="T28" fmla="*/ 18 w 38"/>
                  <a:gd name="T29" fmla="*/ 0 h 46"/>
                  <a:gd name="T30" fmla="*/ 18 w 38"/>
                  <a:gd name="T31" fmla="*/ 3 h 46"/>
                  <a:gd name="T32" fmla="*/ 16 w 38"/>
                  <a:gd name="T33" fmla="*/ 3 h 46"/>
                  <a:gd name="T34" fmla="*/ 14 w 38"/>
                  <a:gd name="T35" fmla="*/ 5 h 46"/>
                  <a:gd name="T36" fmla="*/ 15 w 38"/>
                  <a:gd name="T37" fmla="*/ 8 h 46"/>
                  <a:gd name="T38" fmla="*/ 22 w 38"/>
                  <a:gd name="T39" fmla="*/ 24 h 46"/>
                  <a:gd name="T40" fmla="*/ 28 w 38"/>
                  <a:gd name="T41" fmla="*/ 8 h 46"/>
                  <a:gd name="T42" fmla="*/ 29 w 38"/>
                  <a:gd name="T43" fmla="*/ 5 h 46"/>
                  <a:gd name="T44" fmla="*/ 26 w 38"/>
                  <a:gd name="T45" fmla="*/ 3 h 46"/>
                  <a:gd name="T46" fmla="*/ 23 w 38"/>
                  <a:gd name="T47" fmla="*/ 3 h 46"/>
                  <a:gd name="T48" fmla="*/ 23 w 38"/>
                  <a:gd name="T49" fmla="*/ 0 h 46"/>
                  <a:gd name="T50" fmla="*/ 38 w 38"/>
                  <a:gd name="T51" fmla="*/ 0 h 46"/>
                  <a:gd name="T52" fmla="*/ 38 w 38"/>
                  <a:gd name="T53" fmla="*/ 3 h 46"/>
                  <a:gd name="T54" fmla="*/ 36 w 38"/>
                  <a:gd name="T55" fmla="*/ 3 h 4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</a:cxnLst>
                <a:rect l="0" t="0" r="r" b="b"/>
                <a:pathLst>
                  <a:path w="38" h="46">
                    <a:moveTo>
                      <a:pt x="36" y="3"/>
                    </a:moveTo>
                    <a:cubicBezTo>
                      <a:pt x="33" y="3"/>
                      <a:pt x="32" y="6"/>
                      <a:pt x="31" y="8"/>
                    </a:cubicBezTo>
                    <a:cubicBezTo>
                      <a:pt x="19" y="37"/>
                      <a:pt x="19" y="37"/>
                      <a:pt x="19" y="37"/>
                    </a:cubicBezTo>
                    <a:cubicBezTo>
                      <a:pt x="17" y="42"/>
                      <a:pt x="12" y="46"/>
                      <a:pt x="7" y="46"/>
                    </a:cubicBezTo>
                    <a:cubicBezTo>
                      <a:pt x="4" y="46"/>
                      <a:pt x="2" y="44"/>
                      <a:pt x="2" y="41"/>
                    </a:cubicBezTo>
                    <a:cubicBezTo>
                      <a:pt x="2" y="38"/>
                      <a:pt x="4" y="36"/>
                      <a:pt x="7" y="36"/>
                    </a:cubicBezTo>
                    <a:cubicBezTo>
                      <a:pt x="10" y="36"/>
                      <a:pt x="10" y="38"/>
                      <a:pt x="11" y="40"/>
                    </a:cubicBezTo>
                    <a:cubicBezTo>
                      <a:pt x="12" y="41"/>
                      <a:pt x="12" y="41"/>
                      <a:pt x="12" y="41"/>
                    </a:cubicBezTo>
                    <a:cubicBezTo>
                      <a:pt x="14" y="41"/>
                      <a:pt x="17" y="37"/>
                      <a:pt x="17" y="35"/>
                    </a:cubicBezTo>
                    <a:cubicBezTo>
                      <a:pt x="18" y="34"/>
                      <a:pt x="18" y="34"/>
                      <a:pt x="18" y="34"/>
                    </a:cubicBezTo>
                    <a:cubicBezTo>
                      <a:pt x="6" y="7"/>
                      <a:pt x="6" y="7"/>
                      <a:pt x="6" y="7"/>
                    </a:cubicBezTo>
                    <a:cubicBezTo>
                      <a:pt x="5" y="4"/>
                      <a:pt x="3" y="3"/>
                      <a:pt x="1" y="3"/>
                    </a:cubicBezTo>
                    <a:cubicBezTo>
                      <a:pt x="0" y="3"/>
                      <a:pt x="0" y="3"/>
                      <a:pt x="0" y="3"/>
                    </a:cubicBezTo>
                    <a:cubicBezTo>
                      <a:pt x="0" y="0"/>
                      <a:pt x="0" y="0"/>
                      <a:pt x="0" y="0"/>
                    </a:cubicBezTo>
                    <a:cubicBezTo>
                      <a:pt x="18" y="0"/>
                      <a:pt x="18" y="0"/>
                      <a:pt x="18" y="0"/>
                    </a:cubicBezTo>
                    <a:cubicBezTo>
                      <a:pt x="18" y="3"/>
                      <a:pt x="18" y="3"/>
                      <a:pt x="18" y="3"/>
                    </a:cubicBezTo>
                    <a:cubicBezTo>
                      <a:pt x="16" y="3"/>
                      <a:pt x="16" y="3"/>
                      <a:pt x="16" y="3"/>
                    </a:cubicBezTo>
                    <a:cubicBezTo>
                      <a:pt x="15" y="3"/>
                      <a:pt x="14" y="4"/>
                      <a:pt x="14" y="5"/>
                    </a:cubicBezTo>
                    <a:cubicBezTo>
                      <a:pt x="14" y="6"/>
                      <a:pt x="14" y="7"/>
                      <a:pt x="15" y="8"/>
                    </a:cubicBezTo>
                    <a:cubicBezTo>
                      <a:pt x="22" y="24"/>
                      <a:pt x="22" y="24"/>
                      <a:pt x="22" y="24"/>
                    </a:cubicBezTo>
                    <a:cubicBezTo>
                      <a:pt x="28" y="8"/>
                      <a:pt x="28" y="8"/>
                      <a:pt x="28" y="8"/>
                    </a:cubicBezTo>
                    <a:cubicBezTo>
                      <a:pt x="29" y="7"/>
                      <a:pt x="29" y="6"/>
                      <a:pt x="29" y="5"/>
                    </a:cubicBezTo>
                    <a:cubicBezTo>
                      <a:pt x="29" y="4"/>
                      <a:pt x="27" y="3"/>
                      <a:pt x="26" y="3"/>
                    </a:cubicBezTo>
                    <a:cubicBezTo>
                      <a:pt x="23" y="3"/>
                      <a:pt x="23" y="3"/>
                      <a:pt x="23" y="3"/>
                    </a:cubicBezTo>
                    <a:cubicBezTo>
                      <a:pt x="23" y="0"/>
                      <a:pt x="23" y="0"/>
                      <a:pt x="23" y="0"/>
                    </a:cubicBezTo>
                    <a:cubicBezTo>
                      <a:pt x="38" y="0"/>
                      <a:pt x="38" y="0"/>
                      <a:pt x="38" y="0"/>
                    </a:cubicBezTo>
                    <a:cubicBezTo>
                      <a:pt x="38" y="3"/>
                      <a:pt x="38" y="3"/>
                      <a:pt x="38" y="3"/>
                    </a:cubicBezTo>
                    <a:lnTo>
                      <a:pt x="36" y="3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</p:grpSp>
        <p:grpSp>
          <p:nvGrpSpPr>
            <p:cNvPr id="43" name="ísḷîḓe"/>
            <p:cNvGrpSpPr/>
            <p:nvPr/>
          </p:nvGrpSpPr>
          <p:grpSpPr>
            <a:xfrm>
              <a:off x="5477124" y="2634664"/>
              <a:ext cx="741350" cy="1171206"/>
              <a:chOff x="4718050" y="4784723"/>
              <a:chExt cx="755650" cy="1193799"/>
            </a:xfrm>
            <a:grpFill/>
          </p:grpSpPr>
          <p:sp>
            <p:nvSpPr>
              <p:cNvPr id="54" name="ïṡļîḑê"/>
              <p:cNvSpPr/>
              <p:nvPr/>
            </p:nvSpPr>
            <p:spPr bwMode="auto">
              <a:xfrm>
                <a:off x="4718050" y="4784723"/>
                <a:ext cx="373063" cy="1193799"/>
              </a:xfrm>
              <a:custGeom>
                <a:avLst/>
                <a:gdLst>
                  <a:gd name="T0" fmla="*/ 279 w 367"/>
                  <a:gd name="T1" fmla="*/ 506 h 1171"/>
                  <a:gd name="T2" fmla="*/ 247 w 367"/>
                  <a:gd name="T3" fmla="*/ 408 h 1171"/>
                  <a:gd name="T4" fmla="*/ 207 w 367"/>
                  <a:gd name="T5" fmla="*/ 413 h 1171"/>
                  <a:gd name="T6" fmla="*/ 257 w 367"/>
                  <a:gd name="T7" fmla="*/ 316 h 1171"/>
                  <a:gd name="T8" fmla="*/ 275 w 367"/>
                  <a:gd name="T9" fmla="*/ 282 h 1171"/>
                  <a:gd name="T10" fmla="*/ 295 w 367"/>
                  <a:gd name="T11" fmla="*/ 258 h 1171"/>
                  <a:gd name="T12" fmla="*/ 312 w 367"/>
                  <a:gd name="T13" fmla="*/ 221 h 1171"/>
                  <a:gd name="T14" fmla="*/ 352 w 367"/>
                  <a:gd name="T15" fmla="*/ 167 h 1171"/>
                  <a:gd name="T16" fmla="*/ 365 w 367"/>
                  <a:gd name="T17" fmla="*/ 133 h 1171"/>
                  <a:gd name="T18" fmla="*/ 365 w 367"/>
                  <a:gd name="T19" fmla="*/ 119 h 1171"/>
                  <a:gd name="T20" fmla="*/ 285 w 367"/>
                  <a:gd name="T21" fmla="*/ 1 h 1171"/>
                  <a:gd name="T22" fmla="*/ 277 w 367"/>
                  <a:gd name="T23" fmla="*/ 73 h 1171"/>
                  <a:gd name="T24" fmla="*/ 277 w 367"/>
                  <a:gd name="T25" fmla="*/ 92 h 1171"/>
                  <a:gd name="T26" fmla="*/ 295 w 367"/>
                  <a:gd name="T27" fmla="*/ 149 h 1171"/>
                  <a:gd name="T28" fmla="*/ 199 w 367"/>
                  <a:gd name="T29" fmla="*/ 333 h 1171"/>
                  <a:gd name="T30" fmla="*/ 149 w 367"/>
                  <a:gd name="T31" fmla="*/ 412 h 1171"/>
                  <a:gd name="T32" fmla="*/ 127 w 367"/>
                  <a:gd name="T33" fmla="*/ 499 h 1171"/>
                  <a:gd name="T34" fmla="*/ 196 w 367"/>
                  <a:gd name="T35" fmla="*/ 505 h 1171"/>
                  <a:gd name="T36" fmla="*/ 210 w 367"/>
                  <a:gd name="T37" fmla="*/ 498 h 1171"/>
                  <a:gd name="T38" fmla="*/ 178 w 367"/>
                  <a:gd name="T39" fmla="*/ 591 h 1171"/>
                  <a:gd name="T40" fmla="*/ 159 w 367"/>
                  <a:gd name="T41" fmla="*/ 636 h 1171"/>
                  <a:gd name="T42" fmla="*/ 139 w 367"/>
                  <a:gd name="T43" fmla="*/ 677 h 1171"/>
                  <a:gd name="T44" fmla="*/ 124 w 367"/>
                  <a:gd name="T45" fmla="*/ 701 h 1171"/>
                  <a:gd name="T46" fmla="*/ 77 w 367"/>
                  <a:gd name="T47" fmla="*/ 785 h 1171"/>
                  <a:gd name="T48" fmla="*/ 46 w 367"/>
                  <a:gd name="T49" fmla="*/ 829 h 1171"/>
                  <a:gd name="T50" fmla="*/ 35 w 367"/>
                  <a:gd name="T51" fmla="*/ 857 h 1171"/>
                  <a:gd name="T52" fmla="*/ 11 w 367"/>
                  <a:gd name="T53" fmla="*/ 897 h 1171"/>
                  <a:gd name="T54" fmla="*/ 12 w 367"/>
                  <a:gd name="T55" fmla="*/ 906 h 1171"/>
                  <a:gd name="T56" fmla="*/ 0 w 367"/>
                  <a:gd name="T57" fmla="*/ 948 h 1171"/>
                  <a:gd name="T58" fmla="*/ 10 w 367"/>
                  <a:gd name="T59" fmla="*/ 959 h 1171"/>
                  <a:gd name="T60" fmla="*/ 77 w 367"/>
                  <a:gd name="T61" fmla="*/ 893 h 1171"/>
                  <a:gd name="T62" fmla="*/ 113 w 367"/>
                  <a:gd name="T63" fmla="*/ 854 h 1171"/>
                  <a:gd name="T64" fmla="*/ 138 w 367"/>
                  <a:gd name="T65" fmla="*/ 817 h 1171"/>
                  <a:gd name="T66" fmla="*/ 140 w 367"/>
                  <a:gd name="T67" fmla="*/ 876 h 1171"/>
                  <a:gd name="T68" fmla="*/ 138 w 367"/>
                  <a:gd name="T69" fmla="*/ 913 h 1171"/>
                  <a:gd name="T70" fmla="*/ 140 w 367"/>
                  <a:gd name="T71" fmla="*/ 926 h 1171"/>
                  <a:gd name="T72" fmla="*/ 133 w 367"/>
                  <a:gd name="T73" fmla="*/ 970 h 1171"/>
                  <a:gd name="T74" fmla="*/ 133 w 367"/>
                  <a:gd name="T75" fmla="*/ 994 h 1171"/>
                  <a:gd name="T76" fmla="*/ 128 w 367"/>
                  <a:gd name="T77" fmla="*/ 999 h 1171"/>
                  <a:gd name="T78" fmla="*/ 127 w 367"/>
                  <a:gd name="T79" fmla="*/ 1073 h 1171"/>
                  <a:gd name="T80" fmla="*/ 157 w 367"/>
                  <a:gd name="T81" fmla="*/ 1171 h 1171"/>
                  <a:gd name="T82" fmla="*/ 179 w 367"/>
                  <a:gd name="T83" fmla="*/ 1170 h 1171"/>
                  <a:gd name="T84" fmla="*/ 192 w 367"/>
                  <a:gd name="T85" fmla="*/ 1159 h 1171"/>
                  <a:gd name="T86" fmla="*/ 201 w 367"/>
                  <a:gd name="T87" fmla="*/ 1137 h 1171"/>
                  <a:gd name="T88" fmla="*/ 205 w 367"/>
                  <a:gd name="T89" fmla="*/ 1075 h 1171"/>
                  <a:gd name="T90" fmla="*/ 198 w 367"/>
                  <a:gd name="T91" fmla="*/ 1069 h 1171"/>
                  <a:gd name="T92" fmla="*/ 198 w 367"/>
                  <a:gd name="T93" fmla="*/ 950 h 1171"/>
                  <a:gd name="T94" fmla="*/ 205 w 367"/>
                  <a:gd name="T95" fmla="*/ 935 h 1171"/>
                  <a:gd name="T96" fmla="*/ 205 w 367"/>
                  <a:gd name="T97" fmla="*/ 916 h 1171"/>
                  <a:gd name="T98" fmla="*/ 210 w 367"/>
                  <a:gd name="T99" fmla="*/ 893 h 1171"/>
                  <a:gd name="T100" fmla="*/ 209 w 367"/>
                  <a:gd name="T101" fmla="*/ 878 h 1171"/>
                  <a:gd name="T102" fmla="*/ 220 w 367"/>
                  <a:gd name="T103" fmla="*/ 842 h 1171"/>
                  <a:gd name="T104" fmla="*/ 220 w 367"/>
                  <a:gd name="T105" fmla="*/ 814 h 1171"/>
                  <a:gd name="T106" fmla="*/ 181 w 367"/>
                  <a:gd name="T107" fmla="*/ 711 h 1171"/>
                  <a:gd name="T108" fmla="*/ 210 w 367"/>
                  <a:gd name="T109" fmla="*/ 643 h 1171"/>
                  <a:gd name="T110" fmla="*/ 279 w 367"/>
                  <a:gd name="T111" fmla="*/ 506 h 117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  <a:cxn ang="0">
                    <a:pos x="T90" y="T91"/>
                  </a:cxn>
                  <a:cxn ang="0">
                    <a:pos x="T92" y="T93"/>
                  </a:cxn>
                  <a:cxn ang="0">
                    <a:pos x="T94" y="T95"/>
                  </a:cxn>
                  <a:cxn ang="0">
                    <a:pos x="T96" y="T97"/>
                  </a:cxn>
                  <a:cxn ang="0">
                    <a:pos x="T98" y="T99"/>
                  </a:cxn>
                  <a:cxn ang="0">
                    <a:pos x="T100" y="T101"/>
                  </a:cxn>
                  <a:cxn ang="0">
                    <a:pos x="T102" y="T103"/>
                  </a:cxn>
                  <a:cxn ang="0">
                    <a:pos x="T104" y="T105"/>
                  </a:cxn>
                  <a:cxn ang="0">
                    <a:pos x="T106" y="T107"/>
                  </a:cxn>
                  <a:cxn ang="0">
                    <a:pos x="T108" y="T109"/>
                  </a:cxn>
                  <a:cxn ang="0">
                    <a:pos x="T110" y="T111"/>
                  </a:cxn>
                </a:cxnLst>
                <a:rect l="0" t="0" r="r" b="b"/>
                <a:pathLst>
                  <a:path w="367" h="1171">
                    <a:moveTo>
                      <a:pt x="279" y="506"/>
                    </a:moveTo>
                    <a:cubicBezTo>
                      <a:pt x="298" y="459"/>
                      <a:pt x="292" y="421"/>
                      <a:pt x="247" y="408"/>
                    </a:cubicBezTo>
                    <a:cubicBezTo>
                      <a:pt x="230" y="403"/>
                      <a:pt x="221" y="412"/>
                      <a:pt x="207" y="413"/>
                    </a:cubicBezTo>
                    <a:cubicBezTo>
                      <a:pt x="225" y="375"/>
                      <a:pt x="242" y="350"/>
                      <a:pt x="257" y="316"/>
                    </a:cubicBezTo>
                    <a:cubicBezTo>
                      <a:pt x="261" y="307"/>
                      <a:pt x="278" y="293"/>
                      <a:pt x="275" y="282"/>
                    </a:cubicBezTo>
                    <a:cubicBezTo>
                      <a:pt x="281" y="273"/>
                      <a:pt x="290" y="266"/>
                      <a:pt x="295" y="258"/>
                    </a:cubicBezTo>
                    <a:cubicBezTo>
                      <a:pt x="302" y="245"/>
                      <a:pt x="303" y="232"/>
                      <a:pt x="312" y="221"/>
                    </a:cubicBezTo>
                    <a:cubicBezTo>
                      <a:pt x="321" y="208"/>
                      <a:pt x="345" y="182"/>
                      <a:pt x="352" y="167"/>
                    </a:cubicBezTo>
                    <a:cubicBezTo>
                      <a:pt x="356" y="156"/>
                      <a:pt x="360" y="144"/>
                      <a:pt x="365" y="133"/>
                    </a:cubicBezTo>
                    <a:cubicBezTo>
                      <a:pt x="367" y="126"/>
                      <a:pt x="363" y="122"/>
                      <a:pt x="365" y="119"/>
                    </a:cubicBezTo>
                    <a:cubicBezTo>
                      <a:pt x="365" y="68"/>
                      <a:pt x="339" y="0"/>
                      <a:pt x="285" y="1"/>
                    </a:cubicBezTo>
                    <a:cubicBezTo>
                      <a:pt x="276" y="21"/>
                      <a:pt x="270" y="45"/>
                      <a:pt x="277" y="73"/>
                    </a:cubicBezTo>
                    <a:cubicBezTo>
                      <a:pt x="277" y="79"/>
                      <a:pt x="277" y="85"/>
                      <a:pt x="277" y="92"/>
                    </a:cubicBezTo>
                    <a:cubicBezTo>
                      <a:pt x="280" y="99"/>
                      <a:pt x="299" y="140"/>
                      <a:pt x="295" y="149"/>
                    </a:cubicBezTo>
                    <a:cubicBezTo>
                      <a:pt x="264" y="215"/>
                      <a:pt x="234" y="276"/>
                      <a:pt x="199" y="333"/>
                    </a:cubicBezTo>
                    <a:cubicBezTo>
                      <a:pt x="186" y="354"/>
                      <a:pt x="156" y="390"/>
                      <a:pt x="149" y="412"/>
                    </a:cubicBezTo>
                    <a:cubicBezTo>
                      <a:pt x="142" y="432"/>
                      <a:pt x="105" y="464"/>
                      <a:pt x="127" y="499"/>
                    </a:cubicBezTo>
                    <a:cubicBezTo>
                      <a:pt x="136" y="514"/>
                      <a:pt x="178" y="517"/>
                      <a:pt x="196" y="505"/>
                    </a:cubicBezTo>
                    <a:cubicBezTo>
                      <a:pt x="200" y="503"/>
                      <a:pt x="202" y="499"/>
                      <a:pt x="210" y="498"/>
                    </a:cubicBezTo>
                    <a:cubicBezTo>
                      <a:pt x="204" y="536"/>
                      <a:pt x="195" y="561"/>
                      <a:pt x="178" y="591"/>
                    </a:cubicBezTo>
                    <a:cubicBezTo>
                      <a:pt x="182" y="599"/>
                      <a:pt x="159" y="628"/>
                      <a:pt x="159" y="636"/>
                    </a:cubicBezTo>
                    <a:cubicBezTo>
                      <a:pt x="159" y="642"/>
                      <a:pt x="143" y="669"/>
                      <a:pt x="139" y="677"/>
                    </a:cubicBezTo>
                    <a:cubicBezTo>
                      <a:pt x="142" y="682"/>
                      <a:pt x="125" y="697"/>
                      <a:pt x="124" y="701"/>
                    </a:cubicBezTo>
                    <a:cubicBezTo>
                      <a:pt x="109" y="734"/>
                      <a:pt x="93" y="755"/>
                      <a:pt x="77" y="785"/>
                    </a:cubicBezTo>
                    <a:cubicBezTo>
                      <a:pt x="69" y="801"/>
                      <a:pt x="56" y="815"/>
                      <a:pt x="46" y="829"/>
                    </a:cubicBezTo>
                    <a:cubicBezTo>
                      <a:pt x="40" y="839"/>
                      <a:pt x="41" y="845"/>
                      <a:pt x="35" y="857"/>
                    </a:cubicBezTo>
                    <a:cubicBezTo>
                      <a:pt x="30" y="869"/>
                      <a:pt x="15" y="883"/>
                      <a:pt x="11" y="897"/>
                    </a:cubicBezTo>
                    <a:cubicBezTo>
                      <a:pt x="12" y="900"/>
                      <a:pt x="12" y="903"/>
                      <a:pt x="12" y="906"/>
                    </a:cubicBezTo>
                    <a:cubicBezTo>
                      <a:pt x="7" y="917"/>
                      <a:pt x="0" y="932"/>
                      <a:pt x="0" y="948"/>
                    </a:cubicBezTo>
                    <a:cubicBezTo>
                      <a:pt x="3" y="952"/>
                      <a:pt x="6" y="955"/>
                      <a:pt x="10" y="959"/>
                    </a:cubicBezTo>
                    <a:cubicBezTo>
                      <a:pt x="33" y="957"/>
                      <a:pt x="68" y="913"/>
                      <a:pt x="77" y="893"/>
                    </a:cubicBezTo>
                    <a:cubicBezTo>
                      <a:pt x="84" y="881"/>
                      <a:pt x="104" y="868"/>
                      <a:pt x="113" y="854"/>
                    </a:cubicBezTo>
                    <a:cubicBezTo>
                      <a:pt x="120" y="844"/>
                      <a:pt x="126" y="820"/>
                      <a:pt x="138" y="817"/>
                    </a:cubicBezTo>
                    <a:cubicBezTo>
                      <a:pt x="140" y="821"/>
                      <a:pt x="142" y="869"/>
                      <a:pt x="140" y="876"/>
                    </a:cubicBezTo>
                    <a:cubicBezTo>
                      <a:pt x="140" y="876"/>
                      <a:pt x="138" y="913"/>
                      <a:pt x="138" y="913"/>
                    </a:cubicBezTo>
                    <a:cubicBezTo>
                      <a:pt x="138" y="915"/>
                      <a:pt x="141" y="922"/>
                      <a:pt x="140" y="926"/>
                    </a:cubicBezTo>
                    <a:cubicBezTo>
                      <a:pt x="134" y="939"/>
                      <a:pt x="133" y="949"/>
                      <a:pt x="133" y="970"/>
                    </a:cubicBezTo>
                    <a:cubicBezTo>
                      <a:pt x="133" y="978"/>
                      <a:pt x="133" y="986"/>
                      <a:pt x="133" y="994"/>
                    </a:cubicBezTo>
                    <a:cubicBezTo>
                      <a:pt x="131" y="996"/>
                      <a:pt x="130" y="998"/>
                      <a:pt x="128" y="999"/>
                    </a:cubicBezTo>
                    <a:cubicBezTo>
                      <a:pt x="128" y="1024"/>
                      <a:pt x="127" y="1048"/>
                      <a:pt x="127" y="1073"/>
                    </a:cubicBezTo>
                    <a:cubicBezTo>
                      <a:pt x="113" y="1114"/>
                      <a:pt x="126" y="1161"/>
                      <a:pt x="157" y="1171"/>
                    </a:cubicBezTo>
                    <a:cubicBezTo>
                      <a:pt x="165" y="1171"/>
                      <a:pt x="172" y="1170"/>
                      <a:pt x="179" y="1170"/>
                    </a:cubicBezTo>
                    <a:cubicBezTo>
                      <a:pt x="182" y="1164"/>
                      <a:pt x="188" y="1163"/>
                      <a:pt x="192" y="1159"/>
                    </a:cubicBezTo>
                    <a:cubicBezTo>
                      <a:pt x="195" y="1152"/>
                      <a:pt x="198" y="1144"/>
                      <a:pt x="201" y="1137"/>
                    </a:cubicBezTo>
                    <a:cubicBezTo>
                      <a:pt x="203" y="1131"/>
                      <a:pt x="209" y="1085"/>
                      <a:pt x="205" y="1075"/>
                    </a:cubicBezTo>
                    <a:cubicBezTo>
                      <a:pt x="202" y="1073"/>
                      <a:pt x="200" y="1071"/>
                      <a:pt x="198" y="1069"/>
                    </a:cubicBezTo>
                    <a:cubicBezTo>
                      <a:pt x="198" y="1030"/>
                      <a:pt x="198" y="990"/>
                      <a:pt x="198" y="950"/>
                    </a:cubicBezTo>
                    <a:cubicBezTo>
                      <a:pt x="199" y="943"/>
                      <a:pt x="203" y="941"/>
                      <a:pt x="205" y="935"/>
                    </a:cubicBezTo>
                    <a:cubicBezTo>
                      <a:pt x="205" y="928"/>
                      <a:pt x="205" y="922"/>
                      <a:pt x="205" y="916"/>
                    </a:cubicBezTo>
                    <a:cubicBezTo>
                      <a:pt x="207" y="909"/>
                      <a:pt x="208" y="901"/>
                      <a:pt x="210" y="893"/>
                    </a:cubicBezTo>
                    <a:cubicBezTo>
                      <a:pt x="210" y="888"/>
                      <a:pt x="209" y="883"/>
                      <a:pt x="209" y="878"/>
                    </a:cubicBezTo>
                    <a:cubicBezTo>
                      <a:pt x="213" y="867"/>
                      <a:pt x="217" y="852"/>
                      <a:pt x="220" y="842"/>
                    </a:cubicBezTo>
                    <a:cubicBezTo>
                      <a:pt x="220" y="833"/>
                      <a:pt x="220" y="823"/>
                      <a:pt x="220" y="814"/>
                    </a:cubicBezTo>
                    <a:cubicBezTo>
                      <a:pt x="225" y="779"/>
                      <a:pt x="207" y="725"/>
                      <a:pt x="181" y="711"/>
                    </a:cubicBezTo>
                    <a:cubicBezTo>
                      <a:pt x="181" y="682"/>
                      <a:pt x="201" y="665"/>
                      <a:pt x="210" y="643"/>
                    </a:cubicBezTo>
                    <a:cubicBezTo>
                      <a:pt x="231" y="597"/>
                      <a:pt x="260" y="553"/>
                      <a:pt x="279" y="506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55" name="iṣľîḑe"/>
              <p:cNvSpPr/>
              <p:nvPr/>
            </p:nvSpPr>
            <p:spPr bwMode="auto">
              <a:xfrm>
                <a:off x="5000625" y="4865685"/>
                <a:ext cx="473075" cy="1063624"/>
              </a:xfrm>
              <a:custGeom>
                <a:avLst/>
                <a:gdLst>
                  <a:gd name="T0" fmla="*/ 392 w 466"/>
                  <a:gd name="T1" fmla="*/ 857 h 1043"/>
                  <a:gd name="T2" fmla="*/ 253 w 466"/>
                  <a:gd name="T3" fmla="*/ 759 h 1043"/>
                  <a:gd name="T4" fmla="*/ 169 w 466"/>
                  <a:gd name="T5" fmla="*/ 808 h 1043"/>
                  <a:gd name="T6" fmla="*/ 236 w 466"/>
                  <a:gd name="T7" fmla="*/ 670 h 1043"/>
                  <a:gd name="T8" fmla="*/ 319 w 466"/>
                  <a:gd name="T9" fmla="*/ 617 h 1043"/>
                  <a:gd name="T10" fmla="*/ 341 w 466"/>
                  <a:gd name="T11" fmla="*/ 489 h 1043"/>
                  <a:gd name="T12" fmla="*/ 362 w 466"/>
                  <a:gd name="T13" fmla="*/ 400 h 1043"/>
                  <a:gd name="T14" fmla="*/ 283 w 466"/>
                  <a:gd name="T15" fmla="*/ 247 h 1043"/>
                  <a:gd name="T16" fmla="*/ 147 w 466"/>
                  <a:gd name="T17" fmla="*/ 437 h 1043"/>
                  <a:gd name="T18" fmla="*/ 159 w 466"/>
                  <a:gd name="T19" fmla="*/ 389 h 1043"/>
                  <a:gd name="T20" fmla="*/ 325 w 466"/>
                  <a:gd name="T21" fmla="*/ 161 h 1043"/>
                  <a:gd name="T22" fmla="*/ 437 w 466"/>
                  <a:gd name="T23" fmla="*/ 1 h 1043"/>
                  <a:gd name="T24" fmla="*/ 356 w 466"/>
                  <a:gd name="T25" fmla="*/ 43 h 1043"/>
                  <a:gd name="T26" fmla="*/ 194 w 466"/>
                  <a:gd name="T27" fmla="*/ 172 h 1043"/>
                  <a:gd name="T28" fmla="*/ 201 w 466"/>
                  <a:gd name="T29" fmla="*/ 147 h 1043"/>
                  <a:gd name="T30" fmla="*/ 146 w 466"/>
                  <a:gd name="T31" fmla="*/ 23 h 1043"/>
                  <a:gd name="T32" fmla="*/ 96 w 466"/>
                  <a:gd name="T33" fmla="*/ 306 h 1043"/>
                  <a:gd name="T34" fmla="*/ 211 w 466"/>
                  <a:gd name="T35" fmla="*/ 214 h 1043"/>
                  <a:gd name="T36" fmla="*/ 384 w 466"/>
                  <a:gd name="T37" fmla="*/ 56 h 1043"/>
                  <a:gd name="T38" fmla="*/ 352 w 466"/>
                  <a:gd name="T39" fmla="*/ 93 h 1043"/>
                  <a:gd name="T40" fmla="*/ 240 w 466"/>
                  <a:gd name="T41" fmla="*/ 220 h 1043"/>
                  <a:gd name="T42" fmla="*/ 68 w 466"/>
                  <a:gd name="T43" fmla="*/ 555 h 1043"/>
                  <a:gd name="T44" fmla="*/ 110 w 466"/>
                  <a:gd name="T45" fmla="*/ 700 h 1043"/>
                  <a:gd name="T46" fmla="*/ 142 w 466"/>
                  <a:gd name="T47" fmla="*/ 574 h 1043"/>
                  <a:gd name="T48" fmla="*/ 258 w 466"/>
                  <a:gd name="T49" fmla="*/ 344 h 1043"/>
                  <a:gd name="T50" fmla="*/ 341 w 466"/>
                  <a:gd name="T51" fmla="*/ 260 h 1043"/>
                  <a:gd name="T52" fmla="*/ 332 w 466"/>
                  <a:gd name="T53" fmla="*/ 376 h 1043"/>
                  <a:gd name="T54" fmla="*/ 313 w 466"/>
                  <a:gd name="T55" fmla="*/ 503 h 1043"/>
                  <a:gd name="T56" fmla="*/ 293 w 466"/>
                  <a:gd name="T57" fmla="*/ 576 h 1043"/>
                  <a:gd name="T58" fmla="*/ 284 w 466"/>
                  <a:gd name="T59" fmla="*/ 627 h 1043"/>
                  <a:gd name="T60" fmla="*/ 284 w 466"/>
                  <a:gd name="T61" fmla="*/ 455 h 1043"/>
                  <a:gd name="T62" fmla="*/ 201 w 466"/>
                  <a:gd name="T63" fmla="*/ 572 h 1043"/>
                  <a:gd name="T64" fmla="*/ 3 w 466"/>
                  <a:gd name="T65" fmla="*/ 1027 h 1043"/>
                  <a:gd name="T66" fmla="*/ 105 w 466"/>
                  <a:gd name="T67" fmla="*/ 958 h 1043"/>
                  <a:gd name="T68" fmla="*/ 301 w 466"/>
                  <a:gd name="T69" fmla="*/ 768 h 1043"/>
                  <a:gd name="T70" fmla="*/ 378 w 466"/>
                  <a:gd name="T71" fmla="*/ 740 h 1043"/>
                  <a:gd name="T72" fmla="*/ 219 w 466"/>
                  <a:gd name="T73" fmla="*/ 881 h 1043"/>
                  <a:gd name="T74" fmla="*/ 304 w 466"/>
                  <a:gd name="T75" fmla="*/ 979 h 1043"/>
                  <a:gd name="T76" fmla="*/ 435 w 466"/>
                  <a:gd name="T77" fmla="*/ 991 h 1043"/>
                  <a:gd name="T78" fmla="*/ 449 w 466"/>
                  <a:gd name="T79" fmla="*/ 951 h 1043"/>
                  <a:gd name="T80" fmla="*/ 129 w 466"/>
                  <a:gd name="T81" fmla="*/ 467 h 1043"/>
                  <a:gd name="T82" fmla="*/ 134 w 466"/>
                  <a:gd name="T83" fmla="*/ 466 h 1043"/>
                  <a:gd name="T84" fmla="*/ 277 w 466"/>
                  <a:gd name="T85" fmla="*/ 889 h 1043"/>
                  <a:gd name="T86" fmla="*/ 309 w 466"/>
                  <a:gd name="T87" fmla="*/ 910 h 1043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</a:cxnLst>
                <a:rect l="0" t="0" r="r" b="b"/>
                <a:pathLst>
                  <a:path w="466" h="1043">
                    <a:moveTo>
                      <a:pt x="412" y="914"/>
                    </a:moveTo>
                    <a:cubicBezTo>
                      <a:pt x="407" y="911"/>
                      <a:pt x="388" y="899"/>
                      <a:pt x="385" y="893"/>
                    </a:cubicBezTo>
                    <a:cubicBezTo>
                      <a:pt x="379" y="887"/>
                      <a:pt x="392" y="857"/>
                      <a:pt x="392" y="857"/>
                    </a:cubicBezTo>
                    <a:cubicBezTo>
                      <a:pt x="396" y="826"/>
                      <a:pt x="441" y="785"/>
                      <a:pt x="420" y="740"/>
                    </a:cubicBezTo>
                    <a:cubicBezTo>
                      <a:pt x="405" y="709"/>
                      <a:pt x="367" y="710"/>
                      <a:pt x="334" y="722"/>
                    </a:cubicBezTo>
                    <a:cubicBezTo>
                      <a:pt x="307" y="731"/>
                      <a:pt x="277" y="745"/>
                      <a:pt x="253" y="759"/>
                    </a:cubicBezTo>
                    <a:cubicBezTo>
                      <a:pt x="245" y="763"/>
                      <a:pt x="238" y="773"/>
                      <a:pt x="230" y="776"/>
                    </a:cubicBezTo>
                    <a:cubicBezTo>
                      <a:pt x="210" y="786"/>
                      <a:pt x="190" y="795"/>
                      <a:pt x="173" y="808"/>
                    </a:cubicBezTo>
                    <a:cubicBezTo>
                      <a:pt x="171" y="808"/>
                      <a:pt x="170" y="808"/>
                      <a:pt x="169" y="808"/>
                    </a:cubicBezTo>
                    <a:cubicBezTo>
                      <a:pt x="168" y="807"/>
                      <a:pt x="167" y="805"/>
                      <a:pt x="166" y="803"/>
                    </a:cubicBezTo>
                    <a:cubicBezTo>
                      <a:pt x="195" y="763"/>
                      <a:pt x="208" y="713"/>
                      <a:pt x="233" y="670"/>
                    </a:cubicBezTo>
                    <a:cubicBezTo>
                      <a:pt x="234" y="670"/>
                      <a:pt x="235" y="670"/>
                      <a:pt x="236" y="670"/>
                    </a:cubicBezTo>
                    <a:cubicBezTo>
                      <a:pt x="238" y="694"/>
                      <a:pt x="273" y="713"/>
                      <a:pt x="298" y="708"/>
                    </a:cubicBezTo>
                    <a:cubicBezTo>
                      <a:pt x="310" y="691"/>
                      <a:pt x="311" y="654"/>
                      <a:pt x="319" y="634"/>
                    </a:cubicBezTo>
                    <a:cubicBezTo>
                      <a:pt x="319" y="628"/>
                      <a:pt x="319" y="623"/>
                      <a:pt x="319" y="617"/>
                    </a:cubicBezTo>
                    <a:cubicBezTo>
                      <a:pt x="322" y="609"/>
                      <a:pt x="326" y="592"/>
                      <a:pt x="330" y="582"/>
                    </a:cubicBezTo>
                    <a:cubicBezTo>
                      <a:pt x="331" y="567"/>
                      <a:pt x="332" y="552"/>
                      <a:pt x="334" y="537"/>
                    </a:cubicBezTo>
                    <a:cubicBezTo>
                      <a:pt x="338" y="523"/>
                      <a:pt x="344" y="505"/>
                      <a:pt x="341" y="489"/>
                    </a:cubicBezTo>
                    <a:cubicBezTo>
                      <a:pt x="344" y="485"/>
                      <a:pt x="346" y="475"/>
                      <a:pt x="348" y="469"/>
                    </a:cubicBezTo>
                    <a:cubicBezTo>
                      <a:pt x="348" y="463"/>
                      <a:pt x="348" y="458"/>
                      <a:pt x="348" y="453"/>
                    </a:cubicBezTo>
                    <a:cubicBezTo>
                      <a:pt x="353" y="441"/>
                      <a:pt x="361" y="413"/>
                      <a:pt x="362" y="400"/>
                    </a:cubicBezTo>
                    <a:cubicBezTo>
                      <a:pt x="363" y="387"/>
                      <a:pt x="385" y="326"/>
                      <a:pt x="382" y="322"/>
                    </a:cubicBezTo>
                    <a:cubicBezTo>
                      <a:pt x="386" y="291"/>
                      <a:pt x="408" y="244"/>
                      <a:pt x="375" y="223"/>
                    </a:cubicBezTo>
                    <a:cubicBezTo>
                      <a:pt x="343" y="203"/>
                      <a:pt x="305" y="232"/>
                      <a:pt x="283" y="247"/>
                    </a:cubicBezTo>
                    <a:cubicBezTo>
                      <a:pt x="227" y="285"/>
                      <a:pt x="193" y="338"/>
                      <a:pt x="165" y="400"/>
                    </a:cubicBezTo>
                    <a:cubicBezTo>
                      <a:pt x="163" y="402"/>
                      <a:pt x="161" y="404"/>
                      <a:pt x="159" y="406"/>
                    </a:cubicBezTo>
                    <a:cubicBezTo>
                      <a:pt x="153" y="415"/>
                      <a:pt x="151" y="428"/>
                      <a:pt x="147" y="437"/>
                    </a:cubicBezTo>
                    <a:cubicBezTo>
                      <a:pt x="145" y="441"/>
                      <a:pt x="138" y="449"/>
                      <a:pt x="137" y="452"/>
                    </a:cubicBezTo>
                    <a:cubicBezTo>
                      <a:pt x="134" y="450"/>
                      <a:pt x="136" y="450"/>
                      <a:pt x="135" y="447"/>
                    </a:cubicBezTo>
                    <a:cubicBezTo>
                      <a:pt x="147" y="437"/>
                      <a:pt x="149" y="410"/>
                      <a:pt x="159" y="389"/>
                    </a:cubicBezTo>
                    <a:cubicBezTo>
                      <a:pt x="176" y="353"/>
                      <a:pt x="199" y="322"/>
                      <a:pt x="218" y="287"/>
                    </a:cubicBezTo>
                    <a:cubicBezTo>
                      <a:pt x="235" y="253"/>
                      <a:pt x="267" y="226"/>
                      <a:pt x="291" y="193"/>
                    </a:cubicBezTo>
                    <a:cubicBezTo>
                      <a:pt x="300" y="180"/>
                      <a:pt x="316" y="173"/>
                      <a:pt x="325" y="161"/>
                    </a:cubicBezTo>
                    <a:cubicBezTo>
                      <a:pt x="332" y="151"/>
                      <a:pt x="347" y="133"/>
                      <a:pt x="357" y="127"/>
                    </a:cubicBezTo>
                    <a:cubicBezTo>
                      <a:pt x="398" y="100"/>
                      <a:pt x="438" y="61"/>
                      <a:pt x="454" y="13"/>
                    </a:cubicBezTo>
                    <a:cubicBezTo>
                      <a:pt x="448" y="9"/>
                      <a:pt x="442" y="5"/>
                      <a:pt x="437" y="1"/>
                    </a:cubicBezTo>
                    <a:cubicBezTo>
                      <a:pt x="432" y="6"/>
                      <a:pt x="422" y="0"/>
                      <a:pt x="417" y="2"/>
                    </a:cubicBezTo>
                    <a:cubicBezTo>
                      <a:pt x="412" y="4"/>
                      <a:pt x="405" y="12"/>
                      <a:pt x="401" y="15"/>
                    </a:cubicBezTo>
                    <a:cubicBezTo>
                      <a:pt x="386" y="26"/>
                      <a:pt x="371" y="33"/>
                      <a:pt x="356" y="43"/>
                    </a:cubicBezTo>
                    <a:cubicBezTo>
                      <a:pt x="343" y="50"/>
                      <a:pt x="333" y="65"/>
                      <a:pt x="321" y="72"/>
                    </a:cubicBezTo>
                    <a:cubicBezTo>
                      <a:pt x="281" y="99"/>
                      <a:pt x="252" y="129"/>
                      <a:pt x="212" y="155"/>
                    </a:cubicBezTo>
                    <a:cubicBezTo>
                      <a:pt x="206" y="161"/>
                      <a:pt x="200" y="166"/>
                      <a:pt x="194" y="172"/>
                    </a:cubicBezTo>
                    <a:cubicBezTo>
                      <a:pt x="193" y="172"/>
                      <a:pt x="193" y="173"/>
                      <a:pt x="192" y="174"/>
                    </a:cubicBezTo>
                    <a:cubicBezTo>
                      <a:pt x="192" y="172"/>
                      <a:pt x="192" y="171"/>
                      <a:pt x="191" y="170"/>
                    </a:cubicBezTo>
                    <a:cubicBezTo>
                      <a:pt x="197" y="167"/>
                      <a:pt x="196" y="156"/>
                      <a:pt x="201" y="147"/>
                    </a:cubicBezTo>
                    <a:cubicBezTo>
                      <a:pt x="206" y="135"/>
                      <a:pt x="213" y="122"/>
                      <a:pt x="215" y="105"/>
                    </a:cubicBezTo>
                    <a:cubicBezTo>
                      <a:pt x="220" y="69"/>
                      <a:pt x="183" y="22"/>
                      <a:pt x="147" y="23"/>
                    </a:cubicBezTo>
                    <a:cubicBezTo>
                      <a:pt x="146" y="23"/>
                      <a:pt x="146" y="23"/>
                      <a:pt x="146" y="23"/>
                    </a:cubicBezTo>
                    <a:cubicBezTo>
                      <a:pt x="135" y="37"/>
                      <a:pt x="137" y="61"/>
                      <a:pt x="129" y="78"/>
                    </a:cubicBezTo>
                    <a:cubicBezTo>
                      <a:pt x="112" y="117"/>
                      <a:pt x="88" y="163"/>
                      <a:pt x="73" y="211"/>
                    </a:cubicBezTo>
                    <a:cubicBezTo>
                      <a:pt x="63" y="245"/>
                      <a:pt x="76" y="295"/>
                      <a:pt x="96" y="306"/>
                    </a:cubicBezTo>
                    <a:cubicBezTo>
                      <a:pt x="120" y="302"/>
                      <a:pt x="141" y="277"/>
                      <a:pt x="154" y="264"/>
                    </a:cubicBezTo>
                    <a:cubicBezTo>
                      <a:pt x="157" y="260"/>
                      <a:pt x="160" y="256"/>
                      <a:pt x="163" y="253"/>
                    </a:cubicBezTo>
                    <a:cubicBezTo>
                      <a:pt x="183" y="243"/>
                      <a:pt x="194" y="226"/>
                      <a:pt x="211" y="214"/>
                    </a:cubicBezTo>
                    <a:cubicBezTo>
                      <a:pt x="238" y="196"/>
                      <a:pt x="259" y="176"/>
                      <a:pt x="280" y="152"/>
                    </a:cubicBezTo>
                    <a:cubicBezTo>
                      <a:pt x="295" y="134"/>
                      <a:pt x="322" y="117"/>
                      <a:pt x="332" y="98"/>
                    </a:cubicBezTo>
                    <a:cubicBezTo>
                      <a:pt x="341" y="82"/>
                      <a:pt x="377" y="69"/>
                      <a:pt x="384" y="56"/>
                    </a:cubicBezTo>
                    <a:cubicBezTo>
                      <a:pt x="385" y="56"/>
                      <a:pt x="386" y="56"/>
                      <a:pt x="387" y="56"/>
                    </a:cubicBezTo>
                    <a:cubicBezTo>
                      <a:pt x="387" y="56"/>
                      <a:pt x="387" y="57"/>
                      <a:pt x="387" y="58"/>
                    </a:cubicBezTo>
                    <a:cubicBezTo>
                      <a:pt x="377" y="71"/>
                      <a:pt x="363" y="80"/>
                      <a:pt x="352" y="93"/>
                    </a:cubicBezTo>
                    <a:cubicBezTo>
                      <a:pt x="353" y="94"/>
                      <a:pt x="333" y="115"/>
                      <a:pt x="329" y="120"/>
                    </a:cubicBezTo>
                    <a:cubicBezTo>
                      <a:pt x="304" y="147"/>
                      <a:pt x="277" y="172"/>
                      <a:pt x="253" y="201"/>
                    </a:cubicBezTo>
                    <a:cubicBezTo>
                      <a:pt x="255" y="203"/>
                      <a:pt x="243" y="217"/>
                      <a:pt x="240" y="220"/>
                    </a:cubicBezTo>
                    <a:cubicBezTo>
                      <a:pt x="224" y="237"/>
                      <a:pt x="209" y="257"/>
                      <a:pt x="195" y="276"/>
                    </a:cubicBezTo>
                    <a:cubicBezTo>
                      <a:pt x="141" y="351"/>
                      <a:pt x="103" y="443"/>
                      <a:pt x="75" y="534"/>
                    </a:cubicBezTo>
                    <a:cubicBezTo>
                      <a:pt x="73" y="542"/>
                      <a:pt x="70" y="550"/>
                      <a:pt x="68" y="555"/>
                    </a:cubicBezTo>
                    <a:cubicBezTo>
                      <a:pt x="69" y="559"/>
                      <a:pt x="69" y="562"/>
                      <a:pt x="70" y="566"/>
                    </a:cubicBezTo>
                    <a:cubicBezTo>
                      <a:pt x="57" y="602"/>
                      <a:pt x="13" y="739"/>
                      <a:pt x="88" y="738"/>
                    </a:cubicBezTo>
                    <a:cubicBezTo>
                      <a:pt x="102" y="728"/>
                      <a:pt x="105" y="719"/>
                      <a:pt x="110" y="700"/>
                    </a:cubicBezTo>
                    <a:cubicBezTo>
                      <a:pt x="110" y="693"/>
                      <a:pt x="110" y="686"/>
                      <a:pt x="110" y="679"/>
                    </a:cubicBezTo>
                    <a:cubicBezTo>
                      <a:pt x="122" y="655"/>
                      <a:pt x="126" y="615"/>
                      <a:pt x="140" y="589"/>
                    </a:cubicBezTo>
                    <a:cubicBezTo>
                      <a:pt x="141" y="584"/>
                      <a:pt x="141" y="579"/>
                      <a:pt x="142" y="574"/>
                    </a:cubicBezTo>
                    <a:cubicBezTo>
                      <a:pt x="165" y="524"/>
                      <a:pt x="183" y="467"/>
                      <a:pt x="205" y="419"/>
                    </a:cubicBezTo>
                    <a:cubicBezTo>
                      <a:pt x="214" y="398"/>
                      <a:pt x="232" y="380"/>
                      <a:pt x="243" y="359"/>
                    </a:cubicBezTo>
                    <a:cubicBezTo>
                      <a:pt x="248" y="354"/>
                      <a:pt x="253" y="349"/>
                      <a:pt x="258" y="344"/>
                    </a:cubicBezTo>
                    <a:cubicBezTo>
                      <a:pt x="266" y="328"/>
                      <a:pt x="277" y="315"/>
                      <a:pt x="293" y="304"/>
                    </a:cubicBezTo>
                    <a:cubicBezTo>
                      <a:pt x="295" y="301"/>
                      <a:pt x="297" y="298"/>
                      <a:pt x="299" y="295"/>
                    </a:cubicBezTo>
                    <a:cubicBezTo>
                      <a:pt x="312" y="282"/>
                      <a:pt x="324" y="268"/>
                      <a:pt x="341" y="260"/>
                    </a:cubicBezTo>
                    <a:cubicBezTo>
                      <a:pt x="344" y="262"/>
                      <a:pt x="347" y="264"/>
                      <a:pt x="349" y="265"/>
                    </a:cubicBezTo>
                    <a:cubicBezTo>
                      <a:pt x="360" y="282"/>
                      <a:pt x="347" y="312"/>
                      <a:pt x="341" y="324"/>
                    </a:cubicBezTo>
                    <a:cubicBezTo>
                      <a:pt x="345" y="329"/>
                      <a:pt x="334" y="370"/>
                      <a:pt x="332" y="376"/>
                    </a:cubicBezTo>
                    <a:cubicBezTo>
                      <a:pt x="328" y="397"/>
                      <a:pt x="324" y="419"/>
                      <a:pt x="320" y="440"/>
                    </a:cubicBezTo>
                    <a:cubicBezTo>
                      <a:pt x="319" y="458"/>
                      <a:pt x="316" y="463"/>
                      <a:pt x="312" y="476"/>
                    </a:cubicBezTo>
                    <a:cubicBezTo>
                      <a:pt x="314" y="481"/>
                      <a:pt x="314" y="501"/>
                      <a:pt x="313" y="503"/>
                    </a:cubicBezTo>
                    <a:cubicBezTo>
                      <a:pt x="311" y="505"/>
                      <a:pt x="308" y="507"/>
                      <a:pt x="306" y="508"/>
                    </a:cubicBezTo>
                    <a:cubicBezTo>
                      <a:pt x="306" y="516"/>
                      <a:pt x="306" y="525"/>
                      <a:pt x="306" y="533"/>
                    </a:cubicBezTo>
                    <a:cubicBezTo>
                      <a:pt x="301" y="544"/>
                      <a:pt x="296" y="563"/>
                      <a:pt x="293" y="576"/>
                    </a:cubicBezTo>
                    <a:cubicBezTo>
                      <a:pt x="294" y="580"/>
                      <a:pt x="295" y="585"/>
                      <a:pt x="295" y="590"/>
                    </a:cubicBezTo>
                    <a:cubicBezTo>
                      <a:pt x="292" y="599"/>
                      <a:pt x="288" y="614"/>
                      <a:pt x="288" y="625"/>
                    </a:cubicBezTo>
                    <a:cubicBezTo>
                      <a:pt x="286" y="625"/>
                      <a:pt x="285" y="626"/>
                      <a:pt x="284" y="627"/>
                    </a:cubicBezTo>
                    <a:cubicBezTo>
                      <a:pt x="260" y="620"/>
                      <a:pt x="276" y="577"/>
                      <a:pt x="282" y="564"/>
                    </a:cubicBezTo>
                    <a:cubicBezTo>
                      <a:pt x="287" y="551"/>
                      <a:pt x="312" y="507"/>
                      <a:pt x="302" y="480"/>
                    </a:cubicBezTo>
                    <a:cubicBezTo>
                      <a:pt x="298" y="470"/>
                      <a:pt x="290" y="463"/>
                      <a:pt x="284" y="455"/>
                    </a:cubicBezTo>
                    <a:cubicBezTo>
                      <a:pt x="275" y="443"/>
                      <a:pt x="265" y="436"/>
                      <a:pt x="253" y="432"/>
                    </a:cubicBezTo>
                    <a:cubicBezTo>
                      <a:pt x="236" y="426"/>
                      <a:pt x="225" y="439"/>
                      <a:pt x="218" y="444"/>
                    </a:cubicBezTo>
                    <a:cubicBezTo>
                      <a:pt x="187" y="466"/>
                      <a:pt x="191" y="536"/>
                      <a:pt x="201" y="572"/>
                    </a:cubicBezTo>
                    <a:cubicBezTo>
                      <a:pt x="203" y="580"/>
                      <a:pt x="209" y="614"/>
                      <a:pt x="206" y="622"/>
                    </a:cubicBezTo>
                    <a:cubicBezTo>
                      <a:pt x="164" y="721"/>
                      <a:pt x="105" y="809"/>
                      <a:pt x="58" y="908"/>
                    </a:cubicBezTo>
                    <a:cubicBezTo>
                      <a:pt x="40" y="947"/>
                      <a:pt x="0" y="975"/>
                      <a:pt x="3" y="1027"/>
                    </a:cubicBezTo>
                    <a:cubicBezTo>
                      <a:pt x="10" y="1032"/>
                      <a:pt x="17" y="1037"/>
                      <a:pt x="24" y="1043"/>
                    </a:cubicBezTo>
                    <a:cubicBezTo>
                      <a:pt x="58" y="1041"/>
                      <a:pt x="79" y="996"/>
                      <a:pt x="94" y="968"/>
                    </a:cubicBezTo>
                    <a:cubicBezTo>
                      <a:pt x="97" y="965"/>
                      <a:pt x="101" y="962"/>
                      <a:pt x="105" y="958"/>
                    </a:cubicBezTo>
                    <a:cubicBezTo>
                      <a:pt x="115" y="944"/>
                      <a:pt x="122" y="933"/>
                      <a:pt x="132" y="918"/>
                    </a:cubicBezTo>
                    <a:cubicBezTo>
                      <a:pt x="138" y="909"/>
                      <a:pt x="151" y="903"/>
                      <a:pt x="157" y="894"/>
                    </a:cubicBezTo>
                    <a:cubicBezTo>
                      <a:pt x="187" y="846"/>
                      <a:pt x="255" y="801"/>
                      <a:pt x="301" y="768"/>
                    </a:cubicBezTo>
                    <a:cubicBezTo>
                      <a:pt x="308" y="763"/>
                      <a:pt x="338" y="749"/>
                      <a:pt x="347" y="745"/>
                    </a:cubicBezTo>
                    <a:cubicBezTo>
                      <a:pt x="357" y="742"/>
                      <a:pt x="364" y="743"/>
                      <a:pt x="371" y="738"/>
                    </a:cubicBezTo>
                    <a:cubicBezTo>
                      <a:pt x="375" y="739"/>
                      <a:pt x="375" y="739"/>
                      <a:pt x="378" y="740"/>
                    </a:cubicBezTo>
                    <a:cubicBezTo>
                      <a:pt x="390" y="781"/>
                      <a:pt x="348" y="829"/>
                      <a:pt x="342" y="860"/>
                    </a:cubicBezTo>
                    <a:cubicBezTo>
                      <a:pt x="323" y="860"/>
                      <a:pt x="315" y="851"/>
                      <a:pt x="300" y="845"/>
                    </a:cubicBezTo>
                    <a:cubicBezTo>
                      <a:pt x="261" y="831"/>
                      <a:pt x="230" y="846"/>
                      <a:pt x="219" y="881"/>
                    </a:cubicBezTo>
                    <a:cubicBezTo>
                      <a:pt x="218" y="886"/>
                      <a:pt x="223" y="890"/>
                      <a:pt x="224" y="894"/>
                    </a:cubicBezTo>
                    <a:cubicBezTo>
                      <a:pt x="234" y="922"/>
                      <a:pt x="250" y="944"/>
                      <a:pt x="275" y="963"/>
                    </a:cubicBezTo>
                    <a:cubicBezTo>
                      <a:pt x="281" y="967"/>
                      <a:pt x="290" y="984"/>
                      <a:pt x="304" y="979"/>
                    </a:cubicBezTo>
                    <a:cubicBezTo>
                      <a:pt x="331" y="971"/>
                      <a:pt x="343" y="932"/>
                      <a:pt x="360" y="928"/>
                    </a:cubicBezTo>
                    <a:cubicBezTo>
                      <a:pt x="375" y="940"/>
                      <a:pt x="385" y="961"/>
                      <a:pt x="401" y="973"/>
                    </a:cubicBezTo>
                    <a:cubicBezTo>
                      <a:pt x="412" y="980"/>
                      <a:pt x="425" y="986"/>
                      <a:pt x="435" y="991"/>
                    </a:cubicBezTo>
                    <a:cubicBezTo>
                      <a:pt x="441" y="995"/>
                      <a:pt x="446" y="1001"/>
                      <a:pt x="456" y="1001"/>
                    </a:cubicBezTo>
                    <a:cubicBezTo>
                      <a:pt x="460" y="999"/>
                      <a:pt x="465" y="993"/>
                      <a:pt x="466" y="988"/>
                    </a:cubicBezTo>
                    <a:cubicBezTo>
                      <a:pt x="460" y="982"/>
                      <a:pt x="456" y="960"/>
                      <a:pt x="449" y="951"/>
                    </a:cubicBezTo>
                    <a:cubicBezTo>
                      <a:pt x="443" y="942"/>
                      <a:pt x="421" y="919"/>
                      <a:pt x="412" y="914"/>
                    </a:cubicBezTo>
                    <a:close/>
                    <a:moveTo>
                      <a:pt x="134" y="466"/>
                    </a:moveTo>
                    <a:cubicBezTo>
                      <a:pt x="132" y="466"/>
                      <a:pt x="131" y="467"/>
                      <a:pt x="129" y="467"/>
                    </a:cubicBezTo>
                    <a:cubicBezTo>
                      <a:pt x="130" y="465"/>
                      <a:pt x="131" y="462"/>
                      <a:pt x="132" y="460"/>
                    </a:cubicBezTo>
                    <a:cubicBezTo>
                      <a:pt x="133" y="461"/>
                      <a:pt x="134" y="461"/>
                      <a:pt x="134" y="462"/>
                    </a:cubicBezTo>
                    <a:cubicBezTo>
                      <a:pt x="134" y="463"/>
                      <a:pt x="134" y="465"/>
                      <a:pt x="134" y="466"/>
                    </a:cubicBezTo>
                    <a:close/>
                    <a:moveTo>
                      <a:pt x="309" y="910"/>
                    </a:moveTo>
                    <a:cubicBezTo>
                      <a:pt x="303" y="914"/>
                      <a:pt x="300" y="912"/>
                      <a:pt x="291" y="915"/>
                    </a:cubicBezTo>
                    <a:cubicBezTo>
                      <a:pt x="285" y="907"/>
                      <a:pt x="281" y="900"/>
                      <a:pt x="277" y="889"/>
                    </a:cubicBezTo>
                    <a:cubicBezTo>
                      <a:pt x="278" y="888"/>
                      <a:pt x="277" y="889"/>
                      <a:pt x="278" y="888"/>
                    </a:cubicBezTo>
                    <a:cubicBezTo>
                      <a:pt x="290" y="888"/>
                      <a:pt x="297" y="893"/>
                      <a:pt x="306" y="894"/>
                    </a:cubicBezTo>
                    <a:cubicBezTo>
                      <a:pt x="309" y="898"/>
                      <a:pt x="310" y="902"/>
                      <a:pt x="309" y="910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</p:grpSp>
        <p:grpSp>
          <p:nvGrpSpPr>
            <p:cNvPr id="44" name="íšľïḋê"/>
            <p:cNvGrpSpPr/>
            <p:nvPr/>
          </p:nvGrpSpPr>
          <p:grpSpPr>
            <a:xfrm>
              <a:off x="8190759" y="2868968"/>
              <a:ext cx="635165" cy="888620"/>
              <a:chOff x="6813550" y="4995860"/>
              <a:chExt cx="660400" cy="923924"/>
            </a:xfrm>
            <a:grpFill/>
          </p:grpSpPr>
          <p:sp>
            <p:nvSpPr>
              <p:cNvPr id="50" name="ïşḻiḍe"/>
              <p:cNvSpPr/>
              <p:nvPr/>
            </p:nvSpPr>
            <p:spPr bwMode="auto">
              <a:xfrm>
                <a:off x="6813550" y="4995860"/>
                <a:ext cx="660400" cy="923924"/>
              </a:xfrm>
              <a:custGeom>
                <a:avLst/>
                <a:gdLst>
                  <a:gd name="T0" fmla="*/ 467 w 649"/>
                  <a:gd name="T1" fmla="*/ 260 h 907"/>
                  <a:gd name="T2" fmla="*/ 543 w 649"/>
                  <a:gd name="T3" fmla="*/ 120 h 907"/>
                  <a:gd name="T4" fmla="*/ 577 w 649"/>
                  <a:gd name="T5" fmla="*/ 2 h 907"/>
                  <a:gd name="T6" fmla="*/ 462 w 649"/>
                  <a:gd name="T7" fmla="*/ 50 h 907"/>
                  <a:gd name="T8" fmla="*/ 562 w 649"/>
                  <a:gd name="T9" fmla="*/ 49 h 907"/>
                  <a:gd name="T10" fmla="*/ 445 w 649"/>
                  <a:gd name="T11" fmla="*/ 265 h 907"/>
                  <a:gd name="T12" fmla="*/ 433 w 649"/>
                  <a:gd name="T13" fmla="*/ 236 h 907"/>
                  <a:gd name="T14" fmla="*/ 395 w 649"/>
                  <a:gd name="T15" fmla="*/ 120 h 907"/>
                  <a:gd name="T16" fmla="*/ 460 w 649"/>
                  <a:gd name="T17" fmla="*/ 18 h 907"/>
                  <a:gd name="T18" fmla="*/ 294 w 649"/>
                  <a:gd name="T19" fmla="*/ 91 h 907"/>
                  <a:gd name="T20" fmla="*/ 301 w 649"/>
                  <a:gd name="T21" fmla="*/ 122 h 907"/>
                  <a:gd name="T22" fmla="*/ 283 w 649"/>
                  <a:gd name="T23" fmla="*/ 157 h 907"/>
                  <a:gd name="T24" fmla="*/ 315 w 649"/>
                  <a:gd name="T25" fmla="*/ 202 h 907"/>
                  <a:gd name="T26" fmla="*/ 193 w 649"/>
                  <a:gd name="T27" fmla="*/ 266 h 907"/>
                  <a:gd name="T28" fmla="*/ 231 w 649"/>
                  <a:gd name="T29" fmla="*/ 330 h 907"/>
                  <a:gd name="T30" fmla="*/ 308 w 649"/>
                  <a:gd name="T31" fmla="*/ 264 h 907"/>
                  <a:gd name="T32" fmla="*/ 362 w 649"/>
                  <a:gd name="T33" fmla="*/ 332 h 907"/>
                  <a:gd name="T34" fmla="*/ 175 w 649"/>
                  <a:gd name="T35" fmla="*/ 395 h 907"/>
                  <a:gd name="T36" fmla="*/ 177 w 649"/>
                  <a:gd name="T37" fmla="*/ 277 h 907"/>
                  <a:gd name="T38" fmla="*/ 155 w 649"/>
                  <a:gd name="T39" fmla="*/ 258 h 907"/>
                  <a:gd name="T40" fmla="*/ 165 w 649"/>
                  <a:gd name="T41" fmla="*/ 428 h 907"/>
                  <a:gd name="T42" fmla="*/ 246 w 649"/>
                  <a:gd name="T43" fmla="*/ 406 h 907"/>
                  <a:gd name="T44" fmla="*/ 278 w 649"/>
                  <a:gd name="T45" fmla="*/ 393 h 907"/>
                  <a:gd name="T46" fmla="*/ 384 w 649"/>
                  <a:gd name="T47" fmla="*/ 399 h 907"/>
                  <a:gd name="T48" fmla="*/ 366 w 649"/>
                  <a:gd name="T49" fmla="*/ 494 h 907"/>
                  <a:gd name="T50" fmla="*/ 199 w 649"/>
                  <a:gd name="T51" fmla="*/ 615 h 907"/>
                  <a:gd name="T52" fmla="*/ 93 w 649"/>
                  <a:gd name="T53" fmla="*/ 660 h 907"/>
                  <a:gd name="T54" fmla="*/ 20 w 649"/>
                  <a:gd name="T55" fmla="*/ 679 h 907"/>
                  <a:gd name="T56" fmla="*/ 75 w 649"/>
                  <a:gd name="T57" fmla="*/ 751 h 907"/>
                  <a:gd name="T58" fmla="*/ 158 w 649"/>
                  <a:gd name="T59" fmla="*/ 718 h 907"/>
                  <a:gd name="T60" fmla="*/ 303 w 649"/>
                  <a:gd name="T61" fmla="*/ 847 h 907"/>
                  <a:gd name="T62" fmla="*/ 74 w 649"/>
                  <a:gd name="T63" fmla="*/ 775 h 907"/>
                  <a:gd name="T64" fmla="*/ 143 w 649"/>
                  <a:gd name="T65" fmla="*/ 847 h 907"/>
                  <a:gd name="T66" fmla="*/ 329 w 649"/>
                  <a:gd name="T67" fmla="*/ 906 h 907"/>
                  <a:gd name="T68" fmla="*/ 342 w 649"/>
                  <a:gd name="T69" fmla="*/ 787 h 907"/>
                  <a:gd name="T70" fmla="*/ 374 w 649"/>
                  <a:gd name="T71" fmla="*/ 641 h 907"/>
                  <a:gd name="T72" fmla="*/ 426 w 649"/>
                  <a:gd name="T73" fmla="*/ 624 h 907"/>
                  <a:gd name="T74" fmla="*/ 444 w 649"/>
                  <a:gd name="T75" fmla="*/ 561 h 907"/>
                  <a:gd name="T76" fmla="*/ 331 w 649"/>
                  <a:gd name="T77" fmla="*/ 570 h 907"/>
                  <a:gd name="T78" fmla="*/ 434 w 649"/>
                  <a:gd name="T79" fmla="*/ 481 h 907"/>
                  <a:gd name="T80" fmla="*/ 300 w 649"/>
                  <a:gd name="T81" fmla="*/ 473 h 907"/>
                  <a:gd name="T82" fmla="*/ 353 w 649"/>
                  <a:gd name="T83" fmla="*/ 434 h 907"/>
                  <a:gd name="T84" fmla="*/ 474 w 649"/>
                  <a:gd name="T85" fmla="*/ 401 h 907"/>
                  <a:gd name="T86" fmla="*/ 244 w 649"/>
                  <a:gd name="T87" fmla="*/ 294 h 907"/>
                  <a:gd name="T88" fmla="*/ 336 w 649"/>
                  <a:gd name="T89" fmla="*/ 238 h 907"/>
                  <a:gd name="T90" fmla="*/ 349 w 649"/>
                  <a:gd name="T91" fmla="*/ 250 h 907"/>
                  <a:gd name="T92" fmla="*/ 412 w 649"/>
                  <a:gd name="T93" fmla="*/ 129 h 907"/>
                  <a:gd name="T94" fmla="*/ 411 w 649"/>
                  <a:gd name="T95" fmla="*/ 138 h 907"/>
                  <a:gd name="T96" fmla="*/ 390 w 649"/>
                  <a:gd name="T97" fmla="*/ 272 h 907"/>
                  <a:gd name="T98" fmla="*/ 433 w 649"/>
                  <a:gd name="T99" fmla="*/ 353 h 907"/>
                  <a:gd name="T100" fmla="*/ 470 w 649"/>
                  <a:gd name="T101" fmla="*/ 334 h 907"/>
                  <a:gd name="T102" fmla="*/ 626 w 649"/>
                  <a:gd name="T103" fmla="*/ 306 h 90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  <a:cxn ang="0">
                    <a:pos x="T90" y="T91"/>
                  </a:cxn>
                  <a:cxn ang="0">
                    <a:pos x="T92" y="T93"/>
                  </a:cxn>
                  <a:cxn ang="0">
                    <a:pos x="T94" y="T95"/>
                  </a:cxn>
                  <a:cxn ang="0">
                    <a:pos x="T96" y="T97"/>
                  </a:cxn>
                  <a:cxn ang="0">
                    <a:pos x="T98" y="T99"/>
                  </a:cxn>
                  <a:cxn ang="0">
                    <a:pos x="T100" y="T101"/>
                  </a:cxn>
                  <a:cxn ang="0">
                    <a:pos x="T102" y="T103"/>
                  </a:cxn>
                </a:cxnLst>
                <a:rect l="0" t="0" r="r" b="b"/>
                <a:pathLst>
                  <a:path w="649" h="907">
                    <a:moveTo>
                      <a:pt x="513" y="305"/>
                    </a:moveTo>
                    <a:cubicBezTo>
                      <a:pt x="507" y="305"/>
                      <a:pt x="501" y="305"/>
                      <a:pt x="496" y="305"/>
                    </a:cubicBezTo>
                    <a:cubicBezTo>
                      <a:pt x="482" y="309"/>
                      <a:pt x="468" y="309"/>
                      <a:pt x="455" y="315"/>
                    </a:cubicBezTo>
                    <a:cubicBezTo>
                      <a:pt x="439" y="314"/>
                      <a:pt x="463" y="267"/>
                      <a:pt x="467" y="260"/>
                    </a:cubicBezTo>
                    <a:cubicBezTo>
                      <a:pt x="484" y="234"/>
                      <a:pt x="495" y="199"/>
                      <a:pt x="508" y="170"/>
                    </a:cubicBezTo>
                    <a:cubicBezTo>
                      <a:pt x="514" y="159"/>
                      <a:pt x="524" y="151"/>
                      <a:pt x="530" y="141"/>
                    </a:cubicBezTo>
                    <a:cubicBezTo>
                      <a:pt x="531" y="138"/>
                      <a:pt x="531" y="135"/>
                      <a:pt x="532" y="132"/>
                    </a:cubicBezTo>
                    <a:cubicBezTo>
                      <a:pt x="536" y="128"/>
                      <a:pt x="539" y="124"/>
                      <a:pt x="543" y="120"/>
                    </a:cubicBezTo>
                    <a:cubicBezTo>
                      <a:pt x="543" y="118"/>
                      <a:pt x="543" y="115"/>
                      <a:pt x="543" y="113"/>
                    </a:cubicBezTo>
                    <a:cubicBezTo>
                      <a:pt x="547" y="110"/>
                      <a:pt x="551" y="106"/>
                      <a:pt x="556" y="103"/>
                    </a:cubicBezTo>
                    <a:cubicBezTo>
                      <a:pt x="561" y="92"/>
                      <a:pt x="566" y="85"/>
                      <a:pt x="571" y="77"/>
                    </a:cubicBezTo>
                    <a:cubicBezTo>
                      <a:pt x="577" y="66"/>
                      <a:pt x="598" y="13"/>
                      <a:pt x="577" y="2"/>
                    </a:cubicBezTo>
                    <a:cubicBezTo>
                      <a:pt x="575" y="0"/>
                      <a:pt x="546" y="2"/>
                      <a:pt x="540" y="4"/>
                    </a:cubicBezTo>
                    <a:cubicBezTo>
                      <a:pt x="513" y="13"/>
                      <a:pt x="488" y="28"/>
                      <a:pt x="465" y="37"/>
                    </a:cubicBezTo>
                    <a:cubicBezTo>
                      <a:pt x="463" y="40"/>
                      <a:pt x="462" y="43"/>
                      <a:pt x="462" y="49"/>
                    </a:cubicBezTo>
                    <a:cubicBezTo>
                      <a:pt x="462" y="49"/>
                      <a:pt x="462" y="50"/>
                      <a:pt x="462" y="50"/>
                    </a:cubicBezTo>
                    <a:cubicBezTo>
                      <a:pt x="476" y="59"/>
                      <a:pt x="513" y="35"/>
                      <a:pt x="527" y="30"/>
                    </a:cubicBezTo>
                    <a:cubicBezTo>
                      <a:pt x="539" y="25"/>
                      <a:pt x="540" y="32"/>
                      <a:pt x="551" y="23"/>
                    </a:cubicBezTo>
                    <a:cubicBezTo>
                      <a:pt x="555" y="23"/>
                      <a:pt x="558" y="24"/>
                      <a:pt x="561" y="25"/>
                    </a:cubicBezTo>
                    <a:cubicBezTo>
                      <a:pt x="561" y="33"/>
                      <a:pt x="561" y="41"/>
                      <a:pt x="562" y="49"/>
                    </a:cubicBezTo>
                    <a:cubicBezTo>
                      <a:pt x="549" y="75"/>
                      <a:pt x="534" y="104"/>
                      <a:pt x="520" y="126"/>
                    </a:cubicBezTo>
                    <a:cubicBezTo>
                      <a:pt x="507" y="146"/>
                      <a:pt x="490" y="164"/>
                      <a:pt x="481" y="185"/>
                    </a:cubicBezTo>
                    <a:cubicBezTo>
                      <a:pt x="474" y="200"/>
                      <a:pt x="465" y="217"/>
                      <a:pt x="458" y="232"/>
                    </a:cubicBezTo>
                    <a:cubicBezTo>
                      <a:pt x="454" y="243"/>
                      <a:pt x="449" y="254"/>
                      <a:pt x="445" y="265"/>
                    </a:cubicBezTo>
                    <a:cubicBezTo>
                      <a:pt x="437" y="277"/>
                      <a:pt x="422" y="303"/>
                      <a:pt x="417" y="319"/>
                    </a:cubicBezTo>
                    <a:cubicBezTo>
                      <a:pt x="412" y="322"/>
                      <a:pt x="407" y="323"/>
                      <a:pt x="397" y="323"/>
                    </a:cubicBezTo>
                    <a:cubicBezTo>
                      <a:pt x="396" y="321"/>
                      <a:pt x="397" y="323"/>
                      <a:pt x="395" y="321"/>
                    </a:cubicBezTo>
                    <a:cubicBezTo>
                      <a:pt x="396" y="286"/>
                      <a:pt x="450" y="279"/>
                      <a:pt x="433" y="236"/>
                    </a:cubicBezTo>
                    <a:cubicBezTo>
                      <a:pt x="429" y="228"/>
                      <a:pt x="432" y="226"/>
                      <a:pt x="425" y="221"/>
                    </a:cubicBezTo>
                    <a:cubicBezTo>
                      <a:pt x="425" y="194"/>
                      <a:pt x="460" y="111"/>
                      <a:pt x="422" y="99"/>
                    </a:cubicBezTo>
                    <a:cubicBezTo>
                      <a:pt x="418" y="103"/>
                      <a:pt x="415" y="102"/>
                      <a:pt x="409" y="106"/>
                    </a:cubicBezTo>
                    <a:cubicBezTo>
                      <a:pt x="404" y="110"/>
                      <a:pt x="399" y="115"/>
                      <a:pt x="395" y="120"/>
                    </a:cubicBezTo>
                    <a:cubicBezTo>
                      <a:pt x="386" y="115"/>
                      <a:pt x="378" y="109"/>
                      <a:pt x="368" y="109"/>
                    </a:cubicBezTo>
                    <a:cubicBezTo>
                      <a:pt x="366" y="107"/>
                      <a:pt x="364" y="104"/>
                      <a:pt x="362" y="102"/>
                    </a:cubicBezTo>
                    <a:cubicBezTo>
                      <a:pt x="380" y="87"/>
                      <a:pt x="432" y="33"/>
                      <a:pt x="454" y="31"/>
                    </a:cubicBezTo>
                    <a:cubicBezTo>
                      <a:pt x="458" y="27"/>
                      <a:pt x="460" y="26"/>
                      <a:pt x="460" y="18"/>
                    </a:cubicBezTo>
                    <a:cubicBezTo>
                      <a:pt x="454" y="10"/>
                      <a:pt x="444" y="2"/>
                      <a:pt x="434" y="2"/>
                    </a:cubicBezTo>
                    <a:cubicBezTo>
                      <a:pt x="411" y="19"/>
                      <a:pt x="396" y="51"/>
                      <a:pt x="373" y="65"/>
                    </a:cubicBezTo>
                    <a:cubicBezTo>
                      <a:pt x="363" y="71"/>
                      <a:pt x="346" y="82"/>
                      <a:pt x="343" y="90"/>
                    </a:cubicBezTo>
                    <a:cubicBezTo>
                      <a:pt x="327" y="90"/>
                      <a:pt x="308" y="86"/>
                      <a:pt x="294" y="91"/>
                    </a:cubicBezTo>
                    <a:cubicBezTo>
                      <a:pt x="288" y="94"/>
                      <a:pt x="285" y="100"/>
                      <a:pt x="277" y="102"/>
                    </a:cubicBezTo>
                    <a:cubicBezTo>
                      <a:pt x="274" y="106"/>
                      <a:pt x="273" y="108"/>
                      <a:pt x="273" y="117"/>
                    </a:cubicBezTo>
                    <a:cubicBezTo>
                      <a:pt x="273" y="117"/>
                      <a:pt x="273" y="117"/>
                      <a:pt x="273" y="117"/>
                    </a:cubicBezTo>
                    <a:cubicBezTo>
                      <a:pt x="280" y="122"/>
                      <a:pt x="299" y="118"/>
                      <a:pt x="301" y="122"/>
                    </a:cubicBezTo>
                    <a:cubicBezTo>
                      <a:pt x="303" y="124"/>
                      <a:pt x="302" y="123"/>
                      <a:pt x="303" y="126"/>
                    </a:cubicBezTo>
                    <a:cubicBezTo>
                      <a:pt x="295" y="129"/>
                      <a:pt x="290" y="137"/>
                      <a:pt x="282" y="138"/>
                    </a:cubicBezTo>
                    <a:cubicBezTo>
                      <a:pt x="279" y="142"/>
                      <a:pt x="279" y="146"/>
                      <a:pt x="279" y="153"/>
                    </a:cubicBezTo>
                    <a:cubicBezTo>
                      <a:pt x="281" y="154"/>
                      <a:pt x="282" y="156"/>
                      <a:pt x="283" y="157"/>
                    </a:cubicBezTo>
                    <a:cubicBezTo>
                      <a:pt x="304" y="153"/>
                      <a:pt x="320" y="142"/>
                      <a:pt x="331" y="126"/>
                    </a:cubicBezTo>
                    <a:cubicBezTo>
                      <a:pt x="340" y="126"/>
                      <a:pt x="348" y="126"/>
                      <a:pt x="354" y="127"/>
                    </a:cubicBezTo>
                    <a:cubicBezTo>
                      <a:pt x="357" y="131"/>
                      <a:pt x="359" y="132"/>
                      <a:pt x="360" y="138"/>
                    </a:cubicBezTo>
                    <a:cubicBezTo>
                      <a:pt x="345" y="158"/>
                      <a:pt x="330" y="179"/>
                      <a:pt x="315" y="202"/>
                    </a:cubicBezTo>
                    <a:cubicBezTo>
                      <a:pt x="305" y="202"/>
                      <a:pt x="299" y="198"/>
                      <a:pt x="293" y="194"/>
                    </a:cubicBezTo>
                    <a:cubicBezTo>
                      <a:pt x="285" y="194"/>
                      <a:pt x="238" y="255"/>
                      <a:pt x="237" y="263"/>
                    </a:cubicBezTo>
                    <a:cubicBezTo>
                      <a:pt x="231" y="269"/>
                      <a:pt x="225" y="274"/>
                      <a:pt x="219" y="280"/>
                    </a:cubicBezTo>
                    <a:cubicBezTo>
                      <a:pt x="212" y="273"/>
                      <a:pt x="205" y="266"/>
                      <a:pt x="193" y="266"/>
                    </a:cubicBezTo>
                    <a:cubicBezTo>
                      <a:pt x="181" y="284"/>
                      <a:pt x="184" y="320"/>
                      <a:pt x="208" y="325"/>
                    </a:cubicBezTo>
                    <a:cubicBezTo>
                      <a:pt x="214" y="320"/>
                      <a:pt x="220" y="320"/>
                      <a:pt x="224" y="314"/>
                    </a:cubicBezTo>
                    <a:cubicBezTo>
                      <a:pt x="228" y="314"/>
                      <a:pt x="228" y="314"/>
                      <a:pt x="229" y="315"/>
                    </a:cubicBezTo>
                    <a:cubicBezTo>
                      <a:pt x="232" y="314"/>
                      <a:pt x="231" y="326"/>
                      <a:pt x="231" y="330"/>
                    </a:cubicBezTo>
                    <a:cubicBezTo>
                      <a:pt x="235" y="333"/>
                      <a:pt x="236" y="334"/>
                      <a:pt x="243" y="334"/>
                    </a:cubicBezTo>
                    <a:cubicBezTo>
                      <a:pt x="250" y="328"/>
                      <a:pt x="253" y="321"/>
                      <a:pt x="257" y="315"/>
                    </a:cubicBezTo>
                    <a:cubicBezTo>
                      <a:pt x="270" y="295"/>
                      <a:pt x="289" y="281"/>
                      <a:pt x="302" y="264"/>
                    </a:cubicBezTo>
                    <a:cubicBezTo>
                      <a:pt x="304" y="264"/>
                      <a:pt x="306" y="264"/>
                      <a:pt x="308" y="264"/>
                    </a:cubicBezTo>
                    <a:cubicBezTo>
                      <a:pt x="315" y="274"/>
                      <a:pt x="318" y="287"/>
                      <a:pt x="325" y="296"/>
                    </a:cubicBezTo>
                    <a:cubicBezTo>
                      <a:pt x="318" y="300"/>
                      <a:pt x="305" y="306"/>
                      <a:pt x="293" y="306"/>
                    </a:cubicBezTo>
                    <a:cubicBezTo>
                      <a:pt x="293" y="308"/>
                      <a:pt x="293" y="310"/>
                      <a:pt x="293" y="312"/>
                    </a:cubicBezTo>
                    <a:cubicBezTo>
                      <a:pt x="300" y="317"/>
                      <a:pt x="352" y="332"/>
                      <a:pt x="362" y="332"/>
                    </a:cubicBezTo>
                    <a:cubicBezTo>
                      <a:pt x="362" y="333"/>
                      <a:pt x="362" y="335"/>
                      <a:pt x="362" y="336"/>
                    </a:cubicBezTo>
                    <a:cubicBezTo>
                      <a:pt x="337" y="347"/>
                      <a:pt x="304" y="350"/>
                      <a:pt x="276" y="358"/>
                    </a:cubicBezTo>
                    <a:cubicBezTo>
                      <a:pt x="248" y="367"/>
                      <a:pt x="220" y="375"/>
                      <a:pt x="191" y="385"/>
                    </a:cubicBezTo>
                    <a:cubicBezTo>
                      <a:pt x="186" y="388"/>
                      <a:pt x="181" y="391"/>
                      <a:pt x="175" y="395"/>
                    </a:cubicBezTo>
                    <a:cubicBezTo>
                      <a:pt x="174" y="393"/>
                      <a:pt x="175" y="394"/>
                      <a:pt x="174" y="393"/>
                    </a:cubicBezTo>
                    <a:cubicBezTo>
                      <a:pt x="176" y="377"/>
                      <a:pt x="179" y="362"/>
                      <a:pt x="181" y="346"/>
                    </a:cubicBezTo>
                    <a:cubicBezTo>
                      <a:pt x="176" y="329"/>
                      <a:pt x="179" y="300"/>
                      <a:pt x="175" y="285"/>
                    </a:cubicBezTo>
                    <a:cubicBezTo>
                      <a:pt x="176" y="282"/>
                      <a:pt x="177" y="279"/>
                      <a:pt x="177" y="277"/>
                    </a:cubicBezTo>
                    <a:cubicBezTo>
                      <a:pt x="172" y="265"/>
                      <a:pt x="172" y="249"/>
                      <a:pt x="172" y="232"/>
                    </a:cubicBezTo>
                    <a:cubicBezTo>
                      <a:pt x="169" y="230"/>
                      <a:pt x="165" y="227"/>
                      <a:pt x="164" y="224"/>
                    </a:cubicBezTo>
                    <a:cubicBezTo>
                      <a:pt x="162" y="224"/>
                      <a:pt x="160" y="224"/>
                      <a:pt x="158" y="224"/>
                    </a:cubicBezTo>
                    <a:cubicBezTo>
                      <a:pt x="151" y="235"/>
                      <a:pt x="160" y="244"/>
                      <a:pt x="155" y="258"/>
                    </a:cubicBezTo>
                    <a:cubicBezTo>
                      <a:pt x="150" y="274"/>
                      <a:pt x="151" y="293"/>
                      <a:pt x="148" y="309"/>
                    </a:cubicBezTo>
                    <a:cubicBezTo>
                      <a:pt x="149" y="315"/>
                      <a:pt x="150" y="322"/>
                      <a:pt x="150" y="328"/>
                    </a:cubicBezTo>
                    <a:cubicBezTo>
                      <a:pt x="143" y="347"/>
                      <a:pt x="144" y="382"/>
                      <a:pt x="150" y="400"/>
                    </a:cubicBezTo>
                    <a:cubicBezTo>
                      <a:pt x="156" y="414"/>
                      <a:pt x="151" y="424"/>
                      <a:pt x="165" y="428"/>
                    </a:cubicBezTo>
                    <a:cubicBezTo>
                      <a:pt x="182" y="434"/>
                      <a:pt x="210" y="418"/>
                      <a:pt x="219" y="413"/>
                    </a:cubicBezTo>
                    <a:cubicBezTo>
                      <a:pt x="223" y="413"/>
                      <a:pt x="226" y="413"/>
                      <a:pt x="229" y="413"/>
                    </a:cubicBezTo>
                    <a:cubicBezTo>
                      <a:pt x="232" y="411"/>
                      <a:pt x="234" y="409"/>
                      <a:pt x="237" y="407"/>
                    </a:cubicBezTo>
                    <a:cubicBezTo>
                      <a:pt x="240" y="406"/>
                      <a:pt x="243" y="406"/>
                      <a:pt x="246" y="406"/>
                    </a:cubicBezTo>
                    <a:cubicBezTo>
                      <a:pt x="248" y="404"/>
                      <a:pt x="249" y="402"/>
                      <a:pt x="250" y="401"/>
                    </a:cubicBezTo>
                    <a:cubicBezTo>
                      <a:pt x="254" y="401"/>
                      <a:pt x="258" y="401"/>
                      <a:pt x="261" y="401"/>
                    </a:cubicBezTo>
                    <a:cubicBezTo>
                      <a:pt x="263" y="398"/>
                      <a:pt x="265" y="396"/>
                      <a:pt x="266" y="394"/>
                    </a:cubicBezTo>
                    <a:cubicBezTo>
                      <a:pt x="270" y="394"/>
                      <a:pt x="274" y="393"/>
                      <a:pt x="278" y="393"/>
                    </a:cubicBezTo>
                    <a:cubicBezTo>
                      <a:pt x="280" y="392"/>
                      <a:pt x="282" y="389"/>
                      <a:pt x="283" y="388"/>
                    </a:cubicBezTo>
                    <a:cubicBezTo>
                      <a:pt x="288" y="388"/>
                      <a:pt x="292" y="387"/>
                      <a:pt x="296" y="387"/>
                    </a:cubicBezTo>
                    <a:cubicBezTo>
                      <a:pt x="318" y="376"/>
                      <a:pt x="352" y="357"/>
                      <a:pt x="379" y="362"/>
                    </a:cubicBezTo>
                    <a:cubicBezTo>
                      <a:pt x="379" y="378"/>
                      <a:pt x="381" y="391"/>
                      <a:pt x="384" y="399"/>
                    </a:cubicBezTo>
                    <a:cubicBezTo>
                      <a:pt x="365" y="402"/>
                      <a:pt x="348" y="416"/>
                      <a:pt x="333" y="425"/>
                    </a:cubicBezTo>
                    <a:cubicBezTo>
                      <a:pt x="301" y="444"/>
                      <a:pt x="241" y="466"/>
                      <a:pt x="239" y="511"/>
                    </a:cubicBezTo>
                    <a:cubicBezTo>
                      <a:pt x="258" y="523"/>
                      <a:pt x="333" y="507"/>
                      <a:pt x="349" y="502"/>
                    </a:cubicBezTo>
                    <a:cubicBezTo>
                      <a:pt x="355" y="500"/>
                      <a:pt x="360" y="494"/>
                      <a:pt x="366" y="494"/>
                    </a:cubicBezTo>
                    <a:cubicBezTo>
                      <a:pt x="367" y="493"/>
                      <a:pt x="369" y="491"/>
                      <a:pt x="370" y="490"/>
                    </a:cubicBezTo>
                    <a:cubicBezTo>
                      <a:pt x="371" y="492"/>
                      <a:pt x="371" y="491"/>
                      <a:pt x="373" y="493"/>
                    </a:cubicBezTo>
                    <a:cubicBezTo>
                      <a:pt x="367" y="511"/>
                      <a:pt x="304" y="556"/>
                      <a:pt x="303" y="579"/>
                    </a:cubicBezTo>
                    <a:cubicBezTo>
                      <a:pt x="277" y="597"/>
                      <a:pt x="230" y="604"/>
                      <a:pt x="199" y="615"/>
                    </a:cubicBezTo>
                    <a:cubicBezTo>
                      <a:pt x="195" y="614"/>
                      <a:pt x="191" y="613"/>
                      <a:pt x="187" y="611"/>
                    </a:cubicBezTo>
                    <a:cubicBezTo>
                      <a:pt x="173" y="616"/>
                      <a:pt x="163" y="631"/>
                      <a:pt x="154" y="635"/>
                    </a:cubicBezTo>
                    <a:cubicBezTo>
                      <a:pt x="149" y="635"/>
                      <a:pt x="145" y="635"/>
                      <a:pt x="141" y="635"/>
                    </a:cubicBezTo>
                    <a:cubicBezTo>
                      <a:pt x="125" y="641"/>
                      <a:pt x="107" y="653"/>
                      <a:pt x="93" y="660"/>
                    </a:cubicBezTo>
                    <a:cubicBezTo>
                      <a:pt x="86" y="655"/>
                      <a:pt x="64" y="669"/>
                      <a:pt x="60" y="671"/>
                    </a:cubicBezTo>
                    <a:cubicBezTo>
                      <a:pt x="56" y="671"/>
                      <a:pt x="52" y="671"/>
                      <a:pt x="47" y="670"/>
                    </a:cubicBezTo>
                    <a:cubicBezTo>
                      <a:pt x="46" y="673"/>
                      <a:pt x="44" y="675"/>
                      <a:pt x="42" y="677"/>
                    </a:cubicBezTo>
                    <a:cubicBezTo>
                      <a:pt x="34" y="681"/>
                      <a:pt x="27" y="672"/>
                      <a:pt x="20" y="679"/>
                    </a:cubicBezTo>
                    <a:cubicBezTo>
                      <a:pt x="13" y="680"/>
                      <a:pt x="0" y="692"/>
                      <a:pt x="6" y="704"/>
                    </a:cubicBezTo>
                    <a:cubicBezTo>
                      <a:pt x="14" y="720"/>
                      <a:pt x="26" y="740"/>
                      <a:pt x="43" y="747"/>
                    </a:cubicBezTo>
                    <a:cubicBezTo>
                      <a:pt x="49" y="750"/>
                      <a:pt x="55" y="746"/>
                      <a:pt x="62" y="750"/>
                    </a:cubicBezTo>
                    <a:cubicBezTo>
                      <a:pt x="64" y="750"/>
                      <a:pt x="71" y="753"/>
                      <a:pt x="75" y="751"/>
                    </a:cubicBezTo>
                    <a:cubicBezTo>
                      <a:pt x="85" y="747"/>
                      <a:pt x="97" y="747"/>
                      <a:pt x="109" y="742"/>
                    </a:cubicBezTo>
                    <a:cubicBezTo>
                      <a:pt x="117" y="738"/>
                      <a:pt x="128" y="729"/>
                      <a:pt x="138" y="725"/>
                    </a:cubicBezTo>
                    <a:cubicBezTo>
                      <a:pt x="142" y="725"/>
                      <a:pt x="147" y="725"/>
                      <a:pt x="151" y="725"/>
                    </a:cubicBezTo>
                    <a:cubicBezTo>
                      <a:pt x="153" y="724"/>
                      <a:pt x="156" y="719"/>
                      <a:pt x="158" y="718"/>
                    </a:cubicBezTo>
                    <a:cubicBezTo>
                      <a:pt x="177" y="710"/>
                      <a:pt x="199" y="703"/>
                      <a:pt x="217" y="691"/>
                    </a:cubicBezTo>
                    <a:cubicBezTo>
                      <a:pt x="233" y="680"/>
                      <a:pt x="277" y="652"/>
                      <a:pt x="299" y="657"/>
                    </a:cubicBezTo>
                    <a:cubicBezTo>
                      <a:pt x="307" y="669"/>
                      <a:pt x="299" y="690"/>
                      <a:pt x="303" y="707"/>
                    </a:cubicBezTo>
                    <a:cubicBezTo>
                      <a:pt x="311" y="741"/>
                      <a:pt x="303" y="804"/>
                      <a:pt x="303" y="847"/>
                    </a:cubicBezTo>
                    <a:cubicBezTo>
                      <a:pt x="294" y="845"/>
                      <a:pt x="283" y="862"/>
                      <a:pt x="266" y="854"/>
                    </a:cubicBezTo>
                    <a:cubicBezTo>
                      <a:pt x="248" y="846"/>
                      <a:pt x="223" y="841"/>
                      <a:pt x="204" y="835"/>
                    </a:cubicBezTo>
                    <a:cubicBezTo>
                      <a:pt x="201" y="835"/>
                      <a:pt x="198" y="835"/>
                      <a:pt x="195" y="836"/>
                    </a:cubicBezTo>
                    <a:cubicBezTo>
                      <a:pt x="154" y="814"/>
                      <a:pt x="114" y="794"/>
                      <a:pt x="74" y="775"/>
                    </a:cubicBezTo>
                    <a:cubicBezTo>
                      <a:pt x="71" y="775"/>
                      <a:pt x="69" y="776"/>
                      <a:pt x="66" y="777"/>
                    </a:cubicBezTo>
                    <a:cubicBezTo>
                      <a:pt x="65" y="778"/>
                      <a:pt x="64" y="779"/>
                      <a:pt x="63" y="780"/>
                    </a:cubicBezTo>
                    <a:cubicBezTo>
                      <a:pt x="64" y="797"/>
                      <a:pt x="107" y="820"/>
                      <a:pt x="121" y="829"/>
                    </a:cubicBezTo>
                    <a:cubicBezTo>
                      <a:pt x="129" y="833"/>
                      <a:pt x="135" y="842"/>
                      <a:pt x="143" y="847"/>
                    </a:cubicBezTo>
                    <a:cubicBezTo>
                      <a:pt x="146" y="843"/>
                      <a:pt x="160" y="852"/>
                      <a:pt x="164" y="854"/>
                    </a:cubicBezTo>
                    <a:cubicBezTo>
                      <a:pt x="186" y="867"/>
                      <a:pt x="210" y="875"/>
                      <a:pt x="233" y="885"/>
                    </a:cubicBezTo>
                    <a:cubicBezTo>
                      <a:pt x="233" y="885"/>
                      <a:pt x="277" y="894"/>
                      <a:pt x="281" y="895"/>
                    </a:cubicBezTo>
                    <a:cubicBezTo>
                      <a:pt x="295" y="901"/>
                      <a:pt x="312" y="907"/>
                      <a:pt x="329" y="906"/>
                    </a:cubicBezTo>
                    <a:cubicBezTo>
                      <a:pt x="329" y="906"/>
                      <a:pt x="329" y="906"/>
                      <a:pt x="330" y="906"/>
                    </a:cubicBezTo>
                    <a:cubicBezTo>
                      <a:pt x="332" y="903"/>
                      <a:pt x="332" y="897"/>
                      <a:pt x="333" y="895"/>
                    </a:cubicBezTo>
                    <a:cubicBezTo>
                      <a:pt x="338" y="885"/>
                      <a:pt x="350" y="876"/>
                      <a:pt x="354" y="866"/>
                    </a:cubicBezTo>
                    <a:cubicBezTo>
                      <a:pt x="358" y="856"/>
                      <a:pt x="347" y="799"/>
                      <a:pt x="342" y="787"/>
                    </a:cubicBezTo>
                    <a:cubicBezTo>
                      <a:pt x="343" y="775"/>
                      <a:pt x="343" y="763"/>
                      <a:pt x="343" y="751"/>
                    </a:cubicBezTo>
                    <a:cubicBezTo>
                      <a:pt x="335" y="722"/>
                      <a:pt x="334" y="678"/>
                      <a:pt x="333" y="654"/>
                    </a:cubicBezTo>
                    <a:cubicBezTo>
                      <a:pt x="338" y="650"/>
                      <a:pt x="343" y="645"/>
                      <a:pt x="348" y="643"/>
                    </a:cubicBezTo>
                    <a:cubicBezTo>
                      <a:pt x="357" y="642"/>
                      <a:pt x="365" y="641"/>
                      <a:pt x="374" y="641"/>
                    </a:cubicBezTo>
                    <a:cubicBezTo>
                      <a:pt x="375" y="639"/>
                      <a:pt x="376" y="637"/>
                      <a:pt x="378" y="635"/>
                    </a:cubicBezTo>
                    <a:cubicBezTo>
                      <a:pt x="384" y="632"/>
                      <a:pt x="402" y="633"/>
                      <a:pt x="412" y="629"/>
                    </a:cubicBezTo>
                    <a:cubicBezTo>
                      <a:pt x="414" y="628"/>
                      <a:pt x="416" y="623"/>
                      <a:pt x="418" y="622"/>
                    </a:cubicBezTo>
                    <a:cubicBezTo>
                      <a:pt x="421" y="621"/>
                      <a:pt x="425" y="624"/>
                      <a:pt x="426" y="624"/>
                    </a:cubicBezTo>
                    <a:cubicBezTo>
                      <a:pt x="434" y="626"/>
                      <a:pt x="442" y="619"/>
                      <a:pt x="445" y="616"/>
                    </a:cubicBezTo>
                    <a:cubicBezTo>
                      <a:pt x="469" y="623"/>
                      <a:pt x="503" y="644"/>
                      <a:pt x="530" y="633"/>
                    </a:cubicBezTo>
                    <a:cubicBezTo>
                      <a:pt x="551" y="625"/>
                      <a:pt x="571" y="584"/>
                      <a:pt x="544" y="567"/>
                    </a:cubicBezTo>
                    <a:cubicBezTo>
                      <a:pt x="513" y="547"/>
                      <a:pt x="481" y="550"/>
                      <a:pt x="444" y="561"/>
                    </a:cubicBezTo>
                    <a:cubicBezTo>
                      <a:pt x="425" y="566"/>
                      <a:pt x="403" y="564"/>
                      <a:pt x="385" y="570"/>
                    </a:cubicBezTo>
                    <a:cubicBezTo>
                      <a:pt x="378" y="570"/>
                      <a:pt x="370" y="570"/>
                      <a:pt x="363" y="570"/>
                    </a:cubicBezTo>
                    <a:cubicBezTo>
                      <a:pt x="353" y="573"/>
                      <a:pt x="342" y="576"/>
                      <a:pt x="331" y="574"/>
                    </a:cubicBezTo>
                    <a:cubicBezTo>
                      <a:pt x="331" y="573"/>
                      <a:pt x="331" y="571"/>
                      <a:pt x="331" y="570"/>
                    </a:cubicBezTo>
                    <a:cubicBezTo>
                      <a:pt x="337" y="566"/>
                      <a:pt x="342" y="560"/>
                      <a:pt x="348" y="557"/>
                    </a:cubicBezTo>
                    <a:cubicBezTo>
                      <a:pt x="355" y="557"/>
                      <a:pt x="362" y="556"/>
                      <a:pt x="369" y="556"/>
                    </a:cubicBezTo>
                    <a:cubicBezTo>
                      <a:pt x="388" y="547"/>
                      <a:pt x="412" y="528"/>
                      <a:pt x="422" y="509"/>
                    </a:cubicBezTo>
                    <a:cubicBezTo>
                      <a:pt x="425" y="503"/>
                      <a:pt x="439" y="492"/>
                      <a:pt x="434" y="481"/>
                    </a:cubicBezTo>
                    <a:cubicBezTo>
                      <a:pt x="434" y="479"/>
                      <a:pt x="406" y="461"/>
                      <a:pt x="402" y="460"/>
                    </a:cubicBezTo>
                    <a:cubicBezTo>
                      <a:pt x="379" y="462"/>
                      <a:pt x="355" y="465"/>
                      <a:pt x="331" y="467"/>
                    </a:cubicBezTo>
                    <a:cubicBezTo>
                      <a:pt x="323" y="467"/>
                      <a:pt x="315" y="467"/>
                      <a:pt x="306" y="467"/>
                    </a:cubicBezTo>
                    <a:cubicBezTo>
                      <a:pt x="304" y="468"/>
                      <a:pt x="303" y="472"/>
                      <a:pt x="300" y="473"/>
                    </a:cubicBezTo>
                    <a:cubicBezTo>
                      <a:pt x="299" y="472"/>
                      <a:pt x="297" y="471"/>
                      <a:pt x="296" y="471"/>
                    </a:cubicBezTo>
                    <a:cubicBezTo>
                      <a:pt x="296" y="469"/>
                      <a:pt x="296" y="468"/>
                      <a:pt x="296" y="467"/>
                    </a:cubicBezTo>
                    <a:cubicBezTo>
                      <a:pt x="313" y="460"/>
                      <a:pt x="327" y="443"/>
                      <a:pt x="342" y="436"/>
                    </a:cubicBezTo>
                    <a:cubicBezTo>
                      <a:pt x="346" y="435"/>
                      <a:pt x="350" y="435"/>
                      <a:pt x="353" y="434"/>
                    </a:cubicBezTo>
                    <a:cubicBezTo>
                      <a:pt x="357" y="432"/>
                      <a:pt x="364" y="424"/>
                      <a:pt x="368" y="423"/>
                    </a:cubicBezTo>
                    <a:cubicBezTo>
                      <a:pt x="370" y="424"/>
                      <a:pt x="373" y="425"/>
                      <a:pt x="375" y="426"/>
                    </a:cubicBezTo>
                    <a:cubicBezTo>
                      <a:pt x="398" y="416"/>
                      <a:pt x="434" y="410"/>
                      <a:pt x="459" y="401"/>
                    </a:cubicBezTo>
                    <a:cubicBezTo>
                      <a:pt x="464" y="401"/>
                      <a:pt x="469" y="401"/>
                      <a:pt x="474" y="401"/>
                    </a:cubicBezTo>
                    <a:cubicBezTo>
                      <a:pt x="510" y="389"/>
                      <a:pt x="552" y="379"/>
                      <a:pt x="586" y="364"/>
                    </a:cubicBezTo>
                    <a:cubicBezTo>
                      <a:pt x="616" y="350"/>
                      <a:pt x="649" y="340"/>
                      <a:pt x="648" y="299"/>
                    </a:cubicBezTo>
                    <a:cubicBezTo>
                      <a:pt x="622" y="273"/>
                      <a:pt x="543" y="293"/>
                      <a:pt x="513" y="305"/>
                    </a:cubicBezTo>
                    <a:close/>
                    <a:moveTo>
                      <a:pt x="244" y="294"/>
                    </a:moveTo>
                    <a:cubicBezTo>
                      <a:pt x="258" y="272"/>
                      <a:pt x="266" y="246"/>
                      <a:pt x="279" y="228"/>
                    </a:cubicBezTo>
                    <a:cubicBezTo>
                      <a:pt x="294" y="236"/>
                      <a:pt x="252" y="291"/>
                      <a:pt x="244" y="294"/>
                    </a:cubicBezTo>
                    <a:close/>
                    <a:moveTo>
                      <a:pt x="349" y="250"/>
                    </a:moveTo>
                    <a:cubicBezTo>
                      <a:pt x="345" y="246"/>
                      <a:pt x="341" y="242"/>
                      <a:pt x="336" y="238"/>
                    </a:cubicBezTo>
                    <a:cubicBezTo>
                      <a:pt x="326" y="215"/>
                      <a:pt x="352" y="193"/>
                      <a:pt x="362" y="178"/>
                    </a:cubicBezTo>
                    <a:cubicBezTo>
                      <a:pt x="363" y="178"/>
                      <a:pt x="363" y="178"/>
                      <a:pt x="364" y="178"/>
                    </a:cubicBezTo>
                    <a:cubicBezTo>
                      <a:pt x="361" y="199"/>
                      <a:pt x="359" y="255"/>
                      <a:pt x="365" y="272"/>
                    </a:cubicBezTo>
                    <a:cubicBezTo>
                      <a:pt x="356" y="271"/>
                      <a:pt x="353" y="256"/>
                      <a:pt x="349" y="250"/>
                    </a:cubicBezTo>
                    <a:close/>
                    <a:moveTo>
                      <a:pt x="385" y="229"/>
                    </a:moveTo>
                    <a:cubicBezTo>
                      <a:pt x="385" y="210"/>
                      <a:pt x="385" y="192"/>
                      <a:pt x="385" y="174"/>
                    </a:cubicBezTo>
                    <a:cubicBezTo>
                      <a:pt x="387" y="172"/>
                      <a:pt x="389" y="170"/>
                      <a:pt x="391" y="168"/>
                    </a:cubicBezTo>
                    <a:cubicBezTo>
                      <a:pt x="398" y="153"/>
                      <a:pt x="399" y="137"/>
                      <a:pt x="412" y="129"/>
                    </a:cubicBezTo>
                    <a:cubicBezTo>
                      <a:pt x="411" y="129"/>
                      <a:pt x="411" y="128"/>
                      <a:pt x="411" y="127"/>
                    </a:cubicBezTo>
                    <a:cubicBezTo>
                      <a:pt x="414" y="128"/>
                      <a:pt x="414" y="127"/>
                      <a:pt x="416" y="129"/>
                    </a:cubicBezTo>
                    <a:cubicBezTo>
                      <a:pt x="416" y="129"/>
                      <a:pt x="417" y="129"/>
                      <a:pt x="417" y="128"/>
                    </a:cubicBezTo>
                    <a:cubicBezTo>
                      <a:pt x="415" y="132"/>
                      <a:pt x="413" y="135"/>
                      <a:pt x="411" y="138"/>
                    </a:cubicBezTo>
                    <a:cubicBezTo>
                      <a:pt x="410" y="142"/>
                      <a:pt x="412" y="147"/>
                      <a:pt x="413" y="149"/>
                    </a:cubicBezTo>
                    <a:cubicBezTo>
                      <a:pt x="405" y="157"/>
                      <a:pt x="397" y="234"/>
                      <a:pt x="410" y="246"/>
                    </a:cubicBezTo>
                    <a:cubicBezTo>
                      <a:pt x="410" y="257"/>
                      <a:pt x="398" y="268"/>
                      <a:pt x="389" y="270"/>
                    </a:cubicBezTo>
                    <a:cubicBezTo>
                      <a:pt x="389" y="271"/>
                      <a:pt x="389" y="271"/>
                      <a:pt x="390" y="272"/>
                    </a:cubicBezTo>
                    <a:cubicBezTo>
                      <a:pt x="381" y="265"/>
                      <a:pt x="385" y="243"/>
                      <a:pt x="385" y="229"/>
                    </a:cubicBezTo>
                    <a:close/>
                    <a:moveTo>
                      <a:pt x="584" y="329"/>
                    </a:moveTo>
                    <a:cubicBezTo>
                      <a:pt x="538" y="360"/>
                      <a:pt x="476" y="375"/>
                      <a:pt x="414" y="388"/>
                    </a:cubicBezTo>
                    <a:cubicBezTo>
                      <a:pt x="407" y="369"/>
                      <a:pt x="428" y="364"/>
                      <a:pt x="433" y="353"/>
                    </a:cubicBezTo>
                    <a:cubicBezTo>
                      <a:pt x="433" y="351"/>
                      <a:pt x="433" y="348"/>
                      <a:pt x="433" y="346"/>
                    </a:cubicBezTo>
                    <a:cubicBezTo>
                      <a:pt x="433" y="346"/>
                      <a:pt x="434" y="346"/>
                      <a:pt x="434" y="347"/>
                    </a:cubicBezTo>
                    <a:cubicBezTo>
                      <a:pt x="434" y="346"/>
                      <a:pt x="434" y="346"/>
                      <a:pt x="434" y="345"/>
                    </a:cubicBezTo>
                    <a:cubicBezTo>
                      <a:pt x="435" y="344"/>
                      <a:pt x="468" y="333"/>
                      <a:pt x="470" y="334"/>
                    </a:cubicBezTo>
                    <a:cubicBezTo>
                      <a:pt x="476" y="337"/>
                      <a:pt x="493" y="329"/>
                      <a:pt x="500" y="326"/>
                    </a:cubicBezTo>
                    <a:cubicBezTo>
                      <a:pt x="505" y="329"/>
                      <a:pt x="562" y="313"/>
                      <a:pt x="569" y="310"/>
                    </a:cubicBezTo>
                    <a:cubicBezTo>
                      <a:pt x="579" y="307"/>
                      <a:pt x="586" y="310"/>
                      <a:pt x="592" y="305"/>
                    </a:cubicBezTo>
                    <a:cubicBezTo>
                      <a:pt x="600" y="304"/>
                      <a:pt x="625" y="305"/>
                      <a:pt x="626" y="306"/>
                    </a:cubicBezTo>
                    <a:cubicBezTo>
                      <a:pt x="627" y="306"/>
                      <a:pt x="628" y="306"/>
                      <a:pt x="629" y="306"/>
                    </a:cubicBezTo>
                    <a:cubicBezTo>
                      <a:pt x="622" y="316"/>
                      <a:pt x="595" y="322"/>
                      <a:pt x="584" y="329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51" name="iṩḷîḑé"/>
              <p:cNvSpPr/>
              <p:nvPr/>
            </p:nvSpPr>
            <p:spPr bwMode="auto">
              <a:xfrm>
                <a:off x="6967538" y="4999035"/>
                <a:ext cx="112713" cy="184150"/>
              </a:xfrm>
              <a:custGeom>
                <a:avLst/>
                <a:gdLst>
                  <a:gd name="T0" fmla="*/ 4 w 111"/>
                  <a:gd name="T1" fmla="*/ 181 h 181"/>
                  <a:gd name="T2" fmla="*/ 16 w 111"/>
                  <a:gd name="T3" fmla="*/ 163 h 181"/>
                  <a:gd name="T4" fmla="*/ 87 w 111"/>
                  <a:gd name="T5" fmla="*/ 91 h 181"/>
                  <a:gd name="T6" fmla="*/ 106 w 111"/>
                  <a:gd name="T7" fmla="*/ 60 h 181"/>
                  <a:gd name="T8" fmla="*/ 93 w 111"/>
                  <a:gd name="T9" fmla="*/ 0 h 181"/>
                  <a:gd name="T10" fmla="*/ 90 w 111"/>
                  <a:gd name="T11" fmla="*/ 0 h 181"/>
                  <a:gd name="T12" fmla="*/ 46 w 111"/>
                  <a:gd name="T13" fmla="*/ 94 h 181"/>
                  <a:gd name="T14" fmla="*/ 0 w 111"/>
                  <a:gd name="T15" fmla="*/ 177 h 181"/>
                  <a:gd name="T16" fmla="*/ 3 w 111"/>
                  <a:gd name="T17" fmla="*/ 181 h 181"/>
                  <a:gd name="T18" fmla="*/ 4 w 111"/>
                  <a:gd name="T19" fmla="*/ 181 h 18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</a:cxnLst>
                <a:rect l="0" t="0" r="r" b="b"/>
                <a:pathLst>
                  <a:path w="111" h="181">
                    <a:moveTo>
                      <a:pt x="4" y="181"/>
                    </a:moveTo>
                    <a:cubicBezTo>
                      <a:pt x="10" y="176"/>
                      <a:pt x="11" y="168"/>
                      <a:pt x="16" y="163"/>
                    </a:cubicBezTo>
                    <a:cubicBezTo>
                      <a:pt x="40" y="141"/>
                      <a:pt x="63" y="115"/>
                      <a:pt x="87" y="91"/>
                    </a:cubicBezTo>
                    <a:cubicBezTo>
                      <a:pt x="91" y="87"/>
                      <a:pt x="108" y="64"/>
                      <a:pt x="106" y="60"/>
                    </a:cubicBezTo>
                    <a:cubicBezTo>
                      <a:pt x="111" y="37"/>
                      <a:pt x="108" y="12"/>
                      <a:pt x="93" y="0"/>
                    </a:cubicBezTo>
                    <a:cubicBezTo>
                      <a:pt x="92" y="0"/>
                      <a:pt x="91" y="0"/>
                      <a:pt x="90" y="0"/>
                    </a:cubicBezTo>
                    <a:cubicBezTo>
                      <a:pt x="70" y="27"/>
                      <a:pt x="59" y="65"/>
                      <a:pt x="46" y="94"/>
                    </a:cubicBezTo>
                    <a:cubicBezTo>
                      <a:pt x="32" y="124"/>
                      <a:pt x="11" y="143"/>
                      <a:pt x="0" y="177"/>
                    </a:cubicBezTo>
                    <a:cubicBezTo>
                      <a:pt x="1" y="179"/>
                      <a:pt x="2" y="180"/>
                      <a:pt x="3" y="181"/>
                    </a:cubicBezTo>
                    <a:cubicBezTo>
                      <a:pt x="3" y="181"/>
                      <a:pt x="4" y="181"/>
                      <a:pt x="4" y="181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52" name="ïṧlïḋè"/>
              <p:cNvSpPr/>
              <p:nvPr/>
            </p:nvSpPr>
            <p:spPr bwMode="auto">
              <a:xfrm>
                <a:off x="7018338" y="5157785"/>
                <a:ext cx="57150" cy="71437"/>
              </a:xfrm>
              <a:custGeom>
                <a:avLst/>
                <a:gdLst>
                  <a:gd name="T0" fmla="*/ 1 w 56"/>
                  <a:gd name="T1" fmla="*/ 65 h 70"/>
                  <a:gd name="T2" fmla="*/ 5 w 56"/>
                  <a:gd name="T3" fmla="*/ 70 h 70"/>
                  <a:gd name="T4" fmla="*/ 52 w 56"/>
                  <a:gd name="T5" fmla="*/ 48 h 70"/>
                  <a:gd name="T6" fmla="*/ 55 w 56"/>
                  <a:gd name="T7" fmla="*/ 26 h 70"/>
                  <a:gd name="T8" fmla="*/ 11 w 56"/>
                  <a:gd name="T9" fmla="*/ 0 h 70"/>
                  <a:gd name="T10" fmla="*/ 4 w 56"/>
                  <a:gd name="T11" fmla="*/ 30 h 70"/>
                  <a:gd name="T12" fmla="*/ 6 w 56"/>
                  <a:gd name="T13" fmla="*/ 46 h 70"/>
                  <a:gd name="T14" fmla="*/ 1 w 56"/>
                  <a:gd name="T15" fmla="*/ 65 h 7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</a:cxnLst>
                <a:rect l="0" t="0" r="r" b="b"/>
                <a:pathLst>
                  <a:path w="56" h="70">
                    <a:moveTo>
                      <a:pt x="1" y="65"/>
                    </a:moveTo>
                    <a:cubicBezTo>
                      <a:pt x="2" y="67"/>
                      <a:pt x="3" y="68"/>
                      <a:pt x="5" y="70"/>
                    </a:cubicBezTo>
                    <a:cubicBezTo>
                      <a:pt x="23" y="67"/>
                      <a:pt x="36" y="52"/>
                      <a:pt x="52" y="48"/>
                    </a:cubicBezTo>
                    <a:cubicBezTo>
                      <a:pt x="56" y="41"/>
                      <a:pt x="55" y="33"/>
                      <a:pt x="55" y="26"/>
                    </a:cubicBezTo>
                    <a:cubicBezTo>
                      <a:pt x="42" y="15"/>
                      <a:pt x="31" y="1"/>
                      <a:pt x="11" y="0"/>
                    </a:cubicBezTo>
                    <a:cubicBezTo>
                      <a:pt x="7" y="4"/>
                      <a:pt x="0" y="19"/>
                      <a:pt x="4" y="30"/>
                    </a:cubicBezTo>
                    <a:cubicBezTo>
                      <a:pt x="5" y="32"/>
                      <a:pt x="8" y="41"/>
                      <a:pt x="6" y="46"/>
                    </a:cubicBezTo>
                    <a:cubicBezTo>
                      <a:pt x="4" y="50"/>
                      <a:pt x="1" y="59"/>
                      <a:pt x="1" y="65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53" name="íṩḷïdè"/>
              <p:cNvSpPr/>
              <p:nvPr/>
            </p:nvSpPr>
            <p:spPr bwMode="auto">
              <a:xfrm>
                <a:off x="6881813" y="5394322"/>
                <a:ext cx="50800" cy="155575"/>
              </a:xfrm>
              <a:custGeom>
                <a:avLst/>
                <a:gdLst>
                  <a:gd name="T0" fmla="*/ 31 w 50"/>
                  <a:gd name="T1" fmla="*/ 148 h 154"/>
                  <a:gd name="T2" fmla="*/ 40 w 50"/>
                  <a:gd name="T3" fmla="*/ 89 h 154"/>
                  <a:gd name="T4" fmla="*/ 39 w 50"/>
                  <a:gd name="T5" fmla="*/ 58 h 154"/>
                  <a:gd name="T6" fmla="*/ 48 w 50"/>
                  <a:gd name="T7" fmla="*/ 3 h 154"/>
                  <a:gd name="T8" fmla="*/ 42 w 50"/>
                  <a:gd name="T9" fmla="*/ 0 h 154"/>
                  <a:gd name="T10" fmla="*/ 11 w 50"/>
                  <a:gd name="T11" fmla="*/ 56 h 154"/>
                  <a:gd name="T12" fmla="*/ 12 w 50"/>
                  <a:gd name="T13" fmla="*/ 70 h 154"/>
                  <a:gd name="T14" fmla="*/ 6 w 50"/>
                  <a:gd name="T15" fmla="*/ 79 h 154"/>
                  <a:gd name="T16" fmla="*/ 6 w 50"/>
                  <a:gd name="T17" fmla="*/ 102 h 154"/>
                  <a:gd name="T18" fmla="*/ 10 w 50"/>
                  <a:gd name="T19" fmla="*/ 154 h 154"/>
                  <a:gd name="T20" fmla="*/ 31 w 50"/>
                  <a:gd name="T21" fmla="*/ 148 h 15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</a:cxnLst>
                <a:rect l="0" t="0" r="r" b="b"/>
                <a:pathLst>
                  <a:path w="50" h="154">
                    <a:moveTo>
                      <a:pt x="31" y="148"/>
                    </a:moveTo>
                    <a:cubicBezTo>
                      <a:pt x="39" y="134"/>
                      <a:pt x="40" y="109"/>
                      <a:pt x="40" y="89"/>
                    </a:cubicBezTo>
                    <a:cubicBezTo>
                      <a:pt x="40" y="78"/>
                      <a:pt x="40" y="68"/>
                      <a:pt x="39" y="58"/>
                    </a:cubicBezTo>
                    <a:cubicBezTo>
                      <a:pt x="48" y="47"/>
                      <a:pt x="50" y="22"/>
                      <a:pt x="48" y="3"/>
                    </a:cubicBezTo>
                    <a:cubicBezTo>
                      <a:pt x="45" y="1"/>
                      <a:pt x="46" y="1"/>
                      <a:pt x="42" y="0"/>
                    </a:cubicBezTo>
                    <a:cubicBezTo>
                      <a:pt x="34" y="19"/>
                      <a:pt x="20" y="36"/>
                      <a:pt x="11" y="56"/>
                    </a:cubicBezTo>
                    <a:cubicBezTo>
                      <a:pt x="12" y="61"/>
                      <a:pt x="12" y="66"/>
                      <a:pt x="12" y="70"/>
                    </a:cubicBezTo>
                    <a:cubicBezTo>
                      <a:pt x="11" y="73"/>
                      <a:pt x="7" y="76"/>
                      <a:pt x="6" y="79"/>
                    </a:cubicBezTo>
                    <a:cubicBezTo>
                      <a:pt x="6" y="86"/>
                      <a:pt x="6" y="94"/>
                      <a:pt x="6" y="102"/>
                    </a:cubicBezTo>
                    <a:cubicBezTo>
                      <a:pt x="0" y="114"/>
                      <a:pt x="0" y="139"/>
                      <a:pt x="10" y="154"/>
                    </a:cubicBezTo>
                    <a:cubicBezTo>
                      <a:pt x="22" y="154"/>
                      <a:pt x="23" y="150"/>
                      <a:pt x="31" y="148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</p:grpSp>
        <p:grpSp>
          <p:nvGrpSpPr>
            <p:cNvPr id="45" name="iṩ1ídè"/>
            <p:cNvGrpSpPr/>
            <p:nvPr/>
          </p:nvGrpSpPr>
          <p:grpSpPr>
            <a:xfrm>
              <a:off x="7273918" y="2792408"/>
              <a:ext cx="599342" cy="855718"/>
              <a:chOff x="6115050" y="4976810"/>
              <a:chExt cx="560388" cy="800100"/>
            </a:xfrm>
            <a:grpFill/>
          </p:grpSpPr>
          <p:sp>
            <p:nvSpPr>
              <p:cNvPr id="48" name="íśḷíďê"/>
              <p:cNvSpPr/>
              <p:nvPr/>
            </p:nvSpPr>
            <p:spPr bwMode="auto">
              <a:xfrm>
                <a:off x="6115050" y="4976810"/>
                <a:ext cx="477838" cy="792162"/>
              </a:xfrm>
              <a:custGeom>
                <a:avLst/>
                <a:gdLst>
                  <a:gd name="T0" fmla="*/ 471 w 471"/>
                  <a:gd name="T1" fmla="*/ 354 h 778"/>
                  <a:gd name="T2" fmla="*/ 358 w 471"/>
                  <a:gd name="T3" fmla="*/ 323 h 778"/>
                  <a:gd name="T4" fmla="*/ 351 w 471"/>
                  <a:gd name="T5" fmla="*/ 337 h 778"/>
                  <a:gd name="T6" fmla="*/ 384 w 471"/>
                  <a:gd name="T7" fmla="*/ 358 h 778"/>
                  <a:gd name="T8" fmla="*/ 366 w 471"/>
                  <a:gd name="T9" fmla="*/ 387 h 778"/>
                  <a:gd name="T10" fmla="*/ 288 w 471"/>
                  <a:gd name="T11" fmla="*/ 435 h 778"/>
                  <a:gd name="T12" fmla="*/ 288 w 471"/>
                  <a:gd name="T13" fmla="*/ 418 h 778"/>
                  <a:gd name="T14" fmla="*/ 288 w 471"/>
                  <a:gd name="T15" fmla="*/ 403 h 778"/>
                  <a:gd name="T16" fmla="*/ 305 w 471"/>
                  <a:gd name="T17" fmla="*/ 352 h 778"/>
                  <a:gd name="T18" fmla="*/ 305 w 471"/>
                  <a:gd name="T19" fmla="*/ 336 h 778"/>
                  <a:gd name="T20" fmla="*/ 315 w 471"/>
                  <a:gd name="T21" fmla="*/ 315 h 778"/>
                  <a:gd name="T22" fmla="*/ 316 w 471"/>
                  <a:gd name="T23" fmla="*/ 291 h 778"/>
                  <a:gd name="T24" fmla="*/ 326 w 471"/>
                  <a:gd name="T25" fmla="*/ 223 h 778"/>
                  <a:gd name="T26" fmla="*/ 329 w 471"/>
                  <a:gd name="T27" fmla="*/ 170 h 778"/>
                  <a:gd name="T28" fmla="*/ 346 w 471"/>
                  <a:gd name="T29" fmla="*/ 98 h 778"/>
                  <a:gd name="T30" fmla="*/ 356 w 471"/>
                  <a:gd name="T31" fmla="*/ 26 h 778"/>
                  <a:gd name="T32" fmla="*/ 303 w 471"/>
                  <a:gd name="T33" fmla="*/ 0 h 778"/>
                  <a:gd name="T34" fmla="*/ 288 w 471"/>
                  <a:gd name="T35" fmla="*/ 47 h 778"/>
                  <a:gd name="T36" fmla="*/ 292 w 471"/>
                  <a:gd name="T37" fmla="*/ 60 h 778"/>
                  <a:gd name="T38" fmla="*/ 288 w 471"/>
                  <a:gd name="T39" fmla="*/ 135 h 778"/>
                  <a:gd name="T40" fmla="*/ 281 w 471"/>
                  <a:gd name="T41" fmla="*/ 178 h 778"/>
                  <a:gd name="T42" fmla="*/ 283 w 471"/>
                  <a:gd name="T43" fmla="*/ 191 h 778"/>
                  <a:gd name="T44" fmla="*/ 276 w 471"/>
                  <a:gd name="T45" fmla="*/ 215 h 778"/>
                  <a:gd name="T46" fmla="*/ 277 w 471"/>
                  <a:gd name="T47" fmla="*/ 245 h 778"/>
                  <a:gd name="T48" fmla="*/ 246 w 471"/>
                  <a:gd name="T49" fmla="*/ 391 h 778"/>
                  <a:gd name="T50" fmla="*/ 247 w 471"/>
                  <a:gd name="T51" fmla="*/ 405 h 778"/>
                  <a:gd name="T52" fmla="*/ 240 w 471"/>
                  <a:gd name="T53" fmla="*/ 414 h 778"/>
                  <a:gd name="T54" fmla="*/ 224 w 471"/>
                  <a:gd name="T55" fmla="*/ 470 h 778"/>
                  <a:gd name="T56" fmla="*/ 141 w 471"/>
                  <a:gd name="T57" fmla="*/ 533 h 778"/>
                  <a:gd name="T58" fmla="*/ 106 w 471"/>
                  <a:gd name="T59" fmla="*/ 563 h 778"/>
                  <a:gd name="T60" fmla="*/ 63 w 471"/>
                  <a:gd name="T61" fmla="*/ 583 h 778"/>
                  <a:gd name="T62" fmla="*/ 57 w 471"/>
                  <a:gd name="T63" fmla="*/ 591 h 778"/>
                  <a:gd name="T64" fmla="*/ 71 w 471"/>
                  <a:gd name="T65" fmla="*/ 619 h 778"/>
                  <a:gd name="T66" fmla="*/ 78 w 471"/>
                  <a:gd name="T67" fmla="*/ 623 h 778"/>
                  <a:gd name="T68" fmla="*/ 117 w 471"/>
                  <a:gd name="T69" fmla="*/ 598 h 778"/>
                  <a:gd name="T70" fmla="*/ 140 w 471"/>
                  <a:gd name="T71" fmla="*/ 577 h 778"/>
                  <a:gd name="T72" fmla="*/ 152 w 471"/>
                  <a:gd name="T73" fmla="*/ 563 h 778"/>
                  <a:gd name="T74" fmla="*/ 169 w 471"/>
                  <a:gd name="T75" fmla="*/ 554 h 778"/>
                  <a:gd name="T76" fmla="*/ 181 w 471"/>
                  <a:gd name="T77" fmla="*/ 539 h 778"/>
                  <a:gd name="T78" fmla="*/ 192 w 471"/>
                  <a:gd name="T79" fmla="*/ 537 h 778"/>
                  <a:gd name="T80" fmla="*/ 206 w 471"/>
                  <a:gd name="T81" fmla="*/ 522 h 778"/>
                  <a:gd name="T82" fmla="*/ 211 w 471"/>
                  <a:gd name="T83" fmla="*/ 524 h 778"/>
                  <a:gd name="T84" fmla="*/ 186 w 471"/>
                  <a:gd name="T85" fmla="*/ 584 h 778"/>
                  <a:gd name="T86" fmla="*/ 86 w 471"/>
                  <a:gd name="T87" fmla="*/ 703 h 778"/>
                  <a:gd name="T88" fmla="*/ 77 w 471"/>
                  <a:gd name="T89" fmla="*/ 703 h 778"/>
                  <a:gd name="T90" fmla="*/ 35 w 471"/>
                  <a:gd name="T91" fmla="*/ 720 h 778"/>
                  <a:gd name="T92" fmla="*/ 10 w 471"/>
                  <a:gd name="T93" fmla="*/ 720 h 778"/>
                  <a:gd name="T94" fmla="*/ 0 w 471"/>
                  <a:gd name="T95" fmla="*/ 728 h 778"/>
                  <a:gd name="T96" fmla="*/ 11 w 471"/>
                  <a:gd name="T97" fmla="*/ 746 h 778"/>
                  <a:gd name="T98" fmla="*/ 143 w 471"/>
                  <a:gd name="T99" fmla="*/ 731 h 778"/>
                  <a:gd name="T100" fmla="*/ 235 w 471"/>
                  <a:gd name="T101" fmla="*/ 584 h 778"/>
                  <a:gd name="T102" fmla="*/ 270 w 471"/>
                  <a:gd name="T103" fmla="*/ 489 h 778"/>
                  <a:gd name="T104" fmla="*/ 327 w 471"/>
                  <a:gd name="T105" fmla="*/ 452 h 778"/>
                  <a:gd name="T106" fmla="*/ 471 w 471"/>
                  <a:gd name="T107" fmla="*/ 354 h 77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  <a:cxn ang="0">
                    <a:pos x="T90" y="T91"/>
                  </a:cxn>
                  <a:cxn ang="0">
                    <a:pos x="T92" y="T93"/>
                  </a:cxn>
                  <a:cxn ang="0">
                    <a:pos x="T94" y="T95"/>
                  </a:cxn>
                  <a:cxn ang="0">
                    <a:pos x="T96" y="T97"/>
                  </a:cxn>
                  <a:cxn ang="0">
                    <a:pos x="T98" y="T99"/>
                  </a:cxn>
                  <a:cxn ang="0">
                    <a:pos x="T100" y="T101"/>
                  </a:cxn>
                  <a:cxn ang="0">
                    <a:pos x="T102" y="T103"/>
                  </a:cxn>
                  <a:cxn ang="0">
                    <a:pos x="T104" y="T105"/>
                  </a:cxn>
                  <a:cxn ang="0">
                    <a:pos x="T106" y="T107"/>
                  </a:cxn>
                </a:cxnLst>
                <a:rect l="0" t="0" r="r" b="b"/>
                <a:pathLst>
                  <a:path w="471" h="778">
                    <a:moveTo>
                      <a:pt x="471" y="354"/>
                    </a:moveTo>
                    <a:cubicBezTo>
                      <a:pt x="467" y="329"/>
                      <a:pt x="390" y="322"/>
                      <a:pt x="358" y="323"/>
                    </a:cubicBezTo>
                    <a:cubicBezTo>
                      <a:pt x="355" y="327"/>
                      <a:pt x="351" y="330"/>
                      <a:pt x="351" y="337"/>
                    </a:cubicBezTo>
                    <a:cubicBezTo>
                      <a:pt x="362" y="342"/>
                      <a:pt x="370" y="356"/>
                      <a:pt x="384" y="358"/>
                    </a:cubicBezTo>
                    <a:cubicBezTo>
                      <a:pt x="396" y="375"/>
                      <a:pt x="379" y="381"/>
                      <a:pt x="366" y="387"/>
                    </a:cubicBezTo>
                    <a:cubicBezTo>
                      <a:pt x="358" y="391"/>
                      <a:pt x="288" y="433"/>
                      <a:pt x="288" y="435"/>
                    </a:cubicBezTo>
                    <a:cubicBezTo>
                      <a:pt x="276" y="432"/>
                      <a:pt x="287" y="422"/>
                      <a:pt x="288" y="418"/>
                    </a:cubicBezTo>
                    <a:cubicBezTo>
                      <a:pt x="288" y="413"/>
                      <a:pt x="288" y="408"/>
                      <a:pt x="288" y="403"/>
                    </a:cubicBezTo>
                    <a:cubicBezTo>
                      <a:pt x="296" y="386"/>
                      <a:pt x="299" y="370"/>
                      <a:pt x="305" y="352"/>
                    </a:cubicBezTo>
                    <a:cubicBezTo>
                      <a:pt x="305" y="347"/>
                      <a:pt x="305" y="341"/>
                      <a:pt x="305" y="336"/>
                    </a:cubicBezTo>
                    <a:cubicBezTo>
                      <a:pt x="308" y="331"/>
                      <a:pt x="313" y="321"/>
                      <a:pt x="315" y="315"/>
                    </a:cubicBezTo>
                    <a:cubicBezTo>
                      <a:pt x="316" y="307"/>
                      <a:pt x="316" y="299"/>
                      <a:pt x="316" y="291"/>
                    </a:cubicBezTo>
                    <a:cubicBezTo>
                      <a:pt x="323" y="271"/>
                      <a:pt x="319" y="240"/>
                      <a:pt x="326" y="223"/>
                    </a:cubicBezTo>
                    <a:cubicBezTo>
                      <a:pt x="326" y="223"/>
                      <a:pt x="327" y="173"/>
                      <a:pt x="329" y="170"/>
                    </a:cubicBezTo>
                    <a:cubicBezTo>
                      <a:pt x="337" y="151"/>
                      <a:pt x="340" y="120"/>
                      <a:pt x="346" y="98"/>
                    </a:cubicBezTo>
                    <a:cubicBezTo>
                      <a:pt x="350" y="82"/>
                      <a:pt x="363" y="37"/>
                      <a:pt x="356" y="26"/>
                    </a:cubicBezTo>
                    <a:cubicBezTo>
                      <a:pt x="345" y="9"/>
                      <a:pt x="322" y="5"/>
                      <a:pt x="303" y="0"/>
                    </a:cubicBezTo>
                    <a:cubicBezTo>
                      <a:pt x="295" y="12"/>
                      <a:pt x="287" y="27"/>
                      <a:pt x="288" y="47"/>
                    </a:cubicBezTo>
                    <a:cubicBezTo>
                      <a:pt x="289" y="52"/>
                      <a:pt x="294" y="54"/>
                      <a:pt x="292" y="60"/>
                    </a:cubicBezTo>
                    <a:cubicBezTo>
                      <a:pt x="286" y="78"/>
                      <a:pt x="284" y="111"/>
                      <a:pt x="288" y="135"/>
                    </a:cubicBezTo>
                    <a:cubicBezTo>
                      <a:pt x="284" y="143"/>
                      <a:pt x="283" y="165"/>
                      <a:pt x="281" y="178"/>
                    </a:cubicBezTo>
                    <a:cubicBezTo>
                      <a:pt x="281" y="182"/>
                      <a:pt x="282" y="186"/>
                      <a:pt x="283" y="191"/>
                    </a:cubicBezTo>
                    <a:cubicBezTo>
                      <a:pt x="280" y="198"/>
                      <a:pt x="278" y="209"/>
                      <a:pt x="276" y="215"/>
                    </a:cubicBezTo>
                    <a:cubicBezTo>
                      <a:pt x="276" y="225"/>
                      <a:pt x="276" y="235"/>
                      <a:pt x="277" y="245"/>
                    </a:cubicBezTo>
                    <a:cubicBezTo>
                      <a:pt x="263" y="290"/>
                      <a:pt x="265" y="349"/>
                      <a:pt x="246" y="391"/>
                    </a:cubicBezTo>
                    <a:cubicBezTo>
                      <a:pt x="247" y="396"/>
                      <a:pt x="247" y="400"/>
                      <a:pt x="247" y="405"/>
                    </a:cubicBezTo>
                    <a:cubicBezTo>
                      <a:pt x="246" y="407"/>
                      <a:pt x="241" y="411"/>
                      <a:pt x="240" y="414"/>
                    </a:cubicBezTo>
                    <a:cubicBezTo>
                      <a:pt x="235" y="430"/>
                      <a:pt x="236" y="460"/>
                      <a:pt x="224" y="470"/>
                    </a:cubicBezTo>
                    <a:cubicBezTo>
                      <a:pt x="200" y="491"/>
                      <a:pt x="168" y="515"/>
                      <a:pt x="141" y="533"/>
                    </a:cubicBezTo>
                    <a:cubicBezTo>
                      <a:pt x="129" y="541"/>
                      <a:pt x="118" y="556"/>
                      <a:pt x="106" y="563"/>
                    </a:cubicBezTo>
                    <a:cubicBezTo>
                      <a:pt x="95" y="570"/>
                      <a:pt x="65" y="570"/>
                      <a:pt x="63" y="583"/>
                    </a:cubicBezTo>
                    <a:cubicBezTo>
                      <a:pt x="58" y="584"/>
                      <a:pt x="58" y="585"/>
                      <a:pt x="57" y="591"/>
                    </a:cubicBezTo>
                    <a:cubicBezTo>
                      <a:pt x="62" y="597"/>
                      <a:pt x="69" y="610"/>
                      <a:pt x="71" y="619"/>
                    </a:cubicBezTo>
                    <a:cubicBezTo>
                      <a:pt x="73" y="621"/>
                      <a:pt x="75" y="622"/>
                      <a:pt x="78" y="623"/>
                    </a:cubicBezTo>
                    <a:cubicBezTo>
                      <a:pt x="94" y="623"/>
                      <a:pt x="108" y="607"/>
                      <a:pt x="117" y="598"/>
                    </a:cubicBezTo>
                    <a:cubicBezTo>
                      <a:pt x="124" y="591"/>
                      <a:pt x="132" y="584"/>
                      <a:pt x="140" y="577"/>
                    </a:cubicBezTo>
                    <a:cubicBezTo>
                      <a:pt x="143" y="574"/>
                      <a:pt x="147" y="566"/>
                      <a:pt x="152" y="563"/>
                    </a:cubicBezTo>
                    <a:cubicBezTo>
                      <a:pt x="158" y="560"/>
                      <a:pt x="163" y="557"/>
                      <a:pt x="169" y="554"/>
                    </a:cubicBezTo>
                    <a:cubicBezTo>
                      <a:pt x="173" y="549"/>
                      <a:pt x="177" y="544"/>
                      <a:pt x="181" y="539"/>
                    </a:cubicBezTo>
                    <a:cubicBezTo>
                      <a:pt x="185" y="538"/>
                      <a:pt x="188" y="537"/>
                      <a:pt x="192" y="537"/>
                    </a:cubicBezTo>
                    <a:cubicBezTo>
                      <a:pt x="195" y="534"/>
                      <a:pt x="203" y="526"/>
                      <a:pt x="206" y="522"/>
                    </a:cubicBezTo>
                    <a:cubicBezTo>
                      <a:pt x="208" y="523"/>
                      <a:pt x="209" y="523"/>
                      <a:pt x="211" y="524"/>
                    </a:cubicBezTo>
                    <a:cubicBezTo>
                      <a:pt x="211" y="549"/>
                      <a:pt x="195" y="565"/>
                      <a:pt x="186" y="584"/>
                    </a:cubicBezTo>
                    <a:cubicBezTo>
                      <a:pt x="168" y="625"/>
                      <a:pt x="122" y="683"/>
                      <a:pt x="86" y="703"/>
                    </a:cubicBezTo>
                    <a:cubicBezTo>
                      <a:pt x="83" y="703"/>
                      <a:pt x="80" y="703"/>
                      <a:pt x="77" y="703"/>
                    </a:cubicBezTo>
                    <a:cubicBezTo>
                      <a:pt x="66" y="707"/>
                      <a:pt x="47" y="714"/>
                      <a:pt x="35" y="720"/>
                    </a:cubicBezTo>
                    <a:cubicBezTo>
                      <a:pt x="27" y="720"/>
                      <a:pt x="18" y="720"/>
                      <a:pt x="10" y="720"/>
                    </a:cubicBezTo>
                    <a:cubicBezTo>
                      <a:pt x="7" y="722"/>
                      <a:pt x="4" y="725"/>
                      <a:pt x="0" y="728"/>
                    </a:cubicBezTo>
                    <a:cubicBezTo>
                      <a:pt x="0" y="739"/>
                      <a:pt x="6" y="740"/>
                      <a:pt x="11" y="746"/>
                    </a:cubicBezTo>
                    <a:cubicBezTo>
                      <a:pt x="42" y="778"/>
                      <a:pt x="124" y="759"/>
                      <a:pt x="143" y="731"/>
                    </a:cubicBezTo>
                    <a:cubicBezTo>
                      <a:pt x="175" y="683"/>
                      <a:pt x="208" y="637"/>
                      <a:pt x="235" y="584"/>
                    </a:cubicBezTo>
                    <a:cubicBezTo>
                      <a:pt x="250" y="552"/>
                      <a:pt x="254" y="521"/>
                      <a:pt x="270" y="489"/>
                    </a:cubicBezTo>
                    <a:cubicBezTo>
                      <a:pt x="275" y="480"/>
                      <a:pt x="317" y="460"/>
                      <a:pt x="327" y="452"/>
                    </a:cubicBezTo>
                    <a:cubicBezTo>
                      <a:pt x="374" y="417"/>
                      <a:pt x="424" y="388"/>
                      <a:pt x="471" y="35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49" name="íšľíḑê"/>
              <p:cNvSpPr/>
              <p:nvPr/>
            </p:nvSpPr>
            <p:spPr bwMode="auto">
              <a:xfrm>
                <a:off x="6384925" y="5484810"/>
                <a:ext cx="290513" cy="292100"/>
              </a:xfrm>
              <a:custGeom>
                <a:avLst/>
                <a:gdLst>
                  <a:gd name="T0" fmla="*/ 229 w 286"/>
                  <a:gd name="T1" fmla="*/ 216 h 287"/>
                  <a:gd name="T2" fmla="*/ 225 w 286"/>
                  <a:gd name="T3" fmla="*/ 211 h 287"/>
                  <a:gd name="T4" fmla="*/ 210 w 286"/>
                  <a:gd name="T5" fmla="*/ 210 h 287"/>
                  <a:gd name="T6" fmla="*/ 206 w 286"/>
                  <a:gd name="T7" fmla="*/ 205 h 287"/>
                  <a:gd name="T8" fmla="*/ 194 w 286"/>
                  <a:gd name="T9" fmla="*/ 205 h 287"/>
                  <a:gd name="T10" fmla="*/ 171 w 286"/>
                  <a:gd name="T11" fmla="*/ 192 h 287"/>
                  <a:gd name="T12" fmla="*/ 151 w 286"/>
                  <a:gd name="T13" fmla="*/ 169 h 287"/>
                  <a:gd name="T14" fmla="*/ 117 w 286"/>
                  <a:gd name="T15" fmla="*/ 142 h 287"/>
                  <a:gd name="T16" fmla="*/ 107 w 286"/>
                  <a:gd name="T17" fmla="*/ 120 h 287"/>
                  <a:gd name="T18" fmla="*/ 66 w 286"/>
                  <a:gd name="T19" fmla="*/ 56 h 287"/>
                  <a:gd name="T20" fmla="*/ 14 w 286"/>
                  <a:gd name="T21" fmla="*/ 0 h 287"/>
                  <a:gd name="T22" fmla="*/ 40 w 286"/>
                  <a:gd name="T23" fmla="*/ 118 h 287"/>
                  <a:gd name="T24" fmla="*/ 65 w 286"/>
                  <a:gd name="T25" fmla="*/ 182 h 287"/>
                  <a:gd name="T26" fmla="*/ 66 w 286"/>
                  <a:gd name="T27" fmla="*/ 204 h 287"/>
                  <a:gd name="T28" fmla="*/ 88 w 286"/>
                  <a:gd name="T29" fmla="*/ 257 h 287"/>
                  <a:gd name="T30" fmla="*/ 103 w 286"/>
                  <a:gd name="T31" fmla="*/ 268 h 287"/>
                  <a:gd name="T32" fmla="*/ 151 w 286"/>
                  <a:gd name="T33" fmla="*/ 276 h 287"/>
                  <a:gd name="T34" fmla="*/ 172 w 286"/>
                  <a:gd name="T35" fmla="*/ 276 h 287"/>
                  <a:gd name="T36" fmla="*/ 183 w 286"/>
                  <a:gd name="T37" fmla="*/ 270 h 287"/>
                  <a:gd name="T38" fmla="*/ 232 w 286"/>
                  <a:gd name="T39" fmla="*/ 269 h 287"/>
                  <a:gd name="T40" fmla="*/ 286 w 286"/>
                  <a:gd name="T41" fmla="*/ 238 h 287"/>
                  <a:gd name="T42" fmla="*/ 229 w 286"/>
                  <a:gd name="T43" fmla="*/ 216 h 28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</a:cxnLst>
                <a:rect l="0" t="0" r="r" b="b"/>
                <a:pathLst>
                  <a:path w="286" h="287">
                    <a:moveTo>
                      <a:pt x="229" y="216"/>
                    </a:moveTo>
                    <a:cubicBezTo>
                      <a:pt x="228" y="214"/>
                      <a:pt x="226" y="212"/>
                      <a:pt x="225" y="211"/>
                    </a:cubicBezTo>
                    <a:cubicBezTo>
                      <a:pt x="220" y="210"/>
                      <a:pt x="215" y="210"/>
                      <a:pt x="210" y="210"/>
                    </a:cubicBezTo>
                    <a:cubicBezTo>
                      <a:pt x="209" y="208"/>
                      <a:pt x="208" y="206"/>
                      <a:pt x="206" y="205"/>
                    </a:cubicBezTo>
                    <a:cubicBezTo>
                      <a:pt x="202" y="205"/>
                      <a:pt x="198" y="205"/>
                      <a:pt x="194" y="205"/>
                    </a:cubicBezTo>
                    <a:cubicBezTo>
                      <a:pt x="201" y="202"/>
                      <a:pt x="175" y="194"/>
                      <a:pt x="171" y="192"/>
                    </a:cubicBezTo>
                    <a:cubicBezTo>
                      <a:pt x="164" y="184"/>
                      <a:pt x="157" y="177"/>
                      <a:pt x="151" y="169"/>
                    </a:cubicBezTo>
                    <a:cubicBezTo>
                      <a:pt x="142" y="158"/>
                      <a:pt x="125" y="155"/>
                      <a:pt x="117" y="142"/>
                    </a:cubicBezTo>
                    <a:cubicBezTo>
                      <a:pt x="119" y="141"/>
                      <a:pt x="109" y="123"/>
                      <a:pt x="107" y="120"/>
                    </a:cubicBezTo>
                    <a:cubicBezTo>
                      <a:pt x="94" y="107"/>
                      <a:pt x="75" y="72"/>
                      <a:pt x="66" y="56"/>
                    </a:cubicBezTo>
                    <a:cubicBezTo>
                      <a:pt x="55" y="37"/>
                      <a:pt x="41" y="2"/>
                      <a:pt x="14" y="0"/>
                    </a:cubicBezTo>
                    <a:cubicBezTo>
                      <a:pt x="0" y="23"/>
                      <a:pt x="32" y="95"/>
                      <a:pt x="40" y="118"/>
                    </a:cubicBezTo>
                    <a:cubicBezTo>
                      <a:pt x="48" y="141"/>
                      <a:pt x="55" y="165"/>
                      <a:pt x="65" y="182"/>
                    </a:cubicBezTo>
                    <a:cubicBezTo>
                      <a:pt x="65" y="189"/>
                      <a:pt x="66" y="197"/>
                      <a:pt x="66" y="204"/>
                    </a:cubicBezTo>
                    <a:cubicBezTo>
                      <a:pt x="74" y="223"/>
                      <a:pt x="78" y="242"/>
                      <a:pt x="88" y="257"/>
                    </a:cubicBezTo>
                    <a:cubicBezTo>
                      <a:pt x="93" y="261"/>
                      <a:pt x="98" y="264"/>
                      <a:pt x="103" y="268"/>
                    </a:cubicBezTo>
                    <a:cubicBezTo>
                      <a:pt x="122" y="278"/>
                      <a:pt x="128" y="287"/>
                      <a:pt x="151" y="276"/>
                    </a:cubicBezTo>
                    <a:cubicBezTo>
                      <a:pt x="158" y="276"/>
                      <a:pt x="165" y="276"/>
                      <a:pt x="172" y="276"/>
                    </a:cubicBezTo>
                    <a:cubicBezTo>
                      <a:pt x="175" y="274"/>
                      <a:pt x="179" y="272"/>
                      <a:pt x="183" y="270"/>
                    </a:cubicBezTo>
                    <a:cubicBezTo>
                      <a:pt x="199" y="269"/>
                      <a:pt x="216" y="269"/>
                      <a:pt x="232" y="269"/>
                    </a:cubicBezTo>
                    <a:cubicBezTo>
                      <a:pt x="258" y="256"/>
                      <a:pt x="267" y="261"/>
                      <a:pt x="286" y="238"/>
                    </a:cubicBezTo>
                    <a:cubicBezTo>
                      <a:pt x="272" y="217"/>
                      <a:pt x="250" y="226"/>
                      <a:pt x="229" y="216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</p:grpSp>
        <p:sp>
          <p:nvSpPr>
            <p:cNvPr id="46" name="ïšḻîḍe"/>
            <p:cNvSpPr/>
            <p:nvPr/>
          </p:nvSpPr>
          <p:spPr bwMode="auto">
            <a:xfrm>
              <a:off x="6615743" y="3000099"/>
              <a:ext cx="425964" cy="517912"/>
            </a:xfrm>
            <a:custGeom>
              <a:avLst/>
              <a:gdLst>
                <a:gd name="T0" fmla="*/ 20 w 354"/>
                <a:gd name="T1" fmla="*/ 276 h 430"/>
                <a:gd name="T2" fmla="*/ 22 w 354"/>
                <a:gd name="T3" fmla="*/ 302 h 430"/>
                <a:gd name="T4" fmla="*/ 27 w 354"/>
                <a:gd name="T5" fmla="*/ 307 h 430"/>
                <a:gd name="T6" fmla="*/ 25 w 354"/>
                <a:gd name="T7" fmla="*/ 328 h 430"/>
                <a:gd name="T8" fmla="*/ 49 w 354"/>
                <a:gd name="T9" fmla="*/ 418 h 430"/>
                <a:gd name="T10" fmla="*/ 68 w 354"/>
                <a:gd name="T11" fmla="*/ 408 h 430"/>
                <a:gd name="T12" fmla="*/ 70 w 354"/>
                <a:gd name="T13" fmla="*/ 387 h 430"/>
                <a:gd name="T14" fmla="*/ 83 w 354"/>
                <a:gd name="T15" fmla="*/ 331 h 430"/>
                <a:gd name="T16" fmla="*/ 50 w 354"/>
                <a:gd name="T17" fmla="*/ 251 h 430"/>
                <a:gd name="T18" fmla="*/ 50 w 354"/>
                <a:gd name="T19" fmla="*/ 237 h 430"/>
                <a:gd name="T20" fmla="*/ 44 w 354"/>
                <a:gd name="T21" fmla="*/ 232 h 430"/>
                <a:gd name="T22" fmla="*/ 50 w 354"/>
                <a:gd name="T23" fmla="*/ 196 h 430"/>
                <a:gd name="T24" fmla="*/ 79 w 354"/>
                <a:gd name="T25" fmla="*/ 177 h 430"/>
                <a:gd name="T26" fmla="*/ 85 w 354"/>
                <a:gd name="T27" fmla="*/ 169 h 430"/>
                <a:gd name="T28" fmla="*/ 111 w 354"/>
                <a:gd name="T29" fmla="*/ 152 h 430"/>
                <a:gd name="T30" fmla="*/ 168 w 354"/>
                <a:gd name="T31" fmla="*/ 99 h 430"/>
                <a:gd name="T32" fmla="*/ 193 w 354"/>
                <a:gd name="T33" fmla="*/ 85 h 430"/>
                <a:gd name="T34" fmla="*/ 293 w 354"/>
                <a:gd name="T35" fmla="*/ 47 h 430"/>
                <a:gd name="T36" fmla="*/ 272 w 354"/>
                <a:gd name="T37" fmla="*/ 101 h 430"/>
                <a:gd name="T38" fmla="*/ 241 w 354"/>
                <a:gd name="T39" fmla="*/ 177 h 430"/>
                <a:gd name="T40" fmla="*/ 241 w 354"/>
                <a:gd name="T41" fmla="*/ 190 h 430"/>
                <a:gd name="T42" fmla="*/ 230 w 354"/>
                <a:gd name="T43" fmla="*/ 208 h 430"/>
                <a:gd name="T44" fmla="*/ 230 w 354"/>
                <a:gd name="T45" fmla="*/ 225 h 430"/>
                <a:gd name="T46" fmla="*/ 218 w 354"/>
                <a:gd name="T47" fmla="*/ 245 h 430"/>
                <a:gd name="T48" fmla="*/ 218 w 354"/>
                <a:gd name="T49" fmla="*/ 263 h 430"/>
                <a:gd name="T50" fmla="*/ 213 w 354"/>
                <a:gd name="T51" fmla="*/ 267 h 430"/>
                <a:gd name="T52" fmla="*/ 210 w 354"/>
                <a:gd name="T53" fmla="*/ 279 h 430"/>
                <a:gd name="T54" fmla="*/ 210 w 354"/>
                <a:gd name="T55" fmla="*/ 281 h 430"/>
                <a:gd name="T56" fmla="*/ 193 w 354"/>
                <a:gd name="T57" fmla="*/ 248 h 430"/>
                <a:gd name="T58" fmla="*/ 106 w 354"/>
                <a:gd name="T59" fmla="*/ 189 h 430"/>
                <a:gd name="T60" fmla="*/ 103 w 354"/>
                <a:gd name="T61" fmla="*/ 267 h 430"/>
                <a:gd name="T62" fmla="*/ 131 w 354"/>
                <a:gd name="T63" fmla="*/ 332 h 430"/>
                <a:gd name="T64" fmla="*/ 112 w 354"/>
                <a:gd name="T65" fmla="*/ 365 h 430"/>
                <a:gd name="T66" fmla="*/ 90 w 354"/>
                <a:gd name="T67" fmla="*/ 396 h 430"/>
                <a:gd name="T68" fmla="*/ 85 w 354"/>
                <a:gd name="T69" fmla="*/ 407 h 430"/>
                <a:gd name="T70" fmla="*/ 89 w 354"/>
                <a:gd name="T71" fmla="*/ 412 h 430"/>
                <a:gd name="T72" fmla="*/ 143 w 354"/>
                <a:gd name="T73" fmla="*/ 366 h 430"/>
                <a:gd name="T74" fmla="*/ 154 w 354"/>
                <a:gd name="T75" fmla="*/ 366 h 430"/>
                <a:gd name="T76" fmla="*/ 208 w 354"/>
                <a:gd name="T77" fmla="*/ 430 h 430"/>
                <a:gd name="T78" fmla="*/ 213 w 354"/>
                <a:gd name="T79" fmla="*/ 430 h 430"/>
                <a:gd name="T80" fmla="*/ 260 w 354"/>
                <a:gd name="T81" fmla="*/ 289 h 430"/>
                <a:gd name="T82" fmla="*/ 282 w 354"/>
                <a:gd name="T83" fmla="*/ 224 h 430"/>
                <a:gd name="T84" fmla="*/ 281 w 354"/>
                <a:gd name="T85" fmla="*/ 214 h 430"/>
                <a:gd name="T86" fmla="*/ 292 w 354"/>
                <a:gd name="T87" fmla="*/ 186 h 430"/>
                <a:gd name="T88" fmla="*/ 294 w 354"/>
                <a:gd name="T89" fmla="*/ 170 h 430"/>
                <a:gd name="T90" fmla="*/ 311 w 354"/>
                <a:gd name="T91" fmla="*/ 138 h 430"/>
                <a:gd name="T92" fmla="*/ 317 w 354"/>
                <a:gd name="T93" fmla="*/ 111 h 430"/>
                <a:gd name="T94" fmla="*/ 330 w 354"/>
                <a:gd name="T95" fmla="*/ 92 h 430"/>
                <a:gd name="T96" fmla="*/ 343 w 354"/>
                <a:gd name="T97" fmla="*/ 40 h 430"/>
                <a:gd name="T98" fmla="*/ 291 w 354"/>
                <a:gd name="T99" fmla="*/ 0 h 430"/>
                <a:gd name="T100" fmla="*/ 272 w 354"/>
                <a:gd name="T101" fmla="*/ 8 h 430"/>
                <a:gd name="T102" fmla="*/ 210 w 354"/>
                <a:gd name="T103" fmla="*/ 31 h 430"/>
                <a:gd name="T104" fmla="*/ 176 w 354"/>
                <a:gd name="T105" fmla="*/ 53 h 430"/>
                <a:gd name="T106" fmla="*/ 168 w 354"/>
                <a:gd name="T107" fmla="*/ 52 h 430"/>
                <a:gd name="T108" fmla="*/ 162 w 354"/>
                <a:gd name="T109" fmla="*/ 59 h 430"/>
                <a:gd name="T110" fmla="*/ 143 w 354"/>
                <a:gd name="T111" fmla="*/ 65 h 430"/>
                <a:gd name="T112" fmla="*/ 75 w 354"/>
                <a:gd name="T113" fmla="*/ 109 h 430"/>
                <a:gd name="T114" fmla="*/ 26 w 354"/>
                <a:gd name="T115" fmla="*/ 155 h 430"/>
                <a:gd name="T116" fmla="*/ 25 w 354"/>
                <a:gd name="T117" fmla="*/ 222 h 430"/>
                <a:gd name="T118" fmla="*/ 7 w 354"/>
                <a:gd name="T119" fmla="*/ 227 h 430"/>
                <a:gd name="T120" fmla="*/ 15 w 354"/>
                <a:gd name="T121" fmla="*/ 269 h 430"/>
                <a:gd name="T122" fmla="*/ 20 w 354"/>
                <a:gd name="T123" fmla="*/ 276 h 43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  <a:cxn ang="0">
                  <a:pos x="T118" y="T119"/>
                </a:cxn>
                <a:cxn ang="0">
                  <a:pos x="T120" y="T121"/>
                </a:cxn>
                <a:cxn ang="0">
                  <a:pos x="T122" y="T123"/>
                </a:cxn>
              </a:cxnLst>
              <a:rect l="0" t="0" r="r" b="b"/>
              <a:pathLst>
                <a:path w="354" h="430">
                  <a:moveTo>
                    <a:pt x="20" y="276"/>
                  </a:moveTo>
                  <a:cubicBezTo>
                    <a:pt x="21" y="285"/>
                    <a:pt x="22" y="293"/>
                    <a:pt x="22" y="302"/>
                  </a:cubicBezTo>
                  <a:cubicBezTo>
                    <a:pt x="24" y="304"/>
                    <a:pt x="25" y="305"/>
                    <a:pt x="27" y="307"/>
                  </a:cubicBezTo>
                  <a:cubicBezTo>
                    <a:pt x="27" y="314"/>
                    <a:pt x="26" y="321"/>
                    <a:pt x="25" y="328"/>
                  </a:cubicBezTo>
                  <a:cubicBezTo>
                    <a:pt x="33" y="356"/>
                    <a:pt x="27" y="403"/>
                    <a:pt x="49" y="418"/>
                  </a:cubicBezTo>
                  <a:cubicBezTo>
                    <a:pt x="56" y="425"/>
                    <a:pt x="65" y="412"/>
                    <a:pt x="68" y="408"/>
                  </a:cubicBezTo>
                  <a:cubicBezTo>
                    <a:pt x="68" y="401"/>
                    <a:pt x="69" y="394"/>
                    <a:pt x="70" y="387"/>
                  </a:cubicBezTo>
                  <a:cubicBezTo>
                    <a:pt x="76" y="375"/>
                    <a:pt x="86" y="354"/>
                    <a:pt x="83" y="331"/>
                  </a:cubicBezTo>
                  <a:cubicBezTo>
                    <a:pt x="78" y="299"/>
                    <a:pt x="61" y="276"/>
                    <a:pt x="50" y="251"/>
                  </a:cubicBezTo>
                  <a:cubicBezTo>
                    <a:pt x="50" y="246"/>
                    <a:pt x="50" y="242"/>
                    <a:pt x="50" y="237"/>
                  </a:cubicBezTo>
                  <a:cubicBezTo>
                    <a:pt x="48" y="235"/>
                    <a:pt x="46" y="234"/>
                    <a:pt x="44" y="232"/>
                  </a:cubicBezTo>
                  <a:cubicBezTo>
                    <a:pt x="39" y="222"/>
                    <a:pt x="50" y="209"/>
                    <a:pt x="50" y="196"/>
                  </a:cubicBezTo>
                  <a:cubicBezTo>
                    <a:pt x="59" y="186"/>
                    <a:pt x="66" y="184"/>
                    <a:pt x="79" y="177"/>
                  </a:cubicBezTo>
                  <a:cubicBezTo>
                    <a:pt x="81" y="174"/>
                    <a:pt x="83" y="172"/>
                    <a:pt x="85" y="169"/>
                  </a:cubicBezTo>
                  <a:cubicBezTo>
                    <a:pt x="94" y="164"/>
                    <a:pt x="102" y="158"/>
                    <a:pt x="111" y="152"/>
                  </a:cubicBezTo>
                  <a:cubicBezTo>
                    <a:pt x="126" y="142"/>
                    <a:pt x="158" y="112"/>
                    <a:pt x="168" y="99"/>
                  </a:cubicBezTo>
                  <a:cubicBezTo>
                    <a:pt x="169" y="101"/>
                    <a:pt x="188" y="88"/>
                    <a:pt x="193" y="85"/>
                  </a:cubicBezTo>
                  <a:cubicBezTo>
                    <a:pt x="222" y="70"/>
                    <a:pt x="248" y="46"/>
                    <a:pt x="293" y="47"/>
                  </a:cubicBezTo>
                  <a:cubicBezTo>
                    <a:pt x="292" y="59"/>
                    <a:pt x="278" y="86"/>
                    <a:pt x="272" y="101"/>
                  </a:cubicBezTo>
                  <a:cubicBezTo>
                    <a:pt x="259" y="128"/>
                    <a:pt x="255" y="152"/>
                    <a:pt x="241" y="177"/>
                  </a:cubicBezTo>
                  <a:cubicBezTo>
                    <a:pt x="241" y="181"/>
                    <a:pt x="241" y="186"/>
                    <a:pt x="241" y="190"/>
                  </a:cubicBezTo>
                  <a:cubicBezTo>
                    <a:pt x="239" y="194"/>
                    <a:pt x="232" y="203"/>
                    <a:pt x="230" y="208"/>
                  </a:cubicBezTo>
                  <a:cubicBezTo>
                    <a:pt x="230" y="213"/>
                    <a:pt x="230" y="219"/>
                    <a:pt x="230" y="225"/>
                  </a:cubicBezTo>
                  <a:cubicBezTo>
                    <a:pt x="228" y="232"/>
                    <a:pt x="221" y="238"/>
                    <a:pt x="218" y="245"/>
                  </a:cubicBezTo>
                  <a:cubicBezTo>
                    <a:pt x="218" y="251"/>
                    <a:pt x="218" y="257"/>
                    <a:pt x="218" y="263"/>
                  </a:cubicBezTo>
                  <a:cubicBezTo>
                    <a:pt x="216" y="265"/>
                    <a:pt x="214" y="266"/>
                    <a:pt x="213" y="267"/>
                  </a:cubicBezTo>
                  <a:cubicBezTo>
                    <a:pt x="212" y="270"/>
                    <a:pt x="213" y="276"/>
                    <a:pt x="210" y="279"/>
                  </a:cubicBezTo>
                  <a:cubicBezTo>
                    <a:pt x="210" y="280"/>
                    <a:pt x="210" y="280"/>
                    <a:pt x="210" y="281"/>
                  </a:cubicBezTo>
                  <a:cubicBezTo>
                    <a:pt x="201" y="277"/>
                    <a:pt x="199" y="257"/>
                    <a:pt x="193" y="248"/>
                  </a:cubicBezTo>
                  <a:cubicBezTo>
                    <a:pt x="175" y="223"/>
                    <a:pt x="147" y="190"/>
                    <a:pt x="106" y="189"/>
                  </a:cubicBezTo>
                  <a:cubicBezTo>
                    <a:pt x="89" y="206"/>
                    <a:pt x="93" y="245"/>
                    <a:pt x="103" y="267"/>
                  </a:cubicBezTo>
                  <a:cubicBezTo>
                    <a:pt x="106" y="275"/>
                    <a:pt x="133" y="322"/>
                    <a:pt x="131" y="332"/>
                  </a:cubicBezTo>
                  <a:cubicBezTo>
                    <a:pt x="128" y="344"/>
                    <a:pt x="118" y="357"/>
                    <a:pt x="112" y="365"/>
                  </a:cubicBezTo>
                  <a:cubicBezTo>
                    <a:pt x="106" y="374"/>
                    <a:pt x="102" y="394"/>
                    <a:pt x="90" y="396"/>
                  </a:cubicBezTo>
                  <a:cubicBezTo>
                    <a:pt x="85" y="402"/>
                    <a:pt x="86" y="401"/>
                    <a:pt x="85" y="407"/>
                  </a:cubicBezTo>
                  <a:cubicBezTo>
                    <a:pt x="86" y="409"/>
                    <a:pt x="88" y="410"/>
                    <a:pt x="89" y="412"/>
                  </a:cubicBezTo>
                  <a:cubicBezTo>
                    <a:pt x="106" y="411"/>
                    <a:pt x="136" y="378"/>
                    <a:pt x="143" y="366"/>
                  </a:cubicBezTo>
                  <a:cubicBezTo>
                    <a:pt x="147" y="366"/>
                    <a:pt x="151" y="366"/>
                    <a:pt x="154" y="366"/>
                  </a:cubicBezTo>
                  <a:cubicBezTo>
                    <a:pt x="173" y="387"/>
                    <a:pt x="194" y="406"/>
                    <a:pt x="208" y="430"/>
                  </a:cubicBezTo>
                  <a:cubicBezTo>
                    <a:pt x="209" y="430"/>
                    <a:pt x="211" y="430"/>
                    <a:pt x="213" y="430"/>
                  </a:cubicBezTo>
                  <a:cubicBezTo>
                    <a:pt x="249" y="405"/>
                    <a:pt x="244" y="337"/>
                    <a:pt x="260" y="289"/>
                  </a:cubicBezTo>
                  <a:cubicBezTo>
                    <a:pt x="266" y="271"/>
                    <a:pt x="275" y="244"/>
                    <a:pt x="282" y="224"/>
                  </a:cubicBezTo>
                  <a:cubicBezTo>
                    <a:pt x="281" y="221"/>
                    <a:pt x="281" y="217"/>
                    <a:pt x="281" y="214"/>
                  </a:cubicBezTo>
                  <a:cubicBezTo>
                    <a:pt x="284" y="206"/>
                    <a:pt x="290" y="191"/>
                    <a:pt x="292" y="186"/>
                  </a:cubicBezTo>
                  <a:cubicBezTo>
                    <a:pt x="292" y="181"/>
                    <a:pt x="293" y="176"/>
                    <a:pt x="294" y="170"/>
                  </a:cubicBezTo>
                  <a:cubicBezTo>
                    <a:pt x="298" y="161"/>
                    <a:pt x="309" y="149"/>
                    <a:pt x="311" y="138"/>
                  </a:cubicBezTo>
                  <a:cubicBezTo>
                    <a:pt x="313" y="130"/>
                    <a:pt x="313" y="122"/>
                    <a:pt x="317" y="111"/>
                  </a:cubicBezTo>
                  <a:cubicBezTo>
                    <a:pt x="318" y="114"/>
                    <a:pt x="329" y="94"/>
                    <a:pt x="330" y="92"/>
                  </a:cubicBezTo>
                  <a:cubicBezTo>
                    <a:pt x="337" y="75"/>
                    <a:pt x="337" y="57"/>
                    <a:pt x="343" y="40"/>
                  </a:cubicBezTo>
                  <a:cubicBezTo>
                    <a:pt x="354" y="9"/>
                    <a:pt x="317" y="0"/>
                    <a:pt x="291" y="0"/>
                  </a:cubicBezTo>
                  <a:cubicBezTo>
                    <a:pt x="287" y="8"/>
                    <a:pt x="280" y="5"/>
                    <a:pt x="272" y="8"/>
                  </a:cubicBezTo>
                  <a:cubicBezTo>
                    <a:pt x="261" y="12"/>
                    <a:pt x="217" y="31"/>
                    <a:pt x="210" y="31"/>
                  </a:cubicBezTo>
                  <a:cubicBezTo>
                    <a:pt x="200" y="37"/>
                    <a:pt x="187" y="48"/>
                    <a:pt x="176" y="53"/>
                  </a:cubicBezTo>
                  <a:cubicBezTo>
                    <a:pt x="173" y="53"/>
                    <a:pt x="170" y="53"/>
                    <a:pt x="168" y="52"/>
                  </a:cubicBezTo>
                  <a:cubicBezTo>
                    <a:pt x="166" y="55"/>
                    <a:pt x="164" y="57"/>
                    <a:pt x="162" y="59"/>
                  </a:cubicBezTo>
                  <a:cubicBezTo>
                    <a:pt x="155" y="63"/>
                    <a:pt x="149" y="61"/>
                    <a:pt x="143" y="65"/>
                  </a:cubicBezTo>
                  <a:cubicBezTo>
                    <a:pt x="122" y="78"/>
                    <a:pt x="97" y="95"/>
                    <a:pt x="75" y="109"/>
                  </a:cubicBezTo>
                  <a:cubicBezTo>
                    <a:pt x="58" y="120"/>
                    <a:pt x="34" y="135"/>
                    <a:pt x="26" y="155"/>
                  </a:cubicBezTo>
                  <a:cubicBezTo>
                    <a:pt x="20" y="173"/>
                    <a:pt x="24" y="201"/>
                    <a:pt x="25" y="222"/>
                  </a:cubicBezTo>
                  <a:cubicBezTo>
                    <a:pt x="22" y="224"/>
                    <a:pt x="10" y="224"/>
                    <a:pt x="7" y="227"/>
                  </a:cubicBezTo>
                  <a:cubicBezTo>
                    <a:pt x="0" y="233"/>
                    <a:pt x="11" y="261"/>
                    <a:pt x="15" y="269"/>
                  </a:cubicBezTo>
                  <a:cubicBezTo>
                    <a:pt x="16" y="271"/>
                    <a:pt x="18" y="274"/>
                    <a:pt x="20" y="276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47" name="î$ḷiďê"/>
            <p:cNvSpPr/>
            <p:nvPr/>
          </p:nvSpPr>
          <p:spPr bwMode="auto">
            <a:xfrm>
              <a:off x="6527548" y="3450476"/>
              <a:ext cx="514159" cy="247697"/>
            </a:xfrm>
            <a:custGeom>
              <a:avLst/>
              <a:gdLst>
                <a:gd name="T0" fmla="*/ 365 w 428"/>
                <a:gd name="T1" fmla="*/ 1 h 206"/>
                <a:gd name="T2" fmla="*/ 278 w 428"/>
                <a:gd name="T3" fmla="*/ 25 h 206"/>
                <a:gd name="T4" fmla="*/ 257 w 428"/>
                <a:gd name="T5" fmla="*/ 24 h 206"/>
                <a:gd name="T6" fmla="*/ 249 w 428"/>
                <a:gd name="T7" fmla="*/ 30 h 206"/>
                <a:gd name="T8" fmla="*/ 233 w 428"/>
                <a:gd name="T9" fmla="*/ 30 h 206"/>
                <a:gd name="T10" fmla="*/ 225 w 428"/>
                <a:gd name="T11" fmla="*/ 36 h 206"/>
                <a:gd name="T12" fmla="*/ 213 w 428"/>
                <a:gd name="T13" fmla="*/ 36 h 206"/>
                <a:gd name="T14" fmla="*/ 206 w 428"/>
                <a:gd name="T15" fmla="*/ 43 h 206"/>
                <a:gd name="T16" fmla="*/ 196 w 428"/>
                <a:gd name="T17" fmla="*/ 42 h 206"/>
                <a:gd name="T18" fmla="*/ 178 w 428"/>
                <a:gd name="T19" fmla="*/ 54 h 206"/>
                <a:gd name="T20" fmla="*/ 163 w 428"/>
                <a:gd name="T21" fmla="*/ 55 h 206"/>
                <a:gd name="T22" fmla="*/ 157 w 428"/>
                <a:gd name="T23" fmla="*/ 62 h 206"/>
                <a:gd name="T24" fmla="*/ 131 w 428"/>
                <a:gd name="T25" fmla="*/ 68 h 206"/>
                <a:gd name="T26" fmla="*/ 111 w 428"/>
                <a:gd name="T27" fmla="*/ 80 h 206"/>
                <a:gd name="T28" fmla="*/ 104 w 428"/>
                <a:gd name="T29" fmla="*/ 78 h 206"/>
                <a:gd name="T30" fmla="*/ 77 w 428"/>
                <a:gd name="T31" fmla="*/ 91 h 206"/>
                <a:gd name="T32" fmla="*/ 57 w 428"/>
                <a:gd name="T33" fmla="*/ 96 h 206"/>
                <a:gd name="T34" fmla="*/ 7 w 428"/>
                <a:gd name="T35" fmla="*/ 106 h 206"/>
                <a:gd name="T36" fmla="*/ 5 w 428"/>
                <a:gd name="T37" fmla="*/ 144 h 206"/>
                <a:gd name="T38" fmla="*/ 51 w 428"/>
                <a:gd name="T39" fmla="*/ 206 h 206"/>
                <a:gd name="T40" fmla="*/ 103 w 428"/>
                <a:gd name="T41" fmla="*/ 170 h 206"/>
                <a:gd name="T42" fmla="*/ 122 w 428"/>
                <a:gd name="T43" fmla="*/ 154 h 206"/>
                <a:gd name="T44" fmla="*/ 141 w 428"/>
                <a:gd name="T45" fmla="*/ 136 h 206"/>
                <a:gd name="T46" fmla="*/ 216 w 428"/>
                <a:gd name="T47" fmla="*/ 95 h 206"/>
                <a:gd name="T48" fmla="*/ 312 w 428"/>
                <a:gd name="T49" fmla="*/ 68 h 206"/>
                <a:gd name="T50" fmla="*/ 315 w 428"/>
                <a:gd name="T51" fmla="*/ 69 h 206"/>
                <a:gd name="T52" fmla="*/ 318 w 428"/>
                <a:gd name="T53" fmla="*/ 69 h 206"/>
                <a:gd name="T54" fmla="*/ 282 w 428"/>
                <a:gd name="T55" fmla="*/ 97 h 206"/>
                <a:gd name="T56" fmla="*/ 278 w 428"/>
                <a:gd name="T57" fmla="*/ 110 h 206"/>
                <a:gd name="T58" fmla="*/ 320 w 428"/>
                <a:gd name="T59" fmla="*/ 95 h 206"/>
                <a:gd name="T60" fmla="*/ 335 w 428"/>
                <a:gd name="T61" fmla="*/ 95 h 206"/>
                <a:gd name="T62" fmla="*/ 427 w 428"/>
                <a:gd name="T63" fmla="*/ 42 h 206"/>
                <a:gd name="T64" fmla="*/ 365 w 428"/>
                <a:gd name="T65" fmla="*/ 1 h 20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</a:cxnLst>
              <a:rect l="0" t="0" r="r" b="b"/>
              <a:pathLst>
                <a:path w="428" h="206">
                  <a:moveTo>
                    <a:pt x="365" y="1"/>
                  </a:moveTo>
                  <a:cubicBezTo>
                    <a:pt x="356" y="12"/>
                    <a:pt x="297" y="17"/>
                    <a:pt x="278" y="25"/>
                  </a:cubicBezTo>
                  <a:cubicBezTo>
                    <a:pt x="271" y="24"/>
                    <a:pt x="264" y="24"/>
                    <a:pt x="257" y="24"/>
                  </a:cubicBezTo>
                  <a:cubicBezTo>
                    <a:pt x="254" y="26"/>
                    <a:pt x="252" y="28"/>
                    <a:pt x="249" y="30"/>
                  </a:cubicBezTo>
                  <a:cubicBezTo>
                    <a:pt x="244" y="30"/>
                    <a:pt x="238" y="30"/>
                    <a:pt x="233" y="30"/>
                  </a:cubicBezTo>
                  <a:cubicBezTo>
                    <a:pt x="230" y="32"/>
                    <a:pt x="227" y="34"/>
                    <a:pt x="225" y="36"/>
                  </a:cubicBezTo>
                  <a:cubicBezTo>
                    <a:pt x="221" y="36"/>
                    <a:pt x="217" y="36"/>
                    <a:pt x="213" y="36"/>
                  </a:cubicBezTo>
                  <a:cubicBezTo>
                    <a:pt x="211" y="39"/>
                    <a:pt x="208" y="41"/>
                    <a:pt x="206" y="43"/>
                  </a:cubicBezTo>
                  <a:cubicBezTo>
                    <a:pt x="202" y="43"/>
                    <a:pt x="199" y="43"/>
                    <a:pt x="196" y="42"/>
                  </a:cubicBezTo>
                  <a:cubicBezTo>
                    <a:pt x="192" y="44"/>
                    <a:pt x="183" y="50"/>
                    <a:pt x="178" y="54"/>
                  </a:cubicBezTo>
                  <a:cubicBezTo>
                    <a:pt x="173" y="54"/>
                    <a:pt x="168" y="55"/>
                    <a:pt x="163" y="55"/>
                  </a:cubicBezTo>
                  <a:cubicBezTo>
                    <a:pt x="161" y="57"/>
                    <a:pt x="159" y="59"/>
                    <a:pt x="157" y="62"/>
                  </a:cubicBezTo>
                  <a:cubicBezTo>
                    <a:pt x="147" y="66"/>
                    <a:pt x="140" y="64"/>
                    <a:pt x="131" y="68"/>
                  </a:cubicBezTo>
                  <a:cubicBezTo>
                    <a:pt x="123" y="71"/>
                    <a:pt x="117" y="78"/>
                    <a:pt x="111" y="80"/>
                  </a:cubicBezTo>
                  <a:cubicBezTo>
                    <a:pt x="109" y="80"/>
                    <a:pt x="106" y="79"/>
                    <a:pt x="104" y="78"/>
                  </a:cubicBezTo>
                  <a:cubicBezTo>
                    <a:pt x="96" y="82"/>
                    <a:pt x="85" y="88"/>
                    <a:pt x="77" y="91"/>
                  </a:cubicBezTo>
                  <a:cubicBezTo>
                    <a:pt x="67" y="95"/>
                    <a:pt x="63" y="90"/>
                    <a:pt x="57" y="96"/>
                  </a:cubicBezTo>
                  <a:cubicBezTo>
                    <a:pt x="48" y="90"/>
                    <a:pt x="15" y="98"/>
                    <a:pt x="7" y="106"/>
                  </a:cubicBezTo>
                  <a:cubicBezTo>
                    <a:pt x="0" y="113"/>
                    <a:pt x="2" y="136"/>
                    <a:pt x="5" y="144"/>
                  </a:cubicBezTo>
                  <a:cubicBezTo>
                    <a:pt x="14" y="168"/>
                    <a:pt x="36" y="185"/>
                    <a:pt x="51" y="206"/>
                  </a:cubicBezTo>
                  <a:cubicBezTo>
                    <a:pt x="61" y="205"/>
                    <a:pt x="97" y="178"/>
                    <a:pt x="103" y="170"/>
                  </a:cubicBezTo>
                  <a:cubicBezTo>
                    <a:pt x="105" y="166"/>
                    <a:pt x="117" y="158"/>
                    <a:pt x="122" y="154"/>
                  </a:cubicBezTo>
                  <a:cubicBezTo>
                    <a:pt x="129" y="148"/>
                    <a:pt x="135" y="142"/>
                    <a:pt x="141" y="136"/>
                  </a:cubicBezTo>
                  <a:cubicBezTo>
                    <a:pt x="164" y="121"/>
                    <a:pt x="189" y="105"/>
                    <a:pt x="216" y="95"/>
                  </a:cubicBezTo>
                  <a:cubicBezTo>
                    <a:pt x="231" y="90"/>
                    <a:pt x="308" y="72"/>
                    <a:pt x="312" y="68"/>
                  </a:cubicBezTo>
                  <a:cubicBezTo>
                    <a:pt x="315" y="68"/>
                    <a:pt x="314" y="67"/>
                    <a:pt x="315" y="69"/>
                  </a:cubicBezTo>
                  <a:cubicBezTo>
                    <a:pt x="316" y="69"/>
                    <a:pt x="317" y="69"/>
                    <a:pt x="318" y="69"/>
                  </a:cubicBezTo>
                  <a:cubicBezTo>
                    <a:pt x="313" y="77"/>
                    <a:pt x="292" y="95"/>
                    <a:pt x="282" y="97"/>
                  </a:cubicBezTo>
                  <a:cubicBezTo>
                    <a:pt x="279" y="101"/>
                    <a:pt x="278" y="102"/>
                    <a:pt x="278" y="110"/>
                  </a:cubicBezTo>
                  <a:cubicBezTo>
                    <a:pt x="291" y="119"/>
                    <a:pt x="309" y="101"/>
                    <a:pt x="320" y="95"/>
                  </a:cubicBezTo>
                  <a:cubicBezTo>
                    <a:pt x="325" y="95"/>
                    <a:pt x="330" y="95"/>
                    <a:pt x="335" y="95"/>
                  </a:cubicBezTo>
                  <a:cubicBezTo>
                    <a:pt x="364" y="76"/>
                    <a:pt x="411" y="71"/>
                    <a:pt x="427" y="42"/>
                  </a:cubicBezTo>
                  <a:cubicBezTo>
                    <a:pt x="428" y="16"/>
                    <a:pt x="390" y="0"/>
                    <a:pt x="365" y="1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</p:grpSp>
      <p:sp>
        <p:nvSpPr>
          <p:cNvPr id="10" name="文本框 9"/>
          <p:cNvSpPr txBox="1"/>
          <p:nvPr/>
        </p:nvSpPr>
        <p:spPr>
          <a:xfrm>
            <a:off x="994101" y="1182801"/>
            <a:ext cx="10635223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zh-CN" altLang="en-US" sz="2000" b="1" kern="1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全球负担：</a:t>
            </a:r>
            <a:r>
              <a:rPr lang="zh-CN" altLang="en-US" sz="2000" kern="1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疼痛是全球致残的主因，且呈现显著的“社会经济梯度”</a:t>
            </a:r>
            <a:endParaRPr lang="zh-CN" altLang="en-US" sz="2000" dirty="0"/>
          </a:p>
        </p:txBody>
      </p:sp>
      <p:sp>
        <p:nvSpPr>
          <p:cNvPr id="15" name="矩形 14"/>
          <p:cNvSpPr/>
          <p:nvPr/>
        </p:nvSpPr>
        <p:spPr>
          <a:xfrm rot="5400000">
            <a:off x="4746574" y="261097"/>
            <a:ext cx="2698850" cy="7182424"/>
          </a:xfrm>
          <a:prstGeom prst="rect">
            <a:avLst/>
          </a:prstGeom>
          <a:solidFill>
            <a:srgbClr val="1B4489"/>
          </a:solidFill>
          <a:ln>
            <a:noFill/>
            <a:prstDash val="dash"/>
          </a:ln>
          <a:effectLst>
            <a:outerShdw blurRad="241300" dist="101600" dir="2700000" algn="tl" rotWithShape="0">
              <a:prstClr val="black">
                <a:alpha val="3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zh-CN">
                <a:solidFill>
                  <a:schemeClr val="lt1"/>
                </a:solidFill>
              </a:defRPr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等线" panose="02010600030101010101" charset="-122"/>
              <a:ea typeface="等线" panose="02010600030101010101" charset="-122"/>
              <a:cs typeface="+mn-cs"/>
            </a:endParaRPr>
          </a:p>
        </p:txBody>
      </p:sp>
      <p:sp>
        <p:nvSpPr>
          <p:cNvPr id="17" name="文本框 16"/>
          <p:cNvSpPr txBox="1"/>
          <p:nvPr/>
        </p:nvSpPr>
        <p:spPr>
          <a:xfrm>
            <a:off x="5503459" y="2124777"/>
            <a:ext cx="1629249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z="2000" b="1" kern="100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现有缺口</a:t>
            </a:r>
            <a:endParaRPr lang="zh-CN" altLang="en-US" sz="2000" b="1" dirty="0">
              <a:solidFill>
                <a:srgbClr val="FF0000"/>
              </a:solidFill>
            </a:endParaRPr>
          </a:p>
        </p:txBody>
      </p:sp>
      <p:sp>
        <p:nvSpPr>
          <p:cNvPr id="21" name="文本框 20"/>
          <p:cNvSpPr txBox="1"/>
          <p:nvPr/>
        </p:nvSpPr>
        <p:spPr>
          <a:xfrm>
            <a:off x="2671918" y="2969632"/>
            <a:ext cx="6848161" cy="16312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sz="2000" b="1" kern="1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•</a:t>
            </a:r>
            <a:r>
              <a:rPr lang="zh-CN" altLang="en-US" sz="2000" b="1" kern="1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既往研究多为横断面，且仅关注邻里层面的</a:t>
            </a:r>
            <a:r>
              <a:rPr lang="en-US" altLang="zh-CN" sz="2000" b="1" kern="1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SES </a:t>
            </a:r>
          </a:p>
          <a:p>
            <a:r>
              <a:rPr lang="en-US" altLang="zh-CN" sz="2000" b="1" kern="1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￼</a:t>
            </a:r>
          </a:p>
          <a:p>
            <a:r>
              <a:rPr lang="en-US" altLang="zh-CN" sz="2000" b="1" kern="1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• </a:t>
            </a:r>
            <a:r>
              <a:rPr lang="zh-CN" altLang="en-US" sz="2000" b="1" kern="1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缺乏个体生命历程视角（</a:t>
            </a:r>
            <a:r>
              <a:rPr lang="en-US" altLang="zh-CN" sz="2000" b="1" kern="1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Life course</a:t>
            </a:r>
            <a:r>
              <a:rPr lang="zh-CN" altLang="en-US" sz="2000" b="1" kern="1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）的纵向检验 ￼</a:t>
            </a:r>
            <a:endParaRPr lang="en-US" altLang="zh-CN" sz="2000" b="1" kern="100" dirty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endParaRPr lang="en-US" altLang="zh-CN" sz="2000" b="1" kern="100" dirty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r>
              <a:rPr lang="en-US" altLang="zh-CN" sz="2000" b="1" kern="1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• </a:t>
            </a:r>
            <a:r>
              <a:rPr lang="zh-CN" altLang="en-US" sz="2000" b="1" kern="1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核心问题：“睡眠”是否是贫困导致疼痛的关键中介路径？</a:t>
            </a:r>
            <a:endParaRPr lang="zh-CN" altLang="en-US" sz="2000" b="1" dirty="0">
              <a:solidFill>
                <a:schemeClr val="bg1"/>
              </a:solidFill>
            </a:endParaRPr>
          </a:p>
        </p:txBody>
      </p:sp>
      <p:sp>
        <p:nvSpPr>
          <p:cNvPr id="22" name="矩形 21"/>
          <p:cNvSpPr/>
          <p:nvPr/>
        </p:nvSpPr>
        <p:spPr>
          <a:xfrm rot="5400000">
            <a:off x="4379843" y="40140"/>
            <a:ext cx="3432314" cy="7182424"/>
          </a:xfrm>
          <a:prstGeom prst="rect">
            <a:avLst/>
          </a:prstGeom>
          <a:noFill/>
          <a:ln>
            <a:solidFill>
              <a:srgbClr val="297AD0"/>
            </a:solidFill>
            <a:prstDash val="dash"/>
          </a:ln>
          <a:effectLst>
            <a:outerShdw blurRad="241300" dist="101600" dir="2700000" algn="tl" rotWithShape="0">
              <a:prstClr val="black">
                <a:alpha val="3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zh-CN">
                <a:solidFill>
                  <a:schemeClr val="lt1"/>
                </a:solidFill>
              </a:defRPr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等线" panose="02010600030101010101" charset="-122"/>
              <a:ea typeface="等线" panose="02010600030101010101" charset="-122"/>
              <a:cs typeface="+mn-cs"/>
            </a:endParaRPr>
          </a:p>
        </p:txBody>
      </p:sp>
      <p:sp>
        <p:nvSpPr>
          <p:cNvPr id="3" name="文本框 2">
            <a:extLst>
              <a:ext uri="{FF2B5EF4-FFF2-40B4-BE49-F238E27FC236}">
                <a16:creationId xmlns:a16="http://schemas.microsoft.com/office/drawing/2014/main" id="{90BF2E27-0668-B315-5166-8E869A515D31}"/>
              </a:ext>
            </a:extLst>
          </p:cNvPr>
          <p:cNvSpPr txBox="1"/>
          <p:nvPr/>
        </p:nvSpPr>
        <p:spPr>
          <a:xfrm>
            <a:off x="58392" y="5903417"/>
            <a:ext cx="12075215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zh-CN" altLang="en-US" sz="2000" kern="1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本研究突破：首次同时评估睡眠质量 </a:t>
            </a:r>
            <a:r>
              <a:rPr lang="en-US" altLang="zh-CN" sz="2000" kern="1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(Quality) </a:t>
            </a:r>
            <a:r>
              <a:rPr lang="zh-CN" altLang="en-US" sz="2000" kern="1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与 时长 </a:t>
            </a:r>
            <a:r>
              <a:rPr lang="en-US" altLang="zh-CN" sz="2000" kern="1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(Duration) </a:t>
            </a:r>
            <a:r>
              <a:rPr lang="zh-CN" altLang="en-US" sz="2000" kern="1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在个体</a:t>
            </a:r>
            <a:r>
              <a:rPr lang="en-US" altLang="zh-CN" sz="2000" kern="1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SES</a:t>
            </a:r>
            <a:r>
              <a:rPr lang="zh-CN" altLang="en-US" sz="2000" kern="1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与疼痛关联中的中介作用</a:t>
            </a:r>
            <a:endParaRPr lang="zh-CN" altLang="en-US" sz="2000" dirty="0"/>
          </a:p>
        </p:txBody>
      </p:sp>
    </p:spTree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xmlns:p14="http://schemas.microsoft.com/office/powerpoint/2010/main" spd="slow" p14:dur="1250">
        <p15:prstTrans prst="peelOff"/>
      </p:transition>
    </mc:Choice>
    <mc:Fallback xmlns="">
      <p:transition spd="slow">
        <p:fade/>
      </p:transition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组合 1"/>
          <p:cNvGrpSpPr/>
          <p:nvPr/>
        </p:nvGrpSpPr>
        <p:grpSpPr>
          <a:xfrm>
            <a:off x="528706" y="867990"/>
            <a:ext cx="11158794" cy="0"/>
            <a:chOff x="528706" y="867990"/>
            <a:chExt cx="11158794" cy="0"/>
          </a:xfrm>
        </p:grpSpPr>
        <p:cxnSp>
          <p:nvCxnSpPr>
            <p:cNvPr id="80" name="直接连接符 79"/>
            <p:cNvCxnSpPr/>
            <p:nvPr/>
          </p:nvCxnSpPr>
          <p:spPr>
            <a:xfrm>
              <a:off x="528706" y="867990"/>
              <a:ext cx="11158794" cy="0"/>
            </a:xfrm>
            <a:prstGeom prst="line">
              <a:avLst/>
            </a:prstGeom>
            <a:ln>
              <a:solidFill>
                <a:schemeClr val="bg1">
                  <a:lumMod val="6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1" name="直接连接符 80"/>
            <p:cNvCxnSpPr/>
            <p:nvPr/>
          </p:nvCxnSpPr>
          <p:spPr>
            <a:xfrm>
              <a:off x="528706" y="867990"/>
              <a:ext cx="589713" cy="0"/>
            </a:xfrm>
            <a:prstGeom prst="line">
              <a:avLst/>
            </a:prstGeom>
            <a:ln w="38100">
              <a:solidFill>
                <a:srgbClr val="2257AE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82" name="文本占位符 43"/>
          <p:cNvSpPr txBox="1"/>
          <p:nvPr/>
        </p:nvSpPr>
        <p:spPr>
          <a:xfrm>
            <a:off x="400050" y="349250"/>
            <a:ext cx="5434766" cy="480131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lang="zh-CN" altLang="en-US" sz="2000" b="1" kern="1200" dirty="0">
                <a:solidFill>
                  <a:schemeClr val="accent2"/>
                </a:solidFill>
                <a:latin typeface="思源宋体 CN Heavy" panose="02020900000000000000" pitchFamily="18" charset="-122"/>
                <a:ea typeface="思源宋体 CN Heavy" panose="02020900000000000000" pitchFamily="18" charset="-122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zh-CN" altLang="en-US" sz="2800" b="0" dirty="0">
                <a:solidFill>
                  <a:schemeClr val="tx1">
                    <a:lumMod val="85000"/>
                    <a:lumOff val="1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研究设计与样本特征 </a:t>
            </a:r>
          </a:p>
        </p:txBody>
      </p:sp>
      <p:grpSp>
        <p:nvGrpSpPr>
          <p:cNvPr id="33" name="组合 32" descr="本素材由iSlide™ 提供&#10;iSlide™尊重知识产权并注重保护用户享有的各项权利。郑重提醒您：&#10;iSlide™插件中提供的任何信息内容的所有权、知识产权归其原始权利人或权利受让人所有，您免费/购买获得的是信息内容的使用权，并受下述条款的约束；&#10;1. 您仅可以个人非商业用途使用该等信息内容，不可将信息内容的全部或部分用于出售，或以出租、出借、转让、分销、发布等其他任何方式供他人使用；&#10;2. 禁止在接入互联网或移动互联网的任何网站、平台、应用或程序上以任何方式为他人提供iSlide™插件资源内容的下载。&#10;The resource is supplied by iSlide™.&#10;iSlide™ respects all intellectual property rights and protects all the rights its users acquired.Solemnly remind you:&#10;The ownership and intellectual property of the resources supplied in iSlide Add-in belongs to its owner or the assignee of this ownership.you only acquired the usage of the resources supplied in iSlide Add-in, as well as respected the following restrain terms:&#10;1.You are only allowed to use such resource for personal and non-commercial aim, not allowed to use such resource or part of it for the sale; or rent, lend, transfer to others; or distribution or release it in any way.&#10;2.You are not permitted to provide the resource of iSlide Add-in in any website, platform, application access to the Internet or mobile Internet." title="iSlide™ 版权声明  COPYRIGHT NOTICE"/>
          <p:cNvGrpSpPr/>
          <p:nvPr/>
        </p:nvGrpSpPr>
        <p:grpSpPr>
          <a:xfrm>
            <a:off x="10057711" y="318848"/>
            <a:ext cx="1455743" cy="455862"/>
            <a:chOff x="3366076" y="2566750"/>
            <a:chExt cx="5459848" cy="1709738"/>
          </a:xfrm>
          <a:solidFill>
            <a:srgbClr val="2257AE"/>
          </a:solidFill>
        </p:grpSpPr>
        <p:sp>
          <p:nvSpPr>
            <p:cNvPr id="34" name="iSḻîďê"/>
            <p:cNvSpPr/>
            <p:nvPr/>
          </p:nvSpPr>
          <p:spPr bwMode="auto">
            <a:xfrm>
              <a:off x="3647919" y="2850292"/>
              <a:ext cx="1142655" cy="1142655"/>
            </a:xfrm>
            <a:custGeom>
              <a:avLst/>
              <a:gdLst>
                <a:gd name="T0" fmla="*/ 429 w 858"/>
                <a:gd name="T1" fmla="*/ 0 h 857"/>
                <a:gd name="T2" fmla="*/ 858 w 858"/>
                <a:gd name="T3" fmla="*/ 428 h 857"/>
                <a:gd name="T4" fmla="*/ 429 w 858"/>
                <a:gd name="T5" fmla="*/ 857 h 857"/>
                <a:gd name="T6" fmla="*/ 0 w 858"/>
                <a:gd name="T7" fmla="*/ 428 h 857"/>
                <a:gd name="T8" fmla="*/ 429 w 858"/>
                <a:gd name="T9" fmla="*/ 0 h 857"/>
                <a:gd name="T10" fmla="*/ 429 w 858"/>
                <a:gd name="T11" fmla="*/ 24 h 857"/>
                <a:gd name="T12" fmla="*/ 25 w 858"/>
                <a:gd name="T13" fmla="*/ 428 h 857"/>
                <a:gd name="T14" fmla="*/ 429 w 858"/>
                <a:gd name="T15" fmla="*/ 833 h 857"/>
                <a:gd name="T16" fmla="*/ 834 w 858"/>
                <a:gd name="T17" fmla="*/ 428 h 857"/>
                <a:gd name="T18" fmla="*/ 429 w 858"/>
                <a:gd name="T19" fmla="*/ 24 h 85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858" h="857">
                  <a:moveTo>
                    <a:pt x="429" y="0"/>
                  </a:moveTo>
                  <a:cubicBezTo>
                    <a:pt x="665" y="0"/>
                    <a:pt x="858" y="192"/>
                    <a:pt x="858" y="428"/>
                  </a:cubicBezTo>
                  <a:cubicBezTo>
                    <a:pt x="858" y="665"/>
                    <a:pt x="665" y="857"/>
                    <a:pt x="429" y="857"/>
                  </a:cubicBezTo>
                  <a:cubicBezTo>
                    <a:pt x="193" y="857"/>
                    <a:pt x="0" y="665"/>
                    <a:pt x="0" y="428"/>
                  </a:cubicBezTo>
                  <a:cubicBezTo>
                    <a:pt x="0" y="192"/>
                    <a:pt x="193" y="0"/>
                    <a:pt x="429" y="0"/>
                  </a:cubicBezTo>
                  <a:close/>
                  <a:moveTo>
                    <a:pt x="429" y="24"/>
                  </a:moveTo>
                  <a:cubicBezTo>
                    <a:pt x="207" y="24"/>
                    <a:pt x="25" y="206"/>
                    <a:pt x="25" y="428"/>
                  </a:cubicBezTo>
                  <a:cubicBezTo>
                    <a:pt x="25" y="651"/>
                    <a:pt x="207" y="833"/>
                    <a:pt x="429" y="833"/>
                  </a:cubicBezTo>
                  <a:cubicBezTo>
                    <a:pt x="652" y="833"/>
                    <a:pt x="834" y="651"/>
                    <a:pt x="834" y="428"/>
                  </a:cubicBezTo>
                  <a:cubicBezTo>
                    <a:pt x="834" y="206"/>
                    <a:pt x="652" y="24"/>
                    <a:pt x="429" y="2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35" name="iśliḍê"/>
            <p:cNvSpPr/>
            <p:nvPr/>
          </p:nvSpPr>
          <p:spPr bwMode="auto">
            <a:xfrm>
              <a:off x="3366076" y="2566750"/>
              <a:ext cx="1708039" cy="1709738"/>
            </a:xfrm>
            <a:custGeom>
              <a:avLst/>
              <a:gdLst>
                <a:gd name="T0" fmla="*/ 641 w 1283"/>
                <a:gd name="T1" fmla="*/ 0 h 1283"/>
                <a:gd name="T2" fmla="*/ 1283 w 1283"/>
                <a:gd name="T3" fmla="*/ 641 h 1283"/>
                <a:gd name="T4" fmla="*/ 641 w 1283"/>
                <a:gd name="T5" fmla="*/ 1283 h 1283"/>
                <a:gd name="T6" fmla="*/ 0 w 1283"/>
                <a:gd name="T7" fmla="*/ 641 h 1283"/>
                <a:gd name="T8" fmla="*/ 641 w 1283"/>
                <a:gd name="T9" fmla="*/ 0 h 1283"/>
                <a:gd name="T10" fmla="*/ 641 w 1283"/>
                <a:gd name="T11" fmla="*/ 24 h 1283"/>
                <a:gd name="T12" fmla="*/ 24 w 1283"/>
                <a:gd name="T13" fmla="*/ 641 h 1283"/>
                <a:gd name="T14" fmla="*/ 641 w 1283"/>
                <a:gd name="T15" fmla="*/ 1259 h 1283"/>
                <a:gd name="T16" fmla="*/ 1258 w 1283"/>
                <a:gd name="T17" fmla="*/ 641 h 1283"/>
                <a:gd name="T18" fmla="*/ 641 w 1283"/>
                <a:gd name="T19" fmla="*/ 24 h 128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1283" h="1283">
                  <a:moveTo>
                    <a:pt x="641" y="0"/>
                  </a:moveTo>
                  <a:cubicBezTo>
                    <a:pt x="995" y="0"/>
                    <a:pt x="1283" y="288"/>
                    <a:pt x="1283" y="641"/>
                  </a:cubicBezTo>
                  <a:cubicBezTo>
                    <a:pt x="1283" y="995"/>
                    <a:pt x="995" y="1283"/>
                    <a:pt x="641" y="1283"/>
                  </a:cubicBezTo>
                  <a:cubicBezTo>
                    <a:pt x="288" y="1283"/>
                    <a:pt x="0" y="995"/>
                    <a:pt x="0" y="641"/>
                  </a:cubicBezTo>
                  <a:cubicBezTo>
                    <a:pt x="0" y="288"/>
                    <a:pt x="288" y="0"/>
                    <a:pt x="641" y="0"/>
                  </a:cubicBezTo>
                  <a:close/>
                  <a:moveTo>
                    <a:pt x="641" y="24"/>
                  </a:moveTo>
                  <a:cubicBezTo>
                    <a:pt x="301" y="24"/>
                    <a:pt x="24" y="302"/>
                    <a:pt x="24" y="641"/>
                  </a:cubicBezTo>
                  <a:cubicBezTo>
                    <a:pt x="24" y="981"/>
                    <a:pt x="301" y="1259"/>
                    <a:pt x="641" y="1259"/>
                  </a:cubicBezTo>
                  <a:cubicBezTo>
                    <a:pt x="981" y="1259"/>
                    <a:pt x="1258" y="981"/>
                    <a:pt x="1258" y="641"/>
                  </a:cubicBezTo>
                  <a:cubicBezTo>
                    <a:pt x="1258" y="302"/>
                    <a:pt x="981" y="24"/>
                    <a:pt x="641" y="2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36" name="ïšlîḋè"/>
            <p:cNvSpPr/>
            <p:nvPr/>
          </p:nvSpPr>
          <p:spPr bwMode="auto">
            <a:xfrm>
              <a:off x="3433990" y="2634664"/>
              <a:ext cx="1573909" cy="1071345"/>
            </a:xfrm>
            <a:custGeom>
              <a:avLst/>
              <a:gdLst>
                <a:gd name="T0" fmla="*/ 46 w 1182"/>
                <a:gd name="T1" fmla="*/ 693 h 803"/>
                <a:gd name="T2" fmla="*/ 46 w 1182"/>
                <a:gd name="T3" fmla="*/ 715 h 803"/>
                <a:gd name="T4" fmla="*/ 139 w 1182"/>
                <a:gd name="T5" fmla="*/ 703 h 803"/>
                <a:gd name="T6" fmla="*/ 51 w 1182"/>
                <a:gd name="T7" fmla="*/ 781 h 803"/>
                <a:gd name="T8" fmla="*/ 82 w 1182"/>
                <a:gd name="T9" fmla="*/ 547 h 803"/>
                <a:gd name="T10" fmla="*/ 22 w 1182"/>
                <a:gd name="T11" fmla="*/ 647 h 803"/>
                <a:gd name="T12" fmla="*/ 22 w 1182"/>
                <a:gd name="T13" fmla="*/ 616 h 803"/>
                <a:gd name="T14" fmla="*/ 4 w 1182"/>
                <a:gd name="T15" fmla="*/ 574 h 803"/>
                <a:gd name="T16" fmla="*/ 136 w 1182"/>
                <a:gd name="T17" fmla="*/ 477 h 803"/>
                <a:gd name="T18" fmla="*/ 143 w 1182"/>
                <a:gd name="T19" fmla="*/ 477 h 803"/>
                <a:gd name="T20" fmla="*/ 24 w 1182"/>
                <a:gd name="T21" fmla="*/ 490 h 803"/>
                <a:gd name="T22" fmla="*/ 156 w 1182"/>
                <a:gd name="T23" fmla="*/ 330 h 803"/>
                <a:gd name="T24" fmla="*/ 193 w 1182"/>
                <a:gd name="T25" fmla="*/ 355 h 803"/>
                <a:gd name="T26" fmla="*/ 143 w 1182"/>
                <a:gd name="T27" fmla="*/ 368 h 803"/>
                <a:gd name="T28" fmla="*/ 159 w 1182"/>
                <a:gd name="T29" fmla="*/ 414 h 803"/>
                <a:gd name="T30" fmla="*/ 186 w 1182"/>
                <a:gd name="T31" fmla="*/ 304 h 803"/>
                <a:gd name="T32" fmla="*/ 228 w 1182"/>
                <a:gd name="T33" fmla="*/ 266 h 803"/>
                <a:gd name="T34" fmla="*/ 236 w 1182"/>
                <a:gd name="T35" fmla="*/ 121 h 803"/>
                <a:gd name="T36" fmla="*/ 271 w 1182"/>
                <a:gd name="T37" fmla="*/ 193 h 803"/>
                <a:gd name="T38" fmla="*/ 224 w 1182"/>
                <a:gd name="T39" fmla="*/ 274 h 803"/>
                <a:gd name="T40" fmla="*/ 500 w 1182"/>
                <a:gd name="T41" fmla="*/ 26 h 803"/>
                <a:gd name="T42" fmla="*/ 417 w 1182"/>
                <a:gd name="T43" fmla="*/ 112 h 803"/>
                <a:gd name="T44" fmla="*/ 447 w 1182"/>
                <a:gd name="T45" fmla="*/ 21 h 803"/>
                <a:gd name="T46" fmla="*/ 492 w 1182"/>
                <a:gd name="T47" fmla="*/ 31 h 803"/>
                <a:gd name="T48" fmla="*/ 532 w 1182"/>
                <a:gd name="T49" fmla="*/ 125 h 803"/>
                <a:gd name="T50" fmla="*/ 573 w 1182"/>
                <a:gd name="T51" fmla="*/ 0 h 803"/>
                <a:gd name="T52" fmla="*/ 662 w 1182"/>
                <a:gd name="T53" fmla="*/ 0 h 803"/>
                <a:gd name="T54" fmla="*/ 557 w 1182"/>
                <a:gd name="T55" fmla="*/ 29 h 803"/>
                <a:gd name="T56" fmla="*/ 727 w 1182"/>
                <a:gd name="T57" fmla="*/ 143 h 803"/>
                <a:gd name="T58" fmla="*/ 753 w 1182"/>
                <a:gd name="T59" fmla="*/ 22 h 803"/>
                <a:gd name="T60" fmla="*/ 662 w 1182"/>
                <a:gd name="T61" fmla="*/ 130 h 803"/>
                <a:gd name="T62" fmla="*/ 892 w 1182"/>
                <a:gd name="T63" fmla="*/ 83 h 803"/>
                <a:gd name="T64" fmla="*/ 773 w 1182"/>
                <a:gd name="T65" fmla="*/ 30 h 803"/>
                <a:gd name="T66" fmla="*/ 812 w 1182"/>
                <a:gd name="T67" fmla="*/ 74 h 803"/>
                <a:gd name="T68" fmla="*/ 855 w 1182"/>
                <a:gd name="T69" fmla="*/ 67 h 803"/>
                <a:gd name="T70" fmla="*/ 864 w 1182"/>
                <a:gd name="T71" fmla="*/ 193 h 803"/>
                <a:gd name="T72" fmla="*/ 951 w 1182"/>
                <a:gd name="T73" fmla="*/ 241 h 803"/>
                <a:gd name="T74" fmla="*/ 924 w 1182"/>
                <a:gd name="T75" fmla="*/ 226 h 803"/>
                <a:gd name="T76" fmla="*/ 965 w 1182"/>
                <a:gd name="T77" fmla="*/ 144 h 803"/>
                <a:gd name="T78" fmla="*/ 920 w 1182"/>
                <a:gd name="T79" fmla="*/ 102 h 803"/>
                <a:gd name="T80" fmla="*/ 1051 w 1182"/>
                <a:gd name="T81" fmla="*/ 244 h 803"/>
                <a:gd name="T82" fmla="*/ 1007 w 1182"/>
                <a:gd name="T83" fmla="*/ 277 h 803"/>
                <a:gd name="T84" fmla="*/ 934 w 1182"/>
                <a:gd name="T85" fmla="*/ 272 h 803"/>
                <a:gd name="T86" fmla="*/ 1070 w 1182"/>
                <a:gd name="T87" fmla="*/ 246 h 803"/>
                <a:gd name="T88" fmla="*/ 1121 w 1182"/>
                <a:gd name="T89" fmla="*/ 427 h 803"/>
                <a:gd name="T90" fmla="*/ 1143 w 1182"/>
                <a:gd name="T91" fmla="*/ 373 h 803"/>
                <a:gd name="T92" fmla="*/ 1024 w 1182"/>
                <a:gd name="T93" fmla="*/ 422 h 803"/>
                <a:gd name="T94" fmla="*/ 1011 w 1182"/>
                <a:gd name="T95" fmla="*/ 391 h 803"/>
                <a:gd name="T96" fmla="*/ 1099 w 1182"/>
                <a:gd name="T97" fmla="*/ 389 h 803"/>
                <a:gd name="T98" fmla="*/ 1055 w 1182"/>
                <a:gd name="T99" fmla="*/ 527 h 803"/>
                <a:gd name="T100" fmla="*/ 1146 w 1182"/>
                <a:gd name="T101" fmla="*/ 454 h 803"/>
                <a:gd name="T102" fmla="*/ 1171 w 1182"/>
                <a:gd name="T103" fmla="*/ 496 h 803"/>
                <a:gd name="T104" fmla="*/ 1075 w 1182"/>
                <a:gd name="T105" fmla="*/ 597 h 803"/>
                <a:gd name="T106" fmla="*/ 1180 w 1182"/>
                <a:gd name="T107" fmla="*/ 523 h 803"/>
                <a:gd name="T108" fmla="*/ 1056 w 1182"/>
                <a:gd name="T109" fmla="*/ 548 h 803"/>
                <a:gd name="T110" fmla="*/ 1146 w 1182"/>
                <a:gd name="T111" fmla="*/ 793 h 803"/>
                <a:gd name="T112" fmla="*/ 1036 w 1182"/>
                <a:gd name="T113" fmla="*/ 737 h 803"/>
                <a:gd name="T114" fmla="*/ 1091 w 1182"/>
                <a:gd name="T115" fmla="*/ 699 h 803"/>
                <a:gd name="T116" fmla="*/ 1160 w 1182"/>
                <a:gd name="T117" fmla="*/ 728 h 803"/>
                <a:gd name="T118" fmla="*/ 1128 w 1182"/>
                <a:gd name="T119" fmla="*/ 755 h 80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  <a:cxn ang="0">
                  <a:pos x="T118" y="T119"/>
                </a:cxn>
              </a:cxnLst>
              <a:rect l="0" t="0" r="r" b="b"/>
              <a:pathLst>
                <a:path w="1182" h="803">
                  <a:moveTo>
                    <a:pt x="42" y="801"/>
                  </a:moveTo>
                  <a:cubicBezTo>
                    <a:pt x="38" y="803"/>
                    <a:pt x="38" y="803"/>
                    <a:pt x="38" y="803"/>
                  </a:cubicBezTo>
                  <a:cubicBezTo>
                    <a:pt x="8" y="699"/>
                    <a:pt x="8" y="699"/>
                    <a:pt x="8" y="699"/>
                  </a:cubicBezTo>
                  <a:cubicBezTo>
                    <a:pt x="45" y="688"/>
                    <a:pt x="45" y="688"/>
                    <a:pt x="45" y="688"/>
                  </a:cubicBezTo>
                  <a:cubicBezTo>
                    <a:pt x="46" y="693"/>
                    <a:pt x="46" y="693"/>
                    <a:pt x="46" y="693"/>
                  </a:cubicBezTo>
                  <a:cubicBezTo>
                    <a:pt x="25" y="701"/>
                    <a:pt x="19" y="717"/>
                    <a:pt x="27" y="741"/>
                  </a:cubicBezTo>
                  <a:cubicBezTo>
                    <a:pt x="29" y="752"/>
                    <a:pt x="34" y="755"/>
                    <a:pt x="40" y="753"/>
                  </a:cubicBezTo>
                  <a:cubicBezTo>
                    <a:pt x="82" y="740"/>
                    <a:pt x="82" y="740"/>
                    <a:pt x="82" y="740"/>
                  </a:cubicBezTo>
                  <a:cubicBezTo>
                    <a:pt x="79" y="723"/>
                    <a:pt x="67" y="716"/>
                    <a:pt x="47" y="720"/>
                  </a:cubicBezTo>
                  <a:cubicBezTo>
                    <a:pt x="46" y="715"/>
                    <a:pt x="46" y="715"/>
                    <a:pt x="46" y="715"/>
                  </a:cubicBezTo>
                  <a:cubicBezTo>
                    <a:pt x="107" y="698"/>
                    <a:pt x="107" y="698"/>
                    <a:pt x="107" y="698"/>
                  </a:cubicBezTo>
                  <a:cubicBezTo>
                    <a:pt x="109" y="703"/>
                    <a:pt x="109" y="703"/>
                    <a:pt x="109" y="703"/>
                  </a:cubicBezTo>
                  <a:cubicBezTo>
                    <a:pt x="89" y="709"/>
                    <a:pt x="83" y="721"/>
                    <a:pt x="89" y="739"/>
                  </a:cubicBezTo>
                  <a:cubicBezTo>
                    <a:pt x="131" y="726"/>
                    <a:pt x="131" y="726"/>
                    <a:pt x="131" y="726"/>
                  </a:cubicBezTo>
                  <a:cubicBezTo>
                    <a:pt x="141" y="725"/>
                    <a:pt x="143" y="717"/>
                    <a:pt x="139" y="703"/>
                  </a:cubicBezTo>
                  <a:cubicBezTo>
                    <a:pt x="143" y="701"/>
                    <a:pt x="143" y="701"/>
                    <a:pt x="143" y="701"/>
                  </a:cubicBezTo>
                  <a:cubicBezTo>
                    <a:pt x="162" y="767"/>
                    <a:pt x="162" y="767"/>
                    <a:pt x="162" y="767"/>
                  </a:cubicBezTo>
                  <a:cubicBezTo>
                    <a:pt x="158" y="768"/>
                    <a:pt x="158" y="768"/>
                    <a:pt x="158" y="768"/>
                  </a:cubicBezTo>
                  <a:cubicBezTo>
                    <a:pt x="154" y="757"/>
                    <a:pt x="148" y="752"/>
                    <a:pt x="139" y="756"/>
                  </a:cubicBezTo>
                  <a:cubicBezTo>
                    <a:pt x="51" y="781"/>
                    <a:pt x="51" y="781"/>
                    <a:pt x="51" y="781"/>
                  </a:cubicBezTo>
                  <a:cubicBezTo>
                    <a:pt x="42" y="783"/>
                    <a:pt x="39" y="790"/>
                    <a:pt x="42" y="801"/>
                  </a:cubicBezTo>
                  <a:close/>
                  <a:moveTo>
                    <a:pt x="0" y="532"/>
                  </a:moveTo>
                  <a:cubicBezTo>
                    <a:pt x="4" y="532"/>
                    <a:pt x="4" y="532"/>
                    <a:pt x="4" y="532"/>
                  </a:cubicBezTo>
                  <a:cubicBezTo>
                    <a:pt x="5" y="543"/>
                    <a:pt x="10" y="548"/>
                    <a:pt x="21" y="547"/>
                  </a:cubicBezTo>
                  <a:cubicBezTo>
                    <a:pt x="82" y="547"/>
                    <a:pt x="82" y="547"/>
                    <a:pt x="82" y="547"/>
                  </a:cubicBezTo>
                  <a:cubicBezTo>
                    <a:pt x="99" y="547"/>
                    <a:pt x="111" y="551"/>
                    <a:pt x="118" y="557"/>
                  </a:cubicBezTo>
                  <a:cubicBezTo>
                    <a:pt x="126" y="566"/>
                    <a:pt x="131" y="578"/>
                    <a:pt x="131" y="594"/>
                  </a:cubicBezTo>
                  <a:cubicBezTo>
                    <a:pt x="131" y="611"/>
                    <a:pt x="128" y="624"/>
                    <a:pt x="121" y="633"/>
                  </a:cubicBezTo>
                  <a:cubicBezTo>
                    <a:pt x="114" y="643"/>
                    <a:pt x="102" y="647"/>
                    <a:pt x="86" y="647"/>
                  </a:cubicBezTo>
                  <a:cubicBezTo>
                    <a:pt x="22" y="647"/>
                    <a:pt x="22" y="647"/>
                    <a:pt x="22" y="647"/>
                  </a:cubicBezTo>
                  <a:cubicBezTo>
                    <a:pt x="10" y="646"/>
                    <a:pt x="4" y="651"/>
                    <a:pt x="4" y="662"/>
                  </a:cubicBezTo>
                  <a:cubicBezTo>
                    <a:pt x="0" y="662"/>
                    <a:pt x="0" y="662"/>
                    <a:pt x="0" y="662"/>
                  </a:cubicBezTo>
                  <a:cubicBezTo>
                    <a:pt x="0" y="597"/>
                    <a:pt x="0" y="597"/>
                    <a:pt x="0" y="597"/>
                  </a:cubicBezTo>
                  <a:cubicBezTo>
                    <a:pt x="4" y="597"/>
                    <a:pt x="4" y="597"/>
                    <a:pt x="4" y="597"/>
                  </a:cubicBezTo>
                  <a:cubicBezTo>
                    <a:pt x="3" y="611"/>
                    <a:pt x="9" y="617"/>
                    <a:pt x="22" y="616"/>
                  </a:cubicBezTo>
                  <a:cubicBezTo>
                    <a:pt x="86" y="616"/>
                    <a:pt x="86" y="616"/>
                    <a:pt x="86" y="616"/>
                  </a:cubicBezTo>
                  <a:cubicBezTo>
                    <a:pt x="110" y="616"/>
                    <a:pt x="123" y="607"/>
                    <a:pt x="123" y="588"/>
                  </a:cubicBezTo>
                  <a:cubicBezTo>
                    <a:pt x="123" y="565"/>
                    <a:pt x="109" y="554"/>
                    <a:pt x="82" y="555"/>
                  </a:cubicBezTo>
                  <a:cubicBezTo>
                    <a:pt x="24" y="555"/>
                    <a:pt x="24" y="555"/>
                    <a:pt x="24" y="555"/>
                  </a:cubicBezTo>
                  <a:cubicBezTo>
                    <a:pt x="11" y="554"/>
                    <a:pt x="4" y="560"/>
                    <a:pt x="4" y="574"/>
                  </a:cubicBezTo>
                  <a:cubicBezTo>
                    <a:pt x="0" y="574"/>
                    <a:pt x="0" y="574"/>
                    <a:pt x="0" y="574"/>
                  </a:cubicBezTo>
                  <a:cubicBezTo>
                    <a:pt x="0" y="532"/>
                    <a:pt x="0" y="532"/>
                    <a:pt x="0" y="532"/>
                  </a:cubicBezTo>
                  <a:close/>
                  <a:moveTo>
                    <a:pt x="31" y="461"/>
                  </a:moveTo>
                  <a:cubicBezTo>
                    <a:pt x="123" y="485"/>
                    <a:pt x="123" y="485"/>
                    <a:pt x="123" y="485"/>
                  </a:cubicBezTo>
                  <a:cubicBezTo>
                    <a:pt x="130" y="488"/>
                    <a:pt x="135" y="485"/>
                    <a:pt x="136" y="477"/>
                  </a:cubicBezTo>
                  <a:cubicBezTo>
                    <a:pt x="144" y="453"/>
                    <a:pt x="128" y="435"/>
                    <a:pt x="90" y="426"/>
                  </a:cubicBezTo>
                  <a:cubicBezTo>
                    <a:pt x="53" y="417"/>
                    <a:pt x="32" y="424"/>
                    <a:pt x="25" y="447"/>
                  </a:cubicBezTo>
                  <a:cubicBezTo>
                    <a:pt x="23" y="455"/>
                    <a:pt x="25" y="460"/>
                    <a:pt x="31" y="461"/>
                  </a:cubicBezTo>
                  <a:close/>
                  <a:moveTo>
                    <a:pt x="128" y="535"/>
                  </a:moveTo>
                  <a:cubicBezTo>
                    <a:pt x="143" y="477"/>
                    <a:pt x="143" y="477"/>
                    <a:pt x="143" y="477"/>
                  </a:cubicBezTo>
                  <a:cubicBezTo>
                    <a:pt x="153" y="433"/>
                    <a:pt x="137" y="405"/>
                    <a:pt x="97" y="393"/>
                  </a:cubicBezTo>
                  <a:cubicBezTo>
                    <a:pt x="58" y="384"/>
                    <a:pt x="31" y="402"/>
                    <a:pt x="19" y="445"/>
                  </a:cubicBezTo>
                  <a:cubicBezTo>
                    <a:pt x="4" y="501"/>
                    <a:pt x="4" y="501"/>
                    <a:pt x="4" y="501"/>
                  </a:cubicBezTo>
                  <a:cubicBezTo>
                    <a:pt x="8" y="502"/>
                    <a:pt x="8" y="502"/>
                    <a:pt x="8" y="502"/>
                  </a:cubicBezTo>
                  <a:cubicBezTo>
                    <a:pt x="11" y="492"/>
                    <a:pt x="17" y="488"/>
                    <a:pt x="24" y="490"/>
                  </a:cubicBezTo>
                  <a:cubicBezTo>
                    <a:pt x="116" y="515"/>
                    <a:pt x="116" y="515"/>
                    <a:pt x="116" y="515"/>
                  </a:cubicBezTo>
                  <a:cubicBezTo>
                    <a:pt x="124" y="517"/>
                    <a:pt x="126" y="523"/>
                    <a:pt x="124" y="533"/>
                  </a:cubicBezTo>
                  <a:cubicBezTo>
                    <a:pt x="128" y="535"/>
                    <a:pt x="128" y="535"/>
                    <a:pt x="128" y="535"/>
                  </a:cubicBezTo>
                  <a:close/>
                  <a:moveTo>
                    <a:pt x="137" y="362"/>
                  </a:moveTo>
                  <a:cubicBezTo>
                    <a:pt x="156" y="330"/>
                    <a:pt x="156" y="330"/>
                    <a:pt x="156" y="330"/>
                  </a:cubicBezTo>
                  <a:cubicBezTo>
                    <a:pt x="106" y="323"/>
                    <a:pt x="106" y="323"/>
                    <a:pt x="106" y="323"/>
                  </a:cubicBezTo>
                  <a:cubicBezTo>
                    <a:pt x="137" y="362"/>
                    <a:pt x="137" y="362"/>
                    <a:pt x="137" y="362"/>
                  </a:cubicBezTo>
                  <a:close/>
                  <a:moveTo>
                    <a:pt x="220" y="300"/>
                  </a:moveTo>
                  <a:cubicBezTo>
                    <a:pt x="224" y="302"/>
                    <a:pt x="224" y="302"/>
                    <a:pt x="224" y="302"/>
                  </a:cubicBezTo>
                  <a:cubicBezTo>
                    <a:pt x="193" y="355"/>
                    <a:pt x="193" y="355"/>
                    <a:pt x="193" y="355"/>
                  </a:cubicBezTo>
                  <a:cubicBezTo>
                    <a:pt x="189" y="353"/>
                    <a:pt x="189" y="353"/>
                    <a:pt x="189" y="353"/>
                  </a:cubicBezTo>
                  <a:cubicBezTo>
                    <a:pt x="189" y="353"/>
                    <a:pt x="189" y="352"/>
                    <a:pt x="190" y="351"/>
                  </a:cubicBezTo>
                  <a:cubicBezTo>
                    <a:pt x="194" y="342"/>
                    <a:pt x="195" y="337"/>
                    <a:pt x="190" y="336"/>
                  </a:cubicBezTo>
                  <a:cubicBezTo>
                    <a:pt x="186" y="334"/>
                    <a:pt x="177" y="332"/>
                    <a:pt x="164" y="331"/>
                  </a:cubicBezTo>
                  <a:cubicBezTo>
                    <a:pt x="143" y="368"/>
                    <a:pt x="143" y="368"/>
                    <a:pt x="143" y="368"/>
                  </a:cubicBezTo>
                  <a:cubicBezTo>
                    <a:pt x="151" y="380"/>
                    <a:pt x="157" y="387"/>
                    <a:pt x="159" y="388"/>
                  </a:cubicBezTo>
                  <a:cubicBezTo>
                    <a:pt x="163" y="390"/>
                    <a:pt x="168" y="387"/>
                    <a:pt x="174" y="379"/>
                  </a:cubicBezTo>
                  <a:cubicBezTo>
                    <a:pt x="174" y="378"/>
                    <a:pt x="174" y="378"/>
                    <a:pt x="174" y="378"/>
                  </a:cubicBezTo>
                  <a:cubicBezTo>
                    <a:pt x="178" y="380"/>
                    <a:pt x="178" y="380"/>
                    <a:pt x="178" y="380"/>
                  </a:cubicBezTo>
                  <a:cubicBezTo>
                    <a:pt x="159" y="414"/>
                    <a:pt x="159" y="414"/>
                    <a:pt x="159" y="414"/>
                  </a:cubicBezTo>
                  <a:cubicBezTo>
                    <a:pt x="155" y="412"/>
                    <a:pt x="155" y="412"/>
                    <a:pt x="155" y="412"/>
                  </a:cubicBezTo>
                  <a:cubicBezTo>
                    <a:pt x="159" y="405"/>
                    <a:pt x="156" y="396"/>
                    <a:pt x="145" y="385"/>
                  </a:cubicBezTo>
                  <a:cubicBezTo>
                    <a:pt x="75" y="295"/>
                    <a:pt x="75" y="295"/>
                    <a:pt x="75" y="295"/>
                  </a:cubicBezTo>
                  <a:cubicBezTo>
                    <a:pt x="78" y="291"/>
                    <a:pt x="78" y="291"/>
                    <a:pt x="78" y="291"/>
                  </a:cubicBezTo>
                  <a:cubicBezTo>
                    <a:pt x="186" y="304"/>
                    <a:pt x="186" y="304"/>
                    <a:pt x="186" y="304"/>
                  </a:cubicBezTo>
                  <a:cubicBezTo>
                    <a:pt x="208" y="308"/>
                    <a:pt x="219" y="306"/>
                    <a:pt x="220" y="300"/>
                  </a:cubicBezTo>
                  <a:close/>
                  <a:moveTo>
                    <a:pt x="225" y="301"/>
                  </a:moveTo>
                  <a:cubicBezTo>
                    <a:pt x="257" y="271"/>
                    <a:pt x="257" y="271"/>
                    <a:pt x="257" y="271"/>
                  </a:cubicBezTo>
                  <a:cubicBezTo>
                    <a:pt x="254" y="268"/>
                    <a:pt x="254" y="268"/>
                    <a:pt x="254" y="268"/>
                  </a:cubicBezTo>
                  <a:cubicBezTo>
                    <a:pt x="244" y="277"/>
                    <a:pt x="236" y="276"/>
                    <a:pt x="228" y="266"/>
                  </a:cubicBezTo>
                  <a:cubicBezTo>
                    <a:pt x="176" y="211"/>
                    <a:pt x="176" y="211"/>
                    <a:pt x="176" y="211"/>
                  </a:cubicBezTo>
                  <a:cubicBezTo>
                    <a:pt x="308" y="227"/>
                    <a:pt x="308" y="227"/>
                    <a:pt x="308" y="227"/>
                  </a:cubicBezTo>
                  <a:cubicBezTo>
                    <a:pt x="311" y="224"/>
                    <a:pt x="311" y="224"/>
                    <a:pt x="311" y="224"/>
                  </a:cubicBezTo>
                  <a:cubicBezTo>
                    <a:pt x="236" y="143"/>
                    <a:pt x="236" y="143"/>
                    <a:pt x="236" y="143"/>
                  </a:cubicBezTo>
                  <a:cubicBezTo>
                    <a:pt x="228" y="136"/>
                    <a:pt x="229" y="129"/>
                    <a:pt x="236" y="121"/>
                  </a:cubicBezTo>
                  <a:cubicBezTo>
                    <a:pt x="233" y="118"/>
                    <a:pt x="233" y="118"/>
                    <a:pt x="233" y="118"/>
                  </a:cubicBezTo>
                  <a:cubicBezTo>
                    <a:pt x="203" y="146"/>
                    <a:pt x="203" y="146"/>
                    <a:pt x="203" y="146"/>
                  </a:cubicBezTo>
                  <a:cubicBezTo>
                    <a:pt x="206" y="149"/>
                    <a:pt x="206" y="149"/>
                    <a:pt x="206" y="149"/>
                  </a:cubicBezTo>
                  <a:cubicBezTo>
                    <a:pt x="216" y="140"/>
                    <a:pt x="224" y="141"/>
                    <a:pt x="232" y="151"/>
                  </a:cubicBezTo>
                  <a:cubicBezTo>
                    <a:pt x="271" y="193"/>
                    <a:pt x="271" y="193"/>
                    <a:pt x="271" y="193"/>
                  </a:cubicBezTo>
                  <a:cubicBezTo>
                    <a:pt x="167" y="179"/>
                    <a:pt x="167" y="179"/>
                    <a:pt x="167" y="179"/>
                  </a:cubicBezTo>
                  <a:cubicBezTo>
                    <a:pt x="138" y="206"/>
                    <a:pt x="138" y="206"/>
                    <a:pt x="138" y="206"/>
                  </a:cubicBezTo>
                  <a:cubicBezTo>
                    <a:pt x="141" y="209"/>
                    <a:pt x="141" y="209"/>
                    <a:pt x="141" y="209"/>
                  </a:cubicBezTo>
                  <a:cubicBezTo>
                    <a:pt x="143" y="207"/>
                    <a:pt x="150" y="207"/>
                    <a:pt x="163" y="208"/>
                  </a:cubicBezTo>
                  <a:cubicBezTo>
                    <a:pt x="224" y="274"/>
                    <a:pt x="224" y="274"/>
                    <a:pt x="224" y="274"/>
                  </a:cubicBezTo>
                  <a:cubicBezTo>
                    <a:pt x="232" y="281"/>
                    <a:pt x="231" y="289"/>
                    <a:pt x="222" y="298"/>
                  </a:cubicBezTo>
                  <a:cubicBezTo>
                    <a:pt x="225" y="301"/>
                    <a:pt x="225" y="301"/>
                    <a:pt x="225" y="301"/>
                  </a:cubicBezTo>
                  <a:close/>
                  <a:moveTo>
                    <a:pt x="509" y="2"/>
                  </a:moveTo>
                  <a:cubicBezTo>
                    <a:pt x="510" y="7"/>
                    <a:pt x="510" y="7"/>
                    <a:pt x="510" y="7"/>
                  </a:cubicBezTo>
                  <a:cubicBezTo>
                    <a:pt x="500" y="10"/>
                    <a:pt x="496" y="16"/>
                    <a:pt x="500" y="26"/>
                  </a:cubicBezTo>
                  <a:cubicBezTo>
                    <a:pt x="513" y="86"/>
                    <a:pt x="513" y="86"/>
                    <a:pt x="513" y="86"/>
                  </a:cubicBezTo>
                  <a:cubicBezTo>
                    <a:pt x="517" y="103"/>
                    <a:pt x="516" y="115"/>
                    <a:pt x="511" y="123"/>
                  </a:cubicBezTo>
                  <a:cubicBezTo>
                    <a:pt x="505" y="133"/>
                    <a:pt x="494" y="140"/>
                    <a:pt x="478" y="144"/>
                  </a:cubicBezTo>
                  <a:cubicBezTo>
                    <a:pt x="461" y="148"/>
                    <a:pt x="448" y="147"/>
                    <a:pt x="438" y="143"/>
                  </a:cubicBezTo>
                  <a:cubicBezTo>
                    <a:pt x="427" y="138"/>
                    <a:pt x="420" y="128"/>
                    <a:pt x="417" y="112"/>
                  </a:cubicBezTo>
                  <a:cubicBezTo>
                    <a:pt x="403" y="50"/>
                    <a:pt x="403" y="50"/>
                    <a:pt x="403" y="50"/>
                  </a:cubicBezTo>
                  <a:cubicBezTo>
                    <a:pt x="401" y="38"/>
                    <a:pt x="394" y="33"/>
                    <a:pt x="383" y="36"/>
                  </a:cubicBezTo>
                  <a:cubicBezTo>
                    <a:pt x="382" y="32"/>
                    <a:pt x="382" y="32"/>
                    <a:pt x="382" y="32"/>
                  </a:cubicBezTo>
                  <a:cubicBezTo>
                    <a:pt x="446" y="17"/>
                    <a:pt x="446" y="17"/>
                    <a:pt x="446" y="17"/>
                  </a:cubicBezTo>
                  <a:cubicBezTo>
                    <a:pt x="447" y="21"/>
                    <a:pt x="447" y="21"/>
                    <a:pt x="447" y="21"/>
                  </a:cubicBezTo>
                  <a:cubicBezTo>
                    <a:pt x="433" y="23"/>
                    <a:pt x="428" y="30"/>
                    <a:pt x="432" y="43"/>
                  </a:cubicBezTo>
                  <a:cubicBezTo>
                    <a:pt x="447" y="105"/>
                    <a:pt x="447" y="105"/>
                    <a:pt x="447" y="105"/>
                  </a:cubicBezTo>
                  <a:cubicBezTo>
                    <a:pt x="452" y="129"/>
                    <a:pt x="463" y="139"/>
                    <a:pt x="482" y="135"/>
                  </a:cubicBezTo>
                  <a:cubicBezTo>
                    <a:pt x="505" y="130"/>
                    <a:pt x="512" y="114"/>
                    <a:pt x="505" y="87"/>
                  </a:cubicBezTo>
                  <a:cubicBezTo>
                    <a:pt x="492" y="31"/>
                    <a:pt x="492" y="31"/>
                    <a:pt x="492" y="31"/>
                  </a:cubicBezTo>
                  <a:cubicBezTo>
                    <a:pt x="490" y="18"/>
                    <a:pt x="483" y="13"/>
                    <a:pt x="470" y="16"/>
                  </a:cubicBezTo>
                  <a:cubicBezTo>
                    <a:pt x="469" y="12"/>
                    <a:pt x="469" y="12"/>
                    <a:pt x="469" y="12"/>
                  </a:cubicBezTo>
                  <a:cubicBezTo>
                    <a:pt x="509" y="2"/>
                    <a:pt x="509" y="2"/>
                    <a:pt x="509" y="2"/>
                  </a:cubicBezTo>
                  <a:close/>
                  <a:moveTo>
                    <a:pt x="532" y="129"/>
                  </a:moveTo>
                  <a:cubicBezTo>
                    <a:pt x="532" y="125"/>
                    <a:pt x="532" y="125"/>
                    <a:pt x="532" y="125"/>
                  </a:cubicBezTo>
                  <a:cubicBezTo>
                    <a:pt x="544" y="124"/>
                    <a:pt x="550" y="119"/>
                    <a:pt x="549" y="109"/>
                  </a:cubicBezTo>
                  <a:cubicBezTo>
                    <a:pt x="549" y="19"/>
                    <a:pt x="549" y="19"/>
                    <a:pt x="549" y="19"/>
                  </a:cubicBezTo>
                  <a:cubicBezTo>
                    <a:pt x="541" y="9"/>
                    <a:pt x="535" y="4"/>
                    <a:pt x="533" y="5"/>
                  </a:cubicBezTo>
                  <a:cubicBezTo>
                    <a:pt x="533" y="0"/>
                    <a:pt x="533" y="0"/>
                    <a:pt x="533" y="0"/>
                  </a:cubicBezTo>
                  <a:cubicBezTo>
                    <a:pt x="573" y="0"/>
                    <a:pt x="573" y="0"/>
                    <a:pt x="573" y="0"/>
                  </a:cubicBezTo>
                  <a:cubicBezTo>
                    <a:pt x="639" y="82"/>
                    <a:pt x="639" y="82"/>
                    <a:pt x="639" y="82"/>
                  </a:cubicBezTo>
                  <a:cubicBezTo>
                    <a:pt x="639" y="24"/>
                    <a:pt x="639" y="24"/>
                    <a:pt x="639" y="24"/>
                  </a:cubicBezTo>
                  <a:cubicBezTo>
                    <a:pt x="640" y="12"/>
                    <a:pt x="634" y="5"/>
                    <a:pt x="621" y="5"/>
                  </a:cubicBezTo>
                  <a:cubicBezTo>
                    <a:pt x="621" y="0"/>
                    <a:pt x="621" y="0"/>
                    <a:pt x="621" y="0"/>
                  </a:cubicBezTo>
                  <a:cubicBezTo>
                    <a:pt x="662" y="0"/>
                    <a:pt x="662" y="0"/>
                    <a:pt x="662" y="0"/>
                  </a:cubicBezTo>
                  <a:cubicBezTo>
                    <a:pt x="662" y="5"/>
                    <a:pt x="662" y="5"/>
                    <a:pt x="662" y="5"/>
                  </a:cubicBezTo>
                  <a:cubicBezTo>
                    <a:pt x="651" y="6"/>
                    <a:pt x="646" y="11"/>
                    <a:pt x="647" y="21"/>
                  </a:cubicBezTo>
                  <a:cubicBezTo>
                    <a:pt x="647" y="132"/>
                    <a:pt x="647" y="132"/>
                    <a:pt x="647" y="132"/>
                  </a:cubicBezTo>
                  <a:cubicBezTo>
                    <a:pt x="642" y="132"/>
                    <a:pt x="642" y="132"/>
                    <a:pt x="642" y="132"/>
                  </a:cubicBezTo>
                  <a:cubicBezTo>
                    <a:pt x="557" y="29"/>
                    <a:pt x="557" y="29"/>
                    <a:pt x="557" y="29"/>
                  </a:cubicBezTo>
                  <a:cubicBezTo>
                    <a:pt x="557" y="105"/>
                    <a:pt x="557" y="105"/>
                    <a:pt x="557" y="105"/>
                  </a:cubicBezTo>
                  <a:cubicBezTo>
                    <a:pt x="556" y="118"/>
                    <a:pt x="562" y="125"/>
                    <a:pt x="575" y="125"/>
                  </a:cubicBezTo>
                  <a:cubicBezTo>
                    <a:pt x="575" y="129"/>
                    <a:pt x="575" y="129"/>
                    <a:pt x="575" y="129"/>
                  </a:cubicBezTo>
                  <a:cubicBezTo>
                    <a:pt x="532" y="129"/>
                    <a:pt x="532" y="129"/>
                    <a:pt x="532" y="129"/>
                  </a:cubicBezTo>
                  <a:close/>
                  <a:moveTo>
                    <a:pt x="727" y="143"/>
                  </a:moveTo>
                  <a:cubicBezTo>
                    <a:pt x="714" y="141"/>
                    <a:pt x="709" y="135"/>
                    <a:pt x="712" y="126"/>
                  </a:cubicBezTo>
                  <a:cubicBezTo>
                    <a:pt x="731" y="36"/>
                    <a:pt x="731" y="36"/>
                    <a:pt x="731" y="36"/>
                  </a:cubicBezTo>
                  <a:cubicBezTo>
                    <a:pt x="732" y="27"/>
                    <a:pt x="739" y="23"/>
                    <a:pt x="751" y="26"/>
                  </a:cubicBezTo>
                  <a:cubicBezTo>
                    <a:pt x="751" y="26"/>
                    <a:pt x="752" y="26"/>
                    <a:pt x="752" y="26"/>
                  </a:cubicBezTo>
                  <a:cubicBezTo>
                    <a:pt x="753" y="22"/>
                    <a:pt x="753" y="22"/>
                    <a:pt x="753" y="22"/>
                  </a:cubicBezTo>
                  <a:cubicBezTo>
                    <a:pt x="687" y="8"/>
                    <a:pt x="687" y="8"/>
                    <a:pt x="687" y="8"/>
                  </a:cubicBezTo>
                  <a:cubicBezTo>
                    <a:pt x="686" y="12"/>
                    <a:pt x="686" y="12"/>
                    <a:pt x="686" y="12"/>
                  </a:cubicBezTo>
                  <a:cubicBezTo>
                    <a:pt x="699" y="15"/>
                    <a:pt x="703" y="21"/>
                    <a:pt x="701" y="30"/>
                  </a:cubicBezTo>
                  <a:cubicBezTo>
                    <a:pt x="682" y="119"/>
                    <a:pt x="682" y="119"/>
                    <a:pt x="682" y="119"/>
                  </a:cubicBezTo>
                  <a:cubicBezTo>
                    <a:pt x="681" y="128"/>
                    <a:pt x="674" y="132"/>
                    <a:pt x="662" y="130"/>
                  </a:cubicBezTo>
                  <a:cubicBezTo>
                    <a:pt x="661" y="134"/>
                    <a:pt x="661" y="134"/>
                    <a:pt x="661" y="134"/>
                  </a:cubicBezTo>
                  <a:cubicBezTo>
                    <a:pt x="726" y="148"/>
                    <a:pt x="726" y="148"/>
                    <a:pt x="726" y="148"/>
                  </a:cubicBezTo>
                  <a:cubicBezTo>
                    <a:pt x="727" y="143"/>
                    <a:pt x="727" y="143"/>
                    <a:pt x="727" y="143"/>
                  </a:cubicBezTo>
                  <a:close/>
                  <a:moveTo>
                    <a:pt x="894" y="79"/>
                  </a:moveTo>
                  <a:cubicBezTo>
                    <a:pt x="892" y="83"/>
                    <a:pt x="892" y="83"/>
                    <a:pt x="892" y="83"/>
                  </a:cubicBezTo>
                  <a:cubicBezTo>
                    <a:pt x="885" y="80"/>
                    <a:pt x="878" y="82"/>
                    <a:pt x="870" y="91"/>
                  </a:cubicBezTo>
                  <a:cubicBezTo>
                    <a:pt x="786" y="174"/>
                    <a:pt x="786" y="174"/>
                    <a:pt x="786" y="174"/>
                  </a:cubicBezTo>
                  <a:cubicBezTo>
                    <a:pt x="781" y="172"/>
                    <a:pt x="781" y="172"/>
                    <a:pt x="781" y="172"/>
                  </a:cubicBezTo>
                  <a:cubicBezTo>
                    <a:pt x="783" y="49"/>
                    <a:pt x="783" y="49"/>
                    <a:pt x="783" y="49"/>
                  </a:cubicBezTo>
                  <a:cubicBezTo>
                    <a:pt x="783" y="40"/>
                    <a:pt x="780" y="33"/>
                    <a:pt x="773" y="30"/>
                  </a:cubicBezTo>
                  <a:cubicBezTo>
                    <a:pt x="775" y="26"/>
                    <a:pt x="775" y="26"/>
                    <a:pt x="775" y="26"/>
                  </a:cubicBezTo>
                  <a:cubicBezTo>
                    <a:pt x="833" y="52"/>
                    <a:pt x="833" y="52"/>
                    <a:pt x="833" y="52"/>
                  </a:cubicBezTo>
                  <a:cubicBezTo>
                    <a:pt x="832" y="56"/>
                    <a:pt x="832" y="56"/>
                    <a:pt x="832" y="56"/>
                  </a:cubicBezTo>
                  <a:cubicBezTo>
                    <a:pt x="820" y="51"/>
                    <a:pt x="814" y="52"/>
                    <a:pt x="813" y="57"/>
                  </a:cubicBezTo>
                  <a:cubicBezTo>
                    <a:pt x="812" y="60"/>
                    <a:pt x="812" y="66"/>
                    <a:pt x="812" y="74"/>
                  </a:cubicBezTo>
                  <a:cubicBezTo>
                    <a:pt x="810" y="140"/>
                    <a:pt x="810" y="140"/>
                    <a:pt x="810" y="140"/>
                  </a:cubicBezTo>
                  <a:cubicBezTo>
                    <a:pt x="858" y="92"/>
                    <a:pt x="858" y="92"/>
                    <a:pt x="858" y="92"/>
                  </a:cubicBezTo>
                  <a:cubicBezTo>
                    <a:pt x="858" y="92"/>
                    <a:pt x="859" y="91"/>
                    <a:pt x="860" y="90"/>
                  </a:cubicBezTo>
                  <a:cubicBezTo>
                    <a:pt x="864" y="86"/>
                    <a:pt x="866" y="84"/>
                    <a:pt x="867" y="82"/>
                  </a:cubicBezTo>
                  <a:cubicBezTo>
                    <a:pt x="870" y="77"/>
                    <a:pt x="866" y="72"/>
                    <a:pt x="855" y="67"/>
                  </a:cubicBezTo>
                  <a:cubicBezTo>
                    <a:pt x="857" y="63"/>
                    <a:pt x="857" y="63"/>
                    <a:pt x="857" y="63"/>
                  </a:cubicBezTo>
                  <a:cubicBezTo>
                    <a:pt x="894" y="79"/>
                    <a:pt x="894" y="79"/>
                    <a:pt x="894" y="79"/>
                  </a:cubicBezTo>
                  <a:close/>
                  <a:moveTo>
                    <a:pt x="920" y="102"/>
                  </a:moveTo>
                  <a:cubicBezTo>
                    <a:pt x="929" y="110"/>
                    <a:pt x="930" y="117"/>
                    <a:pt x="924" y="124"/>
                  </a:cubicBezTo>
                  <a:cubicBezTo>
                    <a:pt x="864" y="193"/>
                    <a:pt x="864" y="193"/>
                    <a:pt x="864" y="193"/>
                  </a:cubicBezTo>
                  <a:cubicBezTo>
                    <a:pt x="859" y="201"/>
                    <a:pt x="851" y="200"/>
                    <a:pt x="842" y="193"/>
                  </a:cubicBezTo>
                  <a:cubicBezTo>
                    <a:pt x="839" y="196"/>
                    <a:pt x="839" y="196"/>
                    <a:pt x="839" y="196"/>
                  </a:cubicBezTo>
                  <a:cubicBezTo>
                    <a:pt x="923" y="269"/>
                    <a:pt x="923" y="269"/>
                    <a:pt x="923" y="269"/>
                  </a:cubicBezTo>
                  <a:cubicBezTo>
                    <a:pt x="954" y="244"/>
                    <a:pt x="954" y="244"/>
                    <a:pt x="954" y="244"/>
                  </a:cubicBezTo>
                  <a:cubicBezTo>
                    <a:pt x="951" y="241"/>
                    <a:pt x="951" y="241"/>
                    <a:pt x="951" y="241"/>
                  </a:cubicBezTo>
                  <a:cubicBezTo>
                    <a:pt x="928" y="252"/>
                    <a:pt x="909" y="250"/>
                    <a:pt x="891" y="234"/>
                  </a:cubicBezTo>
                  <a:cubicBezTo>
                    <a:pt x="882" y="226"/>
                    <a:pt x="880" y="220"/>
                    <a:pt x="885" y="215"/>
                  </a:cubicBezTo>
                  <a:cubicBezTo>
                    <a:pt x="916" y="180"/>
                    <a:pt x="916" y="180"/>
                    <a:pt x="916" y="180"/>
                  </a:cubicBezTo>
                  <a:cubicBezTo>
                    <a:pt x="931" y="192"/>
                    <a:pt x="933" y="206"/>
                    <a:pt x="920" y="223"/>
                  </a:cubicBezTo>
                  <a:cubicBezTo>
                    <a:pt x="924" y="226"/>
                    <a:pt x="924" y="226"/>
                    <a:pt x="924" y="226"/>
                  </a:cubicBezTo>
                  <a:cubicBezTo>
                    <a:pt x="966" y="177"/>
                    <a:pt x="966" y="177"/>
                    <a:pt x="966" y="177"/>
                  </a:cubicBezTo>
                  <a:cubicBezTo>
                    <a:pt x="962" y="174"/>
                    <a:pt x="962" y="174"/>
                    <a:pt x="962" y="174"/>
                  </a:cubicBezTo>
                  <a:cubicBezTo>
                    <a:pt x="948" y="189"/>
                    <a:pt x="934" y="189"/>
                    <a:pt x="920" y="175"/>
                  </a:cubicBezTo>
                  <a:cubicBezTo>
                    <a:pt x="949" y="142"/>
                    <a:pt x="949" y="142"/>
                    <a:pt x="949" y="142"/>
                  </a:cubicBezTo>
                  <a:cubicBezTo>
                    <a:pt x="953" y="136"/>
                    <a:pt x="958" y="137"/>
                    <a:pt x="965" y="144"/>
                  </a:cubicBezTo>
                  <a:cubicBezTo>
                    <a:pt x="987" y="161"/>
                    <a:pt x="991" y="179"/>
                    <a:pt x="978" y="196"/>
                  </a:cubicBezTo>
                  <a:cubicBezTo>
                    <a:pt x="981" y="200"/>
                    <a:pt x="981" y="200"/>
                    <a:pt x="981" y="200"/>
                  </a:cubicBezTo>
                  <a:cubicBezTo>
                    <a:pt x="1006" y="171"/>
                    <a:pt x="1006" y="171"/>
                    <a:pt x="1006" y="171"/>
                  </a:cubicBezTo>
                  <a:cubicBezTo>
                    <a:pt x="923" y="99"/>
                    <a:pt x="923" y="99"/>
                    <a:pt x="923" y="99"/>
                  </a:cubicBezTo>
                  <a:cubicBezTo>
                    <a:pt x="920" y="102"/>
                    <a:pt x="920" y="102"/>
                    <a:pt x="920" y="102"/>
                  </a:cubicBezTo>
                  <a:close/>
                  <a:moveTo>
                    <a:pt x="1051" y="244"/>
                  </a:moveTo>
                  <a:cubicBezTo>
                    <a:pt x="1011" y="273"/>
                    <a:pt x="1011" y="273"/>
                    <a:pt x="1011" y="273"/>
                  </a:cubicBezTo>
                  <a:cubicBezTo>
                    <a:pt x="1026" y="294"/>
                    <a:pt x="1040" y="298"/>
                    <a:pt x="1056" y="284"/>
                  </a:cubicBezTo>
                  <a:cubicBezTo>
                    <a:pt x="1070" y="273"/>
                    <a:pt x="1073" y="261"/>
                    <a:pt x="1064" y="249"/>
                  </a:cubicBezTo>
                  <a:cubicBezTo>
                    <a:pt x="1059" y="241"/>
                    <a:pt x="1055" y="239"/>
                    <a:pt x="1051" y="244"/>
                  </a:cubicBezTo>
                  <a:close/>
                  <a:moveTo>
                    <a:pt x="1013" y="377"/>
                  </a:moveTo>
                  <a:cubicBezTo>
                    <a:pt x="1009" y="379"/>
                    <a:pt x="1009" y="379"/>
                    <a:pt x="1009" y="379"/>
                  </a:cubicBezTo>
                  <a:cubicBezTo>
                    <a:pt x="986" y="348"/>
                    <a:pt x="986" y="348"/>
                    <a:pt x="986" y="348"/>
                  </a:cubicBezTo>
                  <a:cubicBezTo>
                    <a:pt x="1010" y="281"/>
                    <a:pt x="1010" y="281"/>
                    <a:pt x="1010" y="281"/>
                  </a:cubicBezTo>
                  <a:cubicBezTo>
                    <a:pt x="1007" y="277"/>
                    <a:pt x="1007" y="277"/>
                    <a:pt x="1007" y="277"/>
                  </a:cubicBezTo>
                  <a:cubicBezTo>
                    <a:pt x="977" y="299"/>
                    <a:pt x="977" y="299"/>
                    <a:pt x="977" y="299"/>
                  </a:cubicBezTo>
                  <a:cubicBezTo>
                    <a:pt x="967" y="305"/>
                    <a:pt x="965" y="313"/>
                    <a:pt x="973" y="323"/>
                  </a:cubicBezTo>
                  <a:cubicBezTo>
                    <a:pt x="969" y="326"/>
                    <a:pt x="969" y="326"/>
                    <a:pt x="969" y="326"/>
                  </a:cubicBezTo>
                  <a:cubicBezTo>
                    <a:pt x="930" y="275"/>
                    <a:pt x="930" y="275"/>
                    <a:pt x="930" y="275"/>
                  </a:cubicBezTo>
                  <a:cubicBezTo>
                    <a:pt x="934" y="272"/>
                    <a:pt x="934" y="272"/>
                    <a:pt x="934" y="272"/>
                  </a:cubicBezTo>
                  <a:cubicBezTo>
                    <a:pt x="941" y="282"/>
                    <a:pt x="949" y="283"/>
                    <a:pt x="958" y="274"/>
                  </a:cubicBezTo>
                  <a:cubicBezTo>
                    <a:pt x="1025" y="224"/>
                    <a:pt x="1025" y="224"/>
                    <a:pt x="1025" y="224"/>
                  </a:cubicBezTo>
                  <a:cubicBezTo>
                    <a:pt x="1036" y="217"/>
                    <a:pt x="1038" y="209"/>
                    <a:pt x="1030" y="200"/>
                  </a:cubicBezTo>
                  <a:cubicBezTo>
                    <a:pt x="1033" y="197"/>
                    <a:pt x="1033" y="197"/>
                    <a:pt x="1033" y="197"/>
                  </a:cubicBezTo>
                  <a:cubicBezTo>
                    <a:pt x="1070" y="246"/>
                    <a:pt x="1070" y="246"/>
                    <a:pt x="1070" y="246"/>
                  </a:cubicBezTo>
                  <a:cubicBezTo>
                    <a:pt x="1091" y="274"/>
                    <a:pt x="1093" y="295"/>
                    <a:pt x="1076" y="309"/>
                  </a:cubicBezTo>
                  <a:cubicBezTo>
                    <a:pt x="1063" y="319"/>
                    <a:pt x="1049" y="317"/>
                    <a:pt x="1032" y="305"/>
                  </a:cubicBezTo>
                  <a:cubicBezTo>
                    <a:pt x="1011" y="368"/>
                    <a:pt x="1011" y="368"/>
                    <a:pt x="1011" y="368"/>
                  </a:cubicBezTo>
                  <a:cubicBezTo>
                    <a:pt x="1011" y="372"/>
                    <a:pt x="1011" y="375"/>
                    <a:pt x="1013" y="377"/>
                  </a:cubicBezTo>
                  <a:close/>
                  <a:moveTo>
                    <a:pt x="1121" y="427"/>
                  </a:moveTo>
                  <a:cubicBezTo>
                    <a:pt x="1159" y="412"/>
                    <a:pt x="1159" y="412"/>
                    <a:pt x="1159" y="412"/>
                  </a:cubicBezTo>
                  <a:cubicBezTo>
                    <a:pt x="1157" y="406"/>
                    <a:pt x="1157" y="406"/>
                    <a:pt x="1157" y="406"/>
                  </a:cubicBezTo>
                  <a:cubicBezTo>
                    <a:pt x="1152" y="407"/>
                    <a:pt x="1149" y="406"/>
                    <a:pt x="1148" y="403"/>
                  </a:cubicBezTo>
                  <a:cubicBezTo>
                    <a:pt x="1148" y="402"/>
                    <a:pt x="1147" y="399"/>
                    <a:pt x="1147" y="395"/>
                  </a:cubicBezTo>
                  <a:cubicBezTo>
                    <a:pt x="1147" y="386"/>
                    <a:pt x="1145" y="378"/>
                    <a:pt x="1143" y="373"/>
                  </a:cubicBezTo>
                  <a:cubicBezTo>
                    <a:pt x="1133" y="348"/>
                    <a:pt x="1116" y="340"/>
                    <a:pt x="1092" y="348"/>
                  </a:cubicBezTo>
                  <a:cubicBezTo>
                    <a:pt x="1077" y="353"/>
                    <a:pt x="1069" y="368"/>
                    <a:pt x="1067" y="393"/>
                  </a:cubicBezTo>
                  <a:cubicBezTo>
                    <a:pt x="1066" y="407"/>
                    <a:pt x="1066" y="407"/>
                    <a:pt x="1066" y="407"/>
                  </a:cubicBezTo>
                  <a:cubicBezTo>
                    <a:pt x="1066" y="423"/>
                    <a:pt x="1062" y="433"/>
                    <a:pt x="1052" y="436"/>
                  </a:cubicBezTo>
                  <a:cubicBezTo>
                    <a:pt x="1039" y="440"/>
                    <a:pt x="1030" y="435"/>
                    <a:pt x="1024" y="422"/>
                  </a:cubicBezTo>
                  <a:cubicBezTo>
                    <a:pt x="1017" y="403"/>
                    <a:pt x="1024" y="386"/>
                    <a:pt x="1046" y="370"/>
                  </a:cubicBezTo>
                  <a:cubicBezTo>
                    <a:pt x="1045" y="365"/>
                    <a:pt x="1045" y="365"/>
                    <a:pt x="1045" y="365"/>
                  </a:cubicBezTo>
                  <a:cubicBezTo>
                    <a:pt x="1002" y="382"/>
                    <a:pt x="1002" y="382"/>
                    <a:pt x="1002" y="382"/>
                  </a:cubicBezTo>
                  <a:cubicBezTo>
                    <a:pt x="1004" y="387"/>
                    <a:pt x="1004" y="387"/>
                    <a:pt x="1004" y="387"/>
                  </a:cubicBezTo>
                  <a:cubicBezTo>
                    <a:pt x="1008" y="387"/>
                    <a:pt x="1010" y="388"/>
                    <a:pt x="1011" y="391"/>
                  </a:cubicBezTo>
                  <a:cubicBezTo>
                    <a:pt x="1012" y="392"/>
                    <a:pt x="1013" y="395"/>
                    <a:pt x="1013" y="399"/>
                  </a:cubicBezTo>
                  <a:cubicBezTo>
                    <a:pt x="1014" y="408"/>
                    <a:pt x="1016" y="416"/>
                    <a:pt x="1019" y="423"/>
                  </a:cubicBezTo>
                  <a:cubicBezTo>
                    <a:pt x="1031" y="450"/>
                    <a:pt x="1049" y="460"/>
                    <a:pt x="1072" y="452"/>
                  </a:cubicBezTo>
                  <a:cubicBezTo>
                    <a:pt x="1087" y="446"/>
                    <a:pt x="1095" y="436"/>
                    <a:pt x="1097" y="420"/>
                  </a:cubicBezTo>
                  <a:cubicBezTo>
                    <a:pt x="1099" y="389"/>
                    <a:pt x="1099" y="389"/>
                    <a:pt x="1099" y="389"/>
                  </a:cubicBezTo>
                  <a:cubicBezTo>
                    <a:pt x="1100" y="373"/>
                    <a:pt x="1104" y="364"/>
                    <a:pt x="1113" y="362"/>
                  </a:cubicBezTo>
                  <a:cubicBezTo>
                    <a:pt x="1123" y="358"/>
                    <a:pt x="1131" y="362"/>
                    <a:pt x="1137" y="374"/>
                  </a:cubicBezTo>
                  <a:cubicBezTo>
                    <a:pt x="1143" y="391"/>
                    <a:pt x="1137" y="407"/>
                    <a:pt x="1119" y="422"/>
                  </a:cubicBezTo>
                  <a:cubicBezTo>
                    <a:pt x="1121" y="427"/>
                    <a:pt x="1121" y="427"/>
                    <a:pt x="1121" y="427"/>
                  </a:cubicBezTo>
                  <a:close/>
                  <a:moveTo>
                    <a:pt x="1055" y="527"/>
                  </a:moveTo>
                  <a:cubicBezTo>
                    <a:pt x="1051" y="528"/>
                    <a:pt x="1051" y="528"/>
                    <a:pt x="1051" y="528"/>
                  </a:cubicBezTo>
                  <a:cubicBezTo>
                    <a:pt x="1035" y="463"/>
                    <a:pt x="1035" y="463"/>
                    <a:pt x="1035" y="463"/>
                  </a:cubicBezTo>
                  <a:cubicBezTo>
                    <a:pt x="1039" y="462"/>
                    <a:pt x="1039" y="462"/>
                    <a:pt x="1039" y="462"/>
                  </a:cubicBezTo>
                  <a:cubicBezTo>
                    <a:pt x="1043" y="474"/>
                    <a:pt x="1049" y="479"/>
                    <a:pt x="1057" y="476"/>
                  </a:cubicBezTo>
                  <a:cubicBezTo>
                    <a:pt x="1146" y="454"/>
                    <a:pt x="1146" y="454"/>
                    <a:pt x="1146" y="454"/>
                  </a:cubicBezTo>
                  <a:cubicBezTo>
                    <a:pt x="1155" y="452"/>
                    <a:pt x="1159" y="445"/>
                    <a:pt x="1155" y="433"/>
                  </a:cubicBezTo>
                  <a:cubicBezTo>
                    <a:pt x="1160" y="432"/>
                    <a:pt x="1160" y="432"/>
                    <a:pt x="1160" y="432"/>
                  </a:cubicBezTo>
                  <a:cubicBezTo>
                    <a:pt x="1176" y="497"/>
                    <a:pt x="1176" y="497"/>
                    <a:pt x="1176" y="497"/>
                  </a:cubicBezTo>
                  <a:cubicBezTo>
                    <a:pt x="1172" y="498"/>
                    <a:pt x="1172" y="498"/>
                    <a:pt x="1172" y="498"/>
                  </a:cubicBezTo>
                  <a:cubicBezTo>
                    <a:pt x="1172" y="497"/>
                    <a:pt x="1171" y="497"/>
                    <a:pt x="1171" y="496"/>
                  </a:cubicBezTo>
                  <a:cubicBezTo>
                    <a:pt x="1168" y="485"/>
                    <a:pt x="1163" y="480"/>
                    <a:pt x="1153" y="483"/>
                  </a:cubicBezTo>
                  <a:cubicBezTo>
                    <a:pt x="1065" y="505"/>
                    <a:pt x="1065" y="505"/>
                    <a:pt x="1065" y="505"/>
                  </a:cubicBezTo>
                  <a:cubicBezTo>
                    <a:pt x="1055" y="507"/>
                    <a:pt x="1052" y="514"/>
                    <a:pt x="1055" y="527"/>
                  </a:cubicBezTo>
                  <a:close/>
                  <a:moveTo>
                    <a:pt x="1057" y="616"/>
                  </a:moveTo>
                  <a:cubicBezTo>
                    <a:pt x="1056" y="602"/>
                    <a:pt x="1062" y="596"/>
                    <a:pt x="1075" y="597"/>
                  </a:cubicBezTo>
                  <a:cubicBezTo>
                    <a:pt x="1175" y="595"/>
                    <a:pt x="1175" y="595"/>
                    <a:pt x="1175" y="595"/>
                  </a:cubicBezTo>
                  <a:cubicBezTo>
                    <a:pt x="1176" y="617"/>
                    <a:pt x="1166" y="630"/>
                    <a:pt x="1144" y="632"/>
                  </a:cubicBezTo>
                  <a:cubicBezTo>
                    <a:pt x="1144" y="638"/>
                    <a:pt x="1144" y="638"/>
                    <a:pt x="1144" y="638"/>
                  </a:cubicBezTo>
                  <a:cubicBezTo>
                    <a:pt x="1182" y="637"/>
                    <a:pt x="1182" y="637"/>
                    <a:pt x="1182" y="637"/>
                  </a:cubicBezTo>
                  <a:cubicBezTo>
                    <a:pt x="1180" y="523"/>
                    <a:pt x="1180" y="523"/>
                    <a:pt x="1180" y="523"/>
                  </a:cubicBezTo>
                  <a:cubicBezTo>
                    <a:pt x="1142" y="523"/>
                    <a:pt x="1142" y="523"/>
                    <a:pt x="1142" y="523"/>
                  </a:cubicBezTo>
                  <a:cubicBezTo>
                    <a:pt x="1142" y="528"/>
                    <a:pt x="1142" y="528"/>
                    <a:pt x="1142" y="528"/>
                  </a:cubicBezTo>
                  <a:cubicBezTo>
                    <a:pt x="1164" y="530"/>
                    <a:pt x="1175" y="542"/>
                    <a:pt x="1175" y="565"/>
                  </a:cubicBezTo>
                  <a:cubicBezTo>
                    <a:pt x="1074" y="566"/>
                    <a:pt x="1074" y="566"/>
                    <a:pt x="1074" y="566"/>
                  </a:cubicBezTo>
                  <a:cubicBezTo>
                    <a:pt x="1061" y="568"/>
                    <a:pt x="1055" y="562"/>
                    <a:pt x="1056" y="548"/>
                  </a:cubicBezTo>
                  <a:cubicBezTo>
                    <a:pt x="1051" y="548"/>
                    <a:pt x="1051" y="548"/>
                    <a:pt x="1051" y="548"/>
                  </a:cubicBezTo>
                  <a:cubicBezTo>
                    <a:pt x="1053" y="616"/>
                    <a:pt x="1053" y="616"/>
                    <a:pt x="1053" y="616"/>
                  </a:cubicBezTo>
                  <a:cubicBezTo>
                    <a:pt x="1057" y="616"/>
                    <a:pt x="1057" y="616"/>
                    <a:pt x="1057" y="616"/>
                  </a:cubicBezTo>
                  <a:close/>
                  <a:moveTo>
                    <a:pt x="1151" y="794"/>
                  </a:moveTo>
                  <a:cubicBezTo>
                    <a:pt x="1146" y="793"/>
                    <a:pt x="1146" y="793"/>
                    <a:pt x="1146" y="793"/>
                  </a:cubicBezTo>
                  <a:cubicBezTo>
                    <a:pt x="1146" y="793"/>
                    <a:pt x="1146" y="793"/>
                    <a:pt x="1146" y="792"/>
                  </a:cubicBezTo>
                  <a:cubicBezTo>
                    <a:pt x="1147" y="787"/>
                    <a:pt x="1145" y="782"/>
                    <a:pt x="1142" y="779"/>
                  </a:cubicBezTo>
                  <a:cubicBezTo>
                    <a:pt x="1091" y="731"/>
                    <a:pt x="1091" y="731"/>
                    <a:pt x="1091" y="731"/>
                  </a:cubicBezTo>
                  <a:cubicBezTo>
                    <a:pt x="1057" y="724"/>
                    <a:pt x="1057" y="724"/>
                    <a:pt x="1057" y="724"/>
                  </a:cubicBezTo>
                  <a:cubicBezTo>
                    <a:pt x="1045" y="720"/>
                    <a:pt x="1038" y="724"/>
                    <a:pt x="1036" y="737"/>
                  </a:cubicBezTo>
                  <a:cubicBezTo>
                    <a:pt x="1031" y="736"/>
                    <a:pt x="1031" y="736"/>
                    <a:pt x="1031" y="736"/>
                  </a:cubicBezTo>
                  <a:cubicBezTo>
                    <a:pt x="1045" y="671"/>
                    <a:pt x="1045" y="671"/>
                    <a:pt x="1045" y="671"/>
                  </a:cubicBezTo>
                  <a:cubicBezTo>
                    <a:pt x="1049" y="672"/>
                    <a:pt x="1049" y="672"/>
                    <a:pt x="1049" y="672"/>
                  </a:cubicBezTo>
                  <a:cubicBezTo>
                    <a:pt x="1046" y="685"/>
                    <a:pt x="1051" y="692"/>
                    <a:pt x="1063" y="693"/>
                  </a:cubicBezTo>
                  <a:cubicBezTo>
                    <a:pt x="1091" y="699"/>
                    <a:pt x="1091" y="699"/>
                    <a:pt x="1091" y="699"/>
                  </a:cubicBezTo>
                  <a:cubicBezTo>
                    <a:pt x="1160" y="678"/>
                    <a:pt x="1160" y="678"/>
                    <a:pt x="1160" y="678"/>
                  </a:cubicBezTo>
                  <a:cubicBezTo>
                    <a:pt x="1167" y="676"/>
                    <a:pt x="1171" y="672"/>
                    <a:pt x="1173" y="665"/>
                  </a:cubicBezTo>
                  <a:cubicBezTo>
                    <a:pt x="1178" y="666"/>
                    <a:pt x="1178" y="666"/>
                    <a:pt x="1178" y="666"/>
                  </a:cubicBezTo>
                  <a:cubicBezTo>
                    <a:pt x="1164" y="729"/>
                    <a:pt x="1164" y="729"/>
                    <a:pt x="1164" y="729"/>
                  </a:cubicBezTo>
                  <a:cubicBezTo>
                    <a:pt x="1160" y="728"/>
                    <a:pt x="1160" y="728"/>
                    <a:pt x="1160" y="728"/>
                  </a:cubicBezTo>
                  <a:cubicBezTo>
                    <a:pt x="1163" y="716"/>
                    <a:pt x="1162" y="711"/>
                    <a:pt x="1157" y="711"/>
                  </a:cubicBezTo>
                  <a:cubicBezTo>
                    <a:pt x="1155" y="711"/>
                    <a:pt x="1152" y="711"/>
                    <a:pt x="1148" y="713"/>
                  </a:cubicBezTo>
                  <a:cubicBezTo>
                    <a:pt x="1147" y="713"/>
                    <a:pt x="1146" y="714"/>
                    <a:pt x="1146" y="714"/>
                  </a:cubicBezTo>
                  <a:cubicBezTo>
                    <a:pt x="1097" y="727"/>
                    <a:pt x="1097" y="727"/>
                    <a:pt x="1097" y="727"/>
                  </a:cubicBezTo>
                  <a:cubicBezTo>
                    <a:pt x="1128" y="755"/>
                    <a:pt x="1128" y="755"/>
                    <a:pt x="1128" y="755"/>
                  </a:cubicBezTo>
                  <a:cubicBezTo>
                    <a:pt x="1133" y="760"/>
                    <a:pt x="1138" y="764"/>
                    <a:pt x="1143" y="765"/>
                  </a:cubicBezTo>
                  <a:cubicBezTo>
                    <a:pt x="1148" y="767"/>
                    <a:pt x="1152" y="763"/>
                    <a:pt x="1155" y="752"/>
                  </a:cubicBezTo>
                  <a:cubicBezTo>
                    <a:pt x="1159" y="753"/>
                    <a:pt x="1159" y="753"/>
                    <a:pt x="1159" y="753"/>
                  </a:cubicBezTo>
                  <a:lnTo>
                    <a:pt x="1151" y="794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37" name="íṥļiďè"/>
            <p:cNvSpPr/>
            <p:nvPr/>
          </p:nvSpPr>
          <p:spPr bwMode="auto">
            <a:xfrm>
              <a:off x="4260844" y="4031997"/>
              <a:ext cx="147714" cy="178275"/>
            </a:xfrm>
            <a:custGeom>
              <a:avLst/>
              <a:gdLst>
                <a:gd name="T0" fmla="*/ 4 w 111"/>
                <a:gd name="T1" fmla="*/ 78 h 133"/>
                <a:gd name="T2" fmla="*/ 1 w 111"/>
                <a:gd name="T3" fmla="*/ 41 h 133"/>
                <a:gd name="T4" fmla="*/ 14 w 111"/>
                <a:gd name="T5" fmla="*/ 16 h 133"/>
                <a:gd name="T6" fmla="*/ 40 w 111"/>
                <a:gd name="T7" fmla="*/ 3 h 133"/>
                <a:gd name="T8" fmla="*/ 63 w 111"/>
                <a:gd name="T9" fmla="*/ 1 h 133"/>
                <a:gd name="T10" fmla="*/ 82 w 111"/>
                <a:gd name="T11" fmla="*/ 9 h 133"/>
                <a:gd name="T12" fmla="*/ 96 w 111"/>
                <a:gd name="T13" fmla="*/ 26 h 133"/>
                <a:gd name="T14" fmla="*/ 106 w 111"/>
                <a:gd name="T15" fmla="*/ 54 h 133"/>
                <a:gd name="T16" fmla="*/ 109 w 111"/>
                <a:gd name="T17" fmla="*/ 91 h 133"/>
                <a:gd name="T18" fmla="*/ 97 w 111"/>
                <a:gd name="T19" fmla="*/ 115 h 133"/>
                <a:gd name="T20" fmla="*/ 70 w 111"/>
                <a:gd name="T21" fmla="*/ 129 h 133"/>
                <a:gd name="T22" fmla="*/ 31 w 111"/>
                <a:gd name="T23" fmla="*/ 125 h 133"/>
                <a:gd name="T24" fmla="*/ 4 w 111"/>
                <a:gd name="T25" fmla="*/ 78 h 133"/>
                <a:gd name="T26" fmla="*/ 24 w 111"/>
                <a:gd name="T27" fmla="*/ 73 h 133"/>
                <a:gd name="T28" fmla="*/ 42 w 111"/>
                <a:gd name="T29" fmla="*/ 112 h 133"/>
                <a:gd name="T30" fmla="*/ 67 w 111"/>
                <a:gd name="T31" fmla="*/ 117 h 133"/>
                <a:gd name="T32" fmla="*/ 87 w 111"/>
                <a:gd name="T33" fmla="*/ 101 h 133"/>
                <a:gd name="T34" fmla="*/ 87 w 111"/>
                <a:gd name="T35" fmla="*/ 59 h 133"/>
                <a:gd name="T36" fmla="*/ 68 w 111"/>
                <a:gd name="T37" fmla="*/ 20 h 133"/>
                <a:gd name="T38" fmla="*/ 43 w 111"/>
                <a:gd name="T39" fmla="*/ 15 h 133"/>
                <a:gd name="T40" fmla="*/ 24 w 111"/>
                <a:gd name="T41" fmla="*/ 29 h 133"/>
                <a:gd name="T42" fmla="*/ 24 w 111"/>
                <a:gd name="T43" fmla="*/ 73 h 13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</a:cxnLst>
              <a:rect l="0" t="0" r="r" b="b"/>
              <a:pathLst>
                <a:path w="111" h="133">
                  <a:moveTo>
                    <a:pt x="4" y="78"/>
                  </a:moveTo>
                  <a:cubicBezTo>
                    <a:pt x="0" y="63"/>
                    <a:pt x="0" y="51"/>
                    <a:pt x="1" y="41"/>
                  </a:cubicBezTo>
                  <a:cubicBezTo>
                    <a:pt x="3" y="31"/>
                    <a:pt x="7" y="23"/>
                    <a:pt x="14" y="16"/>
                  </a:cubicBezTo>
                  <a:cubicBezTo>
                    <a:pt x="20" y="10"/>
                    <a:pt x="29" y="5"/>
                    <a:pt x="40" y="3"/>
                  </a:cubicBezTo>
                  <a:cubicBezTo>
                    <a:pt x="49" y="1"/>
                    <a:pt x="56" y="0"/>
                    <a:pt x="63" y="1"/>
                  </a:cubicBezTo>
                  <a:cubicBezTo>
                    <a:pt x="70" y="3"/>
                    <a:pt x="77" y="5"/>
                    <a:pt x="82" y="9"/>
                  </a:cubicBezTo>
                  <a:cubicBezTo>
                    <a:pt x="87" y="13"/>
                    <a:pt x="92" y="19"/>
                    <a:pt x="96" y="26"/>
                  </a:cubicBezTo>
                  <a:cubicBezTo>
                    <a:pt x="100" y="32"/>
                    <a:pt x="104" y="42"/>
                    <a:pt x="106" y="54"/>
                  </a:cubicBezTo>
                  <a:cubicBezTo>
                    <a:pt x="110" y="69"/>
                    <a:pt x="111" y="81"/>
                    <a:pt x="109" y="91"/>
                  </a:cubicBezTo>
                  <a:cubicBezTo>
                    <a:pt x="107" y="101"/>
                    <a:pt x="103" y="109"/>
                    <a:pt x="97" y="115"/>
                  </a:cubicBezTo>
                  <a:cubicBezTo>
                    <a:pt x="90" y="122"/>
                    <a:pt x="81" y="127"/>
                    <a:pt x="70" y="129"/>
                  </a:cubicBezTo>
                  <a:cubicBezTo>
                    <a:pt x="55" y="133"/>
                    <a:pt x="42" y="131"/>
                    <a:pt x="31" y="125"/>
                  </a:cubicBezTo>
                  <a:cubicBezTo>
                    <a:pt x="18" y="117"/>
                    <a:pt x="9" y="101"/>
                    <a:pt x="4" y="78"/>
                  </a:cubicBezTo>
                  <a:close/>
                  <a:moveTo>
                    <a:pt x="24" y="73"/>
                  </a:moveTo>
                  <a:cubicBezTo>
                    <a:pt x="28" y="94"/>
                    <a:pt x="35" y="106"/>
                    <a:pt x="42" y="112"/>
                  </a:cubicBezTo>
                  <a:cubicBezTo>
                    <a:pt x="50" y="117"/>
                    <a:pt x="58" y="119"/>
                    <a:pt x="67" y="117"/>
                  </a:cubicBezTo>
                  <a:cubicBezTo>
                    <a:pt x="76" y="115"/>
                    <a:pt x="82" y="110"/>
                    <a:pt x="87" y="101"/>
                  </a:cubicBezTo>
                  <a:cubicBezTo>
                    <a:pt x="91" y="93"/>
                    <a:pt x="91" y="79"/>
                    <a:pt x="87" y="59"/>
                  </a:cubicBezTo>
                  <a:cubicBezTo>
                    <a:pt x="82" y="38"/>
                    <a:pt x="76" y="25"/>
                    <a:pt x="68" y="20"/>
                  </a:cubicBezTo>
                  <a:cubicBezTo>
                    <a:pt x="60" y="15"/>
                    <a:pt x="52" y="13"/>
                    <a:pt x="43" y="15"/>
                  </a:cubicBezTo>
                  <a:cubicBezTo>
                    <a:pt x="34" y="17"/>
                    <a:pt x="28" y="22"/>
                    <a:pt x="24" y="29"/>
                  </a:cubicBezTo>
                  <a:cubicBezTo>
                    <a:pt x="19" y="38"/>
                    <a:pt x="19" y="53"/>
                    <a:pt x="24" y="73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38" name="ïşḻiḋe"/>
            <p:cNvSpPr/>
            <p:nvPr/>
          </p:nvSpPr>
          <p:spPr bwMode="auto">
            <a:xfrm>
              <a:off x="4540989" y="3911449"/>
              <a:ext cx="162994" cy="191858"/>
            </a:xfrm>
            <a:custGeom>
              <a:avLst/>
              <a:gdLst>
                <a:gd name="T0" fmla="*/ 21 w 123"/>
                <a:gd name="T1" fmla="*/ 125 h 144"/>
                <a:gd name="T2" fmla="*/ 40 w 123"/>
                <a:gd name="T3" fmla="*/ 115 h 144"/>
                <a:gd name="T4" fmla="*/ 58 w 123"/>
                <a:gd name="T5" fmla="*/ 127 h 144"/>
                <a:gd name="T6" fmla="*/ 79 w 123"/>
                <a:gd name="T7" fmla="*/ 125 h 144"/>
                <a:gd name="T8" fmla="*/ 99 w 123"/>
                <a:gd name="T9" fmla="*/ 107 h 144"/>
                <a:gd name="T10" fmla="*/ 99 w 123"/>
                <a:gd name="T11" fmla="*/ 82 h 144"/>
                <a:gd name="T12" fmla="*/ 81 w 123"/>
                <a:gd name="T13" fmla="*/ 67 h 144"/>
                <a:gd name="T14" fmla="*/ 54 w 123"/>
                <a:gd name="T15" fmla="*/ 70 h 144"/>
                <a:gd name="T16" fmla="*/ 39 w 123"/>
                <a:gd name="T17" fmla="*/ 80 h 144"/>
                <a:gd name="T18" fmla="*/ 31 w 123"/>
                <a:gd name="T19" fmla="*/ 93 h 144"/>
                <a:gd name="T20" fmla="*/ 13 w 123"/>
                <a:gd name="T21" fmla="*/ 99 h 144"/>
                <a:gd name="T22" fmla="*/ 0 w 123"/>
                <a:gd name="T23" fmla="*/ 33 h 144"/>
                <a:gd name="T24" fmla="*/ 76 w 123"/>
                <a:gd name="T25" fmla="*/ 0 h 144"/>
                <a:gd name="T26" fmla="*/ 83 w 123"/>
                <a:gd name="T27" fmla="*/ 14 h 144"/>
                <a:gd name="T28" fmla="*/ 22 w 123"/>
                <a:gd name="T29" fmla="*/ 40 h 144"/>
                <a:gd name="T30" fmla="*/ 28 w 123"/>
                <a:gd name="T31" fmla="*/ 75 h 144"/>
                <a:gd name="T32" fmla="*/ 53 w 123"/>
                <a:gd name="T33" fmla="*/ 55 h 144"/>
                <a:gd name="T34" fmla="*/ 92 w 123"/>
                <a:gd name="T35" fmla="*/ 51 h 144"/>
                <a:gd name="T36" fmla="*/ 118 w 123"/>
                <a:gd name="T37" fmla="*/ 73 h 144"/>
                <a:gd name="T38" fmla="*/ 119 w 123"/>
                <a:gd name="T39" fmla="*/ 105 h 144"/>
                <a:gd name="T40" fmla="*/ 85 w 123"/>
                <a:gd name="T41" fmla="*/ 136 h 144"/>
                <a:gd name="T42" fmla="*/ 47 w 123"/>
                <a:gd name="T43" fmla="*/ 142 h 144"/>
                <a:gd name="T44" fmla="*/ 21 w 123"/>
                <a:gd name="T45" fmla="*/ 125 h 14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</a:cxnLst>
              <a:rect l="0" t="0" r="r" b="b"/>
              <a:pathLst>
                <a:path w="123" h="144">
                  <a:moveTo>
                    <a:pt x="21" y="125"/>
                  </a:moveTo>
                  <a:cubicBezTo>
                    <a:pt x="40" y="115"/>
                    <a:pt x="40" y="115"/>
                    <a:pt x="40" y="115"/>
                  </a:cubicBezTo>
                  <a:cubicBezTo>
                    <a:pt x="45" y="122"/>
                    <a:pt x="51" y="126"/>
                    <a:pt x="58" y="127"/>
                  </a:cubicBezTo>
                  <a:cubicBezTo>
                    <a:pt x="65" y="129"/>
                    <a:pt x="72" y="128"/>
                    <a:pt x="79" y="125"/>
                  </a:cubicBezTo>
                  <a:cubicBezTo>
                    <a:pt x="89" y="121"/>
                    <a:pt x="95" y="115"/>
                    <a:pt x="99" y="107"/>
                  </a:cubicBezTo>
                  <a:cubicBezTo>
                    <a:pt x="103" y="99"/>
                    <a:pt x="103" y="91"/>
                    <a:pt x="99" y="82"/>
                  </a:cubicBezTo>
                  <a:cubicBezTo>
                    <a:pt x="95" y="74"/>
                    <a:pt x="89" y="69"/>
                    <a:pt x="81" y="67"/>
                  </a:cubicBezTo>
                  <a:cubicBezTo>
                    <a:pt x="73" y="65"/>
                    <a:pt x="64" y="66"/>
                    <a:pt x="54" y="70"/>
                  </a:cubicBezTo>
                  <a:cubicBezTo>
                    <a:pt x="48" y="72"/>
                    <a:pt x="43" y="76"/>
                    <a:pt x="39" y="80"/>
                  </a:cubicBezTo>
                  <a:cubicBezTo>
                    <a:pt x="35" y="84"/>
                    <a:pt x="33" y="89"/>
                    <a:pt x="31" y="93"/>
                  </a:cubicBezTo>
                  <a:cubicBezTo>
                    <a:pt x="13" y="99"/>
                    <a:pt x="13" y="99"/>
                    <a:pt x="13" y="99"/>
                  </a:cubicBezTo>
                  <a:cubicBezTo>
                    <a:pt x="0" y="33"/>
                    <a:pt x="0" y="33"/>
                    <a:pt x="0" y="33"/>
                  </a:cubicBezTo>
                  <a:cubicBezTo>
                    <a:pt x="76" y="0"/>
                    <a:pt x="76" y="0"/>
                    <a:pt x="76" y="0"/>
                  </a:cubicBezTo>
                  <a:cubicBezTo>
                    <a:pt x="83" y="14"/>
                    <a:pt x="83" y="14"/>
                    <a:pt x="83" y="14"/>
                  </a:cubicBezTo>
                  <a:cubicBezTo>
                    <a:pt x="22" y="40"/>
                    <a:pt x="22" y="40"/>
                    <a:pt x="22" y="40"/>
                  </a:cubicBezTo>
                  <a:cubicBezTo>
                    <a:pt x="28" y="75"/>
                    <a:pt x="28" y="75"/>
                    <a:pt x="28" y="75"/>
                  </a:cubicBezTo>
                  <a:cubicBezTo>
                    <a:pt x="35" y="66"/>
                    <a:pt x="43" y="59"/>
                    <a:pt x="53" y="55"/>
                  </a:cubicBezTo>
                  <a:cubicBezTo>
                    <a:pt x="67" y="49"/>
                    <a:pt x="79" y="48"/>
                    <a:pt x="92" y="51"/>
                  </a:cubicBezTo>
                  <a:cubicBezTo>
                    <a:pt x="104" y="54"/>
                    <a:pt x="113" y="62"/>
                    <a:pt x="118" y="73"/>
                  </a:cubicBezTo>
                  <a:cubicBezTo>
                    <a:pt x="123" y="83"/>
                    <a:pt x="123" y="94"/>
                    <a:pt x="119" y="105"/>
                  </a:cubicBezTo>
                  <a:cubicBezTo>
                    <a:pt x="113" y="119"/>
                    <a:pt x="102" y="129"/>
                    <a:pt x="85" y="136"/>
                  </a:cubicBezTo>
                  <a:cubicBezTo>
                    <a:pt x="71" y="142"/>
                    <a:pt x="58" y="144"/>
                    <a:pt x="47" y="142"/>
                  </a:cubicBezTo>
                  <a:cubicBezTo>
                    <a:pt x="35" y="140"/>
                    <a:pt x="27" y="134"/>
                    <a:pt x="21" y="125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39" name="iśḷiḍê"/>
            <p:cNvSpPr/>
            <p:nvPr/>
          </p:nvSpPr>
          <p:spPr bwMode="auto">
            <a:xfrm>
              <a:off x="3953533" y="4011623"/>
              <a:ext cx="156202" cy="176577"/>
            </a:xfrm>
            <a:custGeom>
              <a:avLst/>
              <a:gdLst>
                <a:gd name="T0" fmla="*/ 1 w 117"/>
                <a:gd name="T1" fmla="*/ 84 h 132"/>
                <a:gd name="T2" fmla="*/ 20 w 117"/>
                <a:gd name="T3" fmla="*/ 88 h 132"/>
                <a:gd name="T4" fmla="*/ 25 w 117"/>
                <a:gd name="T5" fmla="*/ 106 h 132"/>
                <a:gd name="T6" fmla="*/ 40 w 117"/>
                <a:gd name="T7" fmla="*/ 115 h 132"/>
                <a:gd name="T8" fmla="*/ 57 w 117"/>
                <a:gd name="T9" fmla="*/ 117 h 132"/>
                <a:gd name="T10" fmla="*/ 70 w 117"/>
                <a:gd name="T11" fmla="*/ 112 h 132"/>
                <a:gd name="T12" fmla="*/ 81 w 117"/>
                <a:gd name="T13" fmla="*/ 100 h 132"/>
                <a:gd name="T14" fmla="*/ 90 w 117"/>
                <a:gd name="T15" fmla="*/ 82 h 132"/>
                <a:gd name="T16" fmla="*/ 91 w 117"/>
                <a:gd name="T17" fmla="*/ 79 h 132"/>
                <a:gd name="T18" fmla="*/ 71 w 117"/>
                <a:gd name="T19" fmla="*/ 86 h 132"/>
                <a:gd name="T20" fmla="*/ 49 w 117"/>
                <a:gd name="T21" fmla="*/ 84 h 132"/>
                <a:gd name="T22" fmla="*/ 19 w 117"/>
                <a:gd name="T23" fmla="*/ 63 h 132"/>
                <a:gd name="T24" fmla="*/ 15 w 117"/>
                <a:gd name="T25" fmla="*/ 30 h 132"/>
                <a:gd name="T26" fmla="*/ 38 w 117"/>
                <a:gd name="T27" fmla="*/ 5 h 132"/>
                <a:gd name="T28" fmla="*/ 76 w 117"/>
                <a:gd name="T29" fmla="*/ 4 h 132"/>
                <a:gd name="T30" fmla="*/ 102 w 117"/>
                <a:gd name="T31" fmla="*/ 19 h 132"/>
                <a:gd name="T32" fmla="*/ 115 w 117"/>
                <a:gd name="T33" fmla="*/ 43 h 132"/>
                <a:gd name="T34" fmla="*/ 112 w 117"/>
                <a:gd name="T35" fmla="*/ 79 h 132"/>
                <a:gd name="T36" fmla="*/ 94 w 117"/>
                <a:gd name="T37" fmla="*/ 114 h 132"/>
                <a:gd name="T38" fmla="*/ 68 w 117"/>
                <a:gd name="T39" fmla="*/ 129 h 132"/>
                <a:gd name="T40" fmla="*/ 36 w 117"/>
                <a:gd name="T41" fmla="*/ 128 h 132"/>
                <a:gd name="T42" fmla="*/ 9 w 117"/>
                <a:gd name="T43" fmla="*/ 111 h 132"/>
                <a:gd name="T44" fmla="*/ 1 w 117"/>
                <a:gd name="T45" fmla="*/ 84 h 132"/>
                <a:gd name="T46" fmla="*/ 96 w 117"/>
                <a:gd name="T47" fmla="*/ 54 h 132"/>
                <a:gd name="T48" fmla="*/ 93 w 117"/>
                <a:gd name="T49" fmla="*/ 31 h 132"/>
                <a:gd name="T50" fmla="*/ 75 w 117"/>
                <a:gd name="T51" fmla="*/ 17 h 132"/>
                <a:gd name="T52" fmla="*/ 50 w 117"/>
                <a:gd name="T53" fmla="*/ 18 h 132"/>
                <a:gd name="T54" fmla="*/ 34 w 117"/>
                <a:gd name="T55" fmla="*/ 37 h 132"/>
                <a:gd name="T56" fmla="*/ 37 w 117"/>
                <a:gd name="T57" fmla="*/ 58 h 132"/>
                <a:gd name="T58" fmla="*/ 57 w 117"/>
                <a:gd name="T59" fmla="*/ 72 h 132"/>
                <a:gd name="T60" fmla="*/ 81 w 117"/>
                <a:gd name="T61" fmla="*/ 72 h 132"/>
                <a:gd name="T62" fmla="*/ 96 w 117"/>
                <a:gd name="T63" fmla="*/ 54 h 13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</a:cxnLst>
              <a:rect l="0" t="0" r="r" b="b"/>
              <a:pathLst>
                <a:path w="117" h="132">
                  <a:moveTo>
                    <a:pt x="1" y="84"/>
                  </a:moveTo>
                  <a:cubicBezTo>
                    <a:pt x="20" y="88"/>
                    <a:pt x="20" y="88"/>
                    <a:pt x="20" y="88"/>
                  </a:cubicBezTo>
                  <a:cubicBezTo>
                    <a:pt x="20" y="96"/>
                    <a:pt x="21" y="101"/>
                    <a:pt x="25" y="106"/>
                  </a:cubicBezTo>
                  <a:cubicBezTo>
                    <a:pt x="28" y="110"/>
                    <a:pt x="33" y="113"/>
                    <a:pt x="40" y="115"/>
                  </a:cubicBezTo>
                  <a:cubicBezTo>
                    <a:pt x="46" y="117"/>
                    <a:pt x="51" y="118"/>
                    <a:pt x="57" y="117"/>
                  </a:cubicBezTo>
                  <a:cubicBezTo>
                    <a:pt x="62" y="116"/>
                    <a:pt x="66" y="114"/>
                    <a:pt x="70" y="112"/>
                  </a:cubicBezTo>
                  <a:cubicBezTo>
                    <a:pt x="74" y="109"/>
                    <a:pt x="78" y="105"/>
                    <a:pt x="81" y="100"/>
                  </a:cubicBezTo>
                  <a:cubicBezTo>
                    <a:pt x="85" y="94"/>
                    <a:pt x="88" y="88"/>
                    <a:pt x="90" y="82"/>
                  </a:cubicBezTo>
                  <a:cubicBezTo>
                    <a:pt x="90" y="82"/>
                    <a:pt x="90" y="81"/>
                    <a:pt x="91" y="79"/>
                  </a:cubicBezTo>
                  <a:cubicBezTo>
                    <a:pt x="85" y="83"/>
                    <a:pt x="79" y="85"/>
                    <a:pt x="71" y="86"/>
                  </a:cubicBezTo>
                  <a:cubicBezTo>
                    <a:pt x="64" y="87"/>
                    <a:pt x="56" y="86"/>
                    <a:pt x="49" y="84"/>
                  </a:cubicBezTo>
                  <a:cubicBezTo>
                    <a:pt x="36" y="80"/>
                    <a:pt x="26" y="73"/>
                    <a:pt x="19" y="63"/>
                  </a:cubicBezTo>
                  <a:cubicBezTo>
                    <a:pt x="12" y="53"/>
                    <a:pt x="11" y="42"/>
                    <a:pt x="15" y="30"/>
                  </a:cubicBezTo>
                  <a:cubicBezTo>
                    <a:pt x="18" y="18"/>
                    <a:pt x="26" y="9"/>
                    <a:pt x="38" y="5"/>
                  </a:cubicBezTo>
                  <a:cubicBezTo>
                    <a:pt x="49" y="0"/>
                    <a:pt x="62" y="0"/>
                    <a:pt x="76" y="4"/>
                  </a:cubicBezTo>
                  <a:cubicBezTo>
                    <a:pt x="86" y="7"/>
                    <a:pt x="95" y="12"/>
                    <a:pt x="102" y="19"/>
                  </a:cubicBezTo>
                  <a:cubicBezTo>
                    <a:pt x="109" y="25"/>
                    <a:pt x="113" y="33"/>
                    <a:pt x="115" y="43"/>
                  </a:cubicBezTo>
                  <a:cubicBezTo>
                    <a:pt x="117" y="52"/>
                    <a:pt x="116" y="64"/>
                    <a:pt x="112" y="79"/>
                  </a:cubicBezTo>
                  <a:cubicBezTo>
                    <a:pt x="107" y="94"/>
                    <a:pt x="101" y="106"/>
                    <a:pt x="94" y="114"/>
                  </a:cubicBezTo>
                  <a:cubicBezTo>
                    <a:pt x="87" y="122"/>
                    <a:pt x="78" y="127"/>
                    <a:pt x="68" y="129"/>
                  </a:cubicBezTo>
                  <a:cubicBezTo>
                    <a:pt x="58" y="132"/>
                    <a:pt x="47" y="131"/>
                    <a:pt x="36" y="128"/>
                  </a:cubicBezTo>
                  <a:cubicBezTo>
                    <a:pt x="24" y="124"/>
                    <a:pt x="15" y="118"/>
                    <a:pt x="9" y="111"/>
                  </a:cubicBezTo>
                  <a:cubicBezTo>
                    <a:pt x="2" y="103"/>
                    <a:pt x="0" y="94"/>
                    <a:pt x="1" y="84"/>
                  </a:cubicBezTo>
                  <a:close/>
                  <a:moveTo>
                    <a:pt x="96" y="54"/>
                  </a:moveTo>
                  <a:cubicBezTo>
                    <a:pt x="98" y="45"/>
                    <a:pt x="98" y="38"/>
                    <a:pt x="93" y="31"/>
                  </a:cubicBezTo>
                  <a:cubicBezTo>
                    <a:pt x="89" y="24"/>
                    <a:pt x="83" y="19"/>
                    <a:pt x="75" y="17"/>
                  </a:cubicBezTo>
                  <a:cubicBezTo>
                    <a:pt x="66" y="14"/>
                    <a:pt x="58" y="15"/>
                    <a:pt x="50" y="18"/>
                  </a:cubicBezTo>
                  <a:cubicBezTo>
                    <a:pt x="42" y="22"/>
                    <a:pt x="37" y="28"/>
                    <a:pt x="34" y="37"/>
                  </a:cubicBezTo>
                  <a:cubicBezTo>
                    <a:pt x="32" y="44"/>
                    <a:pt x="33" y="52"/>
                    <a:pt x="37" y="58"/>
                  </a:cubicBezTo>
                  <a:cubicBezTo>
                    <a:pt x="42" y="65"/>
                    <a:pt x="48" y="70"/>
                    <a:pt x="57" y="72"/>
                  </a:cubicBezTo>
                  <a:cubicBezTo>
                    <a:pt x="66" y="75"/>
                    <a:pt x="74" y="75"/>
                    <a:pt x="81" y="72"/>
                  </a:cubicBezTo>
                  <a:cubicBezTo>
                    <a:pt x="88" y="68"/>
                    <a:pt x="93" y="63"/>
                    <a:pt x="96" y="5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40" name="ïŝļíďê"/>
            <p:cNvSpPr/>
            <p:nvPr/>
          </p:nvSpPr>
          <p:spPr bwMode="auto">
            <a:xfrm>
              <a:off x="3731115" y="3918241"/>
              <a:ext cx="115454" cy="151109"/>
            </a:xfrm>
            <a:custGeom>
              <a:avLst/>
              <a:gdLst>
                <a:gd name="T0" fmla="*/ 16 w 87"/>
                <a:gd name="T1" fmla="*/ 114 h 114"/>
                <a:gd name="T2" fmla="*/ 0 w 87"/>
                <a:gd name="T3" fmla="*/ 103 h 114"/>
                <a:gd name="T4" fmla="*/ 55 w 87"/>
                <a:gd name="T5" fmla="*/ 20 h 114"/>
                <a:gd name="T6" fmla="*/ 34 w 87"/>
                <a:gd name="T7" fmla="*/ 18 h 114"/>
                <a:gd name="T8" fmla="*/ 12 w 87"/>
                <a:gd name="T9" fmla="*/ 13 h 114"/>
                <a:gd name="T10" fmla="*/ 20 w 87"/>
                <a:gd name="T11" fmla="*/ 1 h 114"/>
                <a:gd name="T12" fmla="*/ 52 w 87"/>
                <a:gd name="T13" fmla="*/ 4 h 114"/>
                <a:gd name="T14" fmla="*/ 77 w 87"/>
                <a:gd name="T15" fmla="*/ 0 h 114"/>
                <a:gd name="T16" fmla="*/ 87 w 87"/>
                <a:gd name="T17" fmla="*/ 7 h 114"/>
                <a:gd name="T18" fmla="*/ 16 w 87"/>
                <a:gd name="T19" fmla="*/ 114 h 11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87" h="114">
                  <a:moveTo>
                    <a:pt x="16" y="114"/>
                  </a:moveTo>
                  <a:cubicBezTo>
                    <a:pt x="0" y="103"/>
                    <a:pt x="0" y="103"/>
                    <a:pt x="0" y="103"/>
                  </a:cubicBezTo>
                  <a:cubicBezTo>
                    <a:pt x="55" y="20"/>
                    <a:pt x="55" y="20"/>
                    <a:pt x="55" y="20"/>
                  </a:cubicBezTo>
                  <a:cubicBezTo>
                    <a:pt x="49" y="20"/>
                    <a:pt x="42" y="19"/>
                    <a:pt x="34" y="18"/>
                  </a:cubicBezTo>
                  <a:cubicBezTo>
                    <a:pt x="25" y="17"/>
                    <a:pt x="18" y="15"/>
                    <a:pt x="12" y="13"/>
                  </a:cubicBezTo>
                  <a:cubicBezTo>
                    <a:pt x="20" y="1"/>
                    <a:pt x="20" y="1"/>
                    <a:pt x="20" y="1"/>
                  </a:cubicBezTo>
                  <a:cubicBezTo>
                    <a:pt x="32" y="3"/>
                    <a:pt x="42" y="5"/>
                    <a:pt x="52" y="4"/>
                  </a:cubicBezTo>
                  <a:cubicBezTo>
                    <a:pt x="63" y="4"/>
                    <a:pt x="71" y="3"/>
                    <a:pt x="77" y="0"/>
                  </a:cubicBezTo>
                  <a:cubicBezTo>
                    <a:pt x="87" y="7"/>
                    <a:pt x="87" y="7"/>
                    <a:pt x="87" y="7"/>
                  </a:cubicBezTo>
                  <a:lnTo>
                    <a:pt x="16" y="114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41" name="ïšľîdê"/>
            <p:cNvSpPr/>
            <p:nvPr/>
          </p:nvSpPr>
          <p:spPr bwMode="auto">
            <a:xfrm>
              <a:off x="3720928" y="2868968"/>
              <a:ext cx="927027" cy="1069647"/>
            </a:xfrm>
            <a:custGeom>
              <a:avLst/>
              <a:gdLst>
                <a:gd name="T0" fmla="*/ 278 w 696"/>
                <a:gd name="T1" fmla="*/ 294 h 802"/>
                <a:gd name="T2" fmla="*/ 355 w 696"/>
                <a:gd name="T3" fmla="*/ 253 h 802"/>
                <a:gd name="T4" fmla="*/ 351 w 696"/>
                <a:gd name="T5" fmla="*/ 199 h 802"/>
                <a:gd name="T6" fmla="*/ 293 w 696"/>
                <a:gd name="T7" fmla="*/ 184 h 802"/>
                <a:gd name="T8" fmla="*/ 402 w 696"/>
                <a:gd name="T9" fmla="*/ 0 h 802"/>
                <a:gd name="T10" fmla="*/ 425 w 696"/>
                <a:gd name="T11" fmla="*/ 167 h 802"/>
                <a:gd name="T12" fmla="*/ 690 w 696"/>
                <a:gd name="T13" fmla="*/ 189 h 802"/>
                <a:gd name="T14" fmla="*/ 453 w 696"/>
                <a:gd name="T15" fmla="*/ 208 h 802"/>
                <a:gd name="T16" fmla="*/ 405 w 696"/>
                <a:gd name="T17" fmla="*/ 353 h 802"/>
                <a:gd name="T18" fmla="*/ 365 w 696"/>
                <a:gd name="T19" fmla="*/ 493 h 802"/>
                <a:gd name="T20" fmla="*/ 359 w 696"/>
                <a:gd name="T21" fmla="*/ 724 h 802"/>
                <a:gd name="T22" fmla="*/ 342 w 696"/>
                <a:gd name="T23" fmla="*/ 799 h 802"/>
                <a:gd name="T24" fmla="*/ 298 w 696"/>
                <a:gd name="T25" fmla="*/ 622 h 802"/>
                <a:gd name="T26" fmla="*/ 51 w 696"/>
                <a:gd name="T27" fmla="*/ 588 h 802"/>
                <a:gd name="T28" fmla="*/ 0 w 696"/>
                <a:gd name="T29" fmla="*/ 586 h 802"/>
                <a:gd name="T30" fmla="*/ 306 w 696"/>
                <a:gd name="T31" fmla="*/ 546 h 802"/>
                <a:gd name="T32" fmla="*/ 361 w 696"/>
                <a:gd name="T33" fmla="*/ 325 h 802"/>
                <a:gd name="T34" fmla="*/ 302 w 696"/>
                <a:gd name="T35" fmla="*/ 364 h 802"/>
                <a:gd name="T36" fmla="*/ 283 w 696"/>
                <a:gd name="T37" fmla="*/ 417 h 802"/>
                <a:gd name="T38" fmla="*/ 104 w 696"/>
                <a:gd name="T39" fmla="*/ 502 h 802"/>
                <a:gd name="T40" fmla="*/ 23 w 696"/>
                <a:gd name="T41" fmla="*/ 325 h 802"/>
                <a:gd name="T42" fmla="*/ 239 w 696"/>
                <a:gd name="T43" fmla="*/ 204 h 802"/>
                <a:gd name="T44" fmla="*/ 453 w 696"/>
                <a:gd name="T45" fmla="*/ 491 h 802"/>
                <a:gd name="T46" fmla="*/ 500 w 696"/>
                <a:gd name="T47" fmla="*/ 530 h 802"/>
                <a:gd name="T48" fmla="*/ 395 w 696"/>
                <a:gd name="T49" fmla="*/ 572 h 802"/>
                <a:gd name="T50" fmla="*/ 502 w 696"/>
                <a:gd name="T51" fmla="*/ 587 h 802"/>
                <a:gd name="T52" fmla="*/ 513 w 696"/>
                <a:gd name="T53" fmla="*/ 616 h 802"/>
                <a:gd name="T54" fmla="*/ 406 w 696"/>
                <a:gd name="T55" fmla="*/ 690 h 802"/>
                <a:gd name="T56" fmla="*/ 560 w 696"/>
                <a:gd name="T57" fmla="*/ 745 h 802"/>
                <a:gd name="T58" fmla="*/ 559 w 696"/>
                <a:gd name="T59" fmla="*/ 667 h 802"/>
                <a:gd name="T60" fmla="*/ 608 w 696"/>
                <a:gd name="T61" fmla="*/ 646 h 802"/>
                <a:gd name="T62" fmla="*/ 663 w 696"/>
                <a:gd name="T63" fmla="*/ 601 h 802"/>
                <a:gd name="T64" fmla="*/ 668 w 696"/>
                <a:gd name="T65" fmla="*/ 557 h 802"/>
                <a:gd name="T66" fmla="*/ 667 w 696"/>
                <a:gd name="T67" fmla="*/ 489 h 802"/>
                <a:gd name="T68" fmla="*/ 639 w 696"/>
                <a:gd name="T69" fmla="*/ 514 h 802"/>
                <a:gd name="T70" fmla="*/ 572 w 696"/>
                <a:gd name="T71" fmla="*/ 517 h 802"/>
                <a:gd name="T72" fmla="*/ 533 w 696"/>
                <a:gd name="T73" fmla="*/ 490 h 802"/>
                <a:gd name="T74" fmla="*/ 453 w 696"/>
                <a:gd name="T75" fmla="*/ 491 h 802"/>
                <a:gd name="T76" fmla="*/ 556 w 696"/>
                <a:gd name="T77" fmla="*/ 584 h 802"/>
                <a:gd name="T78" fmla="*/ 624 w 696"/>
                <a:gd name="T79" fmla="*/ 584 h 802"/>
                <a:gd name="T80" fmla="*/ 513 w 696"/>
                <a:gd name="T81" fmla="*/ 357 h 802"/>
                <a:gd name="T82" fmla="*/ 488 w 696"/>
                <a:gd name="T83" fmla="*/ 461 h 802"/>
                <a:gd name="T84" fmla="*/ 679 w 696"/>
                <a:gd name="T85" fmla="*/ 422 h 802"/>
                <a:gd name="T86" fmla="*/ 513 w 696"/>
                <a:gd name="T87" fmla="*/ 357 h 802"/>
                <a:gd name="T88" fmla="*/ 480 w 696"/>
                <a:gd name="T89" fmla="*/ 410 h 802"/>
                <a:gd name="T90" fmla="*/ 575 w 696"/>
                <a:gd name="T91" fmla="*/ 433 h 802"/>
                <a:gd name="T92" fmla="*/ 581 w 696"/>
                <a:gd name="T93" fmla="*/ 389 h 802"/>
                <a:gd name="T94" fmla="*/ 524 w 696"/>
                <a:gd name="T95" fmla="*/ 234 h 802"/>
                <a:gd name="T96" fmla="*/ 493 w 696"/>
                <a:gd name="T97" fmla="*/ 341 h 802"/>
                <a:gd name="T98" fmla="*/ 694 w 696"/>
                <a:gd name="T99" fmla="*/ 293 h 802"/>
                <a:gd name="T100" fmla="*/ 524 w 696"/>
                <a:gd name="T101" fmla="*/ 234 h 802"/>
                <a:gd name="T102" fmla="*/ 492 w 696"/>
                <a:gd name="T103" fmla="*/ 291 h 802"/>
                <a:gd name="T104" fmla="*/ 587 w 696"/>
                <a:gd name="T105" fmla="*/ 311 h 802"/>
                <a:gd name="T106" fmla="*/ 593 w 696"/>
                <a:gd name="T107" fmla="*/ 270 h 802"/>
                <a:gd name="T108" fmla="*/ 87 w 696"/>
                <a:gd name="T109" fmla="*/ 375 h 802"/>
                <a:gd name="T110" fmla="*/ 106 w 696"/>
                <a:gd name="T111" fmla="*/ 443 h 802"/>
                <a:gd name="T112" fmla="*/ 199 w 696"/>
                <a:gd name="T113" fmla="*/ 455 h 802"/>
                <a:gd name="T114" fmla="*/ 225 w 696"/>
                <a:gd name="T115" fmla="*/ 371 h 802"/>
                <a:gd name="T116" fmla="*/ 225 w 696"/>
                <a:gd name="T117" fmla="*/ 322 h 802"/>
                <a:gd name="T118" fmla="*/ 170 w 696"/>
                <a:gd name="T119" fmla="*/ 241 h 802"/>
                <a:gd name="T120" fmla="*/ 76 w 696"/>
                <a:gd name="T121" fmla="*/ 327 h 80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  <a:cxn ang="0">
                  <a:pos x="T118" y="T119"/>
                </a:cxn>
                <a:cxn ang="0">
                  <a:pos x="T120" y="T121"/>
                </a:cxn>
              </a:cxnLst>
              <a:rect l="0" t="0" r="r" b="b"/>
              <a:pathLst>
                <a:path w="696" h="802">
                  <a:moveTo>
                    <a:pt x="274" y="278"/>
                  </a:moveTo>
                  <a:cubicBezTo>
                    <a:pt x="276" y="283"/>
                    <a:pt x="277" y="289"/>
                    <a:pt x="278" y="294"/>
                  </a:cubicBezTo>
                  <a:cubicBezTo>
                    <a:pt x="285" y="301"/>
                    <a:pt x="295" y="302"/>
                    <a:pt x="309" y="295"/>
                  </a:cubicBezTo>
                  <a:cubicBezTo>
                    <a:pt x="329" y="282"/>
                    <a:pt x="343" y="268"/>
                    <a:pt x="355" y="253"/>
                  </a:cubicBezTo>
                  <a:cubicBezTo>
                    <a:pt x="367" y="234"/>
                    <a:pt x="370" y="216"/>
                    <a:pt x="362" y="197"/>
                  </a:cubicBezTo>
                  <a:cubicBezTo>
                    <a:pt x="360" y="196"/>
                    <a:pt x="356" y="196"/>
                    <a:pt x="351" y="199"/>
                  </a:cubicBezTo>
                  <a:cubicBezTo>
                    <a:pt x="343" y="204"/>
                    <a:pt x="336" y="210"/>
                    <a:pt x="328" y="216"/>
                  </a:cubicBezTo>
                  <a:cubicBezTo>
                    <a:pt x="303" y="235"/>
                    <a:pt x="269" y="211"/>
                    <a:pt x="293" y="184"/>
                  </a:cubicBezTo>
                  <a:cubicBezTo>
                    <a:pt x="293" y="184"/>
                    <a:pt x="344" y="134"/>
                    <a:pt x="366" y="113"/>
                  </a:cubicBezTo>
                  <a:cubicBezTo>
                    <a:pt x="387" y="92"/>
                    <a:pt x="402" y="0"/>
                    <a:pt x="402" y="0"/>
                  </a:cubicBezTo>
                  <a:cubicBezTo>
                    <a:pt x="434" y="7"/>
                    <a:pt x="457" y="58"/>
                    <a:pt x="394" y="131"/>
                  </a:cubicBezTo>
                  <a:cubicBezTo>
                    <a:pt x="404" y="143"/>
                    <a:pt x="415" y="155"/>
                    <a:pt x="425" y="167"/>
                  </a:cubicBezTo>
                  <a:cubicBezTo>
                    <a:pt x="477" y="161"/>
                    <a:pt x="523" y="155"/>
                    <a:pt x="572" y="155"/>
                  </a:cubicBezTo>
                  <a:cubicBezTo>
                    <a:pt x="646" y="154"/>
                    <a:pt x="682" y="167"/>
                    <a:pt x="690" y="189"/>
                  </a:cubicBezTo>
                  <a:cubicBezTo>
                    <a:pt x="696" y="206"/>
                    <a:pt x="683" y="206"/>
                    <a:pt x="669" y="206"/>
                  </a:cubicBezTo>
                  <a:cubicBezTo>
                    <a:pt x="603" y="207"/>
                    <a:pt x="530" y="208"/>
                    <a:pt x="453" y="208"/>
                  </a:cubicBezTo>
                  <a:cubicBezTo>
                    <a:pt x="437" y="208"/>
                    <a:pt x="409" y="206"/>
                    <a:pt x="409" y="235"/>
                  </a:cubicBezTo>
                  <a:cubicBezTo>
                    <a:pt x="414" y="276"/>
                    <a:pt x="414" y="311"/>
                    <a:pt x="405" y="353"/>
                  </a:cubicBezTo>
                  <a:cubicBezTo>
                    <a:pt x="399" y="380"/>
                    <a:pt x="390" y="407"/>
                    <a:pt x="377" y="441"/>
                  </a:cubicBezTo>
                  <a:cubicBezTo>
                    <a:pt x="371" y="457"/>
                    <a:pt x="366" y="476"/>
                    <a:pt x="365" y="493"/>
                  </a:cubicBezTo>
                  <a:cubicBezTo>
                    <a:pt x="364" y="503"/>
                    <a:pt x="362" y="517"/>
                    <a:pt x="360" y="527"/>
                  </a:cubicBezTo>
                  <a:cubicBezTo>
                    <a:pt x="348" y="597"/>
                    <a:pt x="349" y="662"/>
                    <a:pt x="359" y="724"/>
                  </a:cubicBezTo>
                  <a:cubicBezTo>
                    <a:pt x="364" y="759"/>
                    <a:pt x="366" y="786"/>
                    <a:pt x="357" y="796"/>
                  </a:cubicBezTo>
                  <a:cubicBezTo>
                    <a:pt x="352" y="801"/>
                    <a:pt x="348" y="802"/>
                    <a:pt x="342" y="799"/>
                  </a:cubicBezTo>
                  <a:cubicBezTo>
                    <a:pt x="325" y="790"/>
                    <a:pt x="306" y="751"/>
                    <a:pt x="304" y="726"/>
                  </a:cubicBezTo>
                  <a:cubicBezTo>
                    <a:pt x="302" y="691"/>
                    <a:pt x="300" y="657"/>
                    <a:pt x="298" y="622"/>
                  </a:cubicBezTo>
                  <a:cubicBezTo>
                    <a:pt x="299" y="603"/>
                    <a:pt x="294" y="596"/>
                    <a:pt x="278" y="595"/>
                  </a:cubicBezTo>
                  <a:cubicBezTo>
                    <a:pt x="203" y="592"/>
                    <a:pt x="127" y="591"/>
                    <a:pt x="51" y="588"/>
                  </a:cubicBezTo>
                  <a:cubicBezTo>
                    <a:pt x="31" y="587"/>
                    <a:pt x="19" y="599"/>
                    <a:pt x="7" y="614"/>
                  </a:cubicBezTo>
                  <a:cubicBezTo>
                    <a:pt x="5" y="604"/>
                    <a:pt x="3" y="595"/>
                    <a:pt x="0" y="586"/>
                  </a:cubicBezTo>
                  <a:cubicBezTo>
                    <a:pt x="23" y="569"/>
                    <a:pt x="42" y="551"/>
                    <a:pt x="75" y="551"/>
                  </a:cubicBezTo>
                  <a:cubicBezTo>
                    <a:pt x="152" y="549"/>
                    <a:pt x="229" y="548"/>
                    <a:pt x="306" y="546"/>
                  </a:cubicBezTo>
                  <a:cubicBezTo>
                    <a:pt x="315" y="507"/>
                    <a:pt x="324" y="469"/>
                    <a:pt x="333" y="430"/>
                  </a:cubicBezTo>
                  <a:cubicBezTo>
                    <a:pt x="343" y="395"/>
                    <a:pt x="352" y="360"/>
                    <a:pt x="361" y="325"/>
                  </a:cubicBezTo>
                  <a:cubicBezTo>
                    <a:pt x="358" y="321"/>
                    <a:pt x="355" y="318"/>
                    <a:pt x="352" y="314"/>
                  </a:cubicBezTo>
                  <a:cubicBezTo>
                    <a:pt x="335" y="331"/>
                    <a:pt x="319" y="347"/>
                    <a:pt x="302" y="364"/>
                  </a:cubicBezTo>
                  <a:cubicBezTo>
                    <a:pt x="296" y="377"/>
                    <a:pt x="290" y="390"/>
                    <a:pt x="284" y="403"/>
                  </a:cubicBezTo>
                  <a:cubicBezTo>
                    <a:pt x="284" y="408"/>
                    <a:pt x="284" y="412"/>
                    <a:pt x="283" y="417"/>
                  </a:cubicBezTo>
                  <a:cubicBezTo>
                    <a:pt x="276" y="474"/>
                    <a:pt x="259" y="498"/>
                    <a:pt x="217" y="504"/>
                  </a:cubicBezTo>
                  <a:cubicBezTo>
                    <a:pt x="180" y="509"/>
                    <a:pt x="144" y="506"/>
                    <a:pt x="104" y="502"/>
                  </a:cubicBezTo>
                  <a:cubicBezTo>
                    <a:pt x="61" y="497"/>
                    <a:pt x="37" y="466"/>
                    <a:pt x="28" y="425"/>
                  </a:cubicBezTo>
                  <a:cubicBezTo>
                    <a:pt x="21" y="390"/>
                    <a:pt x="23" y="359"/>
                    <a:pt x="23" y="325"/>
                  </a:cubicBezTo>
                  <a:cubicBezTo>
                    <a:pt x="23" y="292"/>
                    <a:pt x="60" y="214"/>
                    <a:pt x="108" y="199"/>
                  </a:cubicBezTo>
                  <a:cubicBezTo>
                    <a:pt x="152" y="185"/>
                    <a:pt x="207" y="180"/>
                    <a:pt x="239" y="204"/>
                  </a:cubicBezTo>
                  <a:cubicBezTo>
                    <a:pt x="252" y="216"/>
                    <a:pt x="266" y="242"/>
                    <a:pt x="274" y="278"/>
                  </a:cubicBezTo>
                  <a:close/>
                  <a:moveTo>
                    <a:pt x="453" y="491"/>
                  </a:moveTo>
                  <a:cubicBezTo>
                    <a:pt x="439" y="497"/>
                    <a:pt x="428" y="508"/>
                    <a:pt x="427" y="515"/>
                  </a:cubicBezTo>
                  <a:cubicBezTo>
                    <a:pt x="420" y="536"/>
                    <a:pt x="464" y="528"/>
                    <a:pt x="500" y="530"/>
                  </a:cubicBezTo>
                  <a:cubicBezTo>
                    <a:pt x="521" y="530"/>
                    <a:pt x="531" y="547"/>
                    <a:pt x="507" y="556"/>
                  </a:cubicBezTo>
                  <a:cubicBezTo>
                    <a:pt x="470" y="561"/>
                    <a:pt x="432" y="567"/>
                    <a:pt x="395" y="572"/>
                  </a:cubicBezTo>
                  <a:cubicBezTo>
                    <a:pt x="377" y="574"/>
                    <a:pt x="362" y="604"/>
                    <a:pt x="390" y="606"/>
                  </a:cubicBezTo>
                  <a:cubicBezTo>
                    <a:pt x="411" y="607"/>
                    <a:pt x="457" y="597"/>
                    <a:pt x="502" y="587"/>
                  </a:cubicBezTo>
                  <a:cubicBezTo>
                    <a:pt x="507" y="586"/>
                    <a:pt x="513" y="587"/>
                    <a:pt x="514" y="592"/>
                  </a:cubicBezTo>
                  <a:cubicBezTo>
                    <a:pt x="515" y="601"/>
                    <a:pt x="514" y="610"/>
                    <a:pt x="513" y="616"/>
                  </a:cubicBezTo>
                  <a:cubicBezTo>
                    <a:pt x="493" y="622"/>
                    <a:pt x="405" y="655"/>
                    <a:pt x="387" y="662"/>
                  </a:cubicBezTo>
                  <a:cubicBezTo>
                    <a:pt x="372" y="668"/>
                    <a:pt x="368" y="692"/>
                    <a:pt x="406" y="690"/>
                  </a:cubicBezTo>
                  <a:cubicBezTo>
                    <a:pt x="439" y="686"/>
                    <a:pt x="476" y="675"/>
                    <a:pt x="514" y="663"/>
                  </a:cubicBezTo>
                  <a:cubicBezTo>
                    <a:pt x="520" y="699"/>
                    <a:pt x="533" y="726"/>
                    <a:pt x="560" y="745"/>
                  </a:cubicBezTo>
                  <a:cubicBezTo>
                    <a:pt x="574" y="751"/>
                    <a:pt x="585" y="748"/>
                    <a:pt x="582" y="722"/>
                  </a:cubicBezTo>
                  <a:cubicBezTo>
                    <a:pt x="568" y="693"/>
                    <a:pt x="560" y="678"/>
                    <a:pt x="559" y="667"/>
                  </a:cubicBezTo>
                  <a:cubicBezTo>
                    <a:pt x="556" y="654"/>
                    <a:pt x="561" y="648"/>
                    <a:pt x="576" y="648"/>
                  </a:cubicBezTo>
                  <a:cubicBezTo>
                    <a:pt x="587" y="647"/>
                    <a:pt x="598" y="647"/>
                    <a:pt x="608" y="646"/>
                  </a:cubicBezTo>
                  <a:cubicBezTo>
                    <a:pt x="614" y="647"/>
                    <a:pt x="621" y="646"/>
                    <a:pt x="627" y="642"/>
                  </a:cubicBezTo>
                  <a:cubicBezTo>
                    <a:pt x="637" y="635"/>
                    <a:pt x="658" y="610"/>
                    <a:pt x="663" y="601"/>
                  </a:cubicBezTo>
                  <a:cubicBezTo>
                    <a:pt x="664" y="589"/>
                    <a:pt x="662" y="586"/>
                    <a:pt x="663" y="575"/>
                  </a:cubicBezTo>
                  <a:cubicBezTo>
                    <a:pt x="664" y="569"/>
                    <a:pt x="665" y="563"/>
                    <a:pt x="668" y="557"/>
                  </a:cubicBezTo>
                  <a:cubicBezTo>
                    <a:pt x="670" y="553"/>
                    <a:pt x="674" y="552"/>
                    <a:pt x="675" y="546"/>
                  </a:cubicBezTo>
                  <a:cubicBezTo>
                    <a:pt x="670" y="528"/>
                    <a:pt x="669" y="509"/>
                    <a:pt x="667" y="489"/>
                  </a:cubicBezTo>
                  <a:cubicBezTo>
                    <a:pt x="664" y="473"/>
                    <a:pt x="643" y="474"/>
                    <a:pt x="640" y="487"/>
                  </a:cubicBezTo>
                  <a:cubicBezTo>
                    <a:pt x="639" y="496"/>
                    <a:pt x="640" y="505"/>
                    <a:pt x="639" y="514"/>
                  </a:cubicBezTo>
                  <a:cubicBezTo>
                    <a:pt x="635" y="536"/>
                    <a:pt x="618" y="537"/>
                    <a:pt x="603" y="537"/>
                  </a:cubicBezTo>
                  <a:cubicBezTo>
                    <a:pt x="590" y="537"/>
                    <a:pt x="562" y="537"/>
                    <a:pt x="572" y="517"/>
                  </a:cubicBezTo>
                  <a:cubicBezTo>
                    <a:pt x="585" y="498"/>
                    <a:pt x="581" y="483"/>
                    <a:pt x="561" y="485"/>
                  </a:cubicBezTo>
                  <a:cubicBezTo>
                    <a:pt x="552" y="486"/>
                    <a:pt x="543" y="489"/>
                    <a:pt x="533" y="490"/>
                  </a:cubicBezTo>
                  <a:cubicBezTo>
                    <a:pt x="522" y="491"/>
                    <a:pt x="492" y="486"/>
                    <a:pt x="475" y="487"/>
                  </a:cubicBezTo>
                  <a:cubicBezTo>
                    <a:pt x="466" y="487"/>
                    <a:pt x="464" y="486"/>
                    <a:pt x="453" y="491"/>
                  </a:cubicBezTo>
                  <a:close/>
                  <a:moveTo>
                    <a:pt x="591" y="563"/>
                  </a:moveTo>
                  <a:cubicBezTo>
                    <a:pt x="572" y="563"/>
                    <a:pt x="559" y="573"/>
                    <a:pt x="556" y="584"/>
                  </a:cubicBezTo>
                  <a:cubicBezTo>
                    <a:pt x="553" y="597"/>
                    <a:pt x="563" y="607"/>
                    <a:pt x="591" y="603"/>
                  </a:cubicBezTo>
                  <a:cubicBezTo>
                    <a:pt x="615" y="600"/>
                    <a:pt x="623" y="596"/>
                    <a:pt x="624" y="584"/>
                  </a:cubicBezTo>
                  <a:cubicBezTo>
                    <a:pt x="624" y="569"/>
                    <a:pt x="610" y="563"/>
                    <a:pt x="591" y="563"/>
                  </a:cubicBezTo>
                  <a:close/>
                  <a:moveTo>
                    <a:pt x="513" y="357"/>
                  </a:moveTo>
                  <a:cubicBezTo>
                    <a:pt x="468" y="353"/>
                    <a:pt x="427" y="380"/>
                    <a:pt x="427" y="411"/>
                  </a:cubicBezTo>
                  <a:cubicBezTo>
                    <a:pt x="426" y="438"/>
                    <a:pt x="447" y="455"/>
                    <a:pt x="488" y="461"/>
                  </a:cubicBezTo>
                  <a:cubicBezTo>
                    <a:pt x="533" y="467"/>
                    <a:pt x="560" y="469"/>
                    <a:pt x="604" y="470"/>
                  </a:cubicBezTo>
                  <a:cubicBezTo>
                    <a:pt x="640" y="470"/>
                    <a:pt x="678" y="453"/>
                    <a:pt x="679" y="422"/>
                  </a:cubicBezTo>
                  <a:cubicBezTo>
                    <a:pt x="681" y="376"/>
                    <a:pt x="647" y="365"/>
                    <a:pt x="603" y="361"/>
                  </a:cubicBezTo>
                  <a:cubicBezTo>
                    <a:pt x="603" y="361"/>
                    <a:pt x="513" y="357"/>
                    <a:pt x="513" y="357"/>
                  </a:cubicBezTo>
                  <a:close/>
                  <a:moveTo>
                    <a:pt x="530" y="389"/>
                  </a:moveTo>
                  <a:cubicBezTo>
                    <a:pt x="488" y="388"/>
                    <a:pt x="480" y="399"/>
                    <a:pt x="480" y="410"/>
                  </a:cubicBezTo>
                  <a:cubicBezTo>
                    <a:pt x="479" y="420"/>
                    <a:pt x="490" y="427"/>
                    <a:pt x="513" y="430"/>
                  </a:cubicBezTo>
                  <a:cubicBezTo>
                    <a:pt x="537" y="433"/>
                    <a:pt x="550" y="434"/>
                    <a:pt x="575" y="433"/>
                  </a:cubicBezTo>
                  <a:cubicBezTo>
                    <a:pt x="595" y="433"/>
                    <a:pt x="637" y="425"/>
                    <a:pt x="638" y="410"/>
                  </a:cubicBezTo>
                  <a:cubicBezTo>
                    <a:pt x="640" y="392"/>
                    <a:pt x="605" y="390"/>
                    <a:pt x="581" y="389"/>
                  </a:cubicBezTo>
                  <a:cubicBezTo>
                    <a:pt x="581" y="389"/>
                    <a:pt x="530" y="389"/>
                    <a:pt x="530" y="389"/>
                  </a:cubicBezTo>
                  <a:close/>
                  <a:moveTo>
                    <a:pt x="524" y="234"/>
                  </a:moveTo>
                  <a:cubicBezTo>
                    <a:pt x="462" y="235"/>
                    <a:pt x="439" y="261"/>
                    <a:pt x="438" y="292"/>
                  </a:cubicBezTo>
                  <a:cubicBezTo>
                    <a:pt x="437" y="319"/>
                    <a:pt x="452" y="337"/>
                    <a:pt x="493" y="341"/>
                  </a:cubicBezTo>
                  <a:cubicBezTo>
                    <a:pt x="537" y="341"/>
                    <a:pt x="582" y="342"/>
                    <a:pt x="626" y="341"/>
                  </a:cubicBezTo>
                  <a:cubicBezTo>
                    <a:pt x="662" y="340"/>
                    <a:pt x="694" y="324"/>
                    <a:pt x="694" y="293"/>
                  </a:cubicBezTo>
                  <a:cubicBezTo>
                    <a:pt x="694" y="244"/>
                    <a:pt x="658" y="237"/>
                    <a:pt x="615" y="235"/>
                  </a:cubicBezTo>
                  <a:cubicBezTo>
                    <a:pt x="615" y="235"/>
                    <a:pt x="525" y="235"/>
                    <a:pt x="524" y="234"/>
                  </a:cubicBezTo>
                  <a:close/>
                  <a:moveTo>
                    <a:pt x="543" y="270"/>
                  </a:moveTo>
                  <a:cubicBezTo>
                    <a:pt x="501" y="269"/>
                    <a:pt x="493" y="280"/>
                    <a:pt x="492" y="291"/>
                  </a:cubicBezTo>
                  <a:cubicBezTo>
                    <a:pt x="492" y="301"/>
                    <a:pt x="502" y="310"/>
                    <a:pt x="525" y="311"/>
                  </a:cubicBezTo>
                  <a:cubicBezTo>
                    <a:pt x="550" y="311"/>
                    <a:pt x="562" y="311"/>
                    <a:pt x="587" y="311"/>
                  </a:cubicBezTo>
                  <a:cubicBezTo>
                    <a:pt x="607" y="311"/>
                    <a:pt x="635" y="299"/>
                    <a:pt x="635" y="288"/>
                  </a:cubicBezTo>
                  <a:cubicBezTo>
                    <a:pt x="635" y="270"/>
                    <a:pt x="618" y="271"/>
                    <a:pt x="593" y="270"/>
                  </a:cubicBezTo>
                  <a:cubicBezTo>
                    <a:pt x="593" y="270"/>
                    <a:pt x="543" y="270"/>
                    <a:pt x="543" y="270"/>
                  </a:cubicBezTo>
                  <a:close/>
                  <a:moveTo>
                    <a:pt x="87" y="375"/>
                  </a:moveTo>
                  <a:cubicBezTo>
                    <a:pt x="73" y="376"/>
                    <a:pt x="70" y="379"/>
                    <a:pt x="72" y="390"/>
                  </a:cubicBezTo>
                  <a:cubicBezTo>
                    <a:pt x="80" y="408"/>
                    <a:pt x="86" y="428"/>
                    <a:pt x="106" y="443"/>
                  </a:cubicBezTo>
                  <a:cubicBezTo>
                    <a:pt x="123" y="456"/>
                    <a:pt x="134" y="458"/>
                    <a:pt x="155" y="458"/>
                  </a:cubicBezTo>
                  <a:cubicBezTo>
                    <a:pt x="174" y="458"/>
                    <a:pt x="187" y="457"/>
                    <a:pt x="199" y="455"/>
                  </a:cubicBezTo>
                  <a:cubicBezTo>
                    <a:pt x="213" y="452"/>
                    <a:pt x="224" y="442"/>
                    <a:pt x="227" y="425"/>
                  </a:cubicBezTo>
                  <a:cubicBezTo>
                    <a:pt x="229" y="407"/>
                    <a:pt x="228" y="382"/>
                    <a:pt x="225" y="371"/>
                  </a:cubicBezTo>
                  <a:cubicBezTo>
                    <a:pt x="177" y="372"/>
                    <a:pt x="135" y="373"/>
                    <a:pt x="87" y="375"/>
                  </a:cubicBezTo>
                  <a:close/>
                  <a:moveTo>
                    <a:pt x="225" y="322"/>
                  </a:moveTo>
                  <a:cubicBezTo>
                    <a:pt x="225" y="307"/>
                    <a:pt x="225" y="298"/>
                    <a:pt x="224" y="283"/>
                  </a:cubicBezTo>
                  <a:cubicBezTo>
                    <a:pt x="222" y="255"/>
                    <a:pt x="195" y="240"/>
                    <a:pt x="170" y="241"/>
                  </a:cubicBezTo>
                  <a:cubicBezTo>
                    <a:pt x="132" y="241"/>
                    <a:pt x="98" y="248"/>
                    <a:pt x="88" y="269"/>
                  </a:cubicBezTo>
                  <a:cubicBezTo>
                    <a:pt x="80" y="286"/>
                    <a:pt x="76" y="303"/>
                    <a:pt x="76" y="327"/>
                  </a:cubicBezTo>
                  <a:cubicBezTo>
                    <a:pt x="127" y="323"/>
                    <a:pt x="176" y="321"/>
                    <a:pt x="225" y="322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grpSp>
          <p:nvGrpSpPr>
            <p:cNvPr id="42" name="îsľïde"/>
            <p:cNvGrpSpPr/>
            <p:nvPr/>
          </p:nvGrpSpPr>
          <p:grpSpPr>
            <a:xfrm>
              <a:off x="5491155" y="3891242"/>
              <a:ext cx="3281937" cy="380319"/>
              <a:chOff x="5459413" y="4016376"/>
              <a:chExt cx="3068637" cy="355601"/>
            </a:xfrm>
            <a:grpFill/>
          </p:grpSpPr>
          <p:sp>
            <p:nvSpPr>
              <p:cNvPr id="56" name="îsļiḋê"/>
              <p:cNvSpPr/>
              <p:nvPr/>
            </p:nvSpPr>
            <p:spPr bwMode="auto">
              <a:xfrm>
                <a:off x="5459413" y="4022726"/>
                <a:ext cx="236537" cy="284163"/>
              </a:xfrm>
              <a:custGeom>
                <a:avLst/>
                <a:gdLst>
                  <a:gd name="T0" fmla="*/ 43 w 45"/>
                  <a:gd name="T1" fmla="*/ 13 h 52"/>
                  <a:gd name="T2" fmla="*/ 26 w 45"/>
                  <a:gd name="T3" fmla="*/ 2 h 52"/>
                  <a:gd name="T4" fmla="*/ 23 w 45"/>
                  <a:gd name="T5" fmla="*/ 2 h 52"/>
                  <a:gd name="T6" fmla="*/ 16 w 45"/>
                  <a:gd name="T7" fmla="*/ 8 h 52"/>
                  <a:gd name="T8" fmla="*/ 16 w 45"/>
                  <a:gd name="T9" fmla="*/ 24 h 52"/>
                  <a:gd name="T10" fmla="*/ 23 w 45"/>
                  <a:gd name="T11" fmla="*/ 24 h 52"/>
                  <a:gd name="T12" fmla="*/ 31 w 45"/>
                  <a:gd name="T13" fmla="*/ 17 h 52"/>
                  <a:gd name="T14" fmla="*/ 31 w 45"/>
                  <a:gd name="T15" fmla="*/ 15 h 52"/>
                  <a:gd name="T16" fmla="*/ 33 w 45"/>
                  <a:gd name="T17" fmla="*/ 15 h 52"/>
                  <a:gd name="T18" fmla="*/ 33 w 45"/>
                  <a:gd name="T19" fmla="*/ 36 h 52"/>
                  <a:gd name="T20" fmla="*/ 31 w 45"/>
                  <a:gd name="T21" fmla="*/ 36 h 52"/>
                  <a:gd name="T22" fmla="*/ 31 w 45"/>
                  <a:gd name="T23" fmla="*/ 34 h 52"/>
                  <a:gd name="T24" fmla="*/ 24 w 45"/>
                  <a:gd name="T25" fmla="*/ 26 h 52"/>
                  <a:gd name="T26" fmla="*/ 16 w 45"/>
                  <a:gd name="T27" fmla="*/ 26 h 52"/>
                  <a:gd name="T28" fmla="*/ 16 w 45"/>
                  <a:gd name="T29" fmla="*/ 45 h 52"/>
                  <a:gd name="T30" fmla="*/ 21 w 45"/>
                  <a:gd name="T31" fmla="*/ 50 h 52"/>
                  <a:gd name="T32" fmla="*/ 25 w 45"/>
                  <a:gd name="T33" fmla="*/ 50 h 52"/>
                  <a:gd name="T34" fmla="*/ 25 w 45"/>
                  <a:gd name="T35" fmla="*/ 52 h 52"/>
                  <a:gd name="T36" fmla="*/ 0 w 45"/>
                  <a:gd name="T37" fmla="*/ 52 h 52"/>
                  <a:gd name="T38" fmla="*/ 0 w 45"/>
                  <a:gd name="T39" fmla="*/ 50 h 52"/>
                  <a:gd name="T40" fmla="*/ 3 w 45"/>
                  <a:gd name="T41" fmla="*/ 50 h 52"/>
                  <a:gd name="T42" fmla="*/ 8 w 45"/>
                  <a:gd name="T43" fmla="*/ 45 h 52"/>
                  <a:gd name="T44" fmla="*/ 8 w 45"/>
                  <a:gd name="T45" fmla="*/ 8 h 52"/>
                  <a:gd name="T46" fmla="*/ 2 w 45"/>
                  <a:gd name="T47" fmla="*/ 2 h 52"/>
                  <a:gd name="T48" fmla="*/ 0 w 45"/>
                  <a:gd name="T49" fmla="*/ 2 h 52"/>
                  <a:gd name="T50" fmla="*/ 0 w 45"/>
                  <a:gd name="T51" fmla="*/ 0 h 52"/>
                  <a:gd name="T52" fmla="*/ 41 w 45"/>
                  <a:gd name="T53" fmla="*/ 0 h 52"/>
                  <a:gd name="T54" fmla="*/ 45 w 45"/>
                  <a:gd name="T55" fmla="*/ 12 h 52"/>
                  <a:gd name="T56" fmla="*/ 43 w 45"/>
                  <a:gd name="T57" fmla="*/ 13 h 5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</a:cxnLst>
                <a:rect l="0" t="0" r="r" b="b"/>
                <a:pathLst>
                  <a:path w="45" h="52">
                    <a:moveTo>
                      <a:pt x="43" y="13"/>
                    </a:moveTo>
                    <a:cubicBezTo>
                      <a:pt x="41" y="9"/>
                      <a:pt x="37" y="2"/>
                      <a:pt x="26" y="2"/>
                    </a:cubicBezTo>
                    <a:cubicBezTo>
                      <a:pt x="23" y="2"/>
                      <a:pt x="23" y="2"/>
                      <a:pt x="23" y="2"/>
                    </a:cubicBezTo>
                    <a:cubicBezTo>
                      <a:pt x="19" y="2"/>
                      <a:pt x="16" y="4"/>
                      <a:pt x="16" y="8"/>
                    </a:cubicBezTo>
                    <a:cubicBezTo>
                      <a:pt x="16" y="24"/>
                      <a:pt x="16" y="24"/>
                      <a:pt x="16" y="24"/>
                    </a:cubicBezTo>
                    <a:cubicBezTo>
                      <a:pt x="23" y="24"/>
                      <a:pt x="23" y="24"/>
                      <a:pt x="23" y="24"/>
                    </a:cubicBezTo>
                    <a:cubicBezTo>
                      <a:pt x="27" y="24"/>
                      <a:pt x="31" y="21"/>
                      <a:pt x="31" y="17"/>
                    </a:cubicBezTo>
                    <a:cubicBezTo>
                      <a:pt x="31" y="15"/>
                      <a:pt x="31" y="15"/>
                      <a:pt x="31" y="15"/>
                    </a:cubicBezTo>
                    <a:cubicBezTo>
                      <a:pt x="33" y="15"/>
                      <a:pt x="33" y="15"/>
                      <a:pt x="33" y="15"/>
                    </a:cubicBezTo>
                    <a:cubicBezTo>
                      <a:pt x="33" y="36"/>
                      <a:pt x="33" y="36"/>
                      <a:pt x="33" y="36"/>
                    </a:cubicBezTo>
                    <a:cubicBezTo>
                      <a:pt x="31" y="36"/>
                      <a:pt x="31" y="36"/>
                      <a:pt x="31" y="36"/>
                    </a:cubicBezTo>
                    <a:cubicBezTo>
                      <a:pt x="31" y="34"/>
                      <a:pt x="31" y="34"/>
                      <a:pt x="31" y="34"/>
                    </a:cubicBezTo>
                    <a:cubicBezTo>
                      <a:pt x="31" y="31"/>
                      <a:pt x="28" y="26"/>
                      <a:pt x="24" y="26"/>
                    </a:cubicBezTo>
                    <a:cubicBezTo>
                      <a:pt x="16" y="26"/>
                      <a:pt x="16" y="26"/>
                      <a:pt x="16" y="26"/>
                    </a:cubicBezTo>
                    <a:cubicBezTo>
                      <a:pt x="16" y="45"/>
                      <a:pt x="16" y="45"/>
                      <a:pt x="16" y="45"/>
                    </a:cubicBezTo>
                    <a:cubicBezTo>
                      <a:pt x="16" y="48"/>
                      <a:pt x="18" y="50"/>
                      <a:pt x="21" y="50"/>
                    </a:cubicBezTo>
                    <a:cubicBezTo>
                      <a:pt x="25" y="50"/>
                      <a:pt x="25" y="50"/>
                      <a:pt x="25" y="50"/>
                    </a:cubicBezTo>
                    <a:cubicBezTo>
                      <a:pt x="25" y="52"/>
                      <a:pt x="25" y="52"/>
                      <a:pt x="25" y="52"/>
                    </a:cubicBezTo>
                    <a:cubicBezTo>
                      <a:pt x="0" y="52"/>
                      <a:pt x="0" y="52"/>
                      <a:pt x="0" y="52"/>
                    </a:cubicBezTo>
                    <a:cubicBezTo>
                      <a:pt x="0" y="50"/>
                      <a:pt x="0" y="50"/>
                      <a:pt x="0" y="50"/>
                    </a:cubicBezTo>
                    <a:cubicBezTo>
                      <a:pt x="3" y="50"/>
                      <a:pt x="3" y="50"/>
                      <a:pt x="3" y="50"/>
                    </a:cubicBezTo>
                    <a:cubicBezTo>
                      <a:pt x="6" y="50"/>
                      <a:pt x="8" y="49"/>
                      <a:pt x="8" y="45"/>
                    </a:cubicBezTo>
                    <a:cubicBezTo>
                      <a:pt x="8" y="8"/>
                      <a:pt x="8" y="8"/>
                      <a:pt x="8" y="8"/>
                    </a:cubicBezTo>
                    <a:cubicBezTo>
                      <a:pt x="8" y="5"/>
                      <a:pt x="6" y="2"/>
                      <a:pt x="2" y="2"/>
                    </a:cubicBezTo>
                    <a:cubicBezTo>
                      <a:pt x="0" y="2"/>
                      <a:pt x="0" y="2"/>
                      <a:pt x="0" y="2"/>
                    </a:cubicBezTo>
                    <a:cubicBezTo>
                      <a:pt x="0" y="0"/>
                      <a:pt x="0" y="0"/>
                      <a:pt x="0" y="0"/>
                    </a:cubicBezTo>
                    <a:cubicBezTo>
                      <a:pt x="41" y="0"/>
                      <a:pt x="41" y="0"/>
                      <a:pt x="41" y="0"/>
                    </a:cubicBezTo>
                    <a:cubicBezTo>
                      <a:pt x="45" y="12"/>
                      <a:pt x="45" y="12"/>
                      <a:pt x="45" y="12"/>
                    </a:cubicBezTo>
                    <a:lnTo>
                      <a:pt x="43" y="13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57" name="íš1îḓe"/>
              <p:cNvSpPr/>
              <p:nvPr/>
            </p:nvSpPr>
            <p:spPr bwMode="auto">
              <a:xfrm>
                <a:off x="5716588" y="4114801"/>
                <a:ext cx="193675" cy="201613"/>
              </a:xfrm>
              <a:custGeom>
                <a:avLst/>
                <a:gdLst>
                  <a:gd name="T0" fmla="*/ 0 w 37"/>
                  <a:gd name="T1" fmla="*/ 3 h 37"/>
                  <a:gd name="T2" fmla="*/ 12 w 37"/>
                  <a:gd name="T3" fmla="*/ 0 h 37"/>
                  <a:gd name="T4" fmla="*/ 12 w 37"/>
                  <a:gd name="T5" fmla="*/ 25 h 37"/>
                  <a:gd name="T6" fmla="*/ 18 w 37"/>
                  <a:gd name="T7" fmla="*/ 32 h 37"/>
                  <a:gd name="T8" fmla="*/ 24 w 37"/>
                  <a:gd name="T9" fmla="*/ 28 h 37"/>
                  <a:gd name="T10" fmla="*/ 24 w 37"/>
                  <a:gd name="T11" fmla="*/ 7 h 37"/>
                  <a:gd name="T12" fmla="*/ 22 w 37"/>
                  <a:gd name="T13" fmla="*/ 4 h 37"/>
                  <a:gd name="T14" fmla="*/ 19 w 37"/>
                  <a:gd name="T15" fmla="*/ 4 h 37"/>
                  <a:gd name="T16" fmla="*/ 19 w 37"/>
                  <a:gd name="T17" fmla="*/ 3 h 37"/>
                  <a:gd name="T18" fmla="*/ 32 w 37"/>
                  <a:gd name="T19" fmla="*/ 0 h 37"/>
                  <a:gd name="T20" fmla="*/ 32 w 37"/>
                  <a:gd name="T21" fmla="*/ 29 h 37"/>
                  <a:gd name="T22" fmla="*/ 35 w 37"/>
                  <a:gd name="T23" fmla="*/ 33 h 37"/>
                  <a:gd name="T24" fmla="*/ 37 w 37"/>
                  <a:gd name="T25" fmla="*/ 33 h 37"/>
                  <a:gd name="T26" fmla="*/ 37 w 37"/>
                  <a:gd name="T27" fmla="*/ 35 h 37"/>
                  <a:gd name="T28" fmla="*/ 24 w 37"/>
                  <a:gd name="T29" fmla="*/ 35 h 37"/>
                  <a:gd name="T30" fmla="*/ 24 w 37"/>
                  <a:gd name="T31" fmla="*/ 31 h 37"/>
                  <a:gd name="T32" fmla="*/ 15 w 37"/>
                  <a:gd name="T33" fmla="*/ 37 h 37"/>
                  <a:gd name="T34" fmla="*/ 5 w 37"/>
                  <a:gd name="T35" fmla="*/ 26 h 37"/>
                  <a:gd name="T36" fmla="*/ 5 w 37"/>
                  <a:gd name="T37" fmla="*/ 7 h 37"/>
                  <a:gd name="T38" fmla="*/ 2 w 37"/>
                  <a:gd name="T39" fmla="*/ 4 h 37"/>
                  <a:gd name="T40" fmla="*/ 0 w 37"/>
                  <a:gd name="T41" fmla="*/ 4 h 37"/>
                  <a:gd name="T42" fmla="*/ 0 w 37"/>
                  <a:gd name="T43" fmla="*/ 3 h 3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</a:cxnLst>
                <a:rect l="0" t="0" r="r" b="b"/>
                <a:pathLst>
                  <a:path w="37" h="37">
                    <a:moveTo>
                      <a:pt x="0" y="3"/>
                    </a:moveTo>
                    <a:cubicBezTo>
                      <a:pt x="12" y="0"/>
                      <a:pt x="12" y="0"/>
                      <a:pt x="12" y="0"/>
                    </a:cubicBezTo>
                    <a:cubicBezTo>
                      <a:pt x="12" y="25"/>
                      <a:pt x="12" y="25"/>
                      <a:pt x="12" y="25"/>
                    </a:cubicBezTo>
                    <a:cubicBezTo>
                      <a:pt x="12" y="28"/>
                      <a:pt x="14" y="32"/>
                      <a:pt x="18" y="32"/>
                    </a:cubicBezTo>
                    <a:cubicBezTo>
                      <a:pt x="21" y="32"/>
                      <a:pt x="23" y="30"/>
                      <a:pt x="24" y="28"/>
                    </a:cubicBezTo>
                    <a:cubicBezTo>
                      <a:pt x="24" y="7"/>
                      <a:pt x="24" y="7"/>
                      <a:pt x="24" y="7"/>
                    </a:cubicBezTo>
                    <a:cubicBezTo>
                      <a:pt x="24" y="5"/>
                      <a:pt x="24" y="4"/>
                      <a:pt x="22" y="4"/>
                    </a:cubicBezTo>
                    <a:cubicBezTo>
                      <a:pt x="21" y="4"/>
                      <a:pt x="20" y="4"/>
                      <a:pt x="19" y="4"/>
                    </a:cubicBezTo>
                    <a:cubicBezTo>
                      <a:pt x="19" y="3"/>
                      <a:pt x="19" y="3"/>
                      <a:pt x="19" y="3"/>
                    </a:cubicBezTo>
                    <a:cubicBezTo>
                      <a:pt x="32" y="0"/>
                      <a:pt x="32" y="0"/>
                      <a:pt x="32" y="0"/>
                    </a:cubicBezTo>
                    <a:cubicBezTo>
                      <a:pt x="32" y="29"/>
                      <a:pt x="32" y="29"/>
                      <a:pt x="32" y="29"/>
                    </a:cubicBezTo>
                    <a:cubicBezTo>
                      <a:pt x="32" y="32"/>
                      <a:pt x="33" y="33"/>
                      <a:pt x="35" y="33"/>
                    </a:cubicBezTo>
                    <a:cubicBezTo>
                      <a:pt x="37" y="33"/>
                      <a:pt x="37" y="33"/>
                      <a:pt x="37" y="33"/>
                    </a:cubicBezTo>
                    <a:cubicBezTo>
                      <a:pt x="37" y="35"/>
                      <a:pt x="37" y="35"/>
                      <a:pt x="37" y="35"/>
                    </a:cubicBezTo>
                    <a:cubicBezTo>
                      <a:pt x="24" y="35"/>
                      <a:pt x="24" y="35"/>
                      <a:pt x="24" y="35"/>
                    </a:cubicBezTo>
                    <a:cubicBezTo>
                      <a:pt x="24" y="31"/>
                      <a:pt x="24" y="31"/>
                      <a:pt x="24" y="31"/>
                    </a:cubicBezTo>
                    <a:cubicBezTo>
                      <a:pt x="23" y="33"/>
                      <a:pt x="20" y="37"/>
                      <a:pt x="15" y="37"/>
                    </a:cubicBezTo>
                    <a:cubicBezTo>
                      <a:pt x="10" y="37"/>
                      <a:pt x="5" y="34"/>
                      <a:pt x="5" y="26"/>
                    </a:cubicBezTo>
                    <a:cubicBezTo>
                      <a:pt x="5" y="7"/>
                      <a:pt x="5" y="7"/>
                      <a:pt x="5" y="7"/>
                    </a:cubicBezTo>
                    <a:cubicBezTo>
                      <a:pt x="5" y="6"/>
                      <a:pt x="4" y="4"/>
                      <a:pt x="2" y="4"/>
                    </a:cubicBezTo>
                    <a:cubicBezTo>
                      <a:pt x="2" y="4"/>
                      <a:pt x="1" y="4"/>
                      <a:pt x="0" y="4"/>
                    </a:cubicBezTo>
                    <a:lnTo>
                      <a:pt x="0" y="3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58" name="iš1iďe"/>
              <p:cNvSpPr/>
              <p:nvPr/>
            </p:nvSpPr>
            <p:spPr bwMode="auto">
              <a:xfrm>
                <a:off x="5937250" y="4016376"/>
                <a:ext cx="193675" cy="300038"/>
              </a:xfrm>
              <a:custGeom>
                <a:avLst/>
                <a:gdLst>
                  <a:gd name="T0" fmla="*/ 23 w 37"/>
                  <a:gd name="T1" fmla="*/ 53 h 55"/>
                  <a:gd name="T2" fmla="*/ 23 w 37"/>
                  <a:gd name="T3" fmla="*/ 50 h 55"/>
                  <a:gd name="T4" fmla="*/ 14 w 37"/>
                  <a:gd name="T5" fmla="*/ 55 h 55"/>
                  <a:gd name="T6" fmla="*/ 0 w 37"/>
                  <a:gd name="T7" fmla="*/ 36 h 55"/>
                  <a:gd name="T8" fmla="*/ 15 w 37"/>
                  <a:gd name="T9" fmla="*/ 18 h 55"/>
                  <a:gd name="T10" fmla="*/ 23 w 37"/>
                  <a:gd name="T11" fmla="*/ 21 h 55"/>
                  <a:gd name="T12" fmla="*/ 23 w 37"/>
                  <a:gd name="T13" fmla="*/ 7 h 55"/>
                  <a:gd name="T14" fmla="*/ 20 w 37"/>
                  <a:gd name="T15" fmla="*/ 4 h 55"/>
                  <a:gd name="T16" fmla="*/ 17 w 37"/>
                  <a:gd name="T17" fmla="*/ 5 h 55"/>
                  <a:gd name="T18" fmla="*/ 16 w 37"/>
                  <a:gd name="T19" fmla="*/ 3 h 55"/>
                  <a:gd name="T20" fmla="*/ 31 w 37"/>
                  <a:gd name="T21" fmla="*/ 0 h 55"/>
                  <a:gd name="T22" fmla="*/ 31 w 37"/>
                  <a:gd name="T23" fmla="*/ 48 h 55"/>
                  <a:gd name="T24" fmla="*/ 35 w 37"/>
                  <a:gd name="T25" fmla="*/ 51 h 55"/>
                  <a:gd name="T26" fmla="*/ 37 w 37"/>
                  <a:gd name="T27" fmla="*/ 51 h 55"/>
                  <a:gd name="T28" fmla="*/ 37 w 37"/>
                  <a:gd name="T29" fmla="*/ 53 h 55"/>
                  <a:gd name="T30" fmla="*/ 23 w 37"/>
                  <a:gd name="T31" fmla="*/ 53 h 55"/>
                  <a:gd name="T32" fmla="*/ 23 w 37"/>
                  <a:gd name="T33" fmla="*/ 24 h 55"/>
                  <a:gd name="T34" fmla="*/ 17 w 37"/>
                  <a:gd name="T35" fmla="*/ 21 h 55"/>
                  <a:gd name="T36" fmla="*/ 8 w 37"/>
                  <a:gd name="T37" fmla="*/ 37 h 55"/>
                  <a:gd name="T38" fmla="*/ 17 w 37"/>
                  <a:gd name="T39" fmla="*/ 51 h 55"/>
                  <a:gd name="T40" fmla="*/ 23 w 37"/>
                  <a:gd name="T41" fmla="*/ 48 h 55"/>
                  <a:gd name="T42" fmla="*/ 23 w 37"/>
                  <a:gd name="T43" fmla="*/ 24 h 55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</a:cxnLst>
                <a:rect l="0" t="0" r="r" b="b"/>
                <a:pathLst>
                  <a:path w="37" h="55">
                    <a:moveTo>
                      <a:pt x="23" y="53"/>
                    </a:moveTo>
                    <a:cubicBezTo>
                      <a:pt x="23" y="50"/>
                      <a:pt x="23" y="50"/>
                      <a:pt x="23" y="50"/>
                    </a:cubicBezTo>
                    <a:cubicBezTo>
                      <a:pt x="22" y="52"/>
                      <a:pt x="20" y="55"/>
                      <a:pt x="14" y="55"/>
                    </a:cubicBezTo>
                    <a:cubicBezTo>
                      <a:pt x="5" y="55"/>
                      <a:pt x="0" y="45"/>
                      <a:pt x="0" y="36"/>
                    </a:cubicBezTo>
                    <a:cubicBezTo>
                      <a:pt x="0" y="26"/>
                      <a:pt x="6" y="18"/>
                      <a:pt x="15" y="18"/>
                    </a:cubicBezTo>
                    <a:cubicBezTo>
                      <a:pt x="19" y="18"/>
                      <a:pt x="21" y="19"/>
                      <a:pt x="23" y="21"/>
                    </a:cubicBezTo>
                    <a:cubicBezTo>
                      <a:pt x="23" y="7"/>
                      <a:pt x="23" y="7"/>
                      <a:pt x="23" y="7"/>
                    </a:cubicBezTo>
                    <a:cubicBezTo>
                      <a:pt x="23" y="6"/>
                      <a:pt x="22" y="4"/>
                      <a:pt x="20" y="4"/>
                    </a:cubicBezTo>
                    <a:cubicBezTo>
                      <a:pt x="19" y="4"/>
                      <a:pt x="18" y="5"/>
                      <a:pt x="17" y="5"/>
                    </a:cubicBezTo>
                    <a:cubicBezTo>
                      <a:pt x="16" y="3"/>
                      <a:pt x="16" y="3"/>
                      <a:pt x="16" y="3"/>
                    </a:cubicBezTo>
                    <a:cubicBezTo>
                      <a:pt x="31" y="0"/>
                      <a:pt x="31" y="0"/>
                      <a:pt x="31" y="0"/>
                    </a:cubicBezTo>
                    <a:cubicBezTo>
                      <a:pt x="31" y="48"/>
                      <a:pt x="31" y="48"/>
                      <a:pt x="31" y="48"/>
                    </a:cubicBezTo>
                    <a:cubicBezTo>
                      <a:pt x="31" y="50"/>
                      <a:pt x="32" y="51"/>
                      <a:pt x="35" y="51"/>
                    </a:cubicBezTo>
                    <a:cubicBezTo>
                      <a:pt x="37" y="51"/>
                      <a:pt x="37" y="51"/>
                      <a:pt x="37" y="51"/>
                    </a:cubicBezTo>
                    <a:cubicBezTo>
                      <a:pt x="37" y="53"/>
                      <a:pt x="37" y="53"/>
                      <a:pt x="37" y="53"/>
                    </a:cubicBezTo>
                    <a:lnTo>
                      <a:pt x="23" y="53"/>
                    </a:lnTo>
                    <a:close/>
                    <a:moveTo>
                      <a:pt x="23" y="24"/>
                    </a:moveTo>
                    <a:cubicBezTo>
                      <a:pt x="22" y="22"/>
                      <a:pt x="21" y="21"/>
                      <a:pt x="17" y="21"/>
                    </a:cubicBezTo>
                    <a:cubicBezTo>
                      <a:pt x="10" y="21"/>
                      <a:pt x="8" y="30"/>
                      <a:pt x="8" y="37"/>
                    </a:cubicBezTo>
                    <a:cubicBezTo>
                      <a:pt x="8" y="45"/>
                      <a:pt x="12" y="51"/>
                      <a:pt x="17" y="51"/>
                    </a:cubicBezTo>
                    <a:cubicBezTo>
                      <a:pt x="20" y="51"/>
                      <a:pt x="22" y="49"/>
                      <a:pt x="23" y="48"/>
                    </a:cubicBezTo>
                    <a:lnTo>
                      <a:pt x="23" y="24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59" name="iŝļíḓè"/>
              <p:cNvSpPr/>
              <p:nvPr/>
            </p:nvSpPr>
            <p:spPr bwMode="auto">
              <a:xfrm>
                <a:off x="6153150" y="4114801"/>
                <a:ext cx="173037" cy="201613"/>
              </a:xfrm>
              <a:custGeom>
                <a:avLst/>
                <a:gdLst>
                  <a:gd name="T0" fmla="*/ 25 w 33"/>
                  <a:gd name="T1" fmla="*/ 37 h 37"/>
                  <a:gd name="T2" fmla="*/ 19 w 33"/>
                  <a:gd name="T3" fmla="*/ 33 h 37"/>
                  <a:gd name="T4" fmla="*/ 9 w 33"/>
                  <a:gd name="T5" fmla="*/ 37 h 37"/>
                  <a:gd name="T6" fmla="*/ 0 w 33"/>
                  <a:gd name="T7" fmla="*/ 29 h 37"/>
                  <a:gd name="T8" fmla="*/ 3 w 33"/>
                  <a:gd name="T9" fmla="*/ 24 h 37"/>
                  <a:gd name="T10" fmla="*/ 19 w 33"/>
                  <a:gd name="T11" fmla="*/ 15 h 37"/>
                  <a:gd name="T12" fmla="*/ 19 w 33"/>
                  <a:gd name="T13" fmla="*/ 6 h 37"/>
                  <a:gd name="T14" fmla="*/ 15 w 33"/>
                  <a:gd name="T15" fmla="*/ 2 h 37"/>
                  <a:gd name="T16" fmla="*/ 11 w 33"/>
                  <a:gd name="T17" fmla="*/ 6 h 37"/>
                  <a:gd name="T18" fmla="*/ 6 w 33"/>
                  <a:gd name="T19" fmla="*/ 12 h 37"/>
                  <a:gd name="T20" fmla="*/ 1 w 33"/>
                  <a:gd name="T21" fmla="*/ 7 h 37"/>
                  <a:gd name="T22" fmla="*/ 3 w 33"/>
                  <a:gd name="T23" fmla="*/ 3 h 37"/>
                  <a:gd name="T24" fmla="*/ 15 w 33"/>
                  <a:gd name="T25" fmla="*/ 0 h 37"/>
                  <a:gd name="T26" fmla="*/ 26 w 33"/>
                  <a:gd name="T27" fmla="*/ 3 h 37"/>
                  <a:gd name="T28" fmla="*/ 27 w 33"/>
                  <a:gd name="T29" fmla="*/ 9 h 37"/>
                  <a:gd name="T30" fmla="*/ 27 w 33"/>
                  <a:gd name="T31" fmla="*/ 28 h 37"/>
                  <a:gd name="T32" fmla="*/ 29 w 33"/>
                  <a:gd name="T33" fmla="*/ 33 h 37"/>
                  <a:gd name="T34" fmla="*/ 32 w 33"/>
                  <a:gd name="T35" fmla="*/ 31 h 37"/>
                  <a:gd name="T36" fmla="*/ 33 w 33"/>
                  <a:gd name="T37" fmla="*/ 32 h 37"/>
                  <a:gd name="T38" fmla="*/ 25 w 33"/>
                  <a:gd name="T39" fmla="*/ 37 h 37"/>
                  <a:gd name="T40" fmla="*/ 19 w 33"/>
                  <a:gd name="T41" fmla="*/ 17 h 37"/>
                  <a:gd name="T42" fmla="*/ 9 w 33"/>
                  <a:gd name="T43" fmla="*/ 28 h 37"/>
                  <a:gd name="T44" fmla="*/ 14 w 33"/>
                  <a:gd name="T45" fmla="*/ 33 h 37"/>
                  <a:gd name="T46" fmla="*/ 19 w 33"/>
                  <a:gd name="T47" fmla="*/ 31 h 37"/>
                  <a:gd name="T48" fmla="*/ 19 w 33"/>
                  <a:gd name="T49" fmla="*/ 17 h 3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</a:cxnLst>
                <a:rect l="0" t="0" r="r" b="b"/>
                <a:pathLst>
                  <a:path w="33" h="37">
                    <a:moveTo>
                      <a:pt x="25" y="37"/>
                    </a:moveTo>
                    <a:cubicBezTo>
                      <a:pt x="23" y="37"/>
                      <a:pt x="20" y="35"/>
                      <a:pt x="19" y="33"/>
                    </a:cubicBezTo>
                    <a:cubicBezTo>
                      <a:pt x="17" y="34"/>
                      <a:pt x="14" y="37"/>
                      <a:pt x="9" y="37"/>
                    </a:cubicBezTo>
                    <a:cubicBezTo>
                      <a:pt x="3" y="37"/>
                      <a:pt x="0" y="33"/>
                      <a:pt x="0" y="29"/>
                    </a:cubicBezTo>
                    <a:cubicBezTo>
                      <a:pt x="0" y="28"/>
                      <a:pt x="1" y="26"/>
                      <a:pt x="3" y="24"/>
                    </a:cubicBezTo>
                    <a:cubicBezTo>
                      <a:pt x="7" y="18"/>
                      <a:pt x="14" y="16"/>
                      <a:pt x="19" y="15"/>
                    </a:cubicBezTo>
                    <a:cubicBezTo>
                      <a:pt x="19" y="6"/>
                      <a:pt x="19" y="6"/>
                      <a:pt x="19" y="6"/>
                    </a:cubicBezTo>
                    <a:cubicBezTo>
                      <a:pt x="19" y="5"/>
                      <a:pt x="19" y="2"/>
                      <a:pt x="15" y="2"/>
                    </a:cubicBezTo>
                    <a:cubicBezTo>
                      <a:pt x="11" y="2"/>
                      <a:pt x="11" y="5"/>
                      <a:pt x="11" y="6"/>
                    </a:cubicBezTo>
                    <a:cubicBezTo>
                      <a:pt x="10" y="8"/>
                      <a:pt x="10" y="12"/>
                      <a:pt x="6" y="12"/>
                    </a:cubicBezTo>
                    <a:cubicBezTo>
                      <a:pt x="3" y="12"/>
                      <a:pt x="1" y="10"/>
                      <a:pt x="1" y="7"/>
                    </a:cubicBezTo>
                    <a:cubicBezTo>
                      <a:pt x="1" y="6"/>
                      <a:pt x="2" y="4"/>
                      <a:pt x="3" y="3"/>
                    </a:cubicBezTo>
                    <a:cubicBezTo>
                      <a:pt x="7" y="0"/>
                      <a:pt x="14" y="0"/>
                      <a:pt x="15" y="0"/>
                    </a:cubicBezTo>
                    <a:cubicBezTo>
                      <a:pt x="17" y="0"/>
                      <a:pt x="24" y="0"/>
                      <a:pt x="26" y="3"/>
                    </a:cubicBezTo>
                    <a:cubicBezTo>
                      <a:pt x="27" y="5"/>
                      <a:pt x="27" y="8"/>
                      <a:pt x="27" y="9"/>
                    </a:cubicBezTo>
                    <a:cubicBezTo>
                      <a:pt x="27" y="28"/>
                      <a:pt x="27" y="28"/>
                      <a:pt x="27" y="28"/>
                    </a:cubicBezTo>
                    <a:cubicBezTo>
                      <a:pt x="27" y="30"/>
                      <a:pt x="27" y="33"/>
                      <a:pt x="29" y="33"/>
                    </a:cubicBezTo>
                    <a:cubicBezTo>
                      <a:pt x="31" y="33"/>
                      <a:pt x="32" y="32"/>
                      <a:pt x="32" y="31"/>
                    </a:cubicBezTo>
                    <a:cubicBezTo>
                      <a:pt x="33" y="32"/>
                      <a:pt x="33" y="32"/>
                      <a:pt x="33" y="32"/>
                    </a:cubicBezTo>
                    <a:cubicBezTo>
                      <a:pt x="30" y="37"/>
                      <a:pt x="26" y="37"/>
                      <a:pt x="25" y="37"/>
                    </a:cubicBezTo>
                    <a:close/>
                    <a:moveTo>
                      <a:pt x="19" y="17"/>
                    </a:moveTo>
                    <a:cubicBezTo>
                      <a:pt x="16" y="18"/>
                      <a:pt x="9" y="22"/>
                      <a:pt x="9" y="28"/>
                    </a:cubicBezTo>
                    <a:cubicBezTo>
                      <a:pt x="9" y="33"/>
                      <a:pt x="13" y="33"/>
                      <a:pt x="14" y="33"/>
                    </a:cubicBezTo>
                    <a:cubicBezTo>
                      <a:pt x="16" y="33"/>
                      <a:pt x="18" y="33"/>
                      <a:pt x="19" y="31"/>
                    </a:cubicBezTo>
                    <a:lnTo>
                      <a:pt x="19" y="17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60" name="îšļîḋê"/>
              <p:cNvSpPr/>
              <p:nvPr/>
            </p:nvSpPr>
            <p:spPr bwMode="auto">
              <a:xfrm>
                <a:off x="6337300" y="4114801"/>
                <a:ext cx="198437" cy="192088"/>
              </a:xfrm>
              <a:custGeom>
                <a:avLst/>
                <a:gdLst>
                  <a:gd name="T0" fmla="*/ 0 w 38"/>
                  <a:gd name="T1" fmla="*/ 33 h 35"/>
                  <a:gd name="T2" fmla="*/ 5 w 38"/>
                  <a:gd name="T3" fmla="*/ 29 h 35"/>
                  <a:gd name="T4" fmla="*/ 5 w 38"/>
                  <a:gd name="T5" fmla="*/ 7 h 35"/>
                  <a:gd name="T6" fmla="*/ 3 w 38"/>
                  <a:gd name="T7" fmla="*/ 4 h 35"/>
                  <a:gd name="T8" fmla="*/ 0 w 38"/>
                  <a:gd name="T9" fmla="*/ 4 h 35"/>
                  <a:gd name="T10" fmla="*/ 0 w 38"/>
                  <a:gd name="T11" fmla="*/ 2 h 35"/>
                  <a:gd name="T12" fmla="*/ 12 w 38"/>
                  <a:gd name="T13" fmla="*/ 0 h 35"/>
                  <a:gd name="T14" fmla="*/ 12 w 38"/>
                  <a:gd name="T15" fmla="*/ 6 h 35"/>
                  <a:gd name="T16" fmla="*/ 24 w 38"/>
                  <a:gd name="T17" fmla="*/ 0 h 35"/>
                  <a:gd name="T18" fmla="*/ 33 w 38"/>
                  <a:gd name="T19" fmla="*/ 10 h 35"/>
                  <a:gd name="T20" fmla="*/ 33 w 38"/>
                  <a:gd name="T21" fmla="*/ 29 h 35"/>
                  <a:gd name="T22" fmla="*/ 36 w 38"/>
                  <a:gd name="T23" fmla="*/ 33 h 35"/>
                  <a:gd name="T24" fmla="*/ 38 w 38"/>
                  <a:gd name="T25" fmla="*/ 33 h 35"/>
                  <a:gd name="T26" fmla="*/ 38 w 38"/>
                  <a:gd name="T27" fmla="*/ 35 h 35"/>
                  <a:gd name="T28" fmla="*/ 25 w 38"/>
                  <a:gd name="T29" fmla="*/ 35 h 35"/>
                  <a:gd name="T30" fmla="*/ 25 w 38"/>
                  <a:gd name="T31" fmla="*/ 11 h 35"/>
                  <a:gd name="T32" fmla="*/ 20 w 38"/>
                  <a:gd name="T33" fmla="*/ 4 h 35"/>
                  <a:gd name="T34" fmla="*/ 12 w 38"/>
                  <a:gd name="T35" fmla="*/ 9 h 35"/>
                  <a:gd name="T36" fmla="*/ 12 w 38"/>
                  <a:gd name="T37" fmla="*/ 29 h 35"/>
                  <a:gd name="T38" fmla="*/ 17 w 38"/>
                  <a:gd name="T39" fmla="*/ 33 h 35"/>
                  <a:gd name="T40" fmla="*/ 17 w 38"/>
                  <a:gd name="T41" fmla="*/ 35 h 35"/>
                  <a:gd name="T42" fmla="*/ 0 w 38"/>
                  <a:gd name="T43" fmla="*/ 35 h 35"/>
                  <a:gd name="T44" fmla="*/ 0 w 38"/>
                  <a:gd name="T45" fmla="*/ 33 h 35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</a:cxnLst>
                <a:rect l="0" t="0" r="r" b="b"/>
                <a:pathLst>
                  <a:path w="38" h="35">
                    <a:moveTo>
                      <a:pt x="0" y="33"/>
                    </a:moveTo>
                    <a:cubicBezTo>
                      <a:pt x="3" y="33"/>
                      <a:pt x="5" y="33"/>
                      <a:pt x="5" y="29"/>
                    </a:cubicBezTo>
                    <a:cubicBezTo>
                      <a:pt x="5" y="7"/>
                      <a:pt x="5" y="7"/>
                      <a:pt x="5" y="7"/>
                    </a:cubicBezTo>
                    <a:cubicBezTo>
                      <a:pt x="5" y="6"/>
                      <a:pt x="5" y="4"/>
                      <a:pt x="3" y="4"/>
                    </a:cubicBezTo>
                    <a:cubicBezTo>
                      <a:pt x="2" y="4"/>
                      <a:pt x="1" y="4"/>
                      <a:pt x="0" y="4"/>
                    </a:cubicBezTo>
                    <a:cubicBezTo>
                      <a:pt x="0" y="2"/>
                      <a:pt x="0" y="2"/>
                      <a:pt x="0" y="2"/>
                    </a:cubicBezTo>
                    <a:cubicBezTo>
                      <a:pt x="12" y="0"/>
                      <a:pt x="12" y="0"/>
                      <a:pt x="12" y="0"/>
                    </a:cubicBezTo>
                    <a:cubicBezTo>
                      <a:pt x="12" y="6"/>
                      <a:pt x="12" y="6"/>
                      <a:pt x="12" y="6"/>
                    </a:cubicBezTo>
                    <a:cubicBezTo>
                      <a:pt x="14" y="4"/>
                      <a:pt x="18" y="0"/>
                      <a:pt x="24" y="0"/>
                    </a:cubicBezTo>
                    <a:cubicBezTo>
                      <a:pt x="29" y="0"/>
                      <a:pt x="33" y="4"/>
                      <a:pt x="33" y="10"/>
                    </a:cubicBezTo>
                    <a:cubicBezTo>
                      <a:pt x="33" y="29"/>
                      <a:pt x="33" y="29"/>
                      <a:pt x="33" y="29"/>
                    </a:cubicBezTo>
                    <a:cubicBezTo>
                      <a:pt x="33" y="31"/>
                      <a:pt x="34" y="33"/>
                      <a:pt x="36" y="33"/>
                    </a:cubicBezTo>
                    <a:cubicBezTo>
                      <a:pt x="38" y="33"/>
                      <a:pt x="38" y="33"/>
                      <a:pt x="38" y="33"/>
                    </a:cubicBezTo>
                    <a:cubicBezTo>
                      <a:pt x="38" y="35"/>
                      <a:pt x="38" y="35"/>
                      <a:pt x="38" y="35"/>
                    </a:cubicBezTo>
                    <a:cubicBezTo>
                      <a:pt x="25" y="35"/>
                      <a:pt x="25" y="35"/>
                      <a:pt x="25" y="35"/>
                    </a:cubicBezTo>
                    <a:cubicBezTo>
                      <a:pt x="25" y="11"/>
                      <a:pt x="25" y="11"/>
                      <a:pt x="25" y="11"/>
                    </a:cubicBezTo>
                    <a:cubicBezTo>
                      <a:pt x="25" y="6"/>
                      <a:pt x="22" y="4"/>
                      <a:pt x="20" y="4"/>
                    </a:cubicBezTo>
                    <a:cubicBezTo>
                      <a:pt x="16" y="4"/>
                      <a:pt x="13" y="8"/>
                      <a:pt x="12" y="9"/>
                    </a:cubicBezTo>
                    <a:cubicBezTo>
                      <a:pt x="12" y="29"/>
                      <a:pt x="12" y="29"/>
                      <a:pt x="12" y="29"/>
                    </a:cubicBezTo>
                    <a:cubicBezTo>
                      <a:pt x="12" y="33"/>
                      <a:pt x="15" y="33"/>
                      <a:pt x="17" y="33"/>
                    </a:cubicBezTo>
                    <a:cubicBezTo>
                      <a:pt x="17" y="35"/>
                      <a:pt x="17" y="35"/>
                      <a:pt x="17" y="35"/>
                    </a:cubicBezTo>
                    <a:cubicBezTo>
                      <a:pt x="0" y="35"/>
                      <a:pt x="0" y="35"/>
                      <a:pt x="0" y="35"/>
                    </a:cubicBezTo>
                    <a:lnTo>
                      <a:pt x="0" y="33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61" name="ïṡḻïḑe"/>
              <p:cNvSpPr/>
              <p:nvPr/>
            </p:nvSpPr>
            <p:spPr bwMode="auto">
              <a:xfrm>
                <a:off x="6683375" y="4022726"/>
                <a:ext cx="268287" cy="293688"/>
              </a:xfrm>
              <a:custGeom>
                <a:avLst/>
                <a:gdLst>
                  <a:gd name="T0" fmla="*/ 51 w 51"/>
                  <a:gd name="T1" fmla="*/ 2 h 54"/>
                  <a:gd name="T2" fmla="*/ 48 w 51"/>
                  <a:gd name="T3" fmla="*/ 2 h 54"/>
                  <a:gd name="T4" fmla="*/ 43 w 51"/>
                  <a:gd name="T5" fmla="*/ 8 h 54"/>
                  <a:gd name="T6" fmla="*/ 43 w 51"/>
                  <a:gd name="T7" fmla="*/ 36 h 54"/>
                  <a:gd name="T8" fmla="*/ 26 w 51"/>
                  <a:gd name="T9" fmla="*/ 54 h 54"/>
                  <a:gd name="T10" fmla="*/ 8 w 51"/>
                  <a:gd name="T11" fmla="*/ 36 h 54"/>
                  <a:gd name="T12" fmla="*/ 8 w 51"/>
                  <a:gd name="T13" fmla="*/ 7 h 54"/>
                  <a:gd name="T14" fmla="*/ 3 w 51"/>
                  <a:gd name="T15" fmla="*/ 2 h 54"/>
                  <a:gd name="T16" fmla="*/ 0 w 51"/>
                  <a:gd name="T17" fmla="*/ 2 h 54"/>
                  <a:gd name="T18" fmla="*/ 0 w 51"/>
                  <a:gd name="T19" fmla="*/ 0 h 54"/>
                  <a:gd name="T20" fmla="*/ 24 w 51"/>
                  <a:gd name="T21" fmla="*/ 0 h 54"/>
                  <a:gd name="T22" fmla="*/ 24 w 51"/>
                  <a:gd name="T23" fmla="*/ 2 h 54"/>
                  <a:gd name="T24" fmla="*/ 21 w 51"/>
                  <a:gd name="T25" fmla="*/ 2 h 54"/>
                  <a:gd name="T26" fmla="*/ 16 w 51"/>
                  <a:gd name="T27" fmla="*/ 7 h 54"/>
                  <a:gd name="T28" fmla="*/ 16 w 51"/>
                  <a:gd name="T29" fmla="*/ 35 h 54"/>
                  <a:gd name="T30" fmla="*/ 29 w 51"/>
                  <a:gd name="T31" fmla="*/ 51 h 54"/>
                  <a:gd name="T32" fmla="*/ 41 w 51"/>
                  <a:gd name="T33" fmla="*/ 37 h 54"/>
                  <a:gd name="T34" fmla="*/ 41 w 51"/>
                  <a:gd name="T35" fmla="*/ 8 h 54"/>
                  <a:gd name="T36" fmla="*/ 35 w 51"/>
                  <a:gd name="T37" fmla="*/ 2 h 54"/>
                  <a:gd name="T38" fmla="*/ 34 w 51"/>
                  <a:gd name="T39" fmla="*/ 2 h 54"/>
                  <a:gd name="T40" fmla="*/ 34 w 51"/>
                  <a:gd name="T41" fmla="*/ 0 h 54"/>
                  <a:gd name="T42" fmla="*/ 51 w 51"/>
                  <a:gd name="T43" fmla="*/ 0 h 54"/>
                  <a:gd name="T44" fmla="*/ 51 w 51"/>
                  <a:gd name="T45" fmla="*/ 2 h 5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</a:cxnLst>
                <a:rect l="0" t="0" r="r" b="b"/>
                <a:pathLst>
                  <a:path w="51" h="54">
                    <a:moveTo>
                      <a:pt x="51" y="2"/>
                    </a:moveTo>
                    <a:cubicBezTo>
                      <a:pt x="48" y="2"/>
                      <a:pt x="48" y="2"/>
                      <a:pt x="48" y="2"/>
                    </a:cubicBezTo>
                    <a:cubicBezTo>
                      <a:pt x="45" y="2"/>
                      <a:pt x="43" y="4"/>
                      <a:pt x="43" y="8"/>
                    </a:cubicBezTo>
                    <a:cubicBezTo>
                      <a:pt x="43" y="36"/>
                      <a:pt x="43" y="36"/>
                      <a:pt x="43" y="36"/>
                    </a:cubicBezTo>
                    <a:cubicBezTo>
                      <a:pt x="43" y="44"/>
                      <a:pt x="39" y="54"/>
                      <a:pt x="26" y="54"/>
                    </a:cubicBezTo>
                    <a:cubicBezTo>
                      <a:pt x="17" y="54"/>
                      <a:pt x="8" y="49"/>
                      <a:pt x="8" y="36"/>
                    </a:cubicBezTo>
                    <a:cubicBezTo>
                      <a:pt x="8" y="7"/>
                      <a:pt x="8" y="7"/>
                      <a:pt x="8" y="7"/>
                    </a:cubicBezTo>
                    <a:cubicBezTo>
                      <a:pt x="8" y="4"/>
                      <a:pt x="6" y="2"/>
                      <a:pt x="3" y="2"/>
                    </a:cubicBezTo>
                    <a:cubicBezTo>
                      <a:pt x="0" y="2"/>
                      <a:pt x="0" y="2"/>
                      <a:pt x="0" y="2"/>
                    </a:cubicBezTo>
                    <a:cubicBezTo>
                      <a:pt x="0" y="0"/>
                      <a:pt x="0" y="0"/>
                      <a:pt x="0" y="0"/>
                    </a:cubicBezTo>
                    <a:cubicBezTo>
                      <a:pt x="24" y="0"/>
                      <a:pt x="24" y="0"/>
                      <a:pt x="24" y="0"/>
                    </a:cubicBezTo>
                    <a:cubicBezTo>
                      <a:pt x="24" y="2"/>
                      <a:pt x="24" y="2"/>
                      <a:pt x="24" y="2"/>
                    </a:cubicBezTo>
                    <a:cubicBezTo>
                      <a:pt x="21" y="2"/>
                      <a:pt x="21" y="2"/>
                      <a:pt x="21" y="2"/>
                    </a:cubicBezTo>
                    <a:cubicBezTo>
                      <a:pt x="17" y="2"/>
                      <a:pt x="16" y="4"/>
                      <a:pt x="16" y="7"/>
                    </a:cubicBezTo>
                    <a:cubicBezTo>
                      <a:pt x="16" y="35"/>
                      <a:pt x="16" y="35"/>
                      <a:pt x="16" y="35"/>
                    </a:cubicBezTo>
                    <a:cubicBezTo>
                      <a:pt x="16" y="46"/>
                      <a:pt x="22" y="51"/>
                      <a:pt x="29" y="51"/>
                    </a:cubicBezTo>
                    <a:cubicBezTo>
                      <a:pt x="36" y="51"/>
                      <a:pt x="41" y="45"/>
                      <a:pt x="41" y="37"/>
                    </a:cubicBezTo>
                    <a:cubicBezTo>
                      <a:pt x="41" y="8"/>
                      <a:pt x="41" y="8"/>
                      <a:pt x="41" y="8"/>
                    </a:cubicBezTo>
                    <a:cubicBezTo>
                      <a:pt x="41" y="5"/>
                      <a:pt x="39" y="2"/>
                      <a:pt x="35" y="2"/>
                    </a:cubicBezTo>
                    <a:cubicBezTo>
                      <a:pt x="34" y="2"/>
                      <a:pt x="34" y="2"/>
                      <a:pt x="34" y="2"/>
                    </a:cubicBezTo>
                    <a:cubicBezTo>
                      <a:pt x="34" y="0"/>
                      <a:pt x="34" y="0"/>
                      <a:pt x="34" y="0"/>
                    </a:cubicBezTo>
                    <a:cubicBezTo>
                      <a:pt x="51" y="0"/>
                      <a:pt x="51" y="0"/>
                      <a:pt x="51" y="0"/>
                    </a:cubicBezTo>
                    <a:lnTo>
                      <a:pt x="51" y="2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62" name="íS1ïḑé"/>
              <p:cNvSpPr/>
              <p:nvPr/>
            </p:nvSpPr>
            <p:spPr bwMode="auto">
              <a:xfrm>
                <a:off x="6967538" y="4114801"/>
                <a:ext cx="200025" cy="192088"/>
              </a:xfrm>
              <a:custGeom>
                <a:avLst/>
                <a:gdLst>
                  <a:gd name="T0" fmla="*/ 1 w 38"/>
                  <a:gd name="T1" fmla="*/ 33 h 35"/>
                  <a:gd name="T2" fmla="*/ 5 w 38"/>
                  <a:gd name="T3" fmla="*/ 29 h 35"/>
                  <a:gd name="T4" fmla="*/ 5 w 38"/>
                  <a:gd name="T5" fmla="*/ 7 h 35"/>
                  <a:gd name="T6" fmla="*/ 3 w 38"/>
                  <a:gd name="T7" fmla="*/ 4 h 35"/>
                  <a:gd name="T8" fmla="*/ 1 w 38"/>
                  <a:gd name="T9" fmla="*/ 4 h 35"/>
                  <a:gd name="T10" fmla="*/ 0 w 38"/>
                  <a:gd name="T11" fmla="*/ 2 h 35"/>
                  <a:gd name="T12" fmla="*/ 13 w 38"/>
                  <a:gd name="T13" fmla="*/ 0 h 35"/>
                  <a:gd name="T14" fmla="*/ 13 w 38"/>
                  <a:gd name="T15" fmla="*/ 6 h 35"/>
                  <a:gd name="T16" fmla="*/ 24 w 38"/>
                  <a:gd name="T17" fmla="*/ 0 h 35"/>
                  <a:gd name="T18" fmla="*/ 33 w 38"/>
                  <a:gd name="T19" fmla="*/ 10 h 35"/>
                  <a:gd name="T20" fmla="*/ 33 w 38"/>
                  <a:gd name="T21" fmla="*/ 29 h 35"/>
                  <a:gd name="T22" fmla="*/ 36 w 38"/>
                  <a:gd name="T23" fmla="*/ 33 h 35"/>
                  <a:gd name="T24" fmla="*/ 38 w 38"/>
                  <a:gd name="T25" fmla="*/ 33 h 35"/>
                  <a:gd name="T26" fmla="*/ 38 w 38"/>
                  <a:gd name="T27" fmla="*/ 35 h 35"/>
                  <a:gd name="T28" fmla="*/ 26 w 38"/>
                  <a:gd name="T29" fmla="*/ 35 h 35"/>
                  <a:gd name="T30" fmla="*/ 26 w 38"/>
                  <a:gd name="T31" fmla="*/ 11 h 35"/>
                  <a:gd name="T32" fmla="*/ 20 w 38"/>
                  <a:gd name="T33" fmla="*/ 4 h 35"/>
                  <a:gd name="T34" fmla="*/ 13 w 38"/>
                  <a:gd name="T35" fmla="*/ 9 h 35"/>
                  <a:gd name="T36" fmla="*/ 13 w 38"/>
                  <a:gd name="T37" fmla="*/ 29 h 35"/>
                  <a:gd name="T38" fmla="*/ 18 w 38"/>
                  <a:gd name="T39" fmla="*/ 33 h 35"/>
                  <a:gd name="T40" fmla="*/ 18 w 38"/>
                  <a:gd name="T41" fmla="*/ 35 h 35"/>
                  <a:gd name="T42" fmla="*/ 1 w 38"/>
                  <a:gd name="T43" fmla="*/ 35 h 35"/>
                  <a:gd name="T44" fmla="*/ 1 w 38"/>
                  <a:gd name="T45" fmla="*/ 33 h 35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</a:cxnLst>
                <a:rect l="0" t="0" r="r" b="b"/>
                <a:pathLst>
                  <a:path w="38" h="35">
                    <a:moveTo>
                      <a:pt x="1" y="33"/>
                    </a:moveTo>
                    <a:cubicBezTo>
                      <a:pt x="3" y="33"/>
                      <a:pt x="5" y="33"/>
                      <a:pt x="5" y="29"/>
                    </a:cubicBezTo>
                    <a:cubicBezTo>
                      <a:pt x="5" y="7"/>
                      <a:pt x="5" y="7"/>
                      <a:pt x="5" y="7"/>
                    </a:cubicBezTo>
                    <a:cubicBezTo>
                      <a:pt x="5" y="6"/>
                      <a:pt x="5" y="4"/>
                      <a:pt x="3" y="4"/>
                    </a:cubicBezTo>
                    <a:cubicBezTo>
                      <a:pt x="2" y="4"/>
                      <a:pt x="1" y="4"/>
                      <a:pt x="1" y="4"/>
                    </a:cubicBezTo>
                    <a:cubicBezTo>
                      <a:pt x="0" y="2"/>
                      <a:pt x="0" y="2"/>
                      <a:pt x="0" y="2"/>
                    </a:cubicBezTo>
                    <a:cubicBezTo>
                      <a:pt x="13" y="0"/>
                      <a:pt x="13" y="0"/>
                      <a:pt x="13" y="0"/>
                    </a:cubicBezTo>
                    <a:cubicBezTo>
                      <a:pt x="13" y="6"/>
                      <a:pt x="13" y="6"/>
                      <a:pt x="13" y="6"/>
                    </a:cubicBezTo>
                    <a:cubicBezTo>
                      <a:pt x="15" y="4"/>
                      <a:pt x="19" y="0"/>
                      <a:pt x="24" y="0"/>
                    </a:cubicBezTo>
                    <a:cubicBezTo>
                      <a:pt x="29" y="0"/>
                      <a:pt x="33" y="4"/>
                      <a:pt x="33" y="10"/>
                    </a:cubicBezTo>
                    <a:cubicBezTo>
                      <a:pt x="33" y="29"/>
                      <a:pt x="33" y="29"/>
                      <a:pt x="33" y="29"/>
                    </a:cubicBezTo>
                    <a:cubicBezTo>
                      <a:pt x="33" y="31"/>
                      <a:pt x="34" y="33"/>
                      <a:pt x="36" y="33"/>
                    </a:cubicBezTo>
                    <a:cubicBezTo>
                      <a:pt x="38" y="33"/>
                      <a:pt x="38" y="33"/>
                      <a:pt x="38" y="33"/>
                    </a:cubicBezTo>
                    <a:cubicBezTo>
                      <a:pt x="38" y="35"/>
                      <a:pt x="38" y="35"/>
                      <a:pt x="38" y="35"/>
                    </a:cubicBezTo>
                    <a:cubicBezTo>
                      <a:pt x="26" y="35"/>
                      <a:pt x="26" y="35"/>
                      <a:pt x="26" y="35"/>
                    </a:cubicBezTo>
                    <a:cubicBezTo>
                      <a:pt x="26" y="11"/>
                      <a:pt x="26" y="11"/>
                      <a:pt x="26" y="11"/>
                    </a:cubicBezTo>
                    <a:cubicBezTo>
                      <a:pt x="26" y="6"/>
                      <a:pt x="22" y="4"/>
                      <a:pt x="20" y="4"/>
                    </a:cubicBezTo>
                    <a:cubicBezTo>
                      <a:pt x="17" y="4"/>
                      <a:pt x="14" y="8"/>
                      <a:pt x="13" y="9"/>
                    </a:cubicBezTo>
                    <a:cubicBezTo>
                      <a:pt x="13" y="29"/>
                      <a:pt x="13" y="29"/>
                      <a:pt x="13" y="29"/>
                    </a:cubicBezTo>
                    <a:cubicBezTo>
                      <a:pt x="13" y="33"/>
                      <a:pt x="16" y="33"/>
                      <a:pt x="18" y="33"/>
                    </a:cubicBezTo>
                    <a:cubicBezTo>
                      <a:pt x="18" y="35"/>
                      <a:pt x="18" y="35"/>
                      <a:pt x="18" y="35"/>
                    </a:cubicBezTo>
                    <a:cubicBezTo>
                      <a:pt x="1" y="35"/>
                      <a:pt x="1" y="35"/>
                      <a:pt x="1" y="35"/>
                    </a:cubicBezTo>
                    <a:lnTo>
                      <a:pt x="1" y="33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63" name="ï$ḻîḍe"/>
              <p:cNvSpPr/>
              <p:nvPr/>
            </p:nvSpPr>
            <p:spPr bwMode="auto">
              <a:xfrm>
                <a:off x="7188200" y="4016376"/>
                <a:ext cx="100012" cy="290513"/>
              </a:xfrm>
              <a:custGeom>
                <a:avLst/>
                <a:gdLst>
                  <a:gd name="T0" fmla="*/ 0 w 19"/>
                  <a:gd name="T1" fmla="*/ 51 h 53"/>
                  <a:gd name="T2" fmla="*/ 2 w 19"/>
                  <a:gd name="T3" fmla="*/ 51 h 53"/>
                  <a:gd name="T4" fmla="*/ 6 w 19"/>
                  <a:gd name="T5" fmla="*/ 47 h 53"/>
                  <a:gd name="T6" fmla="*/ 6 w 19"/>
                  <a:gd name="T7" fmla="*/ 26 h 53"/>
                  <a:gd name="T8" fmla="*/ 3 w 19"/>
                  <a:gd name="T9" fmla="*/ 22 h 53"/>
                  <a:gd name="T10" fmla="*/ 1 w 19"/>
                  <a:gd name="T11" fmla="*/ 23 h 53"/>
                  <a:gd name="T12" fmla="*/ 0 w 19"/>
                  <a:gd name="T13" fmla="*/ 21 h 53"/>
                  <a:gd name="T14" fmla="*/ 13 w 19"/>
                  <a:gd name="T15" fmla="*/ 18 h 53"/>
                  <a:gd name="T16" fmla="*/ 13 w 19"/>
                  <a:gd name="T17" fmla="*/ 47 h 53"/>
                  <a:gd name="T18" fmla="*/ 17 w 19"/>
                  <a:gd name="T19" fmla="*/ 51 h 53"/>
                  <a:gd name="T20" fmla="*/ 19 w 19"/>
                  <a:gd name="T21" fmla="*/ 51 h 53"/>
                  <a:gd name="T22" fmla="*/ 19 w 19"/>
                  <a:gd name="T23" fmla="*/ 53 h 53"/>
                  <a:gd name="T24" fmla="*/ 0 w 19"/>
                  <a:gd name="T25" fmla="*/ 53 h 53"/>
                  <a:gd name="T26" fmla="*/ 0 w 19"/>
                  <a:gd name="T27" fmla="*/ 51 h 53"/>
                  <a:gd name="T28" fmla="*/ 15 w 19"/>
                  <a:gd name="T29" fmla="*/ 5 h 53"/>
                  <a:gd name="T30" fmla="*/ 9 w 19"/>
                  <a:gd name="T31" fmla="*/ 10 h 53"/>
                  <a:gd name="T32" fmla="*/ 4 w 19"/>
                  <a:gd name="T33" fmla="*/ 5 h 53"/>
                  <a:gd name="T34" fmla="*/ 9 w 19"/>
                  <a:gd name="T35" fmla="*/ 0 h 53"/>
                  <a:gd name="T36" fmla="*/ 15 w 19"/>
                  <a:gd name="T37" fmla="*/ 5 h 53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</a:cxnLst>
                <a:rect l="0" t="0" r="r" b="b"/>
                <a:pathLst>
                  <a:path w="19" h="53">
                    <a:moveTo>
                      <a:pt x="0" y="51"/>
                    </a:moveTo>
                    <a:cubicBezTo>
                      <a:pt x="2" y="51"/>
                      <a:pt x="2" y="51"/>
                      <a:pt x="2" y="51"/>
                    </a:cubicBezTo>
                    <a:cubicBezTo>
                      <a:pt x="4" y="51"/>
                      <a:pt x="6" y="49"/>
                      <a:pt x="6" y="47"/>
                    </a:cubicBezTo>
                    <a:cubicBezTo>
                      <a:pt x="6" y="26"/>
                      <a:pt x="6" y="26"/>
                      <a:pt x="6" y="26"/>
                    </a:cubicBezTo>
                    <a:cubicBezTo>
                      <a:pt x="6" y="24"/>
                      <a:pt x="5" y="22"/>
                      <a:pt x="3" y="22"/>
                    </a:cubicBezTo>
                    <a:cubicBezTo>
                      <a:pt x="3" y="22"/>
                      <a:pt x="2" y="22"/>
                      <a:pt x="1" y="23"/>
                    </a:cubicBezTo>
                    <a:cubicBezTo>
                      <a:pt x="0" y="21"/>
                      <a:pt x="0" y="21"/>
                      <a:pt x="0" y="21"/>
                    </a:cubicBezTo>
                    <a:cubicBezTo>
                      <a:pt x="13" y="18"/>
                      <a:pt x="13" y="18"/>
                      <a:pt x="13" y="18"/>
                    </a:cubicBezTo>
                    <a:cubicBezTo>
                      <a:pt x="13" y="47"/>
                      <a:pt x="13" y="47"/>
                      <a:pt x="13" y="47"/>
                    </a:cubicBezTo>
                    <a:cubicBezTo>
                      <a:pt x="13" y="50"/>
                      <a:pt x="14" y="51"/>
                      <a:pt x="17" y="51"/>
                    </a:cubicBezTo>
                    <a:cubicBezTo>
                      <a:pt x="19" y="51"/>
                      <a:pt x="19" y="51"/>
                      <a:pt x="19" y="51"/>
                    </a:cubicBezTo>
                    <a:cubicBezTo>
                      <a:pt x="19" y="53"/>
                      <a:pt x="19" y="53"/>
                      <a:pt x="19" y="53"/>
                    </a:cubicBezTo>
                    <a:cubicBezTo>
                      <a:pt x="0" y="53"/>
                      <a:pt x="0" y="53"/>
                      <a:pt x="0" y="53"/>
                    </a:cubicBezTo>
                    <a:lnTo>
                      <a:pt x="0" y="51"/>
                    </a:lnTo>
                    <a:close/>
                    <a:moveTo>
                      <a:pt x="15" y="5"/>
                    </a:moveTo>
                    <a:cubicBezTo>
                      <a:pt x="15" y="7"/>
                      <a:pt x="12" y="10"/>
                      <a:pt x="9" y="10"/>
                    </a:cubicBezTo>
                    <a:cubicBezTo>
                      <a:pt x="7" y="10"/>
                      <a:pt x="4" y="7"/>
                      <a:pt x="4" y="5"/>
                    </a:cubicBezTo>
                    <a:cubicBezTo>
                      <a:pt x="4" y="2"/>
                      <a:pt x="7" y="0"/>
                      <a:pt x="9" y="0"/>
                    </a:cubicBezTo>
                    <a:cubicBezTo>
                      <a:pt x="12" y="0"/>
                      <a:pt x="15" y="2"/>
                      <a:pt x="15" y="5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64" name="ïṣ1íḍè"/>
              <p:cNvSpPr/>
              <p:nvPr/>
            </p:nvSpPr>
            <p:spPr bwMode="auto">
              <a:xfrm>
                <a:off x="7308850" y="4119564"/>
                <a:ext cx="195262" cy="196850"/>
              </a:xfrm>
              <a:custGeom>
                <a:avLst/>
                <a:gdLst>
                  <a:gd name="T0" fmla="*/ 36 w 37"/>
                  <a:gd name="T1" fmla="*/ 3 h 36"/>
                  <a:gd name="T2" fmla="*/ 31 w 37"/>
                  <a:gd name="T3" fmla="*/ 6 h 36"/>
                  <a:gd name="T4" fmla="*/ 20 w 37"/>
                  <a:gd name="T5" fmla="*/ 36 h 36"/>
                  <a:gd name="T6" fmla="*/ 18 w 37"/>
                  <a:gd name="T7" fmla="*/ 36 h 36"/>
                  <a:gd name="T8" fmla="*/ 5 w 37"/>
                  <a:gd name="T9" fmla="*/ 7 h 36"/>
                  <a:gd name="T10" fmla="*/ 0 w 37"/>
                  <a:gd name="T11" fmla="*/ 3 h 36"/>
                  <a:gd name="T12" fmla="*/ 0 w 37"/>
                  <a:gd name="T13" fmla="*/ 0 h 36"/>
                  <a:gd name="T14" fmla="*/ 16 w 37"/>
                  <a:gd name="T15" fmla="*/ 0 h 36"/>
                  <a:gd name="T16" fmla="*/ 16 w 37"/>
                  <a:gd name="T17" fmla="*/ 3 h 36"/>
                  <a:gd name="T18" fmla="*/ 15 w 37"/>
                  <a:gd name="T19" fmla="*/ 3 h 36"/>
                  <a:gd name="T20" fmla="*/ 13 w 37"/>
                  <a:gd name="T21" fmla="*/ 5 h 36"/>
                  <a:gd name="T22" fmla="*/ 13 w 37"/>
                  <a:gd name="T23" fmla="*/ 7 h 36"/>
                  <a:gd name="T24" fmla="*/ 21 w 37"/>
                  <a:gd name="T25" fmla="*/ 25 h 36"/>
                  <a:gd name="T26" fmla="*/ 29 w 37"/>
                  <a:gd name="T27" fmla="*/ 6 h 36"/>
                  <a:gd name="T28" fmla="*/ 29 w 37"/>
                  <a:gd name="T29" fmla="*/ 5 h 36"/>
                  <a:gd name="T30" fmla="*/ 27 w 37"/>
                  <a:gd name="T31" fmla="*/ 3 h 36"/>
                  <a:gd name="T32" fmla="*/ 24 w 37"/>
                  <a:gd name="T33" fmla="*/ 3 h 36"/>
                  <a:gd name="T34" fmla="*/ 24 w 37"/>
                  <a:gd name="T35" fmla="*/ 0 h 36"/>
                  <a:gd name="T36" fmla="*/ 37 w 37"/>
                  <a:gd name="T37" fmla="*/ 0 h 36"/>
                  <a:gd name="T38" fmla="*/ 37 w 37"/>
                  <a:gd name="T39" fmla="*/ 3 h 36"/>
                  <a:gd name="T40" fmla="*/ 36 w 37"/>
                  <a:gd name="T41" fmla="*/ 3 h 3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</a:cxnLst>
                <a:rect l="0" t="0" r="r" b="b"/>
                <a:pathLst>
                  <a:path w="37" h="36">
                    <a:moveTo>
                      <a:pt x="36" y="3"/>
                    </a:moveTo>
                    <a:cubicBezTo>
                      <a:pt x="33" y="3"/>
                      <a:pt x="32" y="5"/>
                      <a:pt x="31" y="6"/>
                    </a:cubicBezTo>
                    <a:cubicBezTo>
                      <a:pt x="20" y="36"/>
                      <a:pt x="20" y="36"/>
                      <a:pt x="20" y="36"/>
                    </a:cubicBezTo>
                    <a:cubicBezTo>
                      <a:pt x="18" y="36"/>
                      <a:pt x="18" y="36"/>
                      <a:pt x="18" y="36"/>
                    </a:cubicBezTo>
                    <a:cubicBezTo>
                      <a:pt x="5" y="7"/>
                      <a:pt x="5" y="7"/>
                      <a:pt x="5" y="7"/>
                    </a:cubicBezTo>
                    <a:cubicBezTo>
                      <a:pt x="3" y="3"/>
                      <a:pt x="2" y="3"/>
                      <a:pt x="0" y="3"/>
                    </a:cubicBezTo>
                    <a:cubicBezTo>
                      <a:pt x="0" y="0"/>
                      <a:pt x="0" y="0"/>
                      <a:pt x="0" y="0"/>
                    </a:cubicBezTo>
                    <a:cubicBezTo>
                      <a:pt x="16" y="0"/>
                      <a:pt x="16" y="0"/>
                      <a:pt x="16" y="0"/>
                    </a:cubicBezTo>
                    <a:cubicBezTo>
                      <a:pt x="16" y="3"/>
                      <a:pt x="16" y="3"/>
                      <a:pt x="16" y="3"/>
                    </a:cubicBezTo>
                    <a:cubicBezTo>
                      <a:pt x="15" y="3"/>
                      <a:pt x="15" y="3"/>
                      <a:pt x="15" y="3"/>
                    </a:cubicBezTo>
                    <a:cubicBezTo>
                      <a:pt x="14" y="3"/>
                      <a:pt x="13" y="3"/>
                      <a:pt x="13" y="5"/>
                    </a:cubicBezTo>
                    <a:cubicBezTo>
                      <a:pt x="13" y="6"/>
                      <a:pt x="13" y="7"/>
                      <a:pt x="13" y="7"/>
                    </a:cubicBezTo>
                    <a:cubicBezTo>
                      <a:pt x="21" y="25"/>
                      <a:pt x="21" y="25"/>
                      <a:pt x="21" y="25"/>
                    </a:cubicBezTo>
                    <a:cubicBezTo>
                      <a:pt x="29" y="6"/>
                      <a:pt x="29" y="6"/>
                      <a:pt x="29" y="6"/>
                    </a:cubicBezTo>
                    <a:cubicBezTo>
                      <a:pt x="29" y="6"/>
                      <a:pt x="29" y="5"/>
                      <a:pt x="29" y="5"/>
                    </a:cubicBezTo>
                    <a:cubicBezTo>
                      <a:pt x="29" y="4"/>
                      <a:pt x="29" y="3"/>
                      <a:pt x="27" y="3"/>
                    </a:cubicBezTo>
                    <a:cubicBezTo>
                      <a:pt x="24" y="3"/>
                      <a:pt x="24" y="3"/>
                      <a:pt x="24" y="3"/>
                    </a:cubicBezTo>
                    <a:cubicBezTo>
                      <a:pt x="24" y="0"/>
                      <a:pt x="24" y="0"/>
                      <a:pt x="24" y="0"/>
                    </a:cubicBezTo>
                    <a:cubicBezTo>
                      <a:pt x="37" y="0"/>
                      <a:pt x="37" y="0"/>
                      <a:pt x="37" y="0"/>
                    </a:cubicBezTo>
                    <a:cubicBezTo>
                      <a:pt x="37" y="3"/>
                      <a:pt x="37" y="3"/>
                      <a:pt x="37" y="3"/>
                    </a:cubicBezTo>
                    <a:lnTo>
                      <a:pt x="36" y="3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65" name="íśliḍè"/>
              <p:cNvSpPr/>
              <p:nvPr/>
            </p:nvSpPr>
            <p:spPr bwMode="auto">
              <a:xfrm>
                <a:off x="7529513" y="4114801"/>
                <a:ext cx="163512" cy="201613"/>
              </a:xfrm>
              <a:custGeom>
                <a:avLst/>
                <a:gdLst>
                  <a:gd name="T0" fmla="*/ 16 w 31"/>
                  <a:gd name="T1" fmla="*/ 37 h 37"/>
                  <a:gd name="T2" fmla="*/ 0 w 31"/>
                  <a:gd name="T3" fmla="*/ 19 h 37"/>
                  <a:gd name="T4" fmla="*/ 16 w 31"/>
                  <a:gd name="T5" fmla="*/ 0 h 37"/>
                  <a:gd name="T6" fmla="*/ 24 w 31"/>
                  <a:gd name="T7" fmla="*/ 4 h 37"/>
                  <a:gd name="T8" fmla="*/ 30 w 31"/>
                  <a:gd name="T9" fmla="*/ 16 h 37"/>
                  <a:gd name="T10" fmla="*/ 8 w 31"/>
                  <a:gd name="T11" fmla="*/ 16 h 37"/>
                  <a:gd name="T12" fmla="*/ 18 w 31"/>
                  <a:gd name="T13" fmla="*/ 33 h 37"/>
                  <a:gd name="T14" fmla="*/ 29 w 31"/>
                  <a:gd name="T15" fmla="*/ 26 h 37"/>
                  <a:gd name="T16" fmla="*/ 31 w 31"/>
                  <a:gd name="T17" fmla="*/ 27 h 37"/>
                  <a:gd name="T18" fmla="*/ 16 w 31"/>
                  <a:gd name="T19" fmla="*/ 37 h 37"/>
                  <a:gd name="T20" fmla="*/ 16 w 31"/>
                  <a:gd name="T21" fmla="*/ 2 h 37"/>
                  <a:gd name="T22" fmla="*/ 8 w 31"/>
                  <a:gd name="T23" fmla="*/ 14 h 37"/>
                  <a:gd name="T24" fmla="*/ 22 w 31"/>
                  <a:gd name="T25" fmla="*/ 14 h 37"/>
                  <a:gd name="T26" fmla="*/ 16 w 31"/>
                  <a:gd name="T27" fmla="*/ 2 h 3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</a:cxnLst>
                <a:rect l="0" t="0" r="r" b="b"/>
                <a:pathLst>
                  <a:path w="31" h="37">
                    <a:moveTo>
                      <a:pt x="16" y="37"/>
                    </a:moveTo>
                    <a:cubicBezTo>
                      <a:pt x="7" y="37"/>
                      <a:pt x="0" y="30"/>
                      <a:pt x="0" y="19"/>
                    </a:cubicBezTo>
                    <a:cubicBezTo>
                      <a:pt x="0" y="8"/>
                      <a:pt x="7" y="0"/>
                      <a:pt x="16" y="0"/>
                    </a:cubicBezTo>
                    <a:cubicBezTo>
                      <a:pt x="20" y="0"/>
                      <a:pt x="23" y="2"/>
                      <a:pt x="24" y="4"/>
                    </a:cubicBezTo>
                    <a:cubicBezTo>
                      <a:pt x="29" y="9"/>
                      <a:pt x="29" y="14"/>
                      <a:pt x="30" y="16"/>
                    </a:cubicBezTo>
                    <a:cubicBezTo>
                      <a:pt x="8" y="16"/>
                      <a:pt x="8" y="16"/>
                      <a:pt x="8" y="16"/>
                    </a:cubicBezTo>
                    <a:cubicBezTo>
                      <a:pt x="7" y="29"/>
                      <a:pt x="13" y="33"/>
                      <a:pt x="18" y="33"/>
                    </a:cubicBezTo>
                    <a:cubicBezTo>
                      <a:pt x="23" y="33"/>
                      <a:pt x="27" y="28"/>
                      <a:pt x="29" y="26"/>
                    </a:cubicBezTo>
                    <a:cubicBezTo>
                      <a:pt x="31" y="27"/>
                      <a:pt x="31" y="27"/>
                      <a:pt x="31" y="27"/>
                    </a:cubicBezTo>
                    <a:cubicBezTo>
                      <a:pt x="29" y="30"/>
                      <a:pt x="25" y="37"/>
                      <a:pt x="16" y="37"/>
                    </a:cubicBezTo>
                    <a:close/>
                    <a:moveTo>
                      <a:pt x="16" y="2"/>
                    </a:moveTo>
                    <a:cubicBezTo>
                      <a:pt x="9" y="2"/>
                      <a:pt x="8" y="11"/>
                      <a:pt x="8" y="14"/>
                    </a:cubicBezTo>
                    <a:cubicBezTo>
                      <a:pt x="22" y="14"/>
                      <a:pt x="22" y="14"/>
                      <a:pt x="22" y="14"/>
                    </a:cubicBezTo>
                    <a:cubicBezTo>
                      <a:pt x="22" y="10"/>
                      <a:pt x="21" y="2"/>
                      <a:pt x="16" y="2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66" name="íšļiḓè"/>
              <p:cNvSpPr/>
              <p:nvPr/>
            </p:nvSpPr>
            <p:spPr bwMode="auto">
              <a:xfrm>
                <a:off x="7713663" y="4114801"/>
                <a:ext cx="173037" cy="192088"/>
              </a:xfrm>
              <a:custGeom>
                <a:avLst/>
                <a:gdLst>
                  <a:gd name="T0" fmla="*/ 14 w 33"/>
                  <a:gd name="T1" fmla="*/ 7 h 35"/>
                  <a:gd name="T2" fmla="*/ 26 w 33"/>
                  <a:gd name="T3" fmla="*/ 0 h 35"/>
                  <a:gd name="T4" fmla="*/ 33 w 33"/>
                  <a:gd name="T5" fmla="*/ 5 h 35"/>
                  <a:gd name="T6" fmla="*/ 28 w 33"/>
                  <a:gd name="T7" fmla="*/ 11 h 35"/>
                  <a:gd name="T8" fmla="*/ 23 w 33"/>
                  <a:gd name="T9" fmla="*/ 6 h 35"/>
                  <a:gd name="T10" fmla="*/ 22 w 33"/>
                  <a:gd name="T11" fmla="*/ 5 h 35"/>
                  <a:gd name="T12" fmla="*/ 14 w 33"/>
                  <a:gd name="T13" fmla="*/ 14 h 35"/>
                  <a:gd name="T14" fmla="*/ 14 w 33"/>
                  <a:gd name="T15" fmla="*/ 28 h 35"/>
                  <a:gd name="T16" fmla="*/ 19 w 33"/>
                  <a:gd name="T17" fmla="*/ 33 h 35"/>
                  <a:gd name="T18" fmla="*/ 21 w 33"/>
                  <a:gd name="T19" fmla="*/ 33 h 35"/>
                  <a:gd name="T20" fmla="*/ 21 w 33"/>
                  <a:gd name="T21" fmla="*/ 35 h 35"/>
                  <a:gd name="T22" fmla="*/ 0 w 33"/>
                  <a:gd name="T23" fmla="*/ 35 h 35"/>
                  <a:gd name="T24" fmla="*/ 0 w 33"/>
                  <a:gd name="T25" fmla="*/ 33 h 35"/>
                  <a:gd name="T26" fmla="*/ 1 w 33"/>
                  <a:gd name="T27" fmla="*/ 33 h 35"/>
                  <a:gd name="T28" fmla="*/ 7 w 33"/>
                  <a:gd name="T29" fmla="*/ 28 h 35"/>
                  <a:gd name="T30" fmla="*/ 7 w 33"/>
                  <a:gd name="T31" fmla="*/ 8 h 35"/>
                  <a:gd name="T32" fmla="*/ 4 w 33"/>
                  <a:gd name="T33" fmla="*/ 5 h 35"/>
                  <a:gd name="T34" fmla="*/ 1 w 33"/>
                  <a:gd name="T35" fmla="*/ 5 h 35"/>
                  <a:gd name="T36" fmla="*/ 0 w 33"/>
                  <a:gd name="T37" fmla="*/ 4 h 35"/>
                  <a:gd name="T38" fmla="*/ 14 w 33"/>
                  <a:gd name="T39" fmla="*/ 0 h 35"/>
                  <a:gd name="T40" fmla="*/ 14 w 33"/>
                  <a:gd name="T41" fmla="*/ 7 h 35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</a:cxnLst>
                <a:rect l="0" t="0" r="r" b="b"/>
                <a:pathLst>
                  <a:path w="33" h="35">
                    <a:moveTo>
                      <a:pt x="14" y="7"/>
                    </a:moveTo>
                    <a:cubicBezTo>
                      <a:pt x="16" y="4"/>
                      <a:pt x="19" y="0"/>
                      <a:pt x="26" y="0"/>
                    </a:cubicBezTo>
                    <a:cubicBezTo>
                      <a:pt x="31" y="0"/>
                      <a:pt x="33" y="2"/>
                      <a:pt x="33" y="5"/>
                    </a:cubicBezTo>
                    <a:cubicBezTo>
                      <a:pt x="33" y="8"/>
                      <a:pt x="31" y="11"/>
                      <a:pt x="28" y="11"/>
                    </a:cubicBezTo>
                    <a:cubicBezTo>
                      <a:pt x="25" y="11"/>
                      <a:pt x="23" y="9"/>
                      <a:pt x="23" y="6"/>
                    </a:cubicBezTo>
                    <a:cubicBezTo>
                      <a:pt x="23" y="5"/>
                      <a:pt x="23" y="5"/>
                      <a:pt x="22" y="5"/>
                    </a:cubicBezTo>
                    <a:cubicBezTo>
                      <a:pt x="17" y="5"/>
                      <a:pt x="15" y="12"/>
                      <a:pt x="14" y="14"/>
                    </a:cubicBezTo>
                    <a:cubicBezTo>
                      <a:pt x="14" y="28"/>
                      <a:pt x="14" y="28"/>
                      <a:pt x="14" y="28"/>
                    </a:cubicBezTo>
                    <a:cubicBezTo>
                      <a:pt x="14" y="32"/>
                      <a:pt x="16" y="33"/>
                      <a:pt x="19" y="33"/>
                    </a:cubicBezTo>
                    <a:cubicBezTo>
                      <a:pt x="21" y="33"/>
                      <a:pt x="21" y="33"/>
                      <a:pt x="21" y="33"/>
                    </a:cubicBezTo>
                    <a:cubicBezTo>
                      <a:pt x="21" y="35"/>
                      <a:pt x="21" y="35"/>
                      <a:pt x="21" y="35"/>
                    </a:cubicBezTo>
                    <a:cubicBezTo>
                      <a:pt x="0" y="35"/>
                      <a:pt x="0" y="35"/>
                      <a:pt x="0" y="35"/>
                    </a:cubicBezTo>
                    <a:cubicBezTo>
                      <a:pt x="0" y="33"/>
                      <a:pt x="0" y="33"/>
                      <a:pt x="0" y="33"/>
                    </a:cubicBezTo>
                    <a:cubicBezTo>
                      <a:pt x="1" y="33"/>
                      <a:pt x="1" y="33"/>
                      <a:pt x="1" y="33"/>
                    </a:cubicBezTo>
                    <a:cubicBezTo>
                      <a:pt x="5" y="33"/>
                      <a:pt x="7" y="32"/>
                      <a:pt x="7" y="28"/>
                    </a:cubicBezTo>
                    <a:cubicBezTo>
                      <a:pt x="7" y="8"/>
                      <a:pt x="7" y="8"/>
                      <a:pt x="7" y="8"/>
                    </a:cubicBezTo>
                    <a:cubicBezTo>
                      <a:pt x="7" y="5"/>
                      <a:pt x="5" y="5"/>
                      <a:pt x="4" y="5"/>
                    </a:cubicBezTo>
                    <a:cubicBezTo>
                      <a:pt x="2" y="5"/>
                      <a:pt x="1" y="5"/>
                      <a:pt x="1" y="5"/>
                    </a:cubicBezTo>
                    <a:cubicBezTo>
                      <a:pt x="0" y="4"/>
                      <a:pt x="0" y="4"/>
                      <a:pt x="0" y="4"/>
                    </a:cubicBezTo>
                    <a:cubicBezTo>
                      <a:pt x="14" y="0"/>
                      <a:pt x="14" y="0"/>
                      <a:pt x="14" y="0"/>
                    </a:cubicBezTo>
                    <a:lnTo>
                      <a:pt x="14" y="7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67" name="i$lïḓê"/>
              <p:cNvSpPr/>
              <p:nvPr/>
            </p:nvSpPr>
            <p:spPr bwMode="auto">
              <a:xfrm>
                <a:off x="7902575" y="4114801"/>
                <a:ext cx="142875" cy="201613"/>
              </a:xfrm>
              <a:custGeom>
                <a:avLst/>
                <a:gdLst>
                  <a:gd name="T0" fmla="*/ 16 w 27"/>
                  <a:gd name="T1" fmla="*/ 37 h 37"/>
                  <a:gd name="T2" fmla="*/ 12 w 27"/>
                  <a:gd name="T3" fmla="*/ 36 h 37"/>
                  <a:gd name="T4" fmla="*/ 8 w 27"/>
                  <a:gd name="T5" fmla="*/ 35 h 37"/>
                  <a:gd name="T6" fmla="*/ 4 w 27"/>
                  <a:gd name="T7" fmla="*/ 37 h 37"/>
                  <a:gd name="T8" fmla="*/ 0 w 27"/>
                  <a:gd name="T9" fmla="*/ 25 h 37"/>
                  <a:gd name="T10" fmla="*/ 3 w 27"/>
                  <a:gd name="T11" fmla="*/ 24 h 37"/>
                  <a:gd name="T12" fmla="*/ 6 w 27"/>
                  <a:gd name="T13" fmla="*/ 29 h 37"/>
                  <a:gd name="T14" fmla="*/ 16 w 27"/>
                  <a:gd name="T15" fmla="*/ 34 h 37"/>
                  <a:gd name="T16" fmla="*/ 22 w 27"/>
                  <a:gd name="T17" fmla="*/ 29 h 37"/>
                  <a:gd name="T18" fmla="*/ 12 w 27"/>
                  <a:gd name="T19" fmla="*/ 21 h 37"/>
                  <a:gd name="T20" fmla="*/ 2 w 27"/>
                  <a:gd name="T21" fmla="*/ 10 h 37"/>
                  <a:gd name="T22" fmla="*/ 12 w 27"/>
                  <a:gd name="T23" fmla="*/ 0 h 37"/>
                  <a:gd name="T24" fmla="*/ 16 w 27"/>
                  <a:gd name="T25" fmla="*/ 1 h 37"/>
                  <a:gd name="T26" fmla="*/ 20 w 27"/>
                  <a:gd name="T27" fmla="*/ 1 h 37"/>
                  <a:gd name="T28" fmla="*/ 24 w 27"/>
                  <a:gd name="T29" fmla="*/ 0 h 37"/>
                  <a:gd name="T30" fmla="*/ 27 w 27"/>
                  <a:gd name="T31" fmla="*/ 11 h 37"/>
                  <a:gd name="T32" fmla="*/ 25 w 27"/>
                  <a:gd name="T33" fmla="*/ 12 h 37"/>
                  <a:gd name="T34" fmla="*/ 13 w 27"/>
                  <a:gd name="T35" fmla="*/ 3 h 37"/>
                  <a:gd name="T36" fmla="*/ 8 w 27"/>
                  <a:gd name="T37" fmla="*/ 7 h 37"/>
                  <a:gd name="T38" fmla="*/ 16 w 27"/>
                  <a:gd name="T39" fmla="*/ 14 h 37"/>
                  <a:gd name="T40" fmla="*/ 27 w 27"/>
                  <a:gd name="T41" fmla="*/ 26 h 37"/>
                  <a:gd name="T42" fmla="*/ 16 w 27"/>
                  <a:gd name="T43" fmla="*/ 37 h 3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</a:cxnLst>
                <a:rect l="0" t="0" r="r" b="b"/>
                <a:pathLst>
                  <a:path w="27" h="37">
                    <a:moveTo>
                      <a:pt x="16" y="37"/>
                    </a:moveTo>
                    <a:cubicBezTo>
                      <a:pt x="15" y="37"/>
                      <a:pt x="14" y="37"/>
                      <a:pt x="12" y="36"/>
                    </a:cubicBezTo>
                    <a:cubicBezTo>
                      <a:pt x="12" y="36"/>
                      <a:pt x="8" y="35"/>
                      <a:pt x="8" y="35"/>
                    </a:cubicBezTo>
                    <a:cubicBezTo>
                      <a:pt x="6" y="35"/>
                      <a:pt x="5" y="36"/>
                      <a:pt x="4" y="37"/>
                    </a:cubicBezTo>
                    <a:cubicBezTo>
                      <a:pt x="0" y="25"/>
                      <a:pt x="0" y="25"/>
                      <a:pt x="0" y="25"/>
                    </a:cubicBezTo>
                    <a:cubicBezTo>
                      <a:pt x="3" y="24"/>
                      <a:pt x="3" y="24"/>
                      <a:pt x="3" y="24"/>
                    </a:cubicBezTo>
                    <a:cubicBezTo>
                      <a:pt x="4" y="27"/>
                      <a:pt x="5" y="28"/>
                      <a:pt x="6" y="29"/>
                    </a:cubicBezTo>
                    <a:cubicBezTo>
                      <a:pt x="8" y="32"/>
                      <a:pt x="12" y="34"/>
                      <a:pt x="16" y="34"/>
                    </a:cubicBezTo>
                    <a:cubicBezTo>
                      <a:pt x="19" y="34"/>
                      <a:pt x="22" y="32"/>
                      <a:pt x="22" y="29"/>
                    </a:cubicBezTo>
                    <a:cubicBezTo>
                      <a:pt x="22" y="26"/>
                      <a:pt x="21" y="25"/>
                      <a:pt x="12" y="21"/>
                    </a:cubicBezTo>
                    <a:cubicBezTo>
                      <a:pt x="6" y="18"/>
                      <a:pt x="2" y="15"/>
                      <a:pt x="2" y="10"/>
                    </a:cubicBezTo>
                    <a:cubicBezTo>
                      <a:pt x="2" y="5"/>
                      <a:pt x="6" y="0"/>
                      <a:pt x="12" y="0"/>
                    </a:cubicBezTo>
                    <a:cubicBezTo>
                      <a:pt x="13" y="0"/>
                      <a:pt x="14" y="0"/>
                      <a:pt x="16" y="1"/>
                    </a:cubicBezTo>
                    <a:cubicBezTo>
                      <a:pt x="18" y="1"/>
                      <a:pt x="19" y="1"/>
                      <a:pt x="20" y="1"/>
                    </a:cubicBezTo>
                    <a:cubicBezTo>
                      <a:pt x="20" y="1"/>
                      <a:pt x="22" y="1"/>
                      <a:pt x="24" y="0"/>
                    </a:cubicBezTo>
                    <a:cubicBezTo>
                      <a:pt x="27" y="11"/>
                      <a:pt x="27" y="11"/>
                      <a:pt x="27" y="11"/>
                    </a:cubicBezTo>
                    <a:cubicBezTo>
                      <a:pt x="25" y="12"/>
                      <a:pt x="25" y="12"/>
                      <a:pt x="25" y="12"/>
                    </a:cubicBezTo>
                    <a:cubicBezTo>
                      <a:pt x="24" y="9"/>
                      <a:pt x="21" y="3"/>
                      <a:pt x="13" y="3"/>
                    </a:cubicBezTo>
                    <a:cubicBezTo>
                      <a:pt x="10" y="3"/>
                      <a:pt x="8" y="4"/>
                      <a:pt x="8" y="7"/>
                    </a:cubicBezTo>
                    <a:cubicBezTo>
                      <a:pt x="8" y="9"/>
                      <a:pt x="9" y="10"/>
                      <a:pt x="16" y="14"/>
                    </a:cubicBezTo>
                    <a:cubicBezTo>
                      <a:pt x="25" y="18"/>
                      <a:pt x="27" y="21"/>
                      <a:pt x="27" y="26"/>
                    </a:cubicBezTo>
                    <a:cubicBezTo>
                      <a:pt x="27" y="33"/>
                      <a:pt x="22" y="37"/>
                      <a:pt x="16" y="37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68" name="iś1ïḍé"/>
              <p:cNvSpPr/>
              <p:nvPr/>
            </p:nvSpPr>
            <p:spPr bwMode="auto">
              <a:xfrm>
                <a:off x="8070850" y="4016376"/>
                <a:ext cx="100012" cy="290513"/>
              </a:xfrm>
              <a:custGeom>
                <a:avLst/>
                <a:gdLst>
                  <a:gd name="T0" fmla="*/ 0 w 19"/>
                  <a:gd name="T1" fmla="*/ 51 h 53"/>
                  <a:gd name="T2" fmla="*/ 2 w 19"/>
                  <a:gd name="T3" fmla="*/ 51 h 53"/>
                  <a:gd name="T4" fmla="*/ 6 w 19"/>
                  <a:gd name="T5" fmla="*/ 47 h 53"/>
                  <a:gd name="T6" fmla="*/ 6 w 19"/>
                  <a:gd name="T7" fmla="*/ 26 h 53"/>
                  <a:gd name="T8" fmla="*/ 3 w 19"/>
                  <a:gd name="T9" fmla="*/ 22 h 53"/>
                  <a:gd name="T10" fmla="*/ 1 w 19"/>
                  <a:gd name="T11" fmla="*/ 23 h 53"/>
                  <a:gd name="T12" fmla="*/ 0 w 19"/>
                  <a:gd name="T13" fmla="*/ 21 h 53"/>
                  <a:gd name="T14" fmla="*/ 13 w 19"/>
                  <a:gd name="T15" fmla="*/ 18 h 53"/>
                  <a:gd name="T16" fmla="*/ 13 w 19"/>
                  <a:gd name="T17" fmla="*/ 47 h 53"/>
                  <a:gd name="T18" fmla="*/ 17 w 19"/>
                  <a:gd name="T19" fmla="*/ 51 h 53"/>
                  <a:gd name="T20" fmla="*/ 19 w 19"/>
                  <a:gd name="T21" fmla="*/ 51 h 53"/>
                  <a:gd name="T22" fmla="*/ 19 w 19"/>
                  <a:gd name="T23" fmla="*/ 53 h 53"/>
                  <a:gd name="T24" fmla="*/ 0 w 19"/>
                  <a:gd name="T25" fmla="*/ 53 h 53"/>
                  <a:gd name="T26" fmla="*/ 0 w 19"/>
                  <a:gd name="T27" fmla="*/ 51 h 53"/>
                  <a:gd name="T28" fmla="*/ 15 w 19"/>
                  <a:gd name="T29" fmla="*/ 5 h 53"/>
                  <a:gd name="T30" fmla="*/ 9 w 19"/>
                  <a:gd name="T31" fmla="*/ 10 h 53"/>
                  <a:gd name="T32" fmla="*/ 4 w 19"/>
                  <a:gd name="T33" fmla="*/ 5 h 53"/>
                  <a:gd name="T34" fmla="*/ 9 w 19"/>
                  <a:gd name="T35" fmla="*/ 0 h 53"/>
                  <a:gd name="T36" fmla="*/ 15 w 19"/>
                  <a:gd name="T37" fmla="*/ 5 h 53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</a:cxnLst>
                <a:rect l="0" t="0" r="r" b="b"/>
                <a:pathLst>
                  <a:path w="19" h="53">
                    <a:moveTo>
                      <a:pt x="0" y="51"/>
                    </a:moveTo>
                    <a:cubicBezTo>
                      <a:pt x="2" y="51"/>
                      <a:pt x="2" y="51"/>
                      <a:pt x="2" y="51"/>
                    </a:cubicBezTo>
                    <a:cubicBezTo>
                      <a:pt x="4" y="51"/>
                      <a:pt x="6" y="49"/>
                      <a:pt x="6" y="47"/>
                    </a:cubicBezTo>
                    <a:cubicBezTo>
                      <a:pt x="6" y="26"/>
                      <a:pt x="6" y="26"/>
                      <a:pt x="6" y="26"/>
                    </a:cubicBezTo>
                    <a:cubicBezTo>
                      <a:pt x="6" y="24"/>
                      <a:pt x="5" y="22"/>
                      <a:pt x="3" y="22"/>
                    </a:cubicBezTo>
                    <a:cubicBezTo>
                      <a:pt x="3" y="22"/>
                      <a:pt x="2" y="22"/>
                      <a:pt x="1" y="23"/>
                    </a:cubicBezTo>
                    <a:cubicBezTo>
                      <a:pt x="0" y="21"/>
                      <a:pt x="0" y="21"/>
                      <a:pt x="0" y="21"/>
                    </a:cubicBezTo>
                    <a:cubicBezTo>
                      <a:pt x="13" y="18"/>
                      <a:pt x="13" y="18"/>
                      <a:pt x="13" y="18"/>
                    </a:cubicBezTo>
                    <a:cubicBezTo>
                      <a:pt x="13" y="47"/>
                      <a:pt x="13" y="47"/>
                      <a:pt x="13" y="47"/>
                    </a:cubicBezTo>
                    <a:cubicBezTo>
                      <a:pt x="13" y="50"/>
                      <a:pt x="14" y="51"/>
                      <a:pt x="17" y="51"/>
                    </a:cubicBezTo>
                    <a:cubicBezTo>
                      <a:pt x="19" y="51"/>
                      <a:pt x="19" y="51"/>
                      <a:pt x="19" y="51"/>
                    </a:cubicBezTo>
                    <a:cubicBezTo>
                      <a:pt x="19" y="53"/>
                      <a:pt x="19" y="53"/>
                      <a:pt x="19" y="53"/>
                    </a:cubicBezTo>
                    <a:cubicBezTo>
                      <a:pt x="0" y="53"/>
                      <a:pt x="0" y="53"/>
                      <a:pt x="0" y="53"/>
                    </a:cubicBezTo>
                    <a:lnTo>
                      <a:pt x="0" y="51"/>
                    </a:lnTo>
                    <a:close/>
                    <a:moveTo>
                      <a:pt x="15" y="5"/>
                    </a:moveTo>
                    <a:cubicBezTo>
                      <a:pt x="15" y="7"/>
                      <a:pt x="12" y="10"/>
                      <a:pt x="9" y="10"/>
                    </a:cubicBezTo>
                    <a:cubicBezTo>
                      <a:pt x="7" y="10"/>
                      <a:pt x="4" y="7"/>
                      <a:pt x="4" y="5"/>
                    </a:cubicBezTo>
                    <a:cubicBezTo>
                      <a:pt x="4" y="2"/>
                      <a:pt x="7" y="0"/>
                      <a:pt x="9" y="0"/>
                    </a:cubicBezTo>
                    <a:cubicBezTo>
                      <a:pt x="12" y="0"/>
                      <a:pt x="15" y="2"/>
                      <a:pt x="15" y="5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69" name="íşļîḓé"/>
              <p:cNvSpPr/>
              <p:nvPr/>
            </p:nvSpPr>
            <p:spPr bwMode="auto">
              <a:xfrm>
                <a:off x="8186738" y="4054476"/>
                <a:ext cx="127000" cy="261938"/>
              </a:xfrm>
              <a:custGeom>
                <a:avLst/>
                <a:gdLst>
                  <a:gd name="T0" fmla="*/ 0 w 24"/>
                  <a:gd name="T1" fmla="*/ 15 h 48"/>
                  <a:gd name="T2" fmla="*/ 0 w 24"/>
                  <a:gd name="T3" fmla="*/ 12 h 48"/>
                  <a:gd name="T4" fmla="*/ 11 w 24"/>
                  <a:gd name="T5" fmla="*/ 3 h 48"/>
                  <a:gd name="T6" fmla="*/ 11 w 24"/>
                  <a:gd name="T7" fmla="*/ 0 h 48"/>
                  <a:gd name="T8" fmla="*/ 14 w 24"/>
                  <a:gd name="T9" fmla="*/ 0 h 48"/>
                  <a:gd name="T10" fmla="*/ 14 w 24"/>
                  <a:gd name="T11" fmla="*/ 12 h 48"/>
                  <a:gd name="T12" fmla="*/ 24 w 24"/>
                  <a:gd name="T13" fmla="*/ 12 h 48"/>
                  <a:gd name="T14" fmla="*/ 24 w 24"/>
                  <a:gd name="T15" fmla="*/ 15 h 48"/>
                  <a:gd name="T16" fmla="*/ 14 w 24"/>
                  <a:gd name="T17" fmla="*/ 15 h 48"/>
                  <a:gd name="T18" fmla="*/ 14 w 24"/>
                  <a:gd name="T19" fmla="*/ 39 h 48"/>
                  <a:gd name="T20" fmla="*/ 18 w 24"/>
                  <a:gd name="T21" fmla="*/ 44 h 48"/>
                  <a:gd name="T22" fmla="*/ 23 w 24"/>
                  <a:gd name="T23" fmla="*/ 41 h 48"/>
                  <a:gd name="T24" fmla="*/ 24 w 24"/>
                  <a:gd name="T25" fmla="*/ 42 h 48"/>
                  <a:gd name="T26" fmla="*/ 14 w 24"/>
                  <a:gd name="T27" fmla="*/ 48 h 48"/>
                  <a:gd name="T28" fmla="*/ 6 w 24"/>
                  <a:gd name="T29" fmla="*/ 39 h 48"/>
                  <a:gd name="T30" fmla="*/ 6 w 24"/>
                  <a:gd name="T31" fmla="*/ 15 h 48"/>
                  <a:gd name="T32" fmla="*/ 0 w 24"/>
                  <a:gd name="T33" fmla="*/ 15 h 4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</a:cxnLst>
                <a:rect l="0" t="0" r="r" b="b"/>
                <a:pathLst>
                  <a:path w="24" h="48">
                    <a:moveTo>
                      <a:pt x="0" y="15"/>
                    </a:moveTo>
                    <a:cubicBezTo>
                      <a:pt x="0" y="12"/>
                      <a:pt x="0" y="12"/>
                      <a:pt x="0" y="12"/>
                    </a:cubicBezTo>
                    <a:cubicBezTo>
                      <a:pt x="10" y="12"/>
                      <a:pt x="11" y="4"/>
                      <a:pt x="11" y="3"/>
                    </a:cubicBezTo>
                    <a:cubicBezTo>
                      <a:pt x="11" y="0"/>
                      <a:pt x="11" y="0"/>
                      <a:pt x="11" y="0"/>
                    </a:cubicBezTo>
                    <a:cubicBezTo>
                      <a:pt x="14" y="0"/>
                      <a:pt x="14" y="0"/>
                      <a:pt x="14" y="0"/>
                    </a:cubicBezTo>
                    <a:cubicBezTo>
                      <a:pt x="14" y="12"/>
                      <a:pt x="14" y="12"/>
                      <a:pt x="14" y="12"/>
                    </a:cubicBezTo>
                    <a:cubicBezTo>
                      <a:pt x="24" y="12"/>
                      <a:pt x="24" y="12"/>
                      <a:pt x="24" y="12"/>
                    </a:cubicBezTo>
                    <a:cubicBezTo>
                      <a:pt x="24" y="15"/>
                      <a:pt x="24" y="15"/>
                      <a:pt x="24" y="15"/>
                    </a:cubicBezTo>
                    <a:cubicBezTo>
                      <a:pt x="14" y="15"/>
                      <a:pt x="14" y="15"/>
                      <a:pt x="14" y="15"/>
                    </a:cubicBezTo>
                    <a:cubicBezTo>
                      <a:pt x="14" y="39"/>
                      <a:pt x="14" y="39"/>
                      <a:pt x="14" y="39"/>
                    </a:cubicBezTo>
                    <a:cubicBezTo>
                      <a:pt x="14" y="43"/>
                      <a:pt x="16" y="44"/>
                      <a:pt x="18" y="44"/>
                    </a:cubicBezTo>
                    <a:cubicBezTo>
                      <a:pt x="20" y="44"/>
                      <a:pt x="21" y="42"/>
                      <a:pt x="23" y="41"/>
                    </a:cubicBezTo>
                    <a:cubicBezTo>
                      <a:pt x="24" y="42"/>
                      <a:pt x="24" y="42"/>
                      <a:pt x="24" y="42"/>
                    </a:cubicBezTo>
                    <a:cubicBezTo>
                      <a:pt x="22" y="45"/>
                      <a:pt x="19" y="48"/>
                      <a:pt x="14" y="48"/>
                    </a:cubicBezTo>
                    <a:cubicBezTo>
                      <a:pt x="9" y="48"/>
                      <a:pt x="6" y="44"/>
                      <a:pt x="6" y="39"/>
                    </a:cubicBezTo>
                    <a:cubicBezTo>
                      <a:pt x="6" y="15"/>
                      <a:pt x="6" y="15"/>
                      <a:pt x="6" y="15"/>
                    </a:cubicBezTo>
                    <a:lnTo>
                      <a:pt x="0" y="15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70" name="ïṡḻîḑè"/>
              <p:cNvSpPr/>
              <p:nvPr/>
            </p:nvSpPr>
            <p:spPr bwMode="auto">
              <a:xfrm>
                <a:off x="8329613" y="4119564"/>
                <a:ext cx="198437" cy="252413"/>
              </a:xfrm>
              <a:custGeom>
                <a:avLst/>
                <a:gdLst>
                  <a:gd name="T0" fmla="*/ 36 w 38"/>
                  <a:gd name="T1" fmla="*/ 3 h 46"/>
                  <a:gd name="T2" fmla="*/ 31 w 38"/>
                  <a:gd name="T3" fmla="*/ 8 h 46"/>
                  <a:gd name="T4" fmla="*/ 19 w 38"/>
                  <a:gd name="T5" fmla="*/ 37 h 46"/>
                  <a:gd name="T6" fmla="*/ 7 w 38"/>
                  <a:gd name="T7" fmla="*/ 46 h 46"/>
                  <a:gd name="T8" fmla="*/ 2 w 38"/>
                  <a:gd name="T9" fmla="*/ 41 h 46"/>
                  <a:gd name="T10" fmla="*/ 7 w 38"/>
                  <a:gd name="T11" fmla="*/ 36 h 46"/>
                  <a:gd name="T12" fmla="*/ 11 w 38"/>
                  <a:gd name="T13" fmla="*/ 40 h 46"/>
                  <a:gd name="T14" fmla="*/ 12 w 38"/>
                  <a:gd name="T15" fmla="*/ 41 h 46"/>
                  <a:gd name="T16" fmla="*/ 17 w 38"/>
                  <a:gd name="T17" fmla="*/ 35 h 46"/>
                  <a:gd name="T18" fmla="*/ 18 w 38"/>
                  <a:gd name="T19" fmla="*/ 34 h 46"/>
                  <a:gd name="T20" fmla="*/ 6 w 38"/>
                  <a:gd name="T21" fmla="*/ 7 h 46"/>
                  <a:gd name="T22" fmla="*/ 1 w 38"/>
                  <a:gd name="T23" fmla="*/ 3 h 46"/>
                  <a:gd name="T24" fmla="*/ 0 w 38"/>
                  <a:gd name="T25" fmla="*/ 3 h 46"/>
                  <a:gd name="T26" fmla="*/ 0 w 38"/>
                  <a:gd name="T27" fmla="*/ 0 h 46"/>
                  <a:gd name="T28" fmla="*/ 18 w 38"/>
                  <a:gd name="T29" fmla="*/ 0 h 46"/>
                  <a:gd name="T30" fmla="*/ 18 w 38"/>
                  <a:gd name="T31" fmla="*/ 3 h 46"/>
                  <a:gd name="T32" fmla="*/ 16 w 38"/>
                  <a:gd name="T33" fmla="*/ 3 h 46"/>
                  <a:gd name="T34" fmla="*/ 14 w 38"/>
                  <a:gd name="T35" fmla="*/ 5 h 46"/>
                  <a:gd name="T36" fmla="*/ 15 w 38"/>
                  <a:gd name="T37" fmla="*/ 8 h 46"/>
                  <a:gd name="T38" fmla="*/ 22 w 38"/>
                  <a:gd name="T39" fmla="*/ 24 h 46"/>
                  <a:gd name="T40" fmla="*/ 28 w 38"/>
                  <a:gd name="T41" fmla="*/ 8 h 46"/>
                  <a:gd name="T42" fmla="*/ 29 w 38"/>
                  <a:gd name="T43" fmla="*/ 5 h 46"/>
                  <a:gd name="T44" fmla="*/ 26 w 38"/>
                  <a:gd name="T45" fmla="*/ 3 h 46"/>
                  <a:gd name="T46" fmla="*/ 23 w 38"/>
                  <a:gd name="T47" fmla="*/ 3 h 46"/>
                  <a:gd name="T48" fmla="*/ 23 w 38"/>
                  <a:gd name="T49" fmla="*/ 0 h 46"/>
                  <a:gd name="T50" fmla="*/ 38 w 38"/>
                  <a:gd name="T51" fmla="*/ 0 h 46"/>
                  <a:gd name="T52" fmla="*/ 38 w 38"/>
                  <a:gd name="T53" fmla="*/ 3 h 46"/>
                  <a:gd name="T54" fmla="*/ 36 w 38"/>
                  <a:gd name="T55" fmla="*/ 3 h 4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</a:cxnLst>
                <a:rect l="0" t="0" r="r" b="b"/>
                <a:pathLst>
                  <a:path w="38" h="46">
                    <a:moveTo>
                      <a:pt x="36" y="3"/>
                    </a:moveTo>
                    <a:cubicBezTo>
                      <a:pt x="33" y="3"/>
                      <a:pt x="32" y="6"/>
                      <a:pt x="31" y="8"/>
                    </a:cubicBezTo>
                    <a:cubicBezTo>
                      <a:pt x="19" y="37"/>
                      <a:pt x="19" y="37"/>
                      <a:pt x="19" y="37"/>
                    </a:cubicBezTo>
                    <a:cubicBezTo>
                      <a:pt x="17" y="42"/>
                      <a:pt x="12" y="46"/>
                      <a:pt x="7" y="46"/>
                    </a:cubicBezTo>
                    <a:cubicBezTo>
                      <a:pt x="4" y="46"/>
                      <a:pt x="2" y="44"/>
                      <a:pt x="2" y="41"/>
                    </a:cubicBezTo>
                    <a:cubicBezTo>
                      <a:pt x="2" y="38"/>
                      <a:pt x="4" y="36"/>
                      <a:pt x="7" y="36"/>
                    </a:cubicBezTo>
                    <a:cubicBezTo>
                      <a:pt x="10" y="36"/>
                      <a:pt x="10" y="38"/>
                      <a:pt x="11" y="40"/>
                    </a:cubicBezTo>
                    <a:cubicBezTo>
                      <a:pt x="12" y="41"/>
                      <a:pt x="12" y="41"/>
                      <a:pt x="12" y="41"/>
                    </a:cubicBezTo>
                    <a:cubicBezTo>
                      <a:pt x="14" y="41"/>
                      <a:pt x="17" y="37"/>
                      <a:pt x="17" y="35"/>
                    </a:cubicBezTo>
                    <a:cubicBezTo>
                      <a:pt x="18" y="34"/>
                      <a:pt x="18" y="34"/>
                      <a:pt x="18" y="34"/>
                    </a:cubicBezTo>
                    <a:cubicBezTo>
                      <a:pt x="6" y="7"/>
                      <a:pt x="6" y="7"/>
                      <a:pt x="6" y="7"/>
                    </a:cubicBezTo>
                    <a:cubicBezTo>
                      <a:pt x="5" y="4"/>
                      <a:pt x="3" y="3"/>
                      <a:pt x="1" y="3"/>
                    </a:cubicBezTo>
                    <a:cubicBezTo>
                      <a:pt x="0" y="3"/>
                      <a:pt x="0" y="3"/>
                      <a:pt x="0" y="3"/>
                    </a:cubicBezTo>
                    <a:cubicBezTo>
                      <a:pt x="0" y="0"/>
                      <a:pt x="0" y="0"/>
                      <a:pt x="0" y="0"/>
                    </a:cubicBezTo>
                    <a:cubicBezTo>
                      <a:pt x="18" y="0"/>
                      <a:pt x="18" y="0"/>
                      <a:pt x="18" y="0"/>
                    </a:cubicBezTo>
                    <a:cubicBezTo>
                      <a:pt x="18" y="3"/>
                      <a:pt x="18" y="3"/>
                      <a:pt x="18" y="3"/>
                    </a:cubicBezTo>
                    <a:cubicBezTo>
                      <a:pt x="16" y="3"/>
                      <a:pt x="16" y="3"/>
                      <a:pt x="16" y="3"/>
                    </a:cubicBezTo>
                    <a:cubicBezTo>
                      <a:pt x="15" y="3"/>
                      <a:pt x="14" y="4"/>
                      <a:pt x="14" y="5"/>
                    </a:cubicBezTo>
                    <a:cubicBezTo>
                      <a:pt x="14" y="6"/>
                      <a:pt x="14" y="7"/>
                      <a:pt x="15" y="8"/>
                    </a:cubicBezTo>
                    <a:cubicBezTo>
                      <a:pt x="22" y="24"/>
                      <a:pt x="22" y="24"/>
                      <a:pt x="22" y="24"/>
                    </a:cubicBezTo>
                    <a:cubicBezTo>
                      <a:pt x="28" y="8"/>
                      <a:pt x="28" y="8"/>
                      <a:pt x="28" y="8"/>
                    </a:cubicBezTo>
                    <a:cubicBezTo>
                      <a:pt x="29" y="7"/>
                      <a:pt x="29" y="6"/>
                      <a:pt x="29" y="5"/>
                    </a:cubicBezTo>
                    <a:cubicBezTo>
                      <a:pt x="29" y="4"/>
                      <a:pt x="27" y="3"/>
                      <a:pt x="26" y="3"/>
                    </a:cubicBezTo>
                    <a:cubicBezTo>
                      <a:pt x="23" y="3"/>
                      <a:pt x="23" y="3"/>
                      <a:pt x="23" y="3"/>
                    </a:cubicBezTo>
                    <a:cubicBezTo>
                      <a:pt x="23" y="0"/>
                      <a:pt x="23" y="0"/>
                      <a:pt x="23" y="0"/>
                    </a:cubicBezTo>
                    <a:cubicBezTo>
                      <a:pt x="38" y="0"/>
                      <a:pt x="38" y="0"/>
                      <a:pt x="38" y="0"/>
                    </a:cubicBezTo>
                    <a:cubicBezTo>
                      <a:pt x="38" y="3"/>
                      <a:pt x="38" y="3"/>
                      <a:pt x="38" y="3"/>
                    </a:cubicBezTo>
                    <a:lnTo>
                      <a:pt x="36" y="3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</p:grpSp>
        <p:grpSp>
          <p:nvGrpSpPr>
            <p:cNvPr id="43" name="ísḷîḓe"/>
            <p:cNvGrpSpPr/>
            <p:nvPr/>
          </p:nvGrpSpPr>
          <p:grpSpPr>
            <a:xfrm>
              <a:off x="5477124" y="2634664"/>
              <a:ext cx="741350" cy="1171206"/>
              <a:chOff x="4718050" y="4784723"/>
              <a:chExt cx="755650" cy="1193799"/>
            </a:xfrm>
            <a:grpFill/>
          </p:grpSpPr>
          <p:sp>
            <p:nvSpPr>
              <p:cNvPr id="54" name="ïṡļîḑê"/>
              <p:cNvSpPr/>
              <p:nvPr/>
            </p:nvSpPr>
            <p:spPr bwMode="auto">
              <a:xfrm>
                <a:off x="4718050" y="4784723"/>
                <a:ext cx="373063" cy="1193799"/>
              </a:xfrm>
              <a:custGeom>
                <a:avLst/>
                <a:gdLst>
                  <a:gd name="T0" fmla="*/ 279 w 367"/>
                  <a:gd name="T1" fmla="*/ 506 h 1171"/>
                  <a:gd name="T2" fmla="*/ 247 w 367"/>
                  <a:gd name="T3" fmla="*/ 408 h 1171"/>
                  <a:gd name="T4" fmla="*/ 207 w 367"/>
                  <a:gd name="T5" fmla="*/ 413 h 1171"/>
                  <a:gd name="T6" fmla="*/ 257 w 367"/>
                  <a:gd name="T7" fmla="*/ 316 h 1171"/>
                  <a:gd name="T8" fmla="*/ 275 w 367"/>
                  <a:gd name="T9" fmla="*/ 282 h 1171"/>
                  <a:gd name="T10" fmla="*/ 295 w 367"/>
                  <a:gd name="T11" fmla="*/ 258 h 1171"/>
                  <a:gd name="T12" fmla="*/ 312 w 367"/>
                  <a:gd name="T13" fmla="*/ 221 h 1171"/>
                  <a:gd name="T14" fmla="*/ 352 w 367"/>
                  <a:gd name="T15" fmla="*/ 167 h 1171"/>
                  <a:gd name="T16" fmla="*/ 365 w 367"/>
                  <a:gd name="T17" fmla="*/ 133 h 1171"/>
                  <a:gd name="T18" fmla="*/ 365 w 367"/>
                  <a:gd name="T19" fmla="*/ 119 h 1171"/>
                  <a:gd name="T20" fmla="*/ 285 w 367"/>
                  <a:gd name="T21" fmla="*/ 1 h 1171"/>
                  <a:gd name="T22" fmla="*/ 277 w 367"/>
                  <a:gd name="T23" fmla="*/ 73 h 1171"/>
                  <a:gd name="T24" fmla="*/ 277 w 367"/>
                  <a:gd name="T25" fmla="*/ 92 h 1171"/>
                  <a:gd name="T26" fmla="*/ 295 w 367"/>
                  <a:gd name="T27" fmla="*/ 149 h 1171"/>
                  <a:gd name="T28" fmla="*/ 199 w 367"/>
                  <a:gd name="T29" fmla="*/ 333 h 1171"/>
                  <a:gd name="T30" fmla="*/ 149 w 367"/>
                  <a:gd name="T31" fmla="*/ 412 h 1171"/>
                  <a:gd name="T32" fmla="*/ 127 w 367"/>
                  <a:gd name="T33" fmla="*/ 499 h 1171"/>
                  <a:gd name="T34" fmla="*/ 196 w 367"/>
                  <a:gd name="T35" fmla="*/ 505 h 1171"/>
                  <a:gd name="T36" fmla="*/ 210 w 367"/>
                  <a:gd name="T37" fmla="*/ 498 h 1171"/>
                  <a:gd name="T38" fmla="*/ 178 w 367"/>
                  <a:gd name="T39" fmla="*/ 591 h 1171"/>
                  <a:gd name="T40" fmla="*/ 159 w 367"/>
                  <a:gd name="T41" fmla="*/ 636 h 1171"/>
                  <a:gd name="T42" fmla="*/ 139 w 367"/>
                  <a:gd name="T43" fmla="*/ 677 h 1171"/>
                  <a:gd name="T44" fmla="*/ 124 w 367"/>
                  <a:gd name="T45" fmla="*/ 701 h 1171"/>
                  <a:gd name="T46" fmla="*/ 77 w 367"/>
                  <a:gd name="T47" fmla="*/ 785 h 1171"/>
                  <a:gd name="T48" fmla="*/ 46 w 367"/>
                  <a:gd name="T49" fmla="*/ 829 h 1171"/>
                  <a:gd name="T50" fmla="*/ 35 w 367"/>
                  <a:gd name="T51" fmla="*/ 857 h 1171"/>
                  <a:gd name="T52" fmla="*/ 11 w 367"/>
                  <a:gd name="T53" fmla="*/ 897 h 1171"/>
                  <a:gd name="T54" fmla="*/ 12 w 367"/>
                  <a:gd name="T55" fmla="*/ 906 h 1171"/>
                  <a:gd name="T56" fmla="*/ 0 w 367"/>
                  <a:gd name="T57" fmla="*/ 948 h 1171"/>
                  <a:gd name="T58" fmla="*/ 10 w 367"/>
                  <a:gd name="T59" fmla="*/ 959 h 1171"/>
                  <a:gd name="T60" fmla="*/ 77 w 367"/>
                  <a:gd name="T61" fmla="*/ 893 h 1171"/>
                  <a:gd name="T62" fmla="*/ 113 w 367"/>
                  <a:gd name="T63" fmla="*/ 854 h 1171"/>
                  <a:gd name="T64" fmla="*/ 138 w 367"/>
                  <a:gd name="T65" fmla="*/ 817 h 1171"/>
                  <a:gd name="T66" fmla="*/ 140 w 367"/>
                  <a:gd name="T67" fmla="*/ 876 h 1171"/>
                  <a:gd name="T68" fmla="*/ 138 w 367"/>
                  <a:gd name="T69" fmla="*/ 913 h 1171"/>
                  <a:gd name="T70" fmla="*/ 140 w 367"/>
                  <a:gd name="T71" fmla="*/ 926 h 1171"/>
                  <a:gd name="T72" fmla="*/ 133 w 367"/>
                  <a:gd name="T73" fmla="*/ 970 h 1171"/>
                  <a:gd name="T74" fmla="*/ 133 w 367"/>
                  <a:gd name="T75" fmla="*/ 994 h 1171"/>
                  <a:gd name="T76" fmla="*/ 128 w 367"/>
                  <a:gd name="T77" fmla="*/ 999 h 1171"/>
                  <a:gd name="T78" fmla="*/ 127 w 367"/>
                  <a:gd name="T79" fmla="*/ 1073 h 1171"/>
                  <a:gd name="T80" fmla="*/ 157 w 367"/>
                  <a:gd name="T81" fmla="*/ 1171 h 1171"/>
                  <a:gd name="T82" fmla="*/ 179 w 367"/>
                  <a:gd name="T83" fmla="*/ 1170 h 1171"/>
                  <a:gd name="T84" fmla="*/ 192 w 367"/>
                  <a:gd name="T85" fmla="*/ 1159 h 1171"/>
                  <a:gd name="T86" fmla="*/ 201 w 367"/>
                  <a:gd name="T87" fmla="*/ 1137 h 1171"/>
                  <a:gd name="T88" fmla="*/ 205 w 367"/>
                  <a:gd name="T89" fmla="*/ 1075 h 1171"/>
                  <a:gd name="T90" fmla="*/ 198 w 367"/>
                  <a:gd name="T91" fmla="*/ 1069 h 1171"/>
                  <a:gd name="T92" fmla="*/ 198 w 367"/>
                  <a:gd name="T93" fmla="*/ 950 h 1171"/>
                  <a:gd name="T94" fmla="*/ 205 w 367"/>
                  <a:gd name="T95" fmla="*/ 935 h 1171"/>
                  <a:gd name="T96" fmla="*/ 205 w 367"/>
                  <a:gd name="T97" fmla="*/ 916 h 1171"/>
                  <a:gd name="T98" fmla="*/ 210 w 367"/>
                  <a:gd name="T99" fmla="*/ 893 h 1171"/>
                  <a:gd name="T100" fmla="*/ 209 w 367"/>
                  <a:gd name="T101" fmla="*/ 878 h 1171"/>
                  <a:gd name="T102" fmla="*/ 220 w 367"/>
                  <a:gd name="T103" fmla="*/ 842 h 1171"/>
                  <a:gd name="T104" fmla="*/ 220 w 367"/>
                  <a:gd name="T105" fmla="*/ 814 h 1171"/>
                  <a:gd name="T106" fmla="*/ 181 w 367"/>
                  <a:gd name="T107" fmla="*/ 711 h 1171"/>
                  <a:gd name="T108" fmla="*/ 210 w 367"/>
                  <a:gd name="T109" fmla="*/ 643 h 1171"/>
                  <a:gd name="T110" fmla="*/ 279 w 367"/>
                  <a:gd name="T111" fmla="*/ 506 h 117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  <a:cxn ang="0">
                    <a:pos x="T90" y="T91"/>
                  </a:cxn>
                  <a:cxn ang="0">
                    <a:pos x="T92" y="T93"/>
                  </a:cxn>
                  <a:cxn ang="0">
                    <a:pos x="T94" y="T95"/>
                  </a:cxn>
                  <a:cxn ang="0">
                    <a:pos x="T96" y="T97"/>
                  </a:cxn>
                  <a:cxn ang="0">
                    <a:pos x="T98" y="T99"/>
                  </a:cxn>
                  <a:cxn ang="0">
                    <a:pos x="T100" y="T101"/>
                  </a:cxn>
                  <a:cxn ang="0">
                    <a:pos x="T102" y="T103"/>
                  </a:cxn>
                  <a:cxn ang="0">
                    <a:pos x="T104" y="T105"/>
                  </a:cxn>
                  <a:cxn ang="0">
                    <a:pos x="T106" y="T107"/>
                  </a:cxn>
                  <a:cxn ang="0">
                    <a:pos x="T108" y="T109"/>
                  </a:cxn>
                  <a:cxn ang="0">
                    <a:pos x="T110" y="T111"/>
                  </a:cxn>
                </a:cxnLst>
                <a:rect l="0" t="0" r="r" b="b"/>
                <a:pathLst>
                  <a:path w="367" h="1171">
                    <a:moveTo>
                      <a:pt x="279" y="506"/>
                    </a:moveTo>
                    <a:cubicBezTo>
                      <a:pt x="298" y="459"/>
                      <a:pt x="292" y="421"/>
                      <a:pt x="247" y="408"/>
                    </a:cubicBezTo>
                    <a:cubicBezTo>
                      <a:pt x="230" y="403"/>
                      <a:pt x="221" y="412"/>
                      <a:pt x="207" y="413"/>
                    </a:cubicBezTo>
                    <a:cubicBezTo>
                      <a:pt x="225" y="375"/>
                      <a:pt x="242" y="350"/>
                      <a:pt x="257" y="316"/>
                    </a:cubicBezTo>
                    <a:cubicBezTo>
                      <a:pt x="261" y="307"/>
                      <a:pt x="278" y="293"/>
                      <a:pt x="275" y="282"/>
                    </a:cubicBezTo>
                    <a:cubicBezTo>
                      <a:pt x="281" y="273"/>
                      <a:pt x="290" y="266"/>
                      <a:pt x="295" y="258"/>
                    </a:cubicBezTo>
                    <a:cubicBezTo>
                      <a:pt x="302" y="245"/>
                      <a:pt x="303" y="232"/>
                      <a:pt x="312" y="221"/>
                    </a:cubicBezTo>
                    <a:cubicBezTo>
                      <a:pt x="321" y="208"/>
                      <a:pt x="345" y="182"/>
                      <a:pt x="352" y="167"/>
                    </a:cubicBezTo>
                    <a:cubicBezTo>
                      <a:pt x="356" y="156"/>
                      <a:pt x="360" y="144"/>
                      <a:pt x="365" y="133"/>
                    </a:cubicBezTo>
                    <a:cubicBezTo>
                      <a:pt x="367" y="126"/>
                      <a:pt x="363" y="122"/>
                      <a:pt x="365" y="119"/>
                    </a:cubicBezTo>
                    <a:cubicBezTo>
                      <a:pt x="365" y="68"/>
                      <a:pt x="339" y="0"/>
                      <a:pt x="285" y="1"/>
                    </a:cubicBezTo>
                    <a:cubicBezTo>
                      <a:pt x="276" y="21"/>
                      <a:pt x="270" y="45"/>
                      <a:pt x="277" y="73"/>
                    </a:cubicBezTo>
                    <a:cubicBezTo>
                      <a:pt x="277" y="79"/>
                      <a:pt x="277" y="85"/>
                      <a:pt x="277" y="92"/>
                    </a:cubicBezTo>
                    <a:cubicBezTo>
                      <a:pt x="280" y="99"/>
                      <a:pt x="299" y="140"/>
                      <a:pt x="295" y="149"/>
                    </a:cubicBezTo>
                    <a:cubicBezTo>
                      <a:pt x="264" y="215"/>
                      <a:pt x="234" y="276"/>
                      <a:pt x="199" y="333"/>
                    </a:cubicBezTo>
                    <a:cubicBezTo>
                      <a:pt x="186" y="354"/>
                      <a:pt x="156" y="390"/>
                      <a:pt x="149" y="412"/>
                    </a:cubicBezTo>
                    <a:cubicBezTo>
                      <a:pt x="142" y="432"/>
                      <a:pt x="105" y="464"/>
                      <a:pt x="127" y="499"/>
                    </a:cubicBezTo>
                    <a:cubicBezTo>
                      <a:pt x="136" y="514"/>
                      <a:pt x="178" y="517"/>
                      <a:pt x="196" y="505"/>
                    </a:cubicBezTo>
                    <a:cubicBezTo>
                      <a:pt x="200" y="503"/>
                      <a:pt x="202" y="499"/>
                      <a:pt x="210" y="498"/>
                    </a:cubicBezTo>
                    <a:cubicBezTo>
                      <a:pt x="204" y="536"/>
                      <a:pt x="195" y="561"/>
                      <a:pt x="178" y="591"/>
                    </a:cubicBezTo>
                    <a:cubicBezTo>
                      <a:pt x="182" y="599"/>
                      <a:pt x="159" y="628"/>
                      <a:pt x="159" y="636"/>
                    </a:cubicBezTo>
                    <a:cubicBezTo>
                      <a:pt x="159" y="642"/>
                      <a:pt x="143" y="669"/>
                      <a:pt x="139" y="677"/>
                    </a:cubicBezTo>
                    <a:cubicBezTo>
                      <a:pt x="142" y="682"/>
                      <a:pt x="125" y="697"/>
                      <a:pt x="124" y="701"/>
                    </a:cubicBezTo>
                    <a:cubicBezTo>
                      <a:pt x="109" y="734"/>
                      <a:pt x="93" y="755"/>
                      <a:pt x="77" y="785"/>
                    </a:cubicBezTo>
                    <a:cubicBezTo>
                      <a:pt x="69" y="801"/>
                      <a:pt x="56" y="815"/>
                      <a:pt x="46" y="829"/>
                    </a:cubicBezTo>
                    <a:cubicBezTo>
                      <a:pt x="40" y="839"/>
                      <a:pt x="41" y="845"/>
                      <a:pt x="35" y="857"/>
                    </a:cubicBezTo>
                    <a:cubicBezTo>
                      <a:pt x="30" y="869"/>
                      <a:pt x="15" y="883"/>
                      <a:pt x="11" y="897"/>
                    </a:cubicBezTo>
                    <a:cubicBezTo>
                      <a:pt x="12" y="900"/>
                      <a:pt x="12" y="903"/>
                      <a:pt x="12" y="906"/>
                    </a:cubicBezTo>
                    <a:cubicBezTo>
                      <a:pt x="7" y="917"/>
                      <a:pt x="0" y="932"/>
                      <a:pt x="0" y="948"/>
                    </a:cubicBezTo>
                    <a:cubicBezTo>
                      <a:pt x="3" y="952"/>
                      <a:pt x="6" y="955"/>
                      <a:pt x="10" y="959"/>
                    </a:cubicBezTo>
                    <a:cubicBezTo>
                      <a:pt x="33" y="957"/>
                      <a:pt x="68" y="913"/>
                      <a:pt x="77" y="893"/>
                    </a:cubicBezTo>
                    <a:cubicBezTo>
                      <a:pt x="84" y="881"/>
                      <a:pt x="104" y="868"/>
                      <a:pt x="113" y="854"/>
                    </a:cubicBezTo>
                    <a:cubicBezTo>
                      <a:pt x="120" y="844"/>
                      <a:pt x="126" y="820"/>
                      <a:pt x="138" y="817"/>
                    </a:cubicBezTo>
                    <a:cubicBezTo>
                      <a:pt x="140" y="821"/>
                      <a:pt x="142" y="869"/>
                      <a:pt x="140" y="876"/>
                    </a:cubicBezTo>
                    <a:cubicBezTo>
                      <a:pt x="140" y="876"/>
                      <a:pt x="138" y="913"/>
                      <a:pt x="138" y="913"/>
                    </a:cubicBezTo>
                    <a:cubicBezTo>
                      <a:pt x="138" y="915"/>
                      <a:pt x="141" y="922"/>
                      <a:pt x="140" y="926"/>
                    </a:cubicBezTo>
                    <a:cubicBezTo>
                      <a:pt x="134" y="939"/>
                      <a:pt x="133" y="949"/>
                      <a:pt x="133" y="970"/>
                    </a:cubicBezTo>
                    <a:cubicBezTo>
                      <a:pt x="133" y="978"/>
                      <a:pt x="133" y="986"/>
                      <a:pt x="133" y="994"/>
                    </a:cubicBezTo>
                    <a:cubicBezTo>
                      <a:pt x="131" y="996"/>
                      <a:pt x="130" y="998"/>
                      <a:pt x="128" y="999"/>
                    </a:cubicBezTo>
                    <a:cubicBezTo>
                      <a:pt x="128" y="1024"/>
                      <a:pt x="127" y="1048"/>
                      <a:pt x="127" y="1073"/>
                    </a:cubicBezTo>
                    <a:cubicBezTo>
                      <a:pt x="113" y="1114"/>
                      <a:pt x="126" y="1161"/>
                      <a:pt x="157" y="1171"/>
                    </a:cubicBezTo>
                    <a:cubicBezTo>
                      <a:pt x="165" y="1171"/>
                      <a:pt x="172" y="1170"/>
                      <a:pt x="179" y="1170"/>
                    </a:cubicBezTo>
                    <a:cubicBezTo>
                      <a:pt x="182" y="1164"/>
                      <a:pt x="188" y="1163"/>
                      <a:pt x="192" y="1159"/>
                    </a:cubicBezTo>
                    <a:cubicBezTo>
                      <a:pt x="195" y="1152"/>
                      <a:pt x="198" y="1144"/>
                      <a:pt x="201" y="1137"/>
                    </a:cubicBezTo>
                    <a:cubicBezTo>
                      <a:pt x="203" y="1131"/>
                      <a:pt x="209" y="1085"/>
                      <a:pt x="205" y="1075"/>
                    </a:cubicBezTo>
                    <a:cubicBezTo>
                      <a:pt x="202" y="1073"/>
                      <a:pt x="200" y="1071"/>
                      <a:pt x="198" y="1069"/>
                    </a:cubicBezTo>
                    <a:cubicBezTo>
                      <a:pt x="198" y="1030"/>
                      <a:pt x="198" y="990"/>
                      <a:pt x="198" y="950"/>
                    </a:cubicBezTo>
                    <a:cubicBezTo>
                      <a:pt x="199" y="943"/>
                      <a:pt x="203" y="941"/>
                      <a:pt x="205" y="935"/>
                    </a:cubicBezTo>
                    <a:cubicBezTo>
                      <a:pt x="205" y="928"/>
                      <a:pt x="205" y="922"/>
                      <a:pt x="205" y="916"/>
                    </a:cubicBezTo>
                    <a:cubicBezTo>
                      <a:pt x="207" y="909"/>
                      <a:pt x="208" y="901"/>
                      <a:pt x="210" y="893"/>
                    </a:cubicBezTo>
                    <a:cubicBezTo>
                      <a:pt x="210" y="888"/>
                      <a:pt x="209" y="883"/>
                      <a:pt x="209" y="878"/>
                    </a:cubicBezTo>
                    <a:cubicBezTo>
                      <a:pt x="213" y="867"/>
                      <a:pt x="217" y="852"/>
                      <a:pt x="220" y="842"/>
                    </a:cubicBezTo>
                    <a:cubicBezTo>
                      <a:pt x="220" y="833"/>
                      <a:pt x="220" y="823"/>
                      <a:pt x="220" y="814"/>
                    </a:cubicBezTo>
                    <a:cubicBezTo>
                      <a:pt x="225" y="779"/>
                      <a:pt x="207" y="725"/>
                      <a:pt x="181" y="711"/>
                    </a:cubicBezTo>
                    <a:cubicBezTo>
                      <a:pt x="181" y="682"/>
                      <a:pt x="201" y="665"/>
                      <a:pt x="210" y="643"/>
                    </a:cubicBezTo>
                    <a:cubicBezTo>
                      <a:pt x="231" y="597"/>
                      <a:pt x="260" y="553"/>
                      <a:pt x="279" y="506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55" name="iṣľîḑe"/>
              <p:cNvSpPr/>
              <p:nvPr/>
            </p:nvSpPr>
            <p:spPr bwMode="auto">
              <a:xfrm>
                <a:off x="5000625" y="4865685"/>
                <a:ext cx="473075" cy="1063624"/>
              </a:xfrm>
              <a:custGeom>
                <a:avLst/>
                <a:gdLst>
                  <a:gd name="T0" fmla="*/ 392 w 466"/>
                  <a:gd name="T1" fmla="*/ 857 h 1043"/>
                  <a:gd name="T2" fmla="*/ 253 w 466"/>
                  <a:gd name="T3" fmla="*/ 759 h 1043"/>
                  <a:gd name="T4" fmla="*/ 169 w 466"/>
                  <a:gd name="T5" fmla="*/ 808 h 1043"/>
                  <a:gd name="T6" fmla="*/ 236 w 466"/>
                  <a:gd name="T7" fmla="*/ 670 h 1043"/>
                  <a:gd name="T8" fmla="*/ 319 w 466"/>
                  <a:gd name="T9" fmla="*/ 617 h 1043"/>
                  <a:gd name="T10" fmla="*/ 341 w 466"/>
                  <a:gd name="T11" fmla="*/ 489 h 1043"/>
                  <a:gd name="T12" fmla="*/ 362 w 466"/>
                  <a:gd name="T13" fmla="*/ 400 h 1043"/>
                  <a:gd name="T14" fmla="*/ 283 w 466"/>
                  <a:gd name="T15" fmla="*/ 247 h 1043"/>
                  <a:gd name="T16" fmla="*/ 147 w 466"/>
                  <a:gd name="T17" fmla="*/ 437 h 1043"/>
                  <a:gd name="T18" fmla="*/ 159 w 466"/>
                  <a:gd name="T19" fmla="*/ 389 h 1043"/>
                  <a:gd name="T20" fmla="*/ 325 w 466"/>
                  <a:gd name="T21" fmla="*/ 161 h 1043"/>
                  <a:gd name="T22" fmla="*/ 437 w 466"/>
                  <a:gd name="T23" fmla="*/ 1 h 1043"/>
                  <a:gd name="T24" fmla="*/ 356 w 466"/>
                  <a:gd name="T25" fmla="*/ 43 h 1043"/>
                  <a:gd name="T26" fmla="*/ 194 w 466"/>
                  <a:gd name="T27" fmla="*/ 172 h 1043"/>
                  <a:gd name="T28" fmla="*/ 201 w 466"/>
                  <a:gd name="T29" fmla="*/ 147 h 1043"/>
                  <a:gd name="T30" fmla="*/ 146 w 466"/>
                  <a:gd name="T31" fmla="*/ 23 h 1043"/>
                  <a:gd name="T32" fmla="*/ 96 w 466"/>
                  <a:gd name="T33" fmla="*/ 306 h 1043"/>
                  <a:gd name="T34" fmla="*/ 211 w 466"/>
                  <a:gd name="T35" fmla="*/ 214 h 1043"/>
                  <a:gd name="T36" fmla="*/ 384 w 466"/>
                  <a:gd name="T37" fmla="*/ 56 h 1043"/>
                  <a:gd name="T38" fmla="*/ 352 w 466"/>
                  <a:gd name="T39" fmla="*/ 93 h 1043"/>
                  <a:gd name="T40" fmla="*/ 240 w 466"/>
                  <a:gd name="T41" fmla="*/ 220 h 1043"/>
                  <a:gd name="T42" fmla="*/ 68 w 466"/>
                  <a:gd name="T43" fmla="*/ 555 h 1043"/>
                  <a:gd name="T44" fmla="*/ 110 w 466"/>
                  <a:gd name="T45" fmla="*/ 700 h 1043"/>
                  <a:gd name="T46" fmla="*/ 142 w 466"/>
                  <a:gd name="T47" fmla="*/ 574 h 1043"/>
                  <a:gd name="T48" fmla="*/ 258 w 466"/>
                  <a:gd name="T49" fmla="*/ 344 h 1043"/>
                  <a:gd name="T50" fmla="*/ 341 w 466"/>
                  <a:gd name="T51" fmla="*/ 260 h 1043"/>
                  <a:gd name="T52" fmla="*/ 332 w 466"/>
                  <a:gd name="T53" fmla="*/ 376 h 1043"/>
                  <a:gd name="T54" fmla="*/ 313 w 466"/>
                  <a:gd name="T55" fmla="*/ 503 h 1043"/>
                  <a:gd name="T56" fmla="*/ 293 w 466"/>
                  <a:gd name="T57" fmla="*/ 576 h 1043"/>
                  <a:gd name="T58" fmla="*/ 284 w 466"/>
                  <a:gd name="T59" fmla="*/ 627 h 1043"/>
                  <a:gd name="T60" fmla="*/ 284 w 466"/>
                  <a:gd name="T61" fmla="*/ 455 h 1043"/>
                  <a:gd name="T62" fmla="*/ 201 w 466"/>
                  <a:gd name="T63" fmla="*/ 572 h 1043"/>
                  <a:gd name="T64" fmla="*/ 3 w 466"/>
                  <a:gd name="T65" fmla="*/ 1027 h 1043"/>
                  <a:gd name="T66" fmla="*/ 105 w 466"/>
                  <a:gd name="T67" fmla="*/ 958 h 1043"/>
                  <a:gd name="T68" fmla="*/ 301 w 466"/>
                  <a:gd name="T69" fmla="*/ 768 h 1043"/>
                  <a:gd name="T70" fmla="*/ 378 w 466"/>
                  <a:gd name="T71" fmla="*/ 740 h 1043"/>
                  <a:gd name="T72" fmla="*/ 219 w 466"/>
                  <a:gd name="T73" fmla="*/ 881 h 1043"/>
                  <a:gd name="T74" fmla="*/ 304 w 466"/>
                  <a:gd name="T75" fmla="*/ 979 h 1043"/>
                  <a:gd name="T76" fmla="*/ 435 w 466"/>
                  <a:gd name="T77" fmla="*/ 991 h 1043"/>
                  <a:gd name="T78" fmla="*/ 449 w 466"/>
                  <a:gd name="T79" fmla="*/ 951 h 1043"/>
                  <a:gd name="T80" fmla="*/ 129 w 466"/>
                  <a:gd name="T81" fmla="*/ 467 h 1043"/>
                  <a:gd name="T82" fmla="*/ 134 w 466"/>
                  <a:gd name="T83" fmla="*/ 466 h 1043"/>
                  <a:gd name="T84" fmla="*/ 277 w 466"/>
                  <a:gd name="T85" fmla="*/ 889 h 1043"/>
                  <a:gd name="T86" fmla="*/ 309 w 466"/>
                  <a:gd name="T87" fmla="*/ 910 h 1043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</a:cxnLst>
                <a:rect l="0" t="0" r="r" b="b"/>
                <a:pathLst>
                  <a:path w="466" h="1043">
                    <a:moveTo>
                      <a:pt x="412" y="914"/>
                    </a:moveTo>
                    <a:cubicBezTo>
                      <a:pt x="407" y="911"/>
                      <a:pt x="388" y="899"/>
                      <a:pt x="385" y="893"/>
                    </a:cubicBezTo>
                    <a:cubicBezTo>
                      <a:pt x="379" y="887"/>
                      <a:pt x="392" y="857"/>
                      <a:pt x="392" y="857"/>
                    </a:cubicBezTo>
                    <a:cubicBezTo>
                      <a:pt x="396" y="826"/>
                      <a:pt x="441" y="785"/>
                      <a:pt x="420" y="740"/>
                    </a:cubicBezTo>
                    <a:cubicBezTo>
                      <a:pt x="405" y="709"/>
                      <a:pt x="367" y="710"/>
                      <a:pt x="334" y="722"/>
                    </a:cubicBezTo>
                    <a:cubicBezTo>
                      <a:pt x="307" y="731"/>
                      <a:pt x="277" y="745"/>
                      <a:pt x="253" y="759"/>
                    </a:cubicBezTo>
                    <a:cubicBezTo>
                      <a:pt x="245" y="763"/>
                      <a:pt x="238" y="773"/>
                      <a:pt x="230" y="776"/>
                    </a:cubicBezTo>
                    <a:cubicBezTo>
                      <a:pt x="210" y="786"/>
                      <a:pt x="190" y="795"/>
                      <a:pt x="173" y="808"/>
                    </a:cubicBezTo>
                    <a:cubicBezTo>
                      <a:pt x="171" y="808"/>
                      <a:pt x="170" y="808"/>
                      <a:pt x="169" y="808"/>
                    </a:cubicBezTo>
                    <a:cubicBezTo>
                      <a:pt x="168" y="807"/>
                      <a:pt x="167" y="805"/>
                      <a:pt x="166" y="803"/>
                    </a:cubicBezTo>
                    <a:cubicBezTo>
                      <a:pt x="195" y="763"/>
                      <a:pt x="208" y="713"/>
                      <a:pt x="233" y="670"/>
                    </a:cubicBezTo>
                    <a:cubicBezTo>
                      <a:pt x="234" y="670"/>
                      <a:pt x="235" y="670"/>
                      <a:pt x="236" y="670"/>
                    </a:cubicBezTo>
                    <a:cubicBezTo>
                      <a:pt x="238" y="694"/>
                      <a:pt x="273" y="713"/>
                      <a:pt x="298" y="708"/>
                    </a:cubicBezTo>
                    <a:cubicBezTo>
                      <a:pt x="310" y="691"/>
                      <a:pt x="311" y="654"/>
                      <a:pt x="319" y="634"/>
                    </a:cubicBezTo>
                    <a:cubicBezTo>
                      <a:pt x="319" y="628"/>
                      <a:pt x="319" y="623"/>
                      <a:pt x="319" y="617"/>
                    </a:cubicBezTo>
                    <a:cubicBezTo>
                      <a:pt x="322" y="609"/>
                      <a:pt x="326" y="592"/>
                      <a:pt x="330" y="582"/>
                    </a:cubicBezTo>
                    <a:cubicBezTo>
                      <a:pt x="331" y="567"/>
                      <a:pt x="332" y="552"/>
                      <a:pt x="334" y="537"/>
                    </a:cubicBezTo>
                    <a:cubicBezTo>
                      <a:pt x="338" y="523"/>
                      <a:pt x="344" y="505"/>
                      <a:pt x="341" y="489"/>
                    </a:cubicBezTo>
                    <a:cubicBezTo>
                      <a:pt x="344" y="485"/>
                      <a:pt x="346" y="475"/>
                      <a:pt x="348" y="469"/>
                    </a:cubicBezTo>
                    <a:cubicBezTo>
                      <a:pt x="348" y="463"/>
                      <a:pt x="348" y="458"/>
                      <a:pt x="348" y="453"/>
                    </a:cubicBezTo>
                    <a:cubicBezTo>
                      <a:pt x="353" y="441"/>
                      <a:pt x="361" y="413"/>
                      <a:pt x="362" y="400"/>
                    </a:cubicBezTo>
                    <a:cubicBezTo>
                      <a:pt x="363" y="387"/>
                      <a:pt x="385" y="326"/>
                      <a:pt x="382" y="322"/>
                    </a:cubicBezTo>
                    <a:cubicBezTo>
                      <a:pt x="386" y="291"/>
                      <a:pt x="408" y="244"/>
                      <a:pt x="375" y="223"/>
                    </a:cubicBezTo>
                    <a:cubicBezTo>
                      <a:pt x="343" y="203"/>
                      <a:pt x="305" y="232"/>
                      <a:pt x="283" y="247"/>
                    </a:cubicBezTo>
                    <a:cubicBezTo>
                      <a:pt x="227" y="285"/>
                      <a:pt x="193" y="338"/>
                      <a:pt x="165" y="400"/>
                    </a:cubicBezTo>
                    <a:cubicBezTo>
                      <a:pt x="163" y="402"/>
                      <a:pt x="161" y="404"/>
                      <a:pt x="159" y="406"/>
                    </a:cubicBezTo>
                    <a:cubicBezTo>
                      <a:pt x="153" y="415"/>
                      <a:pt x="151" y="428"/>
                      <a:pt x="147" y="437"/>
                    </a:cubicBezTo>
                    <a:cubicBezTo>
                      <a:pt x="145" y="441"/>
                      <a:pt x="138" y="449"/>
                      <a:pt x="137" y="452"/>
                    </a:cubicBezTo>
                    <a:cubicBezTo>
                      <a:pt x="134" y="450"/>
                      <a:pt x="136" y="450"/>
                      <a:pt x="135" y="447"/>
                    </a:cubicBezTo>
                    <a:cubicBezTo>
                      <a:pt x="147" y="437"/>
                      <a:pt x="149" y="410"/>
                      <a:pt x="159" y="389"/>
                    </a:cubicBezTo>
                    <a:cubicBezTo>
                      <a:pt x="176" y="353"/>
                      <a:pt x="199" y="322"/>
                      <a:pt x="218" y="287"/>
                    </a:cubicBezTo>
                    <a:cubicBezTo>
                      <a:pt x="235" y="253"/>
                      <a:pt x="267" y="226"/>
                      <a:pt x="291" y="193"/>
                    </a:cubicBezTo>
                    <a:cubicBezTo>
                      <a:pt x="300" y="180"/>
                      <a:pt x="316" y="173"/>
                      <a:pt x="325" y="161"/>
                    </a:cubicBezTo>
                    <a:cubicBezTo>
                      <a:pt x="332" y="151"/>
                      <a:pt x="347" y="133"/>
                      <a:pt x="357" y="127"/>
                    </a:cubicBezTo>
                    <a:cubicBezTo>
                      <a:pt x="398" y="100"/>
                      <a:pt x="438" y="61"/>
                      <a:pt x="454" y="13"/>
                    </a:cubicBezTo>
                    <a:cubicBezTo>
                      <a:pt x="448" y="9"/>
                      <a:pt x="442" y="5"/>
                      <a:pt x="437" y="1"/>
                    </a:cubicBezTo>
                    <a:cubicBezTo>
                      <a:pt x="432" y="6"/>
                      <a:pt x="422" y="0"/>
                      <a:pt x="417" y="2"/>
                    </a:cubicBezTo>
                    <a:cubicBezTo>
                      <a:pt x="412" y="4"/>
                      <a:pt x="405" y="12"/>
                      <a:pt x="401" y="15"/>
                    </a:cubicBezTo>
                    <a:cubicBezTo>
                      <a:pt x="386" y="26"/>
                      <a:pt x="371" y="33"/>
                      <a:pt x="356" y="43"/>
                    </a:cubicBezTo>
                    <a:cubicBezTo>
                      <a:pt x="343" y="50"/>
                      <a:pt x="333" y="65"/>
                      <a:pt x="321" y="72"/>
                    </a:cubicBezTo>
                    <a:cubicBezTo>
                      <a:pt x="281" y="99"/>
                      <a:pt x="252" y="129"/>
                      <a:pt x="212" y="155"/>
                    </a:cubicBezTo>
                    <a:cubicBezTo>
                      <a:pt x="206" y="161"/>
                      <a:pt x="200" y="166"/>
                      <a:pt x="194" y="172"/>
                    </a:cubicBezTo>
                    <a:cubicBezTo>
                      <a:pt x="193" y="172"/>
                      <a:pt x="193" y="173"/>
                      <a:pt x="192" y="174"/>
                    </a:cubicBezTo>
                    <a:cubicBezTo>
                      <a:pt x="192" y="172"/>
                      <a:pt x="192" y="171"/>
                      <a:pt x="191" y="170"/>
                    </a:cubicBezTo>
                    <a:cubicBezTo>
                      <a:pt x="197" y="167"/>
                      <a:pt x="196" y="156"/>
                      <a:pt x="201" y="147"/>
                    </a:cubicBezTo>
                    <a:cubicBezTo>
                      <a:pt x="206" y="135"/>
                      <a:pt x="213" y="122"/>
                      <a:pt x="215" y="105"/>
                    </a:cubicBezTo>
                    <a:cubicBezTo>
                      <a:pt x="220" y="69"/>
                      <a:pt x="183" y="22"/>
                      <a:pt x="147" y="23"/>
                    </a:cubicBezTo>
                    <a:cubicBezTo>
                      <a:pt x="146" y="23"/>
                      <a:pt x="146" y="23"/>
                      <a:pt x="146" y="23"/>
                    </a:cubicBezTo>
                    <a:cubicBezTo>
                      <a:pt x="135" y="37"/>
                      <a:pt x="137" y="61"/>
                      <a:pt x="129" y="78"/>
                    </a:cubicBezTo>
                    <a:cubicBezTo>
                      <a:pt x="112" y="117"/>
                      <a:pt x="88" y="163"/>
                      <a:pt x="73" y="211"/>
                    </a:cubicBezTo>
                    <a:cubicBezTo>
                      <a:pt x="63" y="245"/>
                      <a:pt x="76" y="295"/>
                      <a:pt x="96" y="306"/>
                    </a:cubicBezTo>
                    <a:cubicBezTo>
                      <a:pt x="120" y="302"/>
                      <a:pt x="141" y="277"/>
                      <a:pt x="154" y="264"/>
                    </a:cubicBezTo>
                    <a:cubicBezTo>
                      <a:pt x="157" y="260"/>
                      <a:pt x="160" y="256"/>
                      <a:pt x="163" y="253"/>
                    </a:cubicBezTo>
                    <a:cubicBezTo>
                      <a:pt x="183" y="243"/>
                      <a:pt x="194" y="226"/>
                      <a:pt x="211" y="214"/>
                    </a:cubicBezTo>
                    <a:cubicBezTo>
                      <a:pt x="238" y="196"/>
                      <a:pt x="259" y="176"/>
                      <a:pt x="280" y="152"/>
                    </a:cubicBezTo>
                    <a:cubicBezTo>
                      <a:pt x="295" y="134"/>
                      <a:pt x="322" y="117"/>
                      <a:pt x="332" y="98"/>
                    </a:cubicBezTo>
                    <a:cubicBezTo>
                      <a:pt x="341" y="82"/>
                      <a:pt x="377" y="69"/>
                      <a:pt x="384" y="56"/>
                    </a:cubicBezTo>
                    <a:cubicBezTo>
                      <a:pt x="385" y="56"/>
                      <a:pt x="386" y="56"/>
                      <a:pt x="387" y="56"/>
                    </a:cubicBezTo>
                    <a:cubicBezTo>
                      <a:pt x="387" y="56"/>
                      <a:pt x="387" y="57"/>
                      <a:pt x="387" y="58"/>
                    </a:cubicBezTo>
                    <a:cubicBezTo>
                      <a:pt x="377" y="71"/>
                      <a:pt x="363" y="80"/>
                      <a:pt x="352" y="93"/>
                    </a:cubicBezTo>
                    <a:cubicBezTo>
                      <a:pt x="353" y="94"/>
                      <a:pt x="333" y="115"/>
                      <a:pt x="329" y="120"/>
                    </a:cubicBezTo>
                    <a:cubicBezTo>
                      <a:pt x="304" y="147"/>
                      <a:pt x="277" y="172"/>
                      <a:pt x="253" y="201"/>
                    </a:cubicBezTo>
                    <a:cubicBezTo>
                      <a:pt x="255" y="203"/>
                      <a:pt x="243" y="217"/>
                      <a:pt x="240" y="220"/>
                    </a:cubicBezTo>
                    <a:cubicBezTo>
                      <a:pt x="224" y="237"/>
                      <a:pt x="209" y="257"/>
                      <a:pt x="195" y="276"/>
                    </a:cubicBezTo>
                    <a:cubicBezTo>
                      <a:pt x="141" y="351"/>
                      <a:pt x="103" y="443"/>
                      <a:pt x="75" y="534"/>
                    </a:cubicBezTo>
                    <a:cubicBezTo>
                      <a:pt x="73" y="542"/>
                      <a:pt x="70" y="550"/>
                      <a:pt x="68" y="555"/>
                    </a:cubicBezTo>
                    <a:cubicBezTo>
                      <a:pt x="69" y="559"/>
                      <a:pt x="69" y="562"/>
                      <a:pt x="70" y="566"/>
                    </a:cubicBezTo>
                    <a:cubicBezTo>
                      <a:pt x="57" y="602"/>
                      <a:pt x="13" y="739"/>
                      <a:pt x="88" y="738"/>
                    </a:cubicBezTo>
                    <a:cubicBezTo>
                      <a:pt x="102" y="728"/>
                      <a:pt x="105" y="719"/>
                      <a:pt x="110" y="700"/>
                    </a:cubicBezTo>
                    <a:cubicBezTo>
                      <a:pt x="110" y="693"/>
                      <a:pt x="110" y="686"/>
                      <a:pt x="110" y="679"/>
                    </a:cubicBezTo>
                    <a:cubicBezTo>
                      <a:pt x="122" y="655"/>
                      <a:pt x="126" y="615"/>
                      <a:pt x="140" y="589"/>
                    </a:cubicBezTo>
                    <a:cubicBezTo>
                      <a:pt x="141" y="584"/>
                      <a:pt x="141" y="579"/>
                      <a:pt x="142" y="574"/>
                    </a:cubicBezTo>
                    <a:cubicBezTo>
                      <a:pt x="165" y="524"/>
                      <a:pt x="183" y="467"/>
                      <a:pt x="205" y="419"/>
                    </a:cubicBezTo>
                    <a:cubicBezTo>
                      <a:pt x="214" y="398"/>
                      <a:pt x="232" y="380"/>
                      <a:pt x="243" y="359"/>
                    </a:cubicBezTo>
                    <a:cubicBezTo>
                      <a:pt x="248" y="354"/>
                      <a:pt x="253" y="349"/>
                      <a:pt x="258" y="344"/>
                    </a:cubicBezTo>
                    <a:cubicBezTo>
                      <a:pt x="266" y="328"/>
                      <a:pt x="277" y="315"/>
                      <a:pt x="293" y="304"/>
                    </a:cubicBezTo>
                    <a:cubicBezTo>
                      <a:pt x="295" y="301"/>
                      <a:pt x="297" y="298"/>
                      <a:pt x="299" y="295"/>
                    </a:cubicBezTo>
                    <a:cubicBezTo>
                      <a:pt x="312" y="282"/>
                      <a:pt x="324" y="268"/>
                      <a:pt x="341" y="260"/>
                    </a:cubicBezTo>
                    <a:cubicBezTo>
                      <a:pt x="344" y="262"/>
                      <a:pt x="347" y="264"/>
                      <a:pt x="349" y="265"/>
                    </a:cubicBezTo>
                    <a:cubicBezTo>
                      <a:pt x="360" y="282"/>
                      <a:pt x="347" y="312"/>
                      <a:pt x="341" y="324"/>
                    </a:cubicBezTo>
                    <a:cubicBezTo>
                      <a:pt x="345" y="329"/>
                      <a:pt x="334" y="370"/>
                      <a:pt x="332" y="376"/>
                    </a:cubicBezTo>
                    <a:cubicBezTo>
                      <a:pt x="328" y="397"/>
                      <a:pt x="324" y="419"/>
                      <a:pt x="320" y="440"/>
                    </a:cubicBezTo>
                    <a:cubicBezTo>
                      <a:pt x="319" y="458"/>
                      <a:pt x="316" y="463"/>
                      <a:pt x="312" y="476"/>
                    </a:cubicBezTo>
                    <a:cubicBezTo>
                      <a:pt x="314" y="481"/>
                      <a:pt x="314" y="501"/>
                      <a:pt x="313" y="503"/>
                    </a:cubicBezTo>
                    <a:cubicBezTo>
                      <a:pt x="311" y="505"/>
                      <a:pt x="308" y="507"/>
                      <a:pt x="306" y="508"/>
                    </a:cubicBezTo>
                    <a:cubicBezTo>
                      <a:pt x="306" y="516"/>
                      <a:pt x="306" y="525"/>
                      <a:pt x="306" y="533"/>
                    </a:cubicBezTo>
                    <a:cubicBezTo>
                      <a:pt x="301" y="544"/>
                      <a:pt x="296" y="563"/>
                      <a:pt x="293" y="576"/>
                    </a:cubicBezTo>
                    <a:cubicBezTo>
                      <a:pt x="294" y="580"/>
                      <a:pt x="295" y="585"/>
                      <a:pt x="295" y="590"/>
                    </a:cubicBezTo>
                    <a:cubicBezTo>
                      <a:pt x="292" y="599"/>
                      <a:pt x="288" y="614"/>
                      <a:pt x="288" y="625"/>
                    </a:cubicBezTo>
                    <a:cubicBezTo>
                      <a:pt x="286" y="625"/>
                      <a:pt x="285" y="626"/>
                      <a:pt x="284" y="627"/>
                    </a:cubicBezTo>
                    <a:cubicBezTo>
                      <a:pt x="260" y="620"/>
                      <a:pt x="276" y="577"/>
                      <a:pt x="282" y="564"/>
                    </a:cubicBezTo>
                    <a:cubicBezTo>
                      <a:pt x="287" y="551"/>
                      <a:pt x="312" y="507"/>
                      <a:pt x="302" y="480"/>
                    </a:cubicBezTo>
                    <a:cubicBezTo>
                      <a:pt x="298" y="470"/>
                      <a:pt x="290" y="463"/>
                      <a:pt x="284" y="455"/>
                    </a:cubicBezTo>
                    <a:cubicBezTo>
                      <a:pt x="275" y="443"/>
                      <a:pt x="265" y="436"/>
                      <a:pt x="253" y="432"/>
                    </a:cubicBezTo>
                    <a:cubicBezTo>
                      <a:pt x="236" y="426"/>
                      <a:pt x="225" y="439"/>
                      <a:pt x="218" y="444"/>
                    </a:cubicBezTo>
                    <a:cubicBezTo>
                      <a:pt x="187" y="466"/>
                      <a:pt x="191" y="536"/>
                      <a:pt x="201" y="572"/>
                    </a:cubicBezTo>
                    <a:cubicBezTo>
                      <a:pt x="203" y="580"/>
                      <a:pt x="209" y="614"/>
                      <a:pt x="206" y="622"/>
                    </a:cubicBezTo>
                    <a:cubicBezTo>
                      <a:pt x="164" y="721"/>
                      <a:pt x="105" y="809"/>
                      <a:pt x="58" y="908"/>
                    </a:cubicBezTo>
                    <a:cubicBezTo>
                      <a:pt x="40" y="947"/>
                      <a:pt x="0" y="975"/>
                      <a:pt x="3" y="1027"/>
                    </a:cubicBezTo>
                    <a:cubicBezTo>
                      <a:pt x="10" y="1032"/>
                      <a:pt x="17" y="1037"/>
                      <a:pt x="24" y="1043"/>
                    </a:cubicBezTo>
                    <a:cubicBezTo>
                      <a:pt x="58" y="1041"/>
                      <a:pt x="79" y="996"/>
                      <a:pt x="94" y="968"/>
                    </a:cubicBezTo>
                    <a:cubicBezTo>
                      <a:pt x="97" y="965"/>
                      <a:pt x="101" y="962"/>
                      <a:pt x="105" y="958"/>
                    </a:cubicBezTo>
                    <a:cubicBezTo>
                      <a:pt x="115" y="944"/>
                      <a:pt x="122" y="933"/>
                      <a:pt x="132" y="918"/>
                    </a:cubicBezTo>
                    <a:cubicBezTo>
                      <a:pt x="138" y="909"/>
                      <a:pt x="151" y="903"/>
                      <a:pt x="157" y="894"/>
                    </a:cubicBezTo>
                    <a:cubicBezTo>
                      <a:pt x="187" y="846"/>
                      <a:pt x="255" y="801"/>
                      <a:pt x="301" y="768"/>
                    </a:cubicBezTo>
                    <a:cubicBezTo>
                      <a:pt x="308" y="763"/>
                      <a:pt x="338" y="749"/>
                      <a:pt x="347" y="745"/>
                    </a:cubicBezTo>
                    <a:cubicBezTo>
                      <a:pt x="357" y="742"/>
                      <a:pt x="364" y="743"/>
                      <a:pt x="371" y="738"/>
                    </a:cubicBezTo>
                    <a:cubicBezTo>
                      <a:pt x="375" y="739"/>
                      <a:pt x="375" y="739"/>
                      <a:pt x="378" y="740"/>
                    </a:cubicBezTo>
                    <a:cubicBezTo>
                      <a:pt x="390" y="781"/>
                      <a:pt x="348" y="829"/>
                      <a:pt x="342" y="860"/>
                    </a:cubicBezTo>
                    <a:cubicBezTo>
                      <a:pt x="323" y="860"/>
                      <a:pt x="315" y="851"/>
                      <a:pt x="300" y="845"/>
                    </a:cubicBezTo>
                    <a:cubicBezTo>
                      <a:pt x="261" y="831"/>
                      <a:pt x="230" y="846"/>
                      <a:pt x="219" y="881"/>
                    </a:cubicBezTo>
                    <a:cubicBezTo>
                      <a:pt x="218" y="886"/>
                      <a:pt x="223" y="890"/>
                      <a:pt x="224" y="894"/>
                    </a:cubicBezTo>
                    <a:cubicBezTo>
                      <a:pt x="234" y="922"/>
                      <a:pt x="250" y="944"/>
                      <a:pt x="275" y="963"/>
                    </a:cubicBezTo>
                    <a:cubicBezTo>
                      <a:pt x="281" y="967"/>
                      <a:pt x="290" y="984"/>
                      <a:pt x="304" y="979"/>
                    </a:cubicBezTo>
                    <a:cubicBezTo>
                      <a:pt x="331" y="971"/>
                      <a:pt x="343" y="932"/>
                      <a:pt x="360" y="928"/>
                    </a:cubicBezTo>
                    <a:cubicBezTo>
                      <a:pt x="375" y="940"/>
                      <a:pt x="385" y="961"/>
                      <a:pt x="401" y="973"/>
                    </a:cubicBezTo>
                    <a:cubicBezTo>
                      <a:pt x="412" y="980"/>
                      <a:pt x="425" y="986"/>
                      <a:pt x="435" y="991"/>
                    </a:cubicBezTo>
                    <a:cubicBezTo>
                      <a:pt x="441" y="995"/>
                      <a:pt x="446" y="1001"/>
                      <a:pt x="456" y="1001"/>
                    </a:cubicBezTo>
                    <a:cubicBezTo>
                      <a:pt x="460" y="999"/>
                      <a:pt x="465" y="993"/>
                      <a:pt x="466" y="988"/>
                    </a:cubicBezTo>
                    <a:cubicBezTo>
                      <a:pt x="460" y="982"/>
                      <a:pt x="456" y="960"/>
                      <a:pt x="449" y="951"/>
                    </a:cubicBezTo>
                    <a:cubicBezTo>
                      <a:pt x="443" y="942"/>
                      <a:pt x="421" y="919"/>
                      <a:pt x="412" y="914"/>
                    </a:cubicBezTo>
                    <a:close/>
                    <a:moveTo>
                      <a:pt x="134" y="466"/>
                    </a:moveTo>
                    <a:cubicBezTo>
                      <a:pt x="132" y="466"/>
                      <a:pt x="131" y="467"/>
                      <a:pt x="129" y="467"/>
                    </a:cubicBezTo>
                    <a:cubicBezTo>
                      <a:pt x="130" y="465"/>
                      <a:pt x="131" y="462"/>
                      <a:pt x="132" y="460"/>
                    </a:cubicBezTo>
                    <a:cubicBezTo>
                      <a:pt x="133" y="461"/>
                      <a:pt x="134" y="461"/>
                      <a:pt x="134" y="462"/>
                    </a:cubicBezTo>
                    <a:cubicBezTo>
                      <a:pt x="134" y="463"/>
                      <a:pt x="134" y="465"/>
                      <a:pt x="134" y="466"/>
                    </a:cubicBezTo>
                    <a:close/>
                    <a:moveTo>
                      <a:pt x="309" y="910"/>
                    </a:moveTo>
                    <a:cubicBezTo>
                      <a:pt x="303" y="914"/>
                      <a:pt x="300" y="912"/>
                      <a:pt x="291" y="915"/>
                    </a:cubicBezTo>
                    <a:cubicBezTo>
                      <a:pt x="285" y="907"/>
                      <a:pt x="281" y="900"/>
                      <a:pt x="277" y="889"/>
                    </a:cubicBezTo>
                    <a:cubicBezTo>
                      <a:pt x="278" y="888"/>
                      <a:pt x="277" y="889"/>
                      <a:pt x="278" y="888"/>
                    </a:cubicBezTo>
                    <a:cubicBezTo>
                      <a:pt x="290" y="888"/>
                      <a:pt x="297" y="893"/>
                      <a:pt x="306" y="894"/>
                    </a:cubicBezTo>
                    <a:cubicBezTo>
                      <a:pt x="309" y="898"/>
                      <a:pt x="310" y="902"/>
                      <a:pt x="309" y="910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</p:grpSp>
        <p:grpSp>
          <p:nvGrpSpPr>
            <p:cNvPr id="44" name="íšľïḋê"/>
            <p:cNvGrpSpPr/>
            <p:nvPr/>
          </p:nvGrpSpPr>
          <p:grpSpPr>
            <a:xfrm>
              <a:off x="8190759" y="2868968"/>
              <a:ext cx="635165" cy="888620"/>
              <a:chOff x="6813550" y="4995860"/>
              <a:chExt cx="660400" cy="923924"/>
            </a:xfrm>
            <a:grpFill/>
          </p:grpSpPr>
          <p:sp>
            <p:nvSpPr>
              <p:cNvPr id="50" name="ïşḻiḍe"/>
              <p:cNvSpPr/>
              <p:nvPr/>
            </p:nvSpPr>
            <p:spPr bwMode="auto">
              <a:xfrm>
                <a:off x="6813550" y="4995860"/>
                <a:ext cx="660400" cy="923924"/>
              </a:xfrm>
              <a:custGeom>
                <a:avLst/>
                <a:gdLst>
                  <a:gd name="T0" fmla="*/ 467 w 649"/>
                  <a:gd name="T1" fmla="*/ 260 h 907"/>
                  <a:gd name="T2" fmla="*/ 543 w 649"/>
                  <a:gd name="T3" fmla="*/ 120 h 907"/>
                  <a:gd name="T4" fmla="*/ 577 w 649"/>
                  <a:gd name="T5" fmla="*/ 2 h 907"/>
                  <a:gd name="T6" fmla="*/ 462 w 649"/>
                  <a:gd name="T7" fmla="*/ 50 h 907"/>
                  <a:gd name="T8" fmla="*/ 562 w 649"/>
                  <a:gd name="T9" fmla="*/ 49 h 907"/>
                  <a:gd name="T10" fmla="*/ 445 w 649"/>
                  <a:gd name="T11" fmla="*/ 265 h 907"/>
                  <a:gd name="T12" fmla="*/ 433 w 649"/>
                  <a:gd name="T13" fmla="*/ 236 h 907"/>
                  <a:gd name="T14" fmla="*/ 395 w 649"/>
                  <a:gd name="T15" fmla="*/ 120 h 907"/>
                  <a:gd name="T16" fmla="*/ 460 w 649"/>
                  <a:gd name="T17" fmla="*/ 18 h 907"/>
                  <a:gd name="T18" fmla="*/ 294 w 649"/>
                  <a:gd name="T19" fmla="*/ 91 h 907"/>
                  <a:gd name="T20" fmla="*/ 301 w 649"/>
                  <a:gd name="T21" fmla="*/ 122 h 907"/>
                  <a:gd name="T22" fmla="*/ 283 w 649"/>
                  <a:gd name="T23" fmla="*/ 157 h 907"/>
                  <a:gd name="T24" fmla="*/ 315 w 649"/>
                  <a:gd name="T25" fmla="*/ 202 h 907"/>
                  <a:gd name="T26" fmla="*/ 193 w 649"/>
                  <a:gd name="T27" fmla="*/ 266 h 907"/>
                  <a:gd name="T28" fmla="*/ 231 w 649"/>
                  <a:gd name="T29" fmla="*/ 330 h 907"/>
                  <a:gd name="T30" fmla="*/ 308 w 649"/>
                  <a:gd name="T31" fmla="*/ 264 h 907"/>
                  <a:gd name="T32" fmla="*/ 362 w 649"/>
                  <a:gd name="T33" fmla="*/ 332 h 907"/>
                  <a:gd name="T34" fmla="*/ 175 w 649"/>
                  <a:gd name="T35" fmla="*/ 395 h 907"/>
                  <a:gd name="T36" fmla="*/ 177 w 649"/>
                  <a:gd name="T37" fmla="*/ 277 h 907"/>
                  <a:gd name="T38" fmla="*/ 155 w 649"/>
                  <a:gd name="T39" fmla="*/ 258 h 907"/>
                  <a:gd name="T40" fmla="*/ 165 w 649"/>
                  <a:gd name="T41" fmla="*/ 428 h 907"/>
                  <a:gd name="T42" fmla="*/ 246 w 649"/>
                  <a:gd name="T43" fmla="*/ 406 h 907"/>
                  <a:gd name="T44" fmla="*/ 278 w 649"/>
                  <a:gd name="T45" fmla="*/ 393 h 907"/>
                  <a:gd name="T46" fmla="*/ 384 w 649"/>
                  <a:gd name="T47" fmla="*/ 399 h 907"/>
                  <a:gd name="T48" fmla="*/ 366 w 649"/>
                  <a:gd name="T49" fmla="*/ 494 h 907"/>
                  <a:gd name="T50" fmla="*/ 199 w 649"/>
                  <a:gd name="T51" fmla="*/ 615 h 907"/>
                  <a:gd name="T52" fmla="*/ 93 w 649"/>
                  <a:gd name="T53" fmla="*/ 660 h 907"/>
                  <a:gd name="T54" fmla="*/ 20 w 649"/>
                  <a:gd name="T55" fmla="*/ 679 h 907"/>
                  <a:gd name="T56" fmla="*/ 75 w 649"/>
                  <a:gd name="T57" fmla="*/ 751 h 907"/>
                  <a:gd name="T58" fmla="*/ 158 w 649"/>
                  <a:gd name="T59" fmla="*/ 718 h 907"/>
                  <a:gd name="T60" fmla="*/ 303 w 649"/>
                  <a:gd name="T61" fmla="*/ 847 h 907"/>
                  <a:gd name="T62" fmla="*/ 74 w 649"/>
                  <a:gd name="T63" fmla="*/ 775 h 907"/>
                  <a:gd name="T64" fmla="*/ 143 w 649"/>
                  <a:gd name="T65" fmla="*/ 847 h 907"/>
                  <a:gd name="T66" fmla="*/ 329 w 649"/>
                  <a:gd name="T67" fmla="*/ 906 h 907"/>
                  <a:gd name="T68" fmla="*/ 342 w 649"/>
                  <a:gd name="T69" fmla="*/ 787 h 907"/>
                  <a:gd name="T70" fmla="*/ 374 w 649"/>
                  <a:gd name="T71" fmla="*/ 641 h 907"/>
                  <a:gd name="T72" fmla="*/ 426 w 649"/>
                  <a:gd name="T73" fmla="*/ 624 h 907"/>
                  <a:gd name="T74" fmla="*/ 444 w 649"/>
                  <a:gd name="T75" fmla="*/ 561 h 907"/>
                  <a:gd name="T76" fmla="*/ 331 w 649"/>
                  <a:gd name="T77" fmla="*/ 570 h 907"/>
                  <a:gd name="T78" fmla="*/ 434 w 649"/>
                  <a:gd name="T79" fmla="*/ 481 h 907"/>
                  <a:gd name="T80" fmla="*/ 300 w 649"/>
                  <a:gd name="T81" fmla="*/ 473 h 907"/>
                  <a:gd name="T82" fmla="*/ 353 w 649"/>
                  <a:gd name="T83" fmla="*/ 434 h 907"/>
                  <a:gd name="T84" fmla="*/ 474 w 649"/>
                  <a:gd name="T85" fmla="*/ 401 h 907"/>
                  <a:gd name="T86" fmla="*/ 244 w 649"/>
                  <a:gd name="T87" fmla="*/ 294 h 907"/>
                  <a:gd name="T88" fmla="*/ 336 w 649"/>
                  <a:gd name="T89" fmla="*/ 238 h 907"/>
                  <a:gd name="T90" fmla="*/ 349 w 649"/>
                  <a:gd name="T91" fmla="*/ 250 h 907"/>
                  <a:gd name="T92" fmla="*/ 412 w 649"/>
                  <a:gd name="T93" fmla="*/ 129 h 907"/>
                  <a:gd name="T94" fmla="*/ 411 w 649"/>
                  <a:gd name="T95" fmla="*/ 138 h 907"/>
                  <a:gd name="T96" fmla="*/ 390 w 649"/>
                  <a:gd name="T97" fmla="*/ 272 h 907"/>
                  <a:gd name="T98" fmla="*/ 433 w 649"/>
                  <a:gd name="T99" fmla="*/ 353 h 907"/>
                  <a:gd name="T100" fmla="*/ 470 w 649"/>
                  <a:gd name="T101" fmla="*/ 334 h 907"/>
                  <a:gd name="T102" fmla="*/ 626 w 649"/>
                  <a:gd name="T103" fmla="*/ 306 h 90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  <a:cxn ang="0">
                    <a:pos x="T90" y="T91"/>
                  </a:cxn>
                  <a:cxn ang="0">
                    <a:pos x="T92" y="T93"/>
                  </a:cxn>
                  <a:cxn ang="0">
                    <a:pos x="T94" y="T95"/>
                  </a:cxn>
                  <a:cxn ang="0">
                    <a:pos x="T96" y="T97"/>
                  </a:cxn>
                  <a:cxn ang="0">
                    <a:pos x="T98" y="T99"/>
                  </a:cxn>
                  <a:cxn ang="0">
                    <a:pos x="T100" y="T101"/>
                  </a:cxn>
                  <a:cxn ang="0">
                    <a:pos x="T102" y="T103"/>
                  </a:cxn>
                </a:cxnLst>
                <a:rect l="0" t="0" r="r" b="b"/>
                <a:pathLst>
                  <a:path w="649" h="907">
                    <a:moveTo>
                      <a:pt x="513" y="305"/>
                    </a:moveTo>
                    <a:cubicBezTo>
                      <a:pt x="507" y="305"/>
                      <a:pt x="501" y="305"/>
                      <a:pt x="496" y="305"/>
                    </a:cubicBezTo>
                    <a:cubicBezTo>
                      <a:pt x="482" y="309"/>
                      <a:pt x="468" y="309"/>
                      <a:pt x="455" y="315"/>
                    </a:cubicBezTo>
                    <a:cubicBezTo>
                      <a:pt x="439" y="314"/>
                      <a:pt x="463" y="267"/>
                      <a:pt x="467" y="260"/>
                    </a:cubicBezTo>
                    <a:cubicBezTo>
                      <a:pt x="484" y="234"/>
                      <a:pt x="495" y="199"/>
                      <a:pt x="508" y="170"/>
                    </a:cubicBezTo>
                    <a:cubicBezTo>
                      <a:pt x="514" y="159"/>
                      <a:pt x="524" y="151"/>
                      <a:pt x="530" y="141"/>
                    </a:cubicBezTo>
                    <a:cubicBezTo>
                      <a:pt x="531" y="138"/>
                      <a:pt x="531" y="135"/>
                      <a:pt x="532" y="132"/>
                    </a:cubicBezTo>
                    <a:cubicBezTo>
                      <a:pt x="536" y="128"/>
                      <a:pt x="539" y="124"/>
                      <a:pt x="543" y="120"/>
                    </a:cubicBezTo>
                    <a:cubicBezTo>
                      <a:pt x="543" y="118"/>
                      <a:pt x="543" y="115"/>
                      <a:pt x="543" y="113"/>
                    </a:cubicBezTo>
                    <a:cubicBezTo>
                      <a:pt x="547" y="110"/>
                      <a:pt x="551" y="106"/>
                      <a:pt x="556" y="103"/>
                    </a:cubicBezTo>
                    <a:cubicBezTo>
                      <a:pt x="561" y="92"/>
                      <a:pt x="566" y="85"/>
                      <a:pt x="571" y="77"/>
                    </a:cubicBezTo>
                    <a:cubicBezTo>
                      <a:pt x="577" y="66"/>
                      <a:pt x="598" y="13"/>
                      <a:pt x="577" y="2"/>
                    </a:cubicBezTo>
                    <a:cubicBezTo>
                      <a:pt x="575" y="0"/>
                      <a:pt x="546" y="2"/>
                      <a:pt x="540" y="4"/>
                    </a:cubicBezTo>
                    <a:cubicBezTo>
                      <a:pt x="513" y="13"/>
                      <a:pt x="488" y="28"/>
                      <a:pt x="465" y="37"/>
                    </a:cubicBezTo>
                    <a:cubicBezTo>
                      <a:pt x="463" y="40"/>
                      <a:pt x="462" y="43"/>
                      <a:pt x="462" y="49"/>
                    </a:cubicBezTo>
                    <a:cubicBezTo>
                      <a:pt x="462" y="49"/>
                      <a:pt x="462" y="50"/>
                      <a:pt x="462" y="50"/>
                    </a:cubicBezTo>
                    <a:cubicBezTo>
                      <a:pt x="476" y="59"/>
                      <a:pt x="513" y="35"/>
                      <a:pt x="527" y="30"/>
                    </a:cubicBezTo>
                    <a:cubicBezTo>
                      <a:pt x="539" y="25"/>
                      <a:pt x="540" y="32"/>
                      <a:pt x="551" y="23"/>
                    </a:cubicBezTo>
                    <a:cubicBezTo>
                      <a:pt x="555" y="23"/>
                      <a:pt x="558" y="24"/>
                      <a:pt x="561" y="25"/>
                    </a:cubicBezTo>
                    <a:cubicBezTo>
                      <a:pt x="561" y="33"/>
                      <a:pt x="561" y="41"/>
                      <a:pt x="562" y="49"/>
                    </a:cubicBezTo>
                    <a:cubicBezTo>
                      <a:pt x="549" y="75"/>
                      <a:pt x="534" y="104"/>
                      <a:pt x="520" y="126"/>
                    </a:cubicBezTo>
                    <a:cubicBezTo>
                      <a:pt x="507" y="146"/>
                      <a:pt x="490" y="164"/>
                      <a:pt x="481" y="185"/>
                    </a:cubicBezTo>
                    <a:cubicBezTo>
                      <a:pt x="474" y="200"/>
                      <a:pt x="465" y="217"/>
                      <a:pt x="458" y="232"/>
                    </a:cubicBezTo>
                    <a:cubicBezTo>
                      <a:pt x="454" y="243"/>
                      <a:pt x="449" y="254"/>
                      <a:pt x="445" y="265"/>
                    </a:cubicBezTo>
                    <a:cubicBezTo>
                      <a:pt x="437" y="277"/>
                      <a:pt x="422" y="303"/>
                      <a:pt x="417" y="319"/>
                    </a:cubicBezTo>
                    <a:cubicBezTo>
                      <a:pt x="412" y="322"/>
                      <a:pt x="407" y="323"/>
                      <a:pt x="397" y="323"/>
                    </a:cubicBezTo>
                    <a:cubicBezTo>
                      <a:pt x="396" y="321"/>
                      <a:pt x="397" y="323"/>
                      <a:pt x="395" y="321"/>
                    </a:cubicBezTo>
                    <a:cubicBezTo>
                      <a:pt x="396" y="286"/>
                      <a:pt x="450" y="279"/>
                      <a:pt x="433" y="236"/>
                    </a:cubicBezTo>
                    <a:cubicBezTo>
                      <a:pt x="429" y="228"/>
                      <a:pt x="432" y="226"/>
                      <a:pt x="425" y="221"/>
                    </a:cubicBezTo>
                    <a:cubicBezTo>
                      <a:pt x="425" y="194"/>
                      <a:pt x="460" y="111"/>
                      <a:pt x="422" y="99"/>
                    </a:cubicBezTo>
                    <a:cubicBezTo>
                      <a:pt x="418" y="103"/>
                      <a:pt x="415" y="102"/>
                      <a:pt x="409" y="106"/>
                    </a:cubicBezTo>
                    <a:cubicBezTo>
                      <a:pt x="404" y="110"/>
                      <a:pt x="399" y="115"/>
                      <a:pt x="395" y="120"/>
                    </a:cubicBezTo>
                    <a:cubicBezTo>
                      <a:pt x="386" y="115"/>
                      <a:pt x="378" y="109"/>
                      <a:pt x="368" y="109"/>
                    </a:cubicBezTo>
                    <a:cubicBezTo>
                      <a:pt x="366" y="107"/>
                      <a:pt x="364" y="104"/>
                      <a:pt x="362" y="102"/>
                    </a:cubicBezTo>
                    <a:cubicBezTo>
                      <a:pt x="380" y="87"/>
                      <a:pt x="432" y="33"/>
                      <a:pt x="454" y="31"/>
                    </a:cubicBezTo>
                    <a:cubicBezTo>
                      <a:pt x="458" y="27"/>
                      <a:pt x="460" y="26"/>
                      <a:pt x="460" y="18"/>
                    </a:cubicBezTo>
                    <a:cubicBezTo>
                      <a:pt x="454" y="10"/>
                      <a:pt x="444" y="2"/>
                      <a:pt x="434" y="2"/>
                    </a:cubicBezTo>
                    <a:cubicBezTo>
                      <a:pt x="411" y="19"/>
                      <a:pt x="396" y="51"/>
                      <a:pt x="373" y="65"/>
                    </a:cubicBezTo>
                    <a:cubicBezTo>
                      <a:pt x="363" y="71"/>
                      <a:pt x="346" y="82"/>
                      <a:pt x="343" y="90"/>
                    </a:cubicBezTo>
                    <a:cubicBezTo>
                      <a:pt x="327" y="90"/>
                      <a:pt x="308" y="86"/>
                      <a:pt x="294" y="91"/>
                    </a:cubicBezTo>
                    <a:cubicBezTo>
                      <a:pt x="288" y="94"/>
                      <a:pt x="285" y="100"/>
                      <a:pt x="277" y="102"/>
                    </a:cubicBezTo>
                    <a:cubicBezTo>
                      <a:pt x="274" y="106"/>
                      <a:pt x="273" y="108"/>
                      <a:pt x="273" y="117"/>
                    </a:cubicBezTo>
                    <a:cubicBezTo>
                      <a:pt x="273" y="117"/>
                      <a:pt x="273" y="117"/>
                      <a:pt x="273" y="117"/>
                    </a:cubicBezTo>
                    <a:cubicBezTo>
                      <a:pt x="280" y="122"/>
                      <a:pt x="299" y="118"/>
                      <a:pt x="301" y="122"/>
                    </a:cubicBezTo>
                    <a:cubicBezTo>
                      <a:pt x="303" y="124"/>
                      <a:pt x="302" y="123"/>
                      <a:pt x="303" y="126"/>
                    </a:cubicBezTo>
                    <a:cubicBezTo>
                      <a:pt x="295" y="129"/>
                      <a:pt x="290" y="137"/>
                      <a:pt x="282" y="138"/>
                    </a:cubicBezTo>
                    <a:cubicBezTo>
                      <a:pt x="279" y="142"/>
                      <a:pt x="279" y="146"/>
                      <a:pt x="279" y="153"/>
                    </a:cubicBezTo>
                    <a:cubicBezTo>
                      <a:pt x="281" y="154"/>
                      <a:pt x="282" y="156"/>
                      <a:pt x="283" y="157"/>
                    </a:cubicBezTo>
                    <a:cubicBezTo>
                      <a:pt x="304" y="153"/>
                      <a:pt x="320" y="142"/>
                      <a:pt x="331" y="126"/>
                    </a:cubicBezTo>
                    <a:cubicBezTo>
                      <a:pt x="340" y="126"/>
                      <a:pt x="348" y="126"/>
                      <a:pt x="354" y="127"/>
                    </a:cubicBezTo>
                    <a:cubicBezTo>
                      <a:pt x="357" y="131"/>
                      <a:pt x="359" y="132"/>
                      <a:pt x="360" y="138"/>
                    </a:cubicBezTo>
                    <a:cubicBezTo>
                      <a:pt x="345" y="158"/>
                      <a:pt x="330" y="179"/>
                      <a:pt x="315" y="202"/>
                    </a:cubicBezTo>
                    <a:cubicBezTo>
                      <a:pt x="305" y="202"/>
                      <a:pt x="299" y="198"/>
                      <a:pt x="293" y="194"/>
                    </a:cubicBezTo>
                    <a:cubicBezTo>
                      <a:pt x="285" y="194"/>
                      <a:pt x="238" y="255"/>
                      <a:pt x="237" y="263"/>
                    </a:cubicBezTo>
                    <a:cubicBezTo>
                      <a:pt x="231" y="269"/>
                      <a:pt x="225" y="274"/>
                      <a:pt x="219" y="280"/>
                    </a:cubicBezTo>
                    <a:cubicBezTo>
                      <a:pt x="212" y="273"/>
                      <a:pt x="205" y="266"/>
                      <a:pt x="193" y="266"/>
                    </a:cubicBezTo>
                    <a:cubicBezTo>
                      <a:pt x="181" y="284"/>
                      <a:pt x="184" y="320"/>
                      <a:pt x="208" y="325"/>
                    </a:cubicBezTo>
                    <a:cubicBezTo>
                      <a:pt x="214" y="320"/>
                      <a:pt x="220" y="320"/>
                      <a:pt x="224" y="314"/>
                    </a:cubicBezTo>
                    <a:cubicBezTo>
                      <a:pt x="228" y="314"/>
                      <a:pt x="228" y="314"/>
                      <a:pt x="229" y="315"/>
                    </a:cubicBezTo>
                    <a:cubicBezTo>
                      <a:pt x="232" y="314"/>
                      <a:pt x="231" y="326"/>
                      <a:pt x="231" y="330"/>
                    </a:cubicBezTo>
                    <a:cubicBezTo>
                      <a:pt x="235" y="333"/>
                      <a:pt x="236" y="334"/>
                      <a:pt x="243" y="334"/>
                    </a:cubicBezTo>
                    <a:cubicBezTo>
                      <a:pt x="250" y="328"/>
                      <a:pt x="253" y="321"/>
                      <a:pt x="257" y="315"/>
                    </a:cubicBezTo>
                    <a:cubicBezTo>
                      <a:pt x="270" y="295"/>
                      <a:pt x="289" y="281"/>
                      <a:pt x="302" y="264"/>
                    </a:cubicBezTo>
                    <a:cubicBezTo>
                      <a:pt x="304" y="264"/>
                      <a:pt x="306" y="264"/>
                      <a:pt x="308" y="264"/>
                    </a:cubicBezTo>
                    <a:cubicBezTo>
                      <a:pt x="315" y="274"/>
                      <a:pt x="318" y="287"/>
                      <a:pt x="325" y="296"/>
                    </a:cubicBezTo>
                    <a:cubicBezTo>
                      <a:pt x="318" y="300"/>
                      <a:pt x="305" y="306"/>
                      <a:pt x="293" y="306"/>
                    </a:cubicBezTo>
                    <a:cubicBezTo>
                      <a:pt x="293" y="308"/>
                      <a:pt x="293" y="310"/>
                      <a:pt x="293" y="312"/>
                    </a:cubicBezTo>
                    <a:cubicBezTo>
                      <a:pt x="300" y="317"/>
                      <a:pt x="352" y="332"/>
                      <a:pt x="362" y="332"/>
                    </a:cubicBezTo>
                    <a:cubicBezTo>
                      <a:pt x="362" y="333"/>
                      <a:pt x="362" y="335"/>
                      <a:pt x="362" y="336"/>
                    </a:cubicBezTo>
                    <a:cubicBezTo>
                      <a:pt x="337" y="347"/>
                      <a:pt x="304" y="350"/>
                      <a:pt x="276" y="358"/>
                    </a:cubicBezTo>
                    <a:cubicBezTo>
                      <a:pt x="248" y="367"/>
                      <a:pt x="220" y="375"/>
                      <a:pt x="191" y="385"/>
                    </a:cubicBezTo>
                    <a:cubicBezTo>
                      <a:pt x="186" y="388"/>
                      <a:pt x="181" y="391"/>
                      <a:pt x="175" y="395"/>
                    </a:cubicBezTo>
                    <a:cubicBezTo>
                      <a:pt x="174" y="393"/>
                      <a:pt x="175" y="394"/>
                      <a:pt x="174" y="393"/>
                    </a:cubicBezTo>
                    <a:cubicBezTo>
                      <a:pt x="176" y="377"/>
                      <a:pt x="179" y="362"/>
                      <a:pt x="181" y="346"/>
                    </a:cubicBezTo>
                    <a:cubicBezTo>
                      <a:pt x="176" y="329"/>
                      <a:pt x="179" y="300"/>
                      <a:pt x="175" y="285"/>
                    </a:cubicBezTo>
                    <a:cubicBezTo>
                      <a:pt x="176" y="282"/>
                      <a:pt x="177" y="279"/>
                      <a:pt x="177" y="277"/>
                    </a:cubicBezTo>
                    <a:cubicBezTo>
                      <a:pt x="172" y="265"/>
                      <a:pt x="172" y="249"/>
                      <a:pt x="172" y="232"/>
                    </a:cubicBezTo>
                    <a:cubicBezTo>
                      <a:pt x="169" y="230"/>
                      <a:pt x="165" y="227"/>
                      <a:pt x="164" y="224"/>
                    </a:cubicBezTo>
                    <a:cubicBezTo>
                      <a:pt x="162" y="224"/>
                      <a:pt x="160" y="224"/>
                      <a:pt x="158" y="224"/>
                    </a:cubicBezTo>
                    <a:cubicBezTo>
                      <a:pt x="151" y="235"/>
                      <a:pt x="160" y="244"/>
                      <a:pt x="155" y="258"/>
                    </a:cubicBezTo>
                    <a:cubicBezTo>
                      <a:pt x="150" y="274"/>
                      <a:pt x="151" y="293"/>
                      <a:pt x="148" y="309"/>
                    </a:cubicBezTo>
                    <a:cubicBezTo>
                      <a:pt x="149" y="315"/>
                      <a:pt x="150" y="322"/>
                      <a:pt x="150" y="328"/>
                    </a:cubicBezTo>
                    <a:cubicBezTo>
                      <a:pt x="143" y="347"/>
                      <a:pt x="144" y="382"/>
                      <a:pt x="150" y="400"/>
                    </a:cubicBezTo>
                    <a:cubicBezTo>
                      <a:pt x="156" y="414"/>
                      <a:pt x="151" y="424"/>
                      <a:pt x="165" y="428"/>
                    </a:cubicBezTo>
                    <a:cubicBezTo>
                      <a:pt x="182" y="434"/>
                      <a:pt x="210" y="418"/>
                      <a:pt x="219" y="413"/>
                    </a:cubicBezTo>
                    <a:cubicBezTo>
                      <a:pt x="223" y="413"/>
                      <a:pt x="226" y="413"/>
                      <a:pt x="229" y="413"/>
                    </a:cubicBezTo>
                    <a:cubicBezTo>
                      <a:pt x="232" y="411"/>
                      <a:pt x="234" y="409"/>
                      <a:pt x="237" y="407"/>
                    </a:cubicBezTo>
                    <a:cubicBezTo>
                      <a:pt x="240" y="406"/>
                      <a:pt x="243" y="406"/>
                      <a:pt x="246" y="406"/>
                    </a:cubicBezTo>
                    <a:cubicBezTo>
                      <a:pt x="248" y="404"/>
                      <a:pt x="249" y="402"/>
                      <a:pt x="250" y="401"/>
                    </a:cubicBezTo>
                    <a:cubicBezTo>
                      <a:pt x="254" y="401"/>
                      <a:pt x="258" y="401"/>
                      <a:pt x="261" y="401"/>
                    </a:cubicBezTo>
                    <a:cubicBezTo>
                      <a:pt x="263" y="398"/>
                      <a:pt x="265" y="396"/>
                      <a:pt x="266" y="394"/>
                    </a:cubicBezTo>
                    <a:cubicBezTo>
                      <a:pt x="270" y="394"/>
                      <a:pt x="274" y="393"/>
                      <a:pt x="278" y="393"/>
                    </a:cubicBezTo>
                    <a:cubicBezTo>
                      <a:pt x="280" y="392"/>
                      <a:pt x="282" y="389"/>
                      <a:pt x="283" y="388"/>
                    </a:cubicBezTo>
                    <a:cubicBezTo>
                      <a:pt x="288" y="388"/>
                      <a:pt x="292" y="387"/>
                      <a:pt x="296" y="387"/>
                    </a:cubicBezTo>
                    <a:cubicBezTo>
                      <a:pt x="318" y="376"/>
                      <a:pt x="352" y="357"/>
                      <a:pt x="379" y="362"/>
                    </a:cubicBezTo>
                    <a:cubicBezTo>
                      <a:pt x="379" y="378"/>
                      <a:pt x="381" y="391"/>
                      <a:pt x="384" y="399"/>
                    </a:cubicBezTo>
                    <a:cubicBezTo>
                      <a:pt x="365" y="402"/>
                      <a:pt x="348" y="416"/>
                      <a:pt x="333" y="425"/>
                    </a:cubicBezTo>
                    <a:cubicBezTo>
                      <a:pt x="301" y="444"/>
                      <a:pt x="241" y="466"/>
                      <a:pt x="239" y="511"/>
                    </a:cubicBezTo>
                    <a:cubicBezTo>
                      <a:pt x="258" y="523"/>
                      <a:pt x="333" y="507"/>
                      <a:pt x="349" y="502"/>
                    </a:cubicBezTo>
                    <a:cubicBezTo>
                      <a:pt x="355" y="500"/>
                      <a:pt x="360" y="494"/>
                      <a:pt x="366" y="494"/>
                    </a:cubicBezTo>
                    <a:cubicBezTo>
                      <a:pt x="367" y="493"/>
                      <a:pt x="369" y="491"/>
                      <a:pt x="370" y="490"/>
                    </a:cubicBezTo>
                    <a:cubicBezTo>
                      <a:pt x="371" y="492"/>
                      <a:pt x="371" y="491"/>
                      <a:pt x="373" y="493"/>
                    </a:cubicBezTo>
                    <a:cubicBezTo>
                      <a:pt x="367" y="511"/>
                      <a:pt x="304" y="556"/>
                      <a:pt x="303" y="579"/>
                    </a:cubicBezTo>
                    <a:cubicBezTo>
                      <a:pt x="277" y="597"/>
                      <a:pt x="230" y="604"/>
                      <a:pt x="199" y="615"/>
                    </a:cubicBezTo>
                    <a:cubicBezTo>
                      <a:pt x="195" y="614"/>
                      <a:pt x="191" y="613"/>
                      <a:pt x="187" y="611"/>
                    </a:cubicBezTo>
                    <a:cubicBezTo>
                      <a:pt x="173" y="616"/>
                      <a:pt x="163" y="631"/>
                      <a:pt x="154" y="635"/>
                    </a:cubicBezTo>
                    <a:cubicBezTo>
                      <a:pt x="149" y="635"/>
                      <a:pt x="145" y="635"/>
                      <a:pt x="141" y="635"/>
                    </a:cubicBezTo>
                    <a:cubicBezTo>
                      <a:pt x="125" y="641"/>
                      <a:pt x="107" y="653"/>
                      <a:pt x="93" y="660"/>
                    </a:cubicBezTo>
                    <a:cubicBezTo>
                      <a:pt x="86" y="655"/>
                      <a:pt x="64" y="669"/>
                      <a:pt x="60" y="671"/>
                    </a:cubicBezTo>
                    <a:cubicBezTo>
                      <a:pt x="56" y="671"/>
                      <a:pt x="52" y="671"/>
                      <a:pt x="47" y="670"/>
                    </a:cubicBezTo>
                    <a:cubicBezTo>
                      <a:pt x="46" y="673"/>
                      <a:pt x="44" y="675"/>
                      <a:pt x="42" y="677"/>
                    </a:cubicBezTo>
                    <a:cubicBezTo>
                      <a:pt x="34" y="681"/>
                      <a:pt x="27" y="672"/>
                      <a:pt x="20" y="679"/>
                    </a:cubicBezTo>
                    <a:cubicBezTo>
                      <a:pt x="13" y="680"/>
                      <a:pt x="0" y="692"/>
                      <a:pt x="6" y="704"/>
                    </a:cubicBezTo>
                    <a:cubicBezTo>
                      <a:pt x="14" y="720"/>
                      <a:pt x="26" y="740"/>
                      <a:pt x="43" y="747"/>
                    </a:cubicBezTo>
                    <a:cubicBezTo>
                      <a:pt x="49" y="750"/>
                      <a:pt x="55" y="746"/>
                      <a:pt x="62" y="750"/>
                    </a:cubicBezTo>
                    <a:cubicBezTo>
                      <a:pt x="64" y="750"/>
                      <a:pt x="71" y="753"/>
                      <a:pt x="75" y="751"/>
                    </a:cubicBezTo>
                    <a:cubicBezTo>
                      <a:pt x="85" y="747"/>
                      <a:pt x="97" y="747"/>
                      <a:pt x="109" y="742"/>
                    </a:cubicBezTo>
                    <a:cubicBezTo>
                      <a:pt x="117" y="738"/>
                      <a:pt x="128" y="729"/>
                      <a:pt x="138" y="725"/>
                    </a:cubicBezTo>
                    <a:cubicBezTo>
                      <a:pt x="142" y="725"/>
                      <a:pt x="147" y="725"/>
                      <a:pt x="151" y="725"/>
                    </a:cubicBezTo>
                    <a:cubicBezTo>
                      <a:pt x="153" y="724"/>
                      <a:pt x="156" y="719"/>
                      <a:pt x="158" y="718"/>
                    </a:cubicBezTo>
                    <a:cubicBezTo>
                      <a:pt x="177" y="710"/>
                      <a:pt x="199" y="703"/>
                      <a:pt x="217" y="691"/>
                    </a:cubicBezTo>
                    <a:cubicBezTo>
                      <a:pt x="233" y="680"/>
                      <a:pt x="277" y="652"/>
                      <a:pt x="299" y="657"/>
                    </a:cubicBezTo>
                    <a:cubicBezTo>
                      <a:pt x="307" y="669"/>
                      <a:pt x="299" y="690"/>
                      <a:pt x="303" y="707"/>
                    </a:cubicBezTo>
                    <a:cubicBezTo>
                      <a:pt x="311" y="741"/>
                      <a:pt x="303" y="804"/>
                      <a:pt x="303" y="847"/>
                    </a:cubicBezTo>
                    <a:cubicBezTo>
                      <a:pt x="294" y="845"/>
                      <a:pt x="283" y="862"/>
                      <a:pt x="266" y="854"/>
                    </a:cubicBezTo>
                    <a:cubicBezTo>
                      <a:pt x="248" y="846"/>
                      <a:pt x="223" y="841"/>
                      <a:pt x="204" y="835"/>
                    </a:cubicBezTo>
                    <a:cubicBezTo>
                      <a:pt x="201" y="835"/>
                      <a:pt x="198" y="835"/>
                      <a:pt x="195" y="836"/>
                    </a:cubicBezTo>
                    <a:cubicBezTo>
                      <a:pt x="154" y="814"/>
                      <a:pt x="114" y="794"/>
                      <a:pt x="74" y="775"/>
                    </a:cubicBezTo>
                    <a:cubicBezTo>
                      <a:pt x="71" y="775"/>
                      <a:pt x="69" y="776"/>
                      <a:pt x="66" y="777"/>
                    </a:cubicBezTo>
                    <a:cubicBezTo>
                      <a:pt x="65" y="778"/>
                      <a:pt x="64" y="779"/>
                      <a:pt x="63" y="780"/>
                    </a:cubicBezTo>
                    <a:cubicBezTo>
                      <a:pt x="64" y="797"/>
                      <a:pt x="107" y="820"/>
                      <a:pt x="121" y="829"/>
                    </a:cubicBezTo>
                    <a:cubicBezTo>
                      <a:pt x="129" y="833"/>
                      <a:pt x="135" y="842"/>
                      <a:pt x="143" y="847"/>
                    </a:cubicBezTo>
                    <a:cubicBezTo>
                      <a:pt x="146" y="843"/>
                      <a:pt x="160" y="852"/>
                      <a:pt x="164" y="854"/>
                    </a:cubicBezTo>
                    <a:cubicBezTo>
                      <a:pt x="186" y="867"/>
                      <a:pt x="210" y="875"/>
                      <a:pt x="233" y="885"/>
                    </a:cubicBezTo>
                    <a:cubicBezTo>
                      <a:pt x="233" y="885"/>
                      <a:pt x="277" y="894"/>
                      <a:pt x="281" y="895"/>
                    </a:cubicBezTo>
                    <a:cubicBezTo>
                      <a:pt x="295" y="901"/>
                      <a:pt x="312" y="907"/>
                      <a:pt x="329" y="906"/>
                    </a:cubicBezTo>
                    <a:cubicBezTo>
                      <a:pt x="329" y="906"/>
                      <a:pt x="329" y="906"/>
                      <a:pt x="330" y="906"/>
                    </a:cubicBezTo>
                    <a:cubicBezTo>
                      <a:pt x="332" y="903"/>
                      <a:pt x="332" y="897"/>
                      <a:pt x="333" y="895"/>
                    </a:cubicBezTo>
                    <a:cubicBezTo>
                      <a:pt x="338" y="885"/>
                      <a:pt x="350" y="876"/>
                      <a:pt x="354" y="866"/>
                    </a:cubicBezTo>
                    <a:cubicBezTo>
                      <a:pt x="358" y="856"/>
                      <a:pt x="347" y="799"/>
                      <a:pt x="342" y="787"/>
                    </a:cubicBezTo>
                    <a:cubicBezTo>
                      <a:pt x="343" y="775"/>
                      <a:pt x="343" y="763"/>
                      <a:pt x="343" y="751"/>
                    </a:cubicBezTo>
                    <a:cubicBezTo>
                      <a:pt x="335" y="722"/>
                      <a:pt x="334" y="678"/>
                      <a:pt x="333" y="654"/>
                    </a:cubicBezTo>
                    <a:cubicBezTo>
                      <a:pt x="338" y="650"/>
                      <a:pt x="343" y="645"/>
                      <a:pt x="348" y="643"/>
                    </a:cubicBezTo>
                    <a:cubicBezTo>
                      <a:pt x="357" y="642"/>
                      <a:pt x="365" y="641"/>
                      <a:pt x="374" y="641"/>
                    </a:cubicBezTo>
                    <a:cubicBezTo>
                      <a:pt x="375" y="639"/>
                      <a:pt x="376" y="637"/>
                      <a:pt x="378" y="635"/>
                    </a:cubicBezTo>
                    <a:cubicBezTo>
                      <a:pt x="384" y="632"/>
                      <a:pt x="402" y="633"/>
                      <a:pt x="412" y="629"/>
                    </a:cubicBezTo>
                    <a:cubicBezTo>
                      <a:pt x="414" y="628"/>
                      <a:pt x="416" y="623"/>
                      <a:pt x="418" y="622"/>
                    </a:cubicBezTo>
                    <a:cubicBezTo>
                      <a:pt x="421" y="621"/>
                      <a:pt x="425" y="624"/>
                      <a:pt x="426" y="624"/>
                    </a:cubicBezTo>
                    <a:cubicBezTo>
                      <a:pt x="434" y="626"/>
                      <a:pt x="442" y="619"/>
                      <a:pt x="445" y="616"/>
                    </a:cubicBezTo>
                    <a:cubicBezTo>
                      <a:pt x="469" y="623"/>
                      <a:pt x="503" y="644"/>
                      <a:pt x="530" y="633"/>
                    </a:cubicBezTo>
                    <a:cubicBezTo>
                      <a:pt x="551" y="625"/>
                      <a:pt x="571" y="584"/>
                      <a:pt x="544" y="567"/>
                    </a:cubicBezTo>
                    <a:cubicBezTo>
                      <a:pt x="513" y="547"/>
                      <a:pt x="481" y="550"/>
                      <a:pt x="444" y="561"/>
                    </a:cubicBezTo>
                    <a:cubicBezTo>
                      <a:pt x="425" y="566"/>
                      <a:pt x="403" y="564"/>
                      <a:pt x="385" y="570"/>
                    </a:cubicBezTo>
                    <a:cubicBezTo>
                      <a:pt x="378" y="570"/>
                      <a:pt x="370" y="570"/>
                      <a:pt x="363" y="570"/>
                    </a:cubicBezTo>
                    <a:cubicBezTo>
                      <a:pt x="353" y="573"/>
                      <a:pt x="342" y="576"/>
                      <a:pt x="331" y="574"/>
                    </a:cubicBezTo>
                    <a:cubicBezTo>
                      <a:pt x="331" y="573"/>
                      <a:pt x="331" y="571"/>
                      <a:pt x="331" y="570"/>
                    </a:cubicBezTo>
                    <a:cubicBezTo>
                      <a:pt x="337" y="566"/>
                      <a:pt x="342" y="560"/>
                      <a:pt x="348" y="557"/>
                    </a:cubicBezTo>
                    <a:cubicBezTo>
                      <a:pt x="355" y="557"/>
                      <a:pt x="362" y="556"/>
                      <a:pt x="369" y="556"/>
                    </a:cubicBezTo>
                    <a:cubicBezTo>
                      <a:pt x="388" y="547"/>
                      <a:pt x="412" y="528"/>
                      <a:pt x="422" y="509"/>
                    </a:cubicBezTo>
                    <a:cubicBezTo>
                      <a:pt x="425" y="503"/>
                      <a:pt x="439" y="492"/>
                      <a:pt x="434" y="481"/>
                    </a:cubicBezTo>
                    <a:cubicBezTo>
                      <a:pt x="434" y="479"/>
                      <a:pt x="406" y="461"/>
                      <a:pt x="402" y="460"/>
                    </a:cubicBezTo>
                    <a:cubicBezTo>
                      <a:pt x="379" y="462"/>
                      <a:pt x="355" y="465"/>
                      <a:pt x="331" y="467"/>
                    </a:cubicBezTo>
                    <a:cubicBezTo>
                      <a:pt x="323" y="467"/>
                      <a:pt x="315" y="467"/>
                      <a:pt x="306" y="467"/>
                    </a:cubicBezTo>
                    <a:cubicBezTo>
                      <a:pt x="304" y="468"/>
                      <a:pt x="303" y="472"/>
                      <a:pt x="300" y="473"/>
                    </a:cubicBezTo>
                    <a:cubicBezTo>
                      <a:pt x="299" y="472"/>
                      <a:pt x="297" y="471"/>
                      <a:pt x="296" y="471"/>
                    </a:cubicBezTo>
                    <a:cubicBezTo>
                      <a:pt x="296" y="469"/>
                      <a:pt x="296" y="468"/>
                      <a:pt x="296" y="467"/>
                    </a:cubicBezTo>
                    <a:cubicBezTo>
                      <a:pt x="313" y="460"/>
                      <a:pt x="327" y="443"/>
                      <a:pt x="342" y="436"/>
                    </a:cubicBezTo>
                    <a:cubicBezTo>
                      <a:pt x="346" y="435"/>
                      <a:pt x="350" y="435"/>
                      <a:pt x="353" y="434"/>
                    </a:cubicBezTo>
                    <a:cubicBezTo>
                      <a:pt x="357" y="432"/>
                      <a:pt x="364" y="424"/>
                      <a:pt x="368" y="423"/>
                    </a:cubicBezTo>
                    <a:cubicBezTo>
                      <a:pt x="370" y="424"/>
                      <a:pt x="373" y="425"/>
                      <a:pt x="375" y="426"/>
                    </a:cubicBezTo>
                    <a:cubicBezTo>
                      <a:pt x="398" y="416"/>
                      <a:pt x="434" y="410"/>
                      <a:pt x="459" y="401"/>
                    </a:cubicBezTo>
                    <a:cubicBezTo>
                      <a:pt x="464" y="401"/>
                      <a:pt x="469" y="401"/>
                      <a:pt x="474" y="401"/>
                    </a:cubicBezTo>
                    <a:cubicBezTo>
                      <a:pt x="510" y="389"/>
                      <a:pt x="552" y="379"/>
                      <a:pt x="586" y="364"/>
                    </a:cubicBezTo>
                    <a:cubicBezTo>
                      <a:pt x="616" y="350"/>
                      <a:pt x="649" y="340"/>
                      <a:pt x="648" y="299"/>
                    </a:cubicBezTo>
                    <a:cubicBezTo>
                      <a:pt x="622" y="273"/>
                      <a:pt x="543" y="293"/>
                      <a:pt x="513" y="305"/>
                    </a:cubicBezTo>
                    <a:close/>
                    <a:moveTo>
                      <a:pt x="244" y="294"/>
                    </a:moveTo>
                    <a:cubicBezTo>
                      <a:pt x="258" y="272"/>
                      <a:pt x="266" y="246"/>
                      <a:pt x="279" y="228"/>
                    </a:cubicBezTo>
                    <a:cubicBezTo>
                      <a:pt x="294" y="236"/>
                      <a:pt x="252" y="291"/>
                      <a:pt x="244" y="294"/>
                    </a:cubicBezTo>
                    <a:close/>
                    <a:moveTo>
                      <a:pt x="349" y="250"/>
                    </a:moveTo>
                    <a:cubicBezTo>
                      <a:pt x="345" y="246"/>
                      <a:pt x="341" y="242"/>
                      <a:pt x="336" y="238"/>
                    </a:cubicBezTo>
                    <a:cubicBezTo>
                      <a:pt x="326" y="215"/>
                      <a:pt x="352" y="193"/>
                      <a:pt x="362" y="178"/>
                    </a:cubicBezTo>
                    <a:cubicBezTo>
                      <a:pt x="363" y="178"/>
                      <a:pt x="363" y="178"/>
                      <a:pt x="364" y="178"/>
                    </a:cubicBezTo>
                    <a:cubicBezTo>
                      <a:pt x="361" y="199"/>
                      <a:pt x="359" y="255"/>
                      <a:pt x="365" y="272"/>
                    </a:cubicBezTo>
                    <a:cubicBezTo>
                      <a:pt x="356" y="271"/>
                      <a:pt x="353" y="256"/>
                      <a:pt x="349" y="250"/>
                    </a:cubicBezTo>
                    <a:close/>
                    <a:moveTo>
                      <a:pt x="385" y="229"/>
                    </a:moveTo>
                    <a:cubicBezTo>
                      <a:pt x="385" y="210"/>
                      <a:pt x="385" y="192"/>
                      <a:pt x="385" y="174"/>
                    </a:cubicBezTo>
                    <a:cubicBezTo>
                      <a:pt x="387" y="172"/>
                      <a:pt x="389" y="170"/>
                      <a:pt x="391" y="168"/>
                    </a:cubicBezTo>
                    <a:cubicBezTo>
                      <a:pt x="398" y="153"/>
                      <a:pt x="399" y="137"/>
                      <a:pt x="412" y="129"/>
                    </a:cubicBezTo>
                    <a:cubicBezTo>
                      <a:pt x="411" y="129"/>
                      <a:pt x="411" y="128"/>
                      <a:pt x="411" y="127"/>
                    </a:cubicBezTo>
                    <a:cubicBezTo>
                      <a:pt x="414" y="128"/>
                      <a:pt x="414" y="127"/>
                      <a:pt x="416" y="129"/>
                    </a:cubicBezTo>
                    <a:cubicBezTo>
                      <a:pt x="416" y="129"/>
                      <a:pt x="417" y="129"/>
                      <a:pt x="417" y="128"/>
                    </a:cubicBezTo>
                    <a:cubicBezTo>
                      <a:pt x="415" y="132"/>
                      <a:pt x="413" y="135"/>
                      <a:pt x="411" y="138"/>
                    </a:cubicBezTo>
                    <a:cubicBezTo>
                      <a:pt x="410" y="142"/>
                      <a:pt x="412" y="147"/>
                      <a:pt x="413" y="149"/>
                    </a:cubicBezTo>
                    <a:cubicBezTo>
                      <a:pt x="405" y="157"/>
                      <a:pt x="397" y="234"/>
                      <a:pt x="410" y="246"/>
                    </a:cubicBezTo>
                    <a:cubicBezTo>
                      <a:pt x="410" y="257"/>
                      <a:pt x="398" y="268"/>
                      <a:pt x="389" y="270"/>
                    </a:cubicBezTo>
                    <a:cubicBezTo>
                      <a:pt x="389" y="271"/>
                      <a:pt x="389" y="271"/>
                      <a:pt x="390" y="272"/>
                    </a:cubicBezTo>
                    <a:cubicBezTo>
                      <a:pt x="381" y="265"/>
                      <a:pt x="385" y="243"/>
                      <a:pt x="385" y="229"/>
                    </a:cubicBezTo>
                    <a:close/>
                    <a:moveTo>
                      <a:pt x="584" y="329"/>
                    </a:moveTo>
                    <a:cubicBezTo>
                      <a:pt x="538" y="360"/>
                      <a:pt x="476" y="375"/>
                      <a:pt x="414" y="388"/>
                    </a:cubicBezTo>
                    <a:cubicBezTo>
                      <a:pt x="407" y="369"/>
                      <a:pt x="428" y="364"/>
                      <a:pt x="433" y="353"/>
                    </a:cubicBezTo>
                    <a:cubicBezTo>
                      <a:pt x="433" y="351"/>
                      <a:pt x="433" y="348"/>
                      <a:pt x="433" y="346"/>
                    </a:cubicBezTo>
                    <a:cubicBezTo>
                      <a:pt x="433" y="346"/>
                      <a:pt x="434" y="346"/>
                      <a:pt x="434" y="347"/>
                    </a:cubicBezTo>
                    <a:cubicBezTo>
                      <a:pt x="434" y="346"/>
                      <a:pt x="434" y="346"/>
                      <a:pt x="434" y="345"/>
                    </a:cubicBezTo>
                    <a:cubicBezTo>
                      <a:pt x="435" y="344"/>
                      <a:pt x="468" y="333"/>
                      <a:pt x="470" y="334"/>
                    </a:cubicBezTo>
                    <a:cubicBezTo>
                      <a:pt x="476" y="337"/>
                      <a:pt x="493" y="329"/>
                      <a:pt x="500" y="326"/>
                    </a:cubicBezTo>
                    <a:cubicBezTo>
                      <a:pt x="505" y="329"/>
                      <a:pt x="562" y="313"/>
                      <a:pt x="569" y="310"/>
                    </a:cubicBezTo>
                    <a:cubicBezTo>
                      <a:pt x="579" y="307"/>
                      <a:pt x="586" y="310"/>
                      <a:pt x="592" y="305"/>
                    </a:cubicBezTo>
                    <a:cubicBezTo>
                      <a:pt x="600" y="304"/>
                      <a:pt x="625" y="305"/>
                      <a:pt x="626" y="306"/>
                    </a:cubicBezTo>
                    <a:cubicBezTo>
                      <a:pt x="627" y="306"/>
                      <a:pt x="628" y="306"/>
                      <a:pt x="629" y="306"/>
                    </a:cubicBezTo>
                    <a:cubicBezTo>
                      <a:pt x="622" y="316"/>
                      <a:pt x="595" y="322"/>
                      <a:pt x="584" y="329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51" name="iṩḷîḑé"/>
              <p:cNvSpPr/>
              <p:nvPr/>
            </p:nvSpPr>
            <p:spPr bwMode="auto">
              <a:xfrm>
                <a:off x="6967538" y="4999035"/>
                <a:ext cx="112713" cy="184150"/>
              </a:xfrm>
              <a:custGeom>
                <a:avLst/>
                <a:gdLst>
                  <a:gd name="T0" fmla="*/ 4 w 111"/>
                  <a:gd name="T1" fmla="*/ 181 h 181"/>
                  <a:gd name="T2" fmla="*/ 16 w 111"/>
                  <a:gd name="T3" fmla="*/ 163 h 181"/>
                  <a:gd name="T4" fmla="*/ 87 w 111"/>
                  <a:gd name="T5" fmla="*/ 91 h 181"/>
                  <a:gd name="T6" fmla="*/ 106 w 111"/>
                  <a:gd name="T7" fmla="*/ 60 h 181"/>
                  <a:gd name="T8" fmla="*/ 93 w 111"/>
                  <a:gd name="T9" fmla="*/ 0 h 181"/>
                  <a:gd name="T10" fmla="*/ 90 w 111"/>
                  <a:gd name="T11" fmla="*/ 0 h 181"/>
                  <a:gd name="T12" fmla="*/ 46 w 111"/>
                  <a:gd name="T13" fmla="*/ 94 h 181"/>
                  <a:gd name="T14" fmla="*/ 0 w 111"/>
                  <a:gd name="T15" fmla="*/ 177 h 181"/>
                  <a:gd name="T16" fmla="*/ 3 w 111"/>
                  <a:gd name="T17" fmla="*/ 181 h 181"/>
                  <a:gd name="T18" fmla="*/ 4 w 111"/>
                  <a:gd name="T19" fmla="*/ 181 h 18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</a:cxnLst>
                <a:rect l="0" t="0" r="r" b="b"/>
                <a:pathLst>
                  <a:path w="111" h="181">
                    <a:moveTo>
                      <a:pt x="4" y="181"/>
                    </a:moveTo>
                    <a:cubicBezTo>
                      <a:pt x="10" y="176"/>
                      <a:pt x="11" y="168"/>
                      <a:pt x="16" y="163"/>
                    </a:cubicBezTo>
                    <a:cubicBezTo>
                      <a:pt x="40" y="141"/>
                      <a:pt x="63" y="115"/>
                      <a:pt x="87" y="91"/>
                    </a:cubicBezTo>
                    <a:cubicBezTo>
                      <a:pt x="91" y="87"/>
                      <a:pt x="108" y="64"/>
                      <a:pt x="106" y="60"/>
                    </a:cubicBezTo>
                    <a:cubicBezTo>
                      <a:pt x="111" y="37"/>
                      <a:pt x="108" y="12"/>
                      <a:pt x="93" y="0"/>
                    </a:cubicBezTo>
                    <a:cubicBezTo>
                      <a:pt x="92" y="0"/>
                      <a:pt x="91" y="0"/>
                      <a:pt x="90" y="0"/>
                    </a:cubicBezTo>
                    <a:cubicBezTo>
                      <a:pt x="70" y="27"/>
                      <a:pt x="59" y="65"/>
                      <a:pt x="46" y="94"/>
                    </a:cubicBezTo>
                    <a:cubicBezTo>
                      <a:pt x="32" y="124"/>
                      <a:pt x="11" y="143"/>
                      <a:pt x="0" y="177"/>
                    </a:cubicBezTo>
                    <a:cubicBezTo>
                      <a:pt x="1" y="179"/>
                      <a:pt x="2" y="180"/>
                      <a:pt x="3" y="181"/>
                    </a:cubicBezTo>
                    <a:cubicBezTo>
                      <a:pt x="3" y="181"/>
                      <a:pt x="4" y="181"/>
                      <a:pt x="4" y="181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52" name="ïṧlïḋè"/>
              <p:cNvSpPr/>
              <p:nvPr/>
            </p:nvSpPr>
            <p:spPr bwMode="auto">
              <a:xfrm>
                <a:off x="7018338" y="5157785"/>
                <a:ext cx="57150" cy="71437"/>
              </a:xfrm>
              <a:custGeom>
                <a:avLst/>
                <a:gdLst>
                  <a:gd name="T0" fmla="*/ 1 w 56"/>
                  <a:gd name="T1" fmla="*/ 65 h 70"/>
                  <a:gd name="T2" fmla="*/ 5 w 56"/>
                  <a:gd name="T3" fmla="*/ 70 h 70"/>
                  <a:gd name="T4" fmla="*/ 52 w 56"/>
                  <a:gd name="T5" fmla="*/ 48 h 70"/>
                  <a:gd name="T6" fmla="*/ 55 w 56"/>
                  <a:gd name="T7" fmla="*/ 26 h 70"/>
                  <a:gd name="T8" fmla="*/ 11 w 56"/>
                  <a:gd name="T9" fmla="*/ 0 h 70"/>
                  <a:gd name="T10" fmla="*/ 4 w 56"/>
                  <a:gd name="T11" fmla="*/ 30 h 70"/>
                  <a:gd name="T12" fmla="*/ 6 w 56"/>
                  <a:gd name="T13" fmla="*/ 46 h 70"/>
                  <a:gd name="T14" fmla="*/ 1 w 56"/>
                  <a:gd name="T15" fmla="*/ 65 h 7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</a:cxnLst>
                <a:rect l="0" t="0" r="r" b="b"/>
                <a:pathLst>
                  <a:path w="56" h="70">
                    <a:moveTo>
                      <a:pt x="1" y="65"/>
                    </a:moveTo>
                    <a:cubicBezTo>
                      <a:pt x="2" y="67"/>
                      <a:pt x="3" y="68"/>
                      <a:pt x="5" y="70"/>
                    </a:cubicBezTo>
                    <a:cubicBezTo>
                      <a:pt x="23" y="67"/>
                      <a:pt x="36" y="52"/>
                      <a:pt x="52" y="48"/>
                    </a:cubicBezTo>
                    <a:cubicBezTo>
                      <a:pt x="56" y="41"/>
                      <a:pt x="55" y="33"/>
                      <a:pt x="55" y="26"/>
                    </a:cubicBezTo>
                    <a:cubicBezTo>
                      <a:pt x="42" y="15"/>
                      <a:pt x="31" y="1"/>
                      <a:pt x="11" y="0"/>
                    </a:cubicBezTo>
                    <a:cubicBezTo>
                      <a:pt x="7" y="4"/>
                      <a:pt x="0" y="19"/>
                      <a:pt x="4" y="30"/>
                    </a:cubicBezTo>
                    <a:cubicBezTo>
                      <a:pt x="5" y="32"/>
                      <a:pt x="8" y="41"/>
                      <a:pt x="6" y="46"/>
                    </a:cubicBezTo>
                    <a:cubicBezTo>
                      <a:pt x="4" y="50"/>
                      <a:pt x="1" y="59"/>
                      <a:pt x="1" y="65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53" name="íṩḷïdè"/>
              <p:cNvSpPr/>
              <p:nvPr/>
            </p:nvSpPr>
            <p:spPr bwMode="auto">
              <a:xfrm>
                <a:off x="6881813" y="5394322"/>
                <a:ext cx="50800" cy="155575"/>
              </a:xfrm>
              <a:custGeom>
                <a:avLst/>
                <a:gdLst>
                  <a:gd name="T0" fmla="*/ 31 w 50"/>
                  <a:gd name="T1" fmla="*/ 148 h 154"/>
                  <a:gd name="T2" fmla="*/ 40 w 50"/>
                  <a:gd name="T3" fmla="*/ 89 h 154"/>
                  <a:gd name="T4" fmla="*/ 39 w 50"/>
                  <a:gd name="T5" fmla="*/ 58 h 154"/>
                  <a:gd name="T6" fmla="*/ 48 w 50"/>
                  <a:gd name="T7" fmla="*/ 3 h 154"/>
                  <a:gd name="T8" fmla="*/ 42 w 50"/>
                  <a:gd name="T9" fmla="*/ 0 h 154"/>
                  <a:gd name="T10" fmla="*/ 11 w 50"/>
                  <a:gd name="T11" fmla="*/ 56 h 154"/>
                  <a:gd name="T12" fmla="*/ 12 w 50"/>
                  <a:gd name="T13" fmla="*/ 70 h 154"/>
                  <a:gd name="T14" fmla="*/ 6 w 50"/>
                  <a:gd name="T15" fmla="*/ 79 h 154"/>
                  <a:gd name="T16" fmla="*/ 6 w 50"/>
                  <a:gd name="T17" fmla="*/ 102 h 154"/>
                  <a:gd name="T18" fmla="*/ 10 w 50"/>
                  <a:gd name="T19" fmla="*/ 154 h 154"/>
                  <a:gd name="T20" fmla="*/ 31 w 50"/>
                  <a:gd name="T21" fmla="*/ 148 h 15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</a:cxnLst>
                <a:rect l="0" t="0" r="r" b="b"/>
                <a:pathLst>
                  <a:path w="50" h="154">
                    <a:moveTo>
                      <a:pt x="31" y="148"/>
                    </a:moveTo>
                    <a:cubicBezTo>
                      <a:pt x="39" y="134"/>
                      <a:pt x="40" y="109"/>
                      <a:pt x="40" y="89"/>
                    </a:cubicBezTo>
                    <a:cubicBezTo>
                      <a:pt x="40" y="78"/>
                      <a:pt x="40" y="68"/>
                      <a:pt x="39" y="58"/>
                    </a:cubicBezTo>
                    <a:cubicBezTo>
                      <a:pt x="48" y="47"/>
                      <a:pt x="50" y="22"/>
                      <a:pt x="48" y="3"/>
                    </a:cubicBezTo>
                    <a:cubicBezTo>
                      <a:pt x="45" y="1"/>
                      <a:pt x="46" y="1"/>
                      <a:pt x="42" y="0"/>
                    </a:cubicBezTo>
                    <a:cubicBezTo>
                      <a:pt x="34" y="19"/>
                      <a:pt x="20" y="36"/>
                      <a:pt x="11" y="56"/>
                    </a:cubicBezTo>
                    <a:cubicBezTo>
                      <a:pt x="12" y="61"/>
                      <a:pt x="12" y="66"/>
                      <a:pt x="12" y="70"/>
                    </a:cubicBezTo>
                    <a:cubicBezTo>
                      <a:pt x="11" y="73"/>
                      <a:pt x="7" y="76"/>
                      <a:pt x="6" y="79"/>
                    </a:cubicBezTo>
                    <a:cubicBezTo>
                      <a:pt x="6" y="86"/>
                      <a:pt x="6" y="94"/>
                      <a:pt x="6" y="102"/>
                    </a:cubicBezTo>
                    <a:cubicBezTo>
                      <a:pt x="0" y="114"/>
                      <a:pt x="0" y="139"/>
                      <a:pt x="10" y="154"/>
                    </a:cubicBezTo>
                    <a:cubicBezTo>
                      <a:pt x="22" y="154"/>
                      <a:pt x="23" y="150"/>
                      <a:pt x="31" y="148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</p:grpSp>
        <p:grpSp>
          <p:nvGrpSpPr>
            <p:cNvPr id="45" name="iṩ1ídè"/>
            <p:cNvGrpSpPr/>
            <p:nvPr/>
          </p:nvGrpSpPr>
          <p:grpSpPr>
            <a:xfrm>
              <a:off x="7273918" y="2792408"/>
              <a:ext cx="599342" cy="855718"/>
              <a:chOff x="6115050" y="4976810"/>
              <a:chExt cx="560388" cy="800100"/>
            </a:xfrm>
            <a:grpFill/>
          </p:grpSpPr>
          <p:sp>
            <p:nvSpPr>
              <p:cNvPr id="48" name="íśḷíďê"/>
              <p:cNvSpPr/>
              <p:nvPr/>
            </p:nvSpPr>
            <p:spPr bwMode="auto">
              <a:xfrm>
                <a:off x="6115050" y="4976810"/>
                <a:ext cx="477838" cy="792162"/>
              </a:xfrm>
              <a:custGeom>
                <a:avLst/>
                <a:gdLst>
                  <a:gd name="T0" fmla="*/ 471 w 471"/>
                  <a:gd name="T1" fmla="*/ 354 h 778"/>
                  <a:gd name="T2" fmla="*/ 358 w 471"/>
                  <a:gd name="T3" fmla="*/ 323 h 778"/>
                  <a:gd name="T4" fmla="*/ 351 w 471"/>
                  <a:gd name="T5" fmla="*/ 337 h 778"/>
                  <a:gd name="T6" fmla="*/ 384 w 471"/>
                  <a:gd name="T7" fmla="*/ 358 h 778"/>
                  <a:gd name="T8" fmla="*/ 366 w 471"/>
                  <a:gd name="T9" fmla="*/ 387 h 778"/>
                  <a:gd name="T10" fmla="*/ 288 w 471"/>
                  <a:gd name="T11" fmla="*/ 435 h 778"/>
                  <a:gd name="T12" fmla="*/ 288 w 471"/>
                  <a:gd name="T13" fmla="*/ 418 h 778"/>
                  <a:gd name="T14" fmla="*/ 288 w 471"/>
                  <a:gd name="T15" fmla="*/ 403 h 778"/>
                  <a:gd name="T16" fmla="*/ 305 w 471"/>
                  <a:gd name="T17" fmla="*/ 352 h 778"/>
                  <a:gd name="T18" fmla="*/ 305 w 471"/>
                  <a:gd name="T19" fmla="*/ 336 h 778"/>
                  <a:gd name="T20" fmla="*/ 315 w 471"/>
                  <a:gd name="T21" fmla="*/ 315 h 778"/>
                  <a:gd name="T22" fmla="*/ 316 w 471"/>
                  <a:gd name="T23" fmla="*/ 291 h 778"/>
                  <a:gd name="T24" fmla="*/ 326 w 471"/>
                  <a:gd name="T25" fmla="*/ 223 h 778"/>
                  <a:gd name="T26" fmla="*/ 329 w 471"/>
                  <a:gd name="T27" fmla="*/ 170 h 778"/>
                  <a:gd name="T28" fmla="*/ 346 w 471"/>
                  <a:gd name="T29" fmla="*/ 98 h 778"/>
                  <a:gd name="T30" fmla="*/ 356 w 471"/>
                  <a:gd name="T31" fmla="*/ 26 h 778"/>
                  <a:gd name="T32" fmla="*/ 303 w 471"/>
                  <a:gd name="T33" fmla="*/ 0 h 778"/>
                  <a:gd name="T34" fmla="*/ 288 w 471"/>
                  <a:gd name="T35" fmla="*/ 47 h 778"/>
                  <a:gd name="T36" fmla="*/ 292 w 471"/>
                  <a:gd name="T37" fmla="*/ 60 h 778"/>
                  <a:gd name="T38" fmla="*/ 288 w 471"/>
                  <a:gd name="T39" fmla="*/ 135 h 778"/>
                  <a:gd name="T40" fmla="*/ 281 w 471"/>
                  <a:gd name="T41" fmla="*/ 178 h 778"/>
                  <a:gd name="T42" fmla="*/ 283 w 471"/>
                  <a:gd name="T43" fmla="*/ 191 h 778"/>
                  <a:gd name="T44" fmla="*/ 276 w 471"/>
                  <a:gd name="T45" fmla="*/ 215 h 778"/>
                  <a:gd name="T46" fmla="*/ 277 w 471"/>
                  <a:gd name="T47" fmla="*/ 245 h 778"/>
                  <a:gd name="T48" fmla="*/ 246 w 471"/>
                  <a:gd name="T49" fmla="*/ 391 h 778"/>
                  <a:gd name="T50" fmla="*/ 247 w 471"/>
                  <a:gd name="T51" fmla="*/ 405 h 778"/>
                  <a:gd name="T52" fmla="*/ 240 w 471"/>
                  <a:gd name="T53" fmla="*/ 414 h 778"/>
                  <a:gd name="T54" fmla="*/ 224 w 471"/>
                  <a:gd name="T55" fmla="*/ 470 h 778"/>
                  <a:gd name="T56" fmla="*/ 141 w 471"/>
                  <a:gd name="T57" fmla="*/ 533 h 778"/>
                  <a:gd name="T58" fmla="*/ 106 w 471"/>
                  <a:gd name="T59" fmla="*/ 563 h 778"/>
                  <a:gd name="T60" fmla="*/ 63 w 471"/>
                  <a:gd name="T61" fmla="*/ 583 h 778"/>
                  <a:gd name="T62" fmla="*/ 57 w 471"/>
                  <a:gd name="T63" fmla="*/ 591 h 778"/>
                  <a:gd name="T64" fmla="*/ 71 w 471"/>
                  <a:gd name="T65" fmla="*/ 619 h 778"/>
                  <a:gd name="T66" fmla="*/ 78 w 471"/>
                  <a:gd name="T67" fmla="*/ 623 h 778"/>
                  <a:gd name="T68" fmla="*/ 117 w 471"/>
                  <a:gd name="T69" fmla="*/ 598 h 778"/>
                  <a:gd name="T70" fmla="*/ 140 w 471"/>
                  <a:gd name="T71" fmla="*/ 577 h 778"/>
                  <a:gd name="T72" fmla="*/ 152 w 471"/>
                  <a:gd name="T73" fmla="*/ 563 h 778"/>
                  <a:gd name="T74" fmla="*/ 169 w 471"/>
                  <a:gd name="T75" fmla="*/ 554 h 778"/>
                  <a:gd name="T76" fmla="*/ 181 w 471"/>
                  <a:gd name="T77" fmla="*/ 539 h 778"/>
                  <a:gd name="T78" fmla="*/ 192 w 471"/>
                  <a:gd name="T79" fmla="*/ 537 h 778"/>
                  <a:gd name="T80" fmla="*/ 206 w 471"/>
                  <a:gd name="T81" fmla="*/ 522 h 778"/>
                  <a:gd name="T82" fmla="*/ 211 w 471"/>
                  <a:gd name="T83" fmla="*/ 524 h 778"/>
                  <a:gd name="T84" fmla="*/ 186 w 471"/>
                  <a:gd name="T85" fmla="*/ 584 h 778"/>
                  <a:gd name="T86" fmla="*/ 86 w 471"/>
                  <a:gd name="T87" fmla="*/ 703 h 778"/>
                  <a:gd name="T88" fmla="*/ 77 w 471"/>
                  <a:gd name="T89" fmla="*/ 703 h 778"/>
                  <a:gd name="T90" fmla="*/ 35 w 471"/>
                  <a:gd name="T91" fmla="*/ 720 h 778"/>
                  <a:gd name="T92" fmla="*/ 10 w 471"/>
                  <a:gd name="T93" fmla="*/ 720 h 778"/>
                  <a:gd name="T94" fmla="*/ 0 w 471"/>
                  <a:gd name="T95" fmla="*/ 728 h 778"/>
                  <a:gd name="T96" fmla="*/ 11 w 471"/>
                  <a:gd name="T97" fmla="*/ 746 h 778"/>
                  <a:gd name="T98" fmla="*/ 143 w 471"/>
                  <a:gd name="T99" fmla="*/ 731 h 778"/>
                  <a:gd name="T100" fmla="*/ 235 w 471"/>
                  <a:gd name="T101" fmla="*/ 584 h 778"/>
                  <a:gd name="T102" fmla="*/ 270 w 471"/>
                  <a:gd name="T103" fmla="*/ 489 h 778"/>
                  <a:gd name="T104" fmla="*/ 327 w 471"/>
                  <a:gd name="T105" fmla="*/ 452 h 778"/>
                  <a:gd name="T106" fmla="*/ 471 w 471"/>
                  <a:gd name="T107" fmla="*/ 354 h 77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  <a:cxn ang="0">
                    <a:pos x="T90" y="T91"/>
                  </a:cxn>
                  <a:cxn ang="0">
                    <a:pos x="T92" y="T93"/>
                  </a:cxn>
                  <a:cxn ang="0">
                    <a:pos x="T94" y="T95"/>
                  </a:cxn>
                  <a:cxn ang="0">
                    <a:pos x="T96" y="T97"/>
                  </a:cxn>
                  <a:cxn ang="0">
                    <a:pos x="T98" y="T99"/>
                  </a:cxn>
                  <a:cxn ang="0">
                    <a:pos x="T100" y="T101"/>
                  </a:cxn>
                  <a:cxn ang="0">
                    <a:pos x="T102" y="T103"/>
                  </a:cxn>
                  <a:cxn ang="0">
                    <a:pos x="T104" y="T105"/>
                  </a:cxn>
                  <a:cxn ang="0">
                    <a:pos x="T106" y="T107"/>
                  </a:cxn>
                </a:cxnLst>
                <a:rect l="0" t="0" r="r" b="b"/>
                <a:pathLst>
                  <a:path w="471" h="778">
                    <a:moveTo>
                      <a:pt x="471" y="354"/>
                    </a:moveTo>
                    <a:cubicBezTo>
                      <a:pt x="467" y="329"/>
                      <a:pt x="390" y="322"/>
                      <a:pt x="358" y="323"/>
                    </a:cubicBezTo>
                    <a:cubicBezTo>
                      <a:pt x="355" y="327"/>
                      <a:pt x="351" y="330"/>
                      <a:pt x="351" y="337"/>
                    </a:cubicBezTo>
                    <a:cubicBezTo>
                      <a:pt x="362" y="342"/>
                      <a:pt x="370" y="356"/>
                      <a:pt x="384" y="358"/>
                    </a:cubicBezTo>
                    <a:cubicBezTo>
                      <a:pt x="396" y="375"/>
                      <a:pt x="379" y="381"/>
                      <a:pt x="366" y="387"/>
                    </a:cubicBezTo>
                    <a:cubicBezTo>
                      <a:pt x="358" y="391"/>
                      <a:pt x="288" y="433"/>
                      <a:pt x="288" y="435"/>
                    </a:cubicBezTo>
                    <a:cubicBezTo>
                      <a:pt x="276" y="432"/>
                      <a:pt x="287" y="422"/>
                      <a:pt x="288" y="418"/>
                    </a:cubicBezTo>
                    <a:cubicBezTo>
                      <a:pt x="288" y="413"/>
                      <a:pt x="288" y="408"/>
                      <a:pt x="288" y="403"/>
                    </a:cubicBezTo>
                    <a:cubicBezTo>
                      <a:pt x="296" y="386"/>
                      <a:pt x="299" y="370"/>
                      <a:pt x="305" y="352"/>
                    </a:cubicBezTo>
                    <a:cubicBezTo>
                      <a:pt x="305" y="347"/>
                      <a:pt x="305" y="341"/>
                      <a:pt x="305" y="336"/>
                    </a:cubicBezTo>
                    <a:cubicBezTo>
                      <a:pt x="308" y="331"/>
                      <a:pt x="313" y="321"/>
                      <a:pt x="315" y="315"/>
                    </a:cubicBezTo>
                    <a:cubicBezTo>
                      <a:pt x="316" y="307"/>
                      <a:pt x="316" y="299"/>
                      <a:pt x="316" y="291"/>
                    </a:cubicBezTo>
                    <a:cubicBezTo>
                      <a:pt x="323" y="271"/>
                      <a:pt x="319" y="240"/>
                      <a:pt x="326" y="223"/>
                    </a:cubicBezTo>
                    <a:cubicBezTo>
                      <a:pt x="326" y="223"/>
                      <a:pt x="327" y="173"/>
                      <a:pt x="329" y="170"/>
                    </a:cubicBezTo>
                    <a:cubicBezTo>
                      <a:pt x="337" y="151"/>
                      <a:pt x="340" y="120"/>
                      <a:pt x="346" y="98"/>
                    </a:cubicBezTo>
                    <a:cubicBezTo>
                      <a:pt x="350" y="82"/>
                      <a:pt x="363" y="37"/>
                      <a:pt x="356" y="26"/>
                    </a:cubicBezTo>
                    <a:cubicBezTo>
                      <a:pt x="345" y="9"/>
                      <a:pt x="322" y="5"/>
                      <a:pt x="303" y="0"/>
                    </a:cubicBezTo>
                    <a:cubicBezTo>
                      <a:pt x="295" y="12"/>
                      <a:pt x="287" y="27"/>
                      <a:pt x="288" y="47"/>
                    </a:cubicBezTo>
                    <a:cubicBezTo>
                      <a:pt x="289" y="52"/>
                      <a:pt x="294" y="54"/>
                      <a:pt x="292" y="60"/>
                    </a:cubicBezTo>
                    <a:cubicBezTo>
                      <a:pt x="286" y="78"/>
                      <a:pt x="284" y="111"/>
                      <a:pt x="288" y="135"/>
                    </a:cubicBezTo>
                    <a:cubicBezTo>
                      <a:pt x="284" y="143"/>
                      <a:pt x="283" y="165"/>
                      <a:pt x="281" y="178"/>
                    </a:cubicBezTo>
                    <a:cubicBezTo>
                      <a:pt x="281" y="182"/>
                      <a:pt x="282" y="186"/>
                      <a:pt x="283" y="191"/>
                    </a:cubicBezTo>
                    <a:cubicBezTo>
                      <a:pt x="280" y="198"/>
                      <a:pt x="278" y="209"/>
                      <a:pt x="276" y="215"/>
                    </a:cubicBezTo>
                    <a:cubicBezTo>
                      <a:pt x="276" y="225"/>
                      <a:pt x="276" y="235"/>
                      <a:pt x="277" y="245"/>
                    </a:cubicBezTo>
                    <a:cubicBezTo>
                      <a:pt x="263" y="290"/>
                      <a:pt x="265" y="349"/>
                      <a:pt x="246" y="391"/>
                    </a:cubicBezTo>
                    <a:cubicBezTo>
                      <a:pt x="247" y="396"/>
                      <a:pt x="247" y="400"/>
                      <a:pt x="247" y="405"/>
                    </a:cubicBezTo>
                    <a:cubicBezTo>
                      <a:pt x="246" y="407"/>
                      <a:pt x="241" y="411"/>
                      <a:pt x="240" y="414"/>
                    </a:cubicBezTo>
                    <a:cubicBezTo>
                      <a:pt x="235" y="430"/>
                      <a:pt x="236" y="460"/>
                      <a:pt x="224" y="470"/>
                    </a:cubicBezTo>
                    <a:cubicBezTo>
                      <a:pt x="200" y="491"/>
                      <a:pt x="168" y="515"/>
                      <a:pt x="141" y="533"/>
                    </a:cubicBezTo>
                    <a:cubicBezTo>
                      <a:pt x="129" y="541"/>
                      <a:pt x="118" y="556"/>
                      <a:pt x="106" y="563"/>
                    </a:cubicBezTo>
                    <a:cubicBezTo>
                      <a:pt x="95" y="570"/>
                      <a:pt x="65" y="570"/>
                      <a:pt x="63" y="583"/>
                    </a:cubicBezTo>
                    <a:cubicBezTo>
                      <a:pt x="58" y="584"/>
                      <a:pt x="58" y="585"/>
                      <a:pt x="57" y="591"/>
                    </a:cubicBezTo>
                    <a:cubicBezTo>
                      <a:pt x="62" y="597"/>
                      <a:pt x="69" y="610"/>
                      <a:pt x="71" y="619"/>
                    </a:cubicBezTo>
                    <a:cubicBezTo>
                      <a:pt x="73" y="621"/>
                      <a:pt x="75" y="622"/>
                      <a:pt x="78" y="623"/>
                    </a:cubicBezTo>
                    <a:cubicBezTo>
                      <a:pt x="94" y="623"/>
                      <a:pt x="108" y="607"/>
                      <a:pt x="117" y="598"/>
                    </a:cubicBezTo>
                    <a:cubicBezTo>
                      <a:pt x="124" y="591"/>
                      <a:pt x="132" y="584"/>
                      <a:pt x="140" y="577"/>
                    </a:cubicBezTo>
                    <a:cubicBezTo>
                      <a:pt x="143" y="574"/>
                      <a:pt x="147" y="566"/>
                      <a:pt x="152" y="563"/>
                    </a:cubicBezTo>
                    <a:cubicBezTo>
                      <a:pt x="158" y="560"/>
                      <a:pt x="163" y="557"/>
                      <a:pt x="169" y="554"/>
                    </a:cubicBezTo>
                    <a:cubicBezTo>
                      <a:pt x="173" y="549"/>
                      <a:pt x="177" y="544"/>
                      <a:pt x="181" y="539"/>
                    </a:cubicBezTo>
                    <a:cubicBezTo>
                      <a:pt x="185" y="538"/>
                      <a:pt x="188" y="537"/>
                      <a:pt x="192" y="537"/>
                    </a:cubicBezTo>
                    <a:cubicBezTo>
                      <a:pt x="195" y="534"/>
                      <a:pt x="203" y="526"/>
                      <a:pt x="206" y="522"/>
                    </a:cubicBezTo>
                    <a:cubicBezTo>
                      <a:pt x="208" y="523"/>
                      <a:pt x="209" y="523"/>
                      <a:pt x="211" y="524"/>
                    </a:cubicBezTo>
                    <a:cubicBezTo>
                      <a:pt x="211" y="549"/>
                      <a:pt x="195" y="565"/>
                      <a:pt x="186" y="584"/>
                    </a:cubicBezTo>
                    <a:cubicBezTo>
                      <a:pt x="168" y="625"/>
                      <a:pt x="122" y="683"/>
                      <a:pt x="86" y="703"/>
                    </a:cubicBezTo>
                    <a:cubicBezTo>
                      <a:pt x="83" y="703"/>
                      <a:pt x="80" y="703"/>
                      <a:pt x="77" y="703"/>
                    </a:cubicBezTo>
                    <a:cubicBezTo>
                      <a:pt x="66" y="707"/>
                      <a:pt x="47" y="714"/>
                      <a:pt x="35" y="720"/>
                    </a:cubicBezTo>
                    <a:cubicBezTo>
                      <a:pt x="27" y="720"/>
                      <a:pt x="18" y="720"/>
                      <a:pt x="10" y="720"/>
                    </a:cubicBezTo>
                    <a:cubicBezTo>
                      <a:pt x="7" y="722"/>
                      <a:pt x="4" y="725"/>
                      <a:pt x="0" y="728"/>
                    </a:cubicBezTo>
                    <a:cubicBezTo>
                      <a:pt x="0" y="739"/>
                      <a:pt x="6" y="740"/>
                      <a:pt x="11" y="746"/>
                    </a:cubicBezTo>
                    <a:cubicBezTo>
                      <a:pt x="42" y="778"/>
                      <a:pt x="124" y="759"/>
                      <a:pt x="143" y="731"/>
                    </a:cubicBezTo>
                    <a:cubicBezTo>
                      <a:pt x="175" y="683"/>
                      <a:pt x="208" y="637"/>
                      <a:pt x="235" y="584"/>
                    </a:cubicBezTo>
                    <a:cubicBezTo>
                      <a:pt x="250" y="552"/>
                      <a:pt x="254" y="521"/>
                      <a:pt x="270" y="489"/>
                    </a:cubicBezTo>
                    <a:cubicBezTo>
                      <a:pt x="275" y="480"/>
                      <a:pt x="317" y="460"/>
                      <a:pt x="327" y="452"/>
                    </a:cubicBezTo>
                    <a:cubicBezTo>
                      <a:pt x="374" y="417"/>
                      <a:pt x="424" y="388"/>
                      <a:pt x="471" y="35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49" name="íšľíḑê"/>
              <p:cNvSpPr/>
              <p:nvPr/>
            </p:nvSpPr>
            <p:spPr bwMode="auto">
              <a:xfrm>
                <a:off x="6384925" y="5484810"/>
                <a:ext cx="290513" cy="292100"/>
              </a:xfrm>
              <a:custGeom>
                <a:avLst/>
                <a:gdLst>
                  <a:gd name="T0" fmla="*/ 229 w 286"/>
                  <a:gd name="T1" fmla="*/ 216 h 287"/>
                  <a:gd name="T2" fmla="*/ 225 w 286"/>
                  <a:gd name="T3" fmla="*/ 211 h 287"/>
                  <a:gd name="T4" fmla="*/ 210 w 286"/>
                  <a:gd name="T5" fmla="*/ 210 h 287"/>
                  <a:gd name="T6" fmla="*/ 206 w 286"/>
                  <a:gd name="T7" fmla="*/ 205 h 287"/>
                  <a:gd name="T8" fmla="*/ 194 w 286"/>
                  <a:gd name="T9" fmla="*/ 205 h 287"/>
                  <a:gd name="T10" fmla="*/ 171 w 286"/>
                  <a:gd name="T11" fmla="*/ 192 h 287"/>
                  <a:gd name="T12" fmla="*/ 151 w 286"/>
                  <a:gd name="T13" fmla="*/ 169 h 287"/>
                  <a:gd name="T14" fmla="*/ 117 w 286"/>
                  <a:gd name="T15" fmla="*/ 142 h 287"/>
                  <a:gd name="T16" fmla="*/ 107 w 286"/>
                  <a:gd name="T17" fmla="*/ 120 h 287"/>
                  <a:gd name="T18" fmla="*/ 66 w 286"/>
                  <a:gd name="T19" fmla="*/ 56 h 287"/>
                  <a:gd name="T20" fmla="*/ 14 w 286"/>
                  <a:gd name="T21" fmla="*/ 0 h 287"/>
                  <a:gd name="T22" fmla="*/ 40 w 286"/>
                  <a:gd name="T23" fmla="*/ 118 h 287"/>
                  <a:gd name="T24" fmla="*/ 65 w 286"/>
                  <a:gd name="T25" fmla="*/ 182 h 287"/>
                  <a:gd name="T26" fmla="*/ 66 w 286"/>
                  <a:gd name="T27" fmla="*/ 204 h 287"/>
                  <a:gd name="T28" fmla="*/ 88 w 286"/>
                  <a:gd name="T29" fmla="*/ 257 h 287"/>
                  <a:gd name="T30" fmla="*/ 103 w 286"/>
                  <a:gd name="T31" fmla="*/ 268 h 287"/>
                  <a:gd name="T32" fmla="*/ 151 w 286"/>
                  <a:gd name="T33" fmla="*/ 276 h 287"/>
                  <a:gd name="T34" fmla="*/ 172 w 286"/>
                  <a:gd name="T35" fmla="*/ 276 h 287"/>
                  <a:gd name="T36" fmla="*/ 183 w 286"/>
                  <a:gd name="T37" fmla="*/ 270 h 287"/>
                  <a:gd name="T38" fmla="*/ 232 w 286"/>
                  <a:gd name="T39" fmla="*/ 269 h 287"/>
                  <a:gd name="T40" fmla="*/ 286 w 286"/>
                  <a:gd name="T41" fmla="*/ 238 h 287"/>
                  <a:gd name="T42" fmla="*/ 229 w 286"/>
                  <a:gd name="T43" fmla="*/ 216 h 28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</a:cxnLst>
                <a:rect l="0" t="0" r="r" b="b"/>
                <a:pathLst>
                  <a:path w="286" h="287">
                    <a:moveTo>
                      <a:pt x="229" y="216"/>
                    </a:moveTo>
                    <a:cubicBezTo>
                      <a:pt x="228" y="214"/>
                      <a:pt x="226" y="212"/>
                      <a:pt x="225" y="211"/>
                    </a:cubicBezTo>
                    <a:cubicBezTo>
                      <a:pt x="220" y="210"/>
                      <a:pt x="215" y="210"/>
                      <a:pt x="210" y="210"/>
                    </a:cubicBezTo>
                    <a:cubicBezTo>
                      <a:pt x="209" y="208"/>
                      <a:pt x="208" y="206"/>
                      <a:pt x="206" y="205"/>
                    </a:cubicBezTo>
                    <a:cubicBezTo>
                      <a:pt x="202" y="205"/>
                      <a:pt x="198" y="205"/>
                      <a:pt x="194" y="205"/>
                    </a:cubicBezTo>
                    <a:cubicBezTo>
                      <a:pt x="201" y="202"/>
                      <a:pt x="175" y="194"/>
                      <a:pt x="171" y="192"/>
                    </a:cubicBezTo>
                    <a:cubicBezTo>
                      <a:pt x="164" y="184"/>
                      <a:pt x="157" y="177"/>
                      <a:pt x="151" y="169"/>
                    </a:cubicBezTo>
                    <a:cubicBezTo>
                      <a:pt x="142" y="158"/>
                      <a:pt x="125" y="155"/>
                      <a:pt x="117" y="142"/>
                    </a:cubicBezTo>
                    <a:cubicBezTo>
                      <a:pt x="119" y="141"/>
                      <a:pt x="109" y="123"/>
                      <a:pt x="107" y="120"/>
                    </a:cubicBezTo>
                    <a:cubicBezTo>
                      <a:pt x="94" y="107"/>
                      <a:pt x="75" y="72"/>
                      <a:pt x="66" y="56"/>
                    </a:cubicBezTo>
                    <a:cubicBezTo>
                      <a:pt x="55" y="37"/>
                      <a:pt x="41" y="2"/>
                      <a:pt x="14" y="0"/>
                    </a:cubicBezTo>
                    <a:cubicBezTo>
                      <a:pt x="0" y="23"/>
                      <a:pt x="32" y="95"/>
                      <a:pt x="40" y="118"/>
                    </a:cubicBezTo>
                    <a:cubicBezTo>
                      <a:pt x="48" y="141"/>
                      <a:pt x="55" y="165"/>
                      <a:pt x="65" y="182"/>
                    </a:cubicBezTo>
                    <a:cubicBezTo>
                      <a:pt x="65" y="189"/>
                      <a:pt x="66" y="197"/>
                      <a:pt x="66" y="204"/>
                    </a:cubicBezTo>
                    <a:cubicBezTo>
                      <a:pt x="74" y="223"/>
                      <a:pt x="78" y="242"/>
                      <a:pt x="88" y="257"/>
                    </a:cubicBezTo>
                    <a:cubicBezTo>
                      <a:pt x="93" y="261"/>
                      <a:pt x="98" y="264"/>
                      <a:pt x="103" y="268"/>
                    </a:cubicBezTo>
                    <a:cubicBezTo>
                      <a:pt x="122" y="278"/>
                      <a:pt x="128" y="287"/>
                      <a:pt x="151" y="276"/>
                    </a:cubicBezTo>
                    <a:cubicBezTo>
                      <a:pt x="158" y="276"/>
                      <a:pt x="165" y="276"/>
                      <a:pt x="172" y="276"/>
                    </a:cubicBezTo>
                    <a:cubicBezTo>
                      <a:pt x="175" y="274"/>
                      <a:pt x="179" y="272"/>
                      <a:pt x="183" y="270"/>
                    </a:cubicBezTo>
                    <a:cubicBezTo>
                      <a:pt x="199" y="269"/>
                      <a:pt x="216" y="269"/>
                      <a:pt x="232" y="269"/>
                    </a:cubicBezTo>
                    <a:cubicBezTo>
                      <a:pt x="258" y="256"/>
                      <a:pt x="267" y="261"/>
                      <a:pt x="286" y="238"/>
                    </a:cubicBezTo>
                    <a:cubicBezTo>
                      <a:pt x="272" y="217"/>
                      <a:pt x="250" y="226"/>
                      <a:pt x="229" y="216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</p:grpSp>
        <p:sp>
          <p:nvSpPr>
            <p:cNvPr id="46" name="ïšḻîḍe"/>
            <p:cNvSpPr/>
            <p:nvPr/>
          </p:nvSpPr>
          <p:spPr bwMode="auto">
            <a:xfrm>
              <a:off x="6615743" y="3000099"/>
              <a:ext cx="425964" cy="517912"/>
            </a:xfrm>
            <a:custGeom>
              <a:avLst/>
              <a:gdLst>
                <a:gd name="T0" fmla="*/ 20 w 354"/>
                <a:gd name="T1" fmla="*/ 276 h 430"/>
                <a:gd name="T2" fmla="*/ 22 w 354"/>
                <a:gd name="T3" fmla="*/ 302 h 430"/>
                <a:gd name="T4" fmla="*/ 27 w 354"/>
                <a:gd name="T5" fmla="*/ 307 h 430"/>
                <a:gd name="T6" fmla="*/ 25 w 354"/>
                <a:gd name="T7" fmla="*/ 328 h 430"/>
                <a:gd name="T8" fmla="*/ 49 w 354"/>
                <a:gd name="T9" fmla="*/ 418 h 430"/>
                <a:gd name="T10" fmla="*/ 68 w 354"/>
                <a:gd name="T11" fmla="*/ 408 h 430"/>
                <a:gd name="T12" fmla="*/ 70 w 354"/>
                <a:gd name="T13" fmla="*/ 387 h 430"/>
                <a:gd name="T14" fmla="*/ 83 w 354"/>
                <a:gd name="T15" fmla="*/ 331 h 430"/>
                <a:gd name="T16" fmla="*/ 50 w 354"/>
                <a:gd name="T17" fmla="*/ 251 h 430"/>
                <a:gd name="T18" fmla="*/ 50 w 354"/>
                <a:gd name="T19" fmla="*/ 237 h 430"/>
                <a:gd name="T20" fmla="*/ 44 w 354"/>
                <a:gd name="T21" fmla="*/ 232 h 430"/>
                <a:gd name="T22" fmla="*/ 50 w 354"/>
                <a:gd name="T23" fmla="*/ 196 h 430"/>
                <a:gd name="T24" fmla="*/ 79 w 354"/>
                <a:gd name="T25" fmla="*/ 177 h 430"/>
                <a:gd name="T26" fmla="*/ 85 w 354"/>
                <a:gd name="T27" fmla="*/ 169 h 430"/>
                <a:gd name="T28" fmla="*/ 111 w 354"/>
                <a:gd name="T29" fmla="*/ 152 h 430"/>
                <a:gd name="T30" fmla="*/ 168 w 354"/>
                <a:gd name="T31" fmla="*/ 99 h 430"/>
                <a:gd name="T32" fmla="*/ 193 w 354"/>
                <a:gd name="T33" fmla="*/ 85 h 430"/>
                <a:gd name="T34" fmla="*/ 293 w 354"/>
                <a:gd name="T35" fmla="*/ 47 h 430"/>
                <a:gd name="T36" fmla="*/ 272 w 354"/>
                <a:gd name="T37" fmla="*/ 101 h 430"/>
                <a:gd name="T38" fmla="*/ 241 w 354"/>
                <a:gd name="T39" fmla="*/ 177 h 430"/>
                <a:gd name="T40" fmla="*/ 241 w 354"/>
                <a:gd name="T41" fmla="*/ 190 h 430"/>
                <a:gd name="T42" fmla="*/ 230 w 354"/>
                <a:gd name="T43" fmla="*/ 208 h 430"/>
                <a:gd name="T44" fmla="*/ 230 w 354"/>
                <a:gd name="T45" fmla="*/ 225 h 430"/>
                <a:gd name="T46" fmla="*/ 218 w 354"/>
                <a:gd name="T47" fmla="*/ 245 h 430"/>
                <a:gd name="T48" fmla="*/ 218 w 354"/>
                <a:gd name="T49" fmla="*/ 263 h 430"/>
                <a:gd name="T50" fmla="*/ 213 w 354"/>
                <a:gd name="T51" fmla="*/ 267 h 430"/>
                <a:gd name="T52" fmla="*/ 210 w 354"/>
                <a:gd name="T53" fmla="*/ 279 h 430"/>
                <a:gd name="T54" fmla="*/ 210 w 354"/>
                <a:gd name="T55" fmla="*/ 281 h 430"/>
                <a:gd name="T56" fmla="*/ 193 w 354"/>
                <a:gd name="T57" fmla="*/ 248 h 430"/>
                <a:gd name="T58" fmla="*/ 106 w 354"/>
                <a:gd name="T59" fmla="*/ 189 h 430"/>
                <a:gd name="T60" fmla="*/ 103 w 354"/>
                <a:gd name="T61" fmla="*/ 267 h 430"/>
                <a:gd name="T62" fmla="*/ 131 w 354"/>
                <a:gd name="T63" fmla="*/ 332 h 430"/>
                <a:gd name="T64" fmla="*/ 112 w 354"/>
                <a:gd name="T65" fmla="*/ 365 h 430"/>
                <a:gd name="T66" fmla="*/ 90 w 354"/>
                <a:gd name="T67" fmla="*/ 396 h 430"/>
                <a:gd name="T68" fmla="*/ 85 w 354"/>
                <a:gd name="T69" fmla="*/ 407 h 430"/>
                <a:gd name="T70" fmla="*/ 89 w 354"/>
                <a:gd name="T71" fmla="*/ 412 h 430"/>
                <a:gd name="T72" fmla="*/ 143 w 354"/>
                <a:gd name="T73" fmla="*/ 366 h 430"/>
                <a:gd name="T74" fmla="*/ 154 w 354"/>
                <a:gd name="T75" fmla="*/ 366 h 430"/>
                <a:gd name="T76" fmla="*/ 208 w 354"/>
                <a:gd name="T77" fmla="*/ 430 h 430"/>
                <a:gd name="T78" fmla="*/ 213 w 354"/>
                <a:gd name="T79" fmla="*/ 430 h 430"/>
                <a:gd name="T80" fmla="*/ 260 w 354"/>
                <a:gd name="T81" fmla="*/ 289 h 430"/>
                <a:gd name="T82" fmla="*/ 282 w 354"/>
                <a:gd name="T83" fmla="*/ 224 h 430"/>
                <a:gd name="T84" fmla="*/ 281 w 354"/>
                <a:gd name="T85" fmla="*/ 214 h 430"/>
                <a:gd name="T86" fmla="*/ 292 w 354"/>
                <a:gd name="T87" fmla="*/ 186 h 430"/>
                <a:gd name="T88" fmla="*/ 294 w 354"/>
                <a:gd name="T89" fmla="*/ 170 h 430"/>
                <a:gd name="T90" fmla="*/ 311 w 354"/>
                <a:gd name="T91" fmla="*/ 138 h 430"/>
                <a:gd name="T92" fmla="*/ 317 w 354"/>
                <a:gd name="T93" fmla="*/ 111 h 430"/>
                <a:gd name="T94" fmla="*/ 330 w 354"/>
                <a:gd name="T95" fmla="*/ 92 h 430"/>
                <a:gd name="T96" fmla="*/ 343 w 354"/>
                <a:gd name="T97" fmla="*/ 40 h 430"/>
                <a:gd name="T98" fmla="*/ 291 w 354"/>
                <a:gd name="T99" fmla="*/ 0 h 430"/>
                <a:gd name="T100" fmla="*/ 272 w 354"/>
                <a:gd name="T101" fmla="*/ 8 h 430"/>
                <a:gd name="T102" fmla="*/ 210 w 354"/>
                <a:gd name="T103" fmla="*/ 31 h 430"/>
                <a:gd name="T104" fmla="*/ 176 w 354"/>
                <a:gd name="T105" fmla="*/ 53 h 430"/>
                <a:gd name="T106" fmla="*/ 168 w 354"/>
                <a:gd name="T107" fmla="*/ 52 h 430"/>
                <a:gd name="T108" fmla="*/ 162 w 354"/>
                <a:gd name="T109" fmla="*/ 59 h 430"/>
                <a:gd name="T110" fmla="*/ 143 w 354"/>
                <a:gd name="T111" fmla="*/ 65 h 430"/>
                <a:gd name="T112" fmla="*/ 75 w 354"/>
                <a:gd name="T113" fmla="*/ 109 h 430"/>
                <a:gd name="T114" fmla="*/ 26 w 354"/>
                <a:gd name="T115" fmla="*/ 155 h 430"/>
                <a:gd name="T116" fmla="*/ 25 w 354"/>
                <a:gd name="T117" fmla="*/ 222 h 430"/>
                <a:gd name="T118" fmla="*/ 7 w 354"/>
                <a:gd name="T119" fmla="*/ 227 h 430"/>
                <a:gd name="T120" fmla="*/ 15 w 354"/>
                <a:gd name="T121" fmla="*/ 269 h 430"/>
                <a:gd name="T122" fmla="*/ 20 w 354"/>
                <a:gd name="T123" fmla="*/ 276 h 43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  <a:cxn ang="0">
                  <a:pos x="T118" y="T119"/>
                </a:cxn>
                <a:cxn ang="0">
                  <a:pos x="T120" y="T121"/>
                </a:cxn>
                <a:cxn ang="0">
                  <a:pos x="T122" y="T123"/>
                </a:cxn>
              </a:cxnLst>
              <a:rect l="0" t="0" r="r" b="b"/>
              <a:pathLst>
                <a:path w="354" h="430">
                  <a:moveTo>
                    <a:pt x="20" y="276"/>
                  </a:moveTo>
                  <a:cubicBezTo>
                    <a:pt x="21" y="285"/>
                    <a:pt x="22" y="293"/>
                    <a:pt x="22" y="302"/>
                  </a:cubicBezTo>
                  <a:cubicBezTo>
                    <a:pt x="24" y="304"/>
                    <a:pt x="25" y="305"/>
                    <a:pt x="27" y="307"/>
                  </a:cubicBezTo>
                  <a:cubicBezTo>
                    <a:pt x="27" y="314"/>
                    <a:pt x="26" y="321"/>
                    <a:pt x="25" y="328"/>
                  </a:cubicBezTo>
                  <a:cubicBezTo>
                    <a:pt x="33" y="356"/>
                    <a:pt x="27" y="403"/>
                    <a:pt x="49" y="418"/>
                  </a:cubicBezTo>
                  <a:cubicBezTo>
                    <a:pt x="56" y="425"/>
                    <a:pt x="65" y="412"/>
                    <a:pt x="68" y="408"/>
                  </a:cubicBezTo>
                  <a:cubicBezTo>
                    <a:pt x="68" y="401"/>
                    <a:pt x="69" y="394"/>
                    <a:pt x="70" y="387"/>
                  </a:cubicBezTo>
                  <a:cubicBezTo>
                    <a:pt x="76" y="375"/>
                    <a:pt x="86" y="354"/>
                    <a:pt x="83" y="331"/>
                  </a:cubicBezTo>
                  <a:cubicBezTo>
                    <a:pt x="78" y="299"/>
                    <a:pt x="61" y="276"/>
                    <a:pt x="50" y="251"/>
                  </a:cubicBezTo>
                  <a:cubicBezTo>
                    <a:pt x="50" y="246"/>
                    <a:pt x="50" y="242"/>
                    <a:pt x="50" y="237"/>
                  </a:cubicBezTo>
                  <a:cubicBezTo>
                    <a:pt x="48" y="235"/>
                    <a:pt x="46" y="234"/>
                    <a:pt x="44" y="232"/>
                  </a:cubicBezTo>
                  <a:cubicBezTo>
                    <a:pt x="39" y="222"/>
                    <a:pt x="50" y="209"/>
                    <a:pt x="50" y="196"/>
                  </a:cubicBezTo>
                  <a:cubicBezTo>
                    <a:pt x="59" y="186"/>
                    <a:pt x="66" y="184"/>
                    <a:pt x="79" y="177"/>
                  </a:cubicBezTo>
                  <a:cubicBezTo>
                    <a:pt x="81" y="174"/>
                    <a:pt x="83" y="172"/>
                    <a:pt x="85" y="169"/>
                  </a:cubicBezTo>
                  <a:cubicBezTo>
                    <a:pt x="94" y="164"/>
                    <a:pt x="102" y="158"/>
                    <a:pt x="111" y="152"/>
                  </a:cubicBezTo>
                  <a:cubicBezTo>
                    <a:pt x="126" y="142"/>
                    <a:pt x="158" y="112"/>
                    <a:pt x="168" y="99"/>
                  </a:cubicBezTo>
                  <a:cubicBezTo>
                    <a:pt x="169" y="101"/>
                    <a:pt x="188" y="88"/>
                    <a:pt x="193" y="85"/>
                  </a:cubicBezTo>
                  <a:cubicBezTo>
                    <a:pt x="222" y="70"/>
                    <a:pt x="248" y="46"/>
                    <a:pt x="293" y="47"/>
                  </a:cubicBezTo>
                  <a:cubicBezTo>
                    <a:pt x="292" y="59"/>
                    <a:pt x="278" y="86"/>
                    <a:pt x="272" y="101"/>
                  </a:cubicBezTo>
                  <a:cubicBezTo>
                    <a:pt x="259" y="128"/>
                    <a:pt x="255" y="152"/>
                    <a:pt x="241" y="177"/>
                  </a:cubicBezTo>
                  <a:cubicBezTo>
                    <a:pt x="241" y="181"/>
                    <a:pt x="241" y="186"/>
                    <a:pt x="241" y="190"/>
                  </a:cubicBezTo>
                  <a:cubicBezTo>
                    <a:pt x="239" y="194"/>
                    <a:pt x="232" y="203"/>
                    <a:pt x="230" y="208"/>
                  </a:cubicBezTo>
                  <a:cubicBezTo>
                    <a:pt x="230" y="213"/>
                    <a:pt x="230" y="219"/>
                    <a:pt x="230" y="225"/>
                  </a:cubicBezTo>
                  <a:cubicBezTo>
                    <a:pt x="228" y="232"/>
                    <a:pt x="221" y="238"/>
                    <a:pt x="218" y="245"/>
                  </a:cubicBezTo>
                  <a:cubicBezTo>
                    <a:pt x="218" y="251"/>
                    <a:pt x="218" y="257"/>
                    <a:pt x="218" y="263"/>
                  </a:cubicBezTo>
                  <a:cubicBezTo>
                    <a:pt x="216" y="265"/>
                    <a:pt x="214" y="266"/>
                    <a:pt x="213" y="267"/>
                  </a:cubicBezTo>
                  <a:cubicBezTo>
                    <a:pt x="212" y="270"/>
                    <a:pt x="213" y="276"/>
                    <a:pt x="210" y="279"/>
                  </a:cubicBezTo>
                  <a:cubicBezTo>
                    <a:pt x="210" y="280"/>
                    <a:pt x="210" y="280"/>
                    <a:pt x="210" y="281"/>
                  </a:cubicBezTo>
                  <a:cubicBezTo>
                    <a:pt x="201" y="277"/>
                    <a:pt x="199" y="257"/>
                    <a:pt x="193" y="248"/>
                  </a:cubicBezTo>
                  <a:cubicBezTo>
                    <a:pt x="175" y="223"/>
                    <a:pt x="147" y="190"/>
                    <a:pt x="106" y="189"/>
                  </a:cubicBezTo>
                  <a:cubicBezTo>
                    <a:pt x="89" y="206"/>
                    <a:pt x="93" y="245"/>
                    <a:pt x="103" y="267"/>
                  </a:cubicBezTo>
                  <a:cubicBezTo>
                    <a:pt x="106" y="275"/>
                    <a:pt x="133" y="322"/>
                    <a:pt x="131" y="332"/>
                  </a:cubicBezTo>
                  <a:cubicBezTo>
                    <a:pt x="128" y="344"/>
                    <a:pt x="118" y="357"/>
                    <a:pt x="112" y="365"/>
                  </a:cubicBezTo>
                  <a:cubicBezTo>
                    <a:pt x="106" y="374"/>
                    <a:pt x="102" y="394"/>
                    <a:pt x="90" y="396"/>
                  </a:cubicBezTo>
                  <a:cubicBezTo>
                    <a:pt x="85" y="402"/>
                    <a:pt x="86" y="401"/>
                    <a:pt x="85" y="407"/>
                  </a:cubicBezTo>
                  <a:cubicBezTo>
                    <a:pt x="86" y="409"/>
                    <a:pt x="88" y="410"/>
                    <a:pt x="89" y="412"/>
                  </a:cubicBezTo>
                  <a:cubicBezTo>
                    <a:pt x="106" y="411"/>
                    <a:pt x="136" y="378"/>
                    <a:pt x="143" y="366"/>
                  </a:cubicBezTo>
                  <a:cubicBezTo>
                    <a:pt x="147" y="366"/>
                    <a:pt x="151" y="366"/>
                    <a:pt x="154" y="366"/>
                  </a:cubicBezTo>
                  <a:cubicBezTo>
                    <a:pt x="173" y="387"/>
                    <a:pt x="194" y="406"/>
                    <a:pt x="208" y="430"/>
                  </a:cubicBezTo>
                  <a:cubicBezTo>
                    <a:pt x="209" y="430"/>
                    <a:pt x="211" y="430"/>
                    <a:pt x="213" y="430"/>
                  </a:cubicBezTo>
                  <a:cubicBezTo>
                    <a:pt x="249" y="405"/>
                    <a:pt x="244" y="337"/>
                    <a:pt x="260" y="289"/>
                  </a:cubicBezTo>
                  <a:cubicBezTo>
                    <a:pt x="266" y="271"/>
                    <a:pt x="275" y="244"/>
                    <a:pt x="282" y="224"/>
                  </a:cubicBezTo>
                  <a:cubicBezTo>
                    <a:pt x="281" y="221"/>
                    <a:pt x="281" y="217"/>
                    <a:pt x="281" y="214"/>
                  </a:cubicBezTo>
                  <a:cubicBezTo>
                    <a:pt x="284" y="206"/>
                    <a:pt x="290" y="191"/>
                    <a:pt x="292" y="186"/>
                  </a:cubicBezTo>
                  <a:cubicBezTo>
                    <a:pt x="292" y="181"/>
                    <a:pt x="293" y="176"/>
                    <a:pt x="294" y="170"/>
                  </a:cubicBezTo>
                  <a:cubicBezTo>
                    <a:pt x="298" y="161"/>
                    <a:pt x="309" y="149"/>
                    <a:pt x="311" y="138"/>
                  </a:cubicBezTo>
                  <a:cubicBezTo>
                    <a:pt x="313" y="130"/>
                    <a:pt x="313" y="122"/>
                    <a:pt x="317" y="111"/>
                  </a:cubicBezTo>
                  <a:cubicBezTo>
                    <a:pt x="318" y="114"/>
                    <a:pt x="329" y="94"/>
                    <a:pt x="330" y="92"/>
                  </a:cubicBezTo>
                  <a:cubicBezTo>
                    <a:pt x="337" y="75"/>
                    <a:pt x="337" y="57"/>
                    <a:pt x="343" y="40"/>
                  </a:cubicBezTo>
                  <a:cubicBezTo>
                    <a:pt x="354" y="9"/>
                    <a:pt x="317" y="0"/>
                    <a:pt x="291" y="0"/>
                  </a:cubicBezTo>
                  <a:cubicBezTo>
                    <a:pt x="287" y="8"/>
                    <a:pt x="280" y="5"/>
                    <a:pt x="272" y="8"/>
                  </a:cubicBezTo>
                  <a:cubicBezTo>
                    <a:pt x="261" y="12"/>
                    <a:pt x="217" y="31"/>
                    <a:pt x="210" y="31"/>
                  </a:cubicBezTo>
                  <a:cubicBezTo>
                    <a:pt x="200" y="37"/>
                    <a:pt x="187" y="48"/>
                    <a:pt x="176" y="53"/>
                  </a:cubicBezTo>
                  <a:cubicBezTo>
                    <a:pt x="173" y="53"/>
                    <a:pt x="170" y="53"/>
                    <a:pt x="168" y="52"/>
                  </a:cubicBezTo>
                  <a:cubicBezTo>
                    <a:pt x="166" y="55"/>
                    <a:pt x="164" y="57"/>
                    <a:pt x="162" y="59"/>
                  </a:cubicBezTo>
                  <a:cubicBezTo>
                    <a:pt x="155" y="63"/>
                    <a:pt x="149" y="61"/>
                    <a:pt x="143" y="65"/>
                  </a:cubicBezTo>
                  <a:cubicBezTo>
                    <a:pt x="122" y="78"/>
                    <a:pt x="97" y="95"/>
                    <a:pt x="75" y="109"/>
                  </a:cubicBezTo>
                  <a:cubicBezTo>
                    <a:pt x="58" y="120"/>
                    <a:pt x="34" y="135"/>
                    <a:pt x="26" y="155"/>
                  </a:cubicBezTo>
                  <a:cubicBezTo>
                    <a:pt x="20" y="173"/>
                    <a:pt x="24" y="201"/>
                    <a:pt x="25" y="222"/>
                  </a:cubicBezTo>
                  <a:cubicBezTo>
                    <a:pt x="22" y="224"/>
                    <a:pt x="10" y="224"/>
                    <a:pt x="7" y="227"/>
                  </a:cubicBezTo>
                  <a:cubicBezTo>
                    <a:pt x="0" y="233"/>
                    <a:pt x="11" y="261"/>
                    <a:pt x="15" y="269"/>
                  </a:cubicBezTo>
                  <a:cubicBezTo>
                    <a:pt x="16" y="271"/>
                    <a:pt x="18" y="274"/>
                    <a:pt x="20" y="276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47" name="î$ḷiďê"/>
            <p:cNvSpPr/>
            <p:nvPr/>
          </p:nvSpPr>
          <p:spPr bwMode="auto">
            <a:xfrm>
              <a:off x="6527548" y="3450476"/>
              <a:ext cx="514159" cy="247697"/>
            </a:xfrm>
            <a:custGeom>
              <a:avLst/>
              <a:gdLst>
                <a:gd name="T0" fmla="*/ 365 w 428"/>
                <a:gd name="T1" fmla="*/ 1 h 206"/>
                <a:gd name="T2" fmla="*/ 278 w 428"/>
                <a:gd name="T3" fmla="*/ 25 h 206"/>
                <a:gd name="T4" fmla="*/ 257 w 428"/>
                <a:gd name="T5" fmla="*/ 24 h 206"/>
                <a:gd name="T6" fmla="*/ 249 w 428"/>
                <a:gd name="T7" fmla="*/ 30 h 206"/>
                <a:gd name="T8" fmla="*/ 233 w 428"/>
                <a:gd name="T9" fmla="*/ 30 h 206"/>
                <a:gd name="T10" fmla="*/ 225 w 428"/>
                <a:gd name="T11" fmla="*/ 36 h 206"/>
                <a:gd name="T12" fmla="*/ 213 w 428"/>
                <a:gd name="T13" fmla="*/ 36 h 206"/>
                <a:gd name="T14" fmla="*/ 206 w 428"/>
                <a:gd name="T15" fmla="*/ 43 h 206"/>
                <a:gd name="T16" fmla="*/ 196 w 428"/>
                <a:gd name="T17" fmla="*/ 42 h 206"/>
                <a:gd name="T18" fmla="*/ 178 w 428"/>
                <a:gd name="T19" fmla="*/ 54 h 206"/>
                <a:gd name="T20" fmla="*/ 163 w 428"/>
                <a:gd name="T21" fmla="*/ 55 h 206"/>
                <a:gd name="T22" fmla="*/ 157 w 428"/>
                <a:gd name="T23" fmla="*/ 62 h 206"/>
                <a:gd name="T24" fmla="*/ 131 w 428"/>
                <a:gd name="T25" fmla="*/ 68 h 206"/>
                <a:gd name="T26" fmla="*/ 111 w 428"/>
                <a:gd name="T27" fmla="*/ 80 h 206"/>
                <a:gd name="T28" fmla="*/ 104 w 428"/>
                <a:gd name="T29" fmla="*/ 78 h 206"/>
                <a:gd name="T30" fmla="*/ 77 w 428"/>
                <a:gd name="T31" fmla="*/ 91 h 206"/>
                <a:gd name="T32" fmla="*/ 57 w 428"/>
                <a:gd name="T33" fmla="*/ 96 h 206"/>
                <a:gd name="T34" fmla="*/ 7 w 428"/>
                <a:gd name="T35" fmla="*/ 106 h 206"/>
                <a:gd name="T36" fmla="*/ 5 w 428"/>
                <a:gd name="T37" fmla="*/ 144 h 206"/>
                <a:gd name="T38" fmla="*/ 51 w 428"/>
                <a:gd name="T39" fmla="*/ 206 h 206"/>
                <a:gd name="T40" fmla="*/ 103 w 428"/>
                <a:gd name="T41" fmla="*/ 170 h 206"/>
                <a:gd name="T42" fmla="*/ 122 w 428"/>
                <a:gd name="T43" fmla="*/ 154 h 206"/>
                <a:gd name="T44" fmla="*/ 141 w 428"/>
                <a:gd name="T45" fmla="*/ 136 h 206"/>
                <a:gd name="T46" fmla="*/ 216 w 428"/>
                <a:gd name="T47" fmla="*/ 95 h 206"/>
                <a:gd name="T48" fmla="*/ 312 w 428"/>
                <a:gd name="T49" fmla="*/ 68 h 206"/>
                <a:gd name="T50" fmla="*/ 315 w 428"/>
                <a:gd name="T51" fmla="*/ 69 h 206"/>
                <a:gd name="T52" fmla="*/ 318 w 428"/>
                <a:gd name="T53" fmla="*/ 69 h 206"/>
                <a:gd name="T54" fmla="*/ 282 w 428"/>
                <a:gd name="T55" fmla="*/ 97 h 206"/>
                <a:gd name="T56" fmla="*/ 278 w 428"/>
                <a:gd name="T57" fmla="*/ 110 h 206"/>
                <a:gd name="T58" fmla="*/ 320 w 428"/>
                <a:gd name="T59" fmla="*/ 95 h 206"/>
                <a:gd name="T60" fmla="*/ 335 w 428"/>
                <a:gd name="T61" fmla="*/ 95 h 206"/>
                <a:gd name="T62" fmla="*/ 427 w 428"/>
                <a:gd name="T63" fmla="*/ 42 h 206"/>
                <a:gd name="T64" fmla="*/ 365 w 428"/>
                <a:gd name="T65" fmla="*/ 1 h 20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</a:cxnLst>
              <a:rect l="0" t="0" r="r" b="b"/>
              <a:pathLst>
                <a:path w="428" h="206">
                  <a:moveTo>
                    <a:pt x="365" y="1"/>
                  </a:moveTo>
                  <a:cubicBezTo>
                    <a:pt x="356" y="12"/>
                    <a:pt x="297" y="17"/>
                    <a:pt x="278" y="25"/>
                  </a:cubicBezTo>
                  <a:cubicBezTo>
                    <a:pt x="271" y="24"/>
                    <a:pt x="264" y="24"/>
                    <a:pt x="257" y="24"/>
                  </a:cubicBezTo>
                  <a:cubicBezTo>
                    <a:pt x="254" y="26"/>
                    <a:pt x="252" y="28"/>
                    <a:pt x="249" y="30"/>
                  </a:cubicBezTo>
                  <a:cubicBezTo>
                    <a:pt x="244" y="30"/>
                    <a:pt x="238" y="30"/>
                    <a:pt x="233" y="30"/>
                  </a:cubicBezTo>
                  <a:cubicBezTo>
                    <a:pt x="230" y="32"/>
                    <a:pt x="227" y="34"/>
                    <a:pt x="225" y="36"/>
                  </a:cubicBezTo>
                  <a:cubicBezTo>
                    <a:pt x="221" y="36"/>
                    <a:pt x="217" y="36"/>
                    <a:pt x="213" y="36"/>
                  </a:cubicBezTo>
                  <a:cubicBezTo>
                    <a:pt x="211" y="39"/>
                    <a:pt x="208" y="41"/>
                    <a:pt x="206" y="43"/>
                  </a:cubicBezTo>
                  <a:cubicBezTo>
                    <a:pt x="202" y="43"/>
                    <a:pt x="199" y="43"/>
                    <a:pt x="196" y="42"/>
                  </a:cubicBezTo>
                  <a:cubicBezTo>
                    <a:pt x="192" y="44"/>
                    <a:pt x="183" y="50"/>
                    <a:pt x="178" y="54"/>
                  </a:cubicBezTo>
                  <a:cubicBezTo>
                    <a:pt x="173" y="54"/>
                    <a:pt x="168" y="55"/>
                    <a:pt x="163" y="55"/>
                  </a:cubicBezTo>
                  <a:cubicBezTo>
                    <a:pt x="161" y="57"/>
                    <a:pt x="159" y="59"/>
                    <a:pt x="157" y="62"/>
                  </a:cubicBezTo>
                  <a:cubicBezTo>
                    <a:pt x="147" y="66"/>
                    <a:pt x="140" y="64"/>
                    <a:pt x="131" y="68"/>
                  </a:cubicBezTo>
                  <a:cubicBezTo>
                    <a:pt x="123" y="71"/>
                    <a:pt x="117" y="78"/>
                    <a:pt x="111" y="80"/>
                  </a:cubicBezTo>
                  <a:cubicBezTo>
                    <a:pt x="109" y="80"/>
                    <a:pt x="106" y="79"/>
                    <a:pt x="104" y="78"/>
                  </a:cubicBezTo>
                  <a:cubicBezTo>
                    <a:pt x="96" y="82"/>
                    <a:pt x="85" y="88"/>
                    <a:pt x="77" y="91"/>
                  </a:cubicBezTo>
                  <a:cubicBezTo>
                    <a:pt x="67" y="95"/>
                    <a:pt x="63" y="90"/>
                    <a:pt x="57" y="96"/>
                  </a:cubicBezTo>
                  <a:cubicBezTo>
                    <a:pt x="48" y="90"/>
                    <a:pt x="15" y="98"/>
                    <a:pt x="7" y="106"/>
                  </a:cubicBezTo>
                  <a:cubicBezTo>
                    <a:pt x="0" y="113"/>
                    <a:pt x="2" y="136"/>
                    <a:pt x="5" y="144"/>
                  </a:cubicBezTo>
                  <a:cubicBezTo>
                    <a:pt x="14" y="168"/>
                    <a:pt x="36" y="185"/>
                    <a:pt x="51" y="206"/>
                  </a:cubicBezTo>
                  <a:cubicBezTo>
                    <a:pt x="61" y="205"/>
                    <a:pt x="97" y="178"/>
                    <a:pt x="103" y="170"/>
                  </a:cubicBezTo>
                  <a:cubicBezTo>
                    <a:pt x="105" y="166"/>
                    <a:pt x="117" y="158"/>
                    <a:pt x="122" y="154"/>
                  </a:cubicBezTo>
                  <a:cubicBezTo>
                    <a:pt x="129" y="148"/>
                    <a:pt x="135" y="142"/>
                    <a:pt x="141" y="136"/>
                  </a:cubicBezTo>
                  <a:cubicBezTo>
                    <a:pt x="164" y="121"/>
                    <a:pt x="189" y="105"/>
                    <a:pt x="216" y="95"/>
                  </a:cubicBezTo>
                  <a:cubicBezTo>
                    <a:pt x="231" y="90"/>
                    <a:pt x="308" y="72"/>
                    <a:pt x="312" y="68"/>
                  </a:cubicBezTo>
                  <a:cubicBezTo>
                    <a:pt x="315" y="68"/>
                    <a:pt x="314" y="67"/>
                    <a:pt x="315" y="69"/>
                  </a:cubicBezTo>
                  <a:cubicBezTo>
                    <a:pt x="316" y="69"/>
                    <a:pt x="317" y="69"/>
                    <a:pt x="318" y="69"/>
                  </a:cubicBezTo>
                  <a:cubicBezTo>
                    <a:pt x="313" y="77"/>
                    <a:pt x="292" y="95"/>
                    <a:pt x="282" y="97"/>
                  </a:cubicBezTo>
                  <a:cubicBezTo>
                    <a:pt x="279" y="101"/>
                    <a:pt x="278" y="102"/>
                    <a:pt x="278" y="110"/>
                  </a:cubicBezTo>
                  <a:cubicBezTo>
                    <a:pt x="291" y="119"/>
                    <a:pt x="309" y="101"/>
                    <a:pt x="320" y="95"/>
                  </a:cubicBezTo>
                  <a:cubicBezTo>
                    <a:pt x="325" y="95"/>
                    <a:pt x="330" y="95"/>
                    <a:pt x="335" y="95"/>
                  </a:cubicBezTo>
                  <a:cubicBezTo>
                    <a:pt x="364" y="76"/>
                    <a:pt x="411" y="71"/>
                    <a:pt x="427" y="42"/>
                  </a:cubicBezTo>
                  <a:cubicBezTo>
                    <a:pt x="428" y="16"/>
                    <a:pt x="390" y="0"/>
                    <a:pt x="365" y="1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</p:grpSp>
      <p:grpSp>
        <p:nvGrpSpPr>
          <p:cNvPr id="9" name="组合 8"/>
          <p:cNvGrpSpPr/>
          <p:nvPr/>
        </p:nvGrpSpPr>
        <p:grpSpPr>
          <a:xfrm>
            <a:off x="585484" y="1606184"/>
            <a:ext cx="5522619" cy="4565612"/>
            <a:chOff x="408" y="15800"/>
            <a:chExt cx="4973" cy="7294"/>
          </a:xfrm>
        </p:grpSpPr>
        <p:sp>
          <p:nvSpPr>
            <p:cNvPr id="10" name="矩形 9"/>
            <p:cNvSpPr/>
            <p:nvPr/>
          </p:nvSpPr>
          <p:spPr>
            <a:xfrm rot="5400000">
              <a:off x="-752" y="16960"/>
              <a:ext cx="7294" cy="4973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ffectLst>
              <a:outerShdw blurRad="241300" dist="101600" dir="2700000" algn="tl" rotWithShape="0">
                <a:prstClr val="black">
                  <a:alpha val="3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zh-CN">
                  <a:solidFill>
                    <a:schemeClr val="lt1"/>
                  </a:solidFill>
                </a:defRPr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等线" panose="02010600030101010101" charset="-122"/>
                <a:ea typeface="等线" panose="02010600030101010101" charset="-122"/>
                <a:cs typeface="+mn-cs"/>
              </a:endParaRPr>
            </a:p>
          </p:txBody>
        </p:sp>
        <p:cxnSp>
          <p:nvCxnSpPr>
            <p:cNvPr id="13" name="直接连接符 12"/>
            <p:cNvCxnSpPr/>
            <p:nvPr/>
          </p:nvCxnSpPr>
          <p:spPr>
            <a:xfrm rot="5400000">
              <a:off x="2895" y="13325"/>
              <a:ext cx="0" cy="4973"/>
            </a:xfrm>
            <a:prstGeom prst="line">
              <a:avLst/>
            </a:prstGeom>
            <a:ln w="38100">
              <a:solidFill>
                <a:schemeClr val="accent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8" name="文本框 7"/>
          <p:cNvSpPr txBox="1"/>
          <p:nvPr/>
        </p:nvSpPr>
        <p:spPr>
          <a:xfrm>
            <a:off x="695998" y="1924607"/>
            <a:ext cx="5138817" cy="93871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algn="just">
              <a:lnSpc>
                <a:spcPts val="2200"/>
              </a:lnSpc>
              <a:spcBef>
                <a:spcPts val="0"/>
              </a:spcBef>
              <a:spcAft>
                <a:spcPts val="0"/>
              </a:spcAft>
            </a:pPr>
            <a:r>
              <a:rPr lang="zh-CN" altLang="en-US" sz="2000" b="1" kern="1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数据来源：</a:t>
            </a:r>
            <a:r>
              <a:rPr lang="zh-CN" altLang="en-US" sz="2000" kern="1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瑞士 </a:t>
            </a:r>
            <a:r>
              <a:rPr lang="en-US" altLang="zh-CN" sz="2000" kern="100" dirty="0" err="1">
                <a:latin typeface="微软雅黑" panose="020B0503020204020204" pitchFamily="34" charset="-122"/>
                <a:ea typeface="微软雅黑" panose="020B0503020204020204" pitchFamily="34" charset="-122"/>
              </a:rPr>
              <a:t>CoLaus</a:t>
            </a:r>
            <a:r>
              <a:rPr lang="en-US" altLang="zh-CN" sz="2000" kern="1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/</a:t>
            </a:r>
            <a:r>
              <a:rPr lang="en-US" altLang="zh-CN" sz="2000" kern="100" dirty="0" err="1">
                <a:latin typeface="微软雅黑" panose="020B0503020204020204" pitchFamily="34" charset="-122"/>
                <a:ea typeface="微软雅黑" panose="020B0503020204020204" pitchFamily="34" charset="-122"/>
              </a:rPr>
              <a:t>PsyCoLaus</a:t>
            </a:r>
            <a:r>
              <a:rPr lang="en-US" altLang="zh-CN" sz="2000" kern="1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 </a:t>
            </a:r>
            <a:r>
              <a:rPr lang="zh-CN" altLang="en-US" sz="2000" kern="1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队列 ￼</a:t>
            </a:r>
            <a:endParaRPr lang="en-US" altLang="zh-CN" sz="2000" kern="1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algn="just">
              <a:lnSpc>
                <a:spcPts val="2200"/>
              </a:lnSpc>
            </a:pPr>
            <a:r>
              <a:rPr lang="zh-CN" altLang="en-US" sz="2000" b="1" kern="1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设计类型：</a:t>
            </a:r>
            <a:r>
              <a:rPr lang="zh-CN" altLang="en-US" sz="2000" kern="1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前瞻性纵向队列 </a:t>
            </a:r>
            <a:r>
              <a:rPr lang="en-US" altLang="zh-CN" sz="2000" kern="1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(Prospective Cohort)</a:t>
            </a:r>
          </a:p>
        </p:txBody>
      </p:sp>
      <p:sp>
        <p:nvSpPr>
          <p:cNvPr id="111" name="文本框 110"/>
          <p:cNvSpPr txBox="1"/>
          <p:nvPr/>
        </p:nvSpPr>
        <p:spPr>
          <a:xfrm>
            <a:off x="695999" y="2853748"/>
            <a:ext cx="5138817" cy="150297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algn="just">
              <a:lnSpc>
                <a:spcPts val="2200"/>
              </a:lnSpc>
              <a:spcBef>
                <a:spcPts val="0"/>
              </a:spcBef>
              <a:spcAft>
                <a:spcPts val="0"/>
              </a:spcAft>
            </a:pPr>
            <a:endParaRPr lang="en-US" altLang="zh-CN" sz="1600" kern="1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R="0" algn="just">
              <a:lnSpc>
                <a:spcPts val="2200"/>
              </a:lnSpc>
              <a:spcBef>
                <a:spcPts val="0"/>
              </a:spcBef>
              <a:spcAft>
                <a:spcPts val="0"/>
              </a:spcAft>
            </a:pPr>
            <a:r>
              <a:rPr lang="zh-CN" altLang="en-US" sz="2000" b="1" kern="1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时间窗口：</a:t>
            </a:r>
            <a:endParaRPr lang="en-US" altLang="zh-CN" sz="2000" b="1" kern="1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algn="just">
              <a:lnSpc>
                <a:spcPts val="2200"/>
              </a:lnSpc>
            </a:pPr>
            <a:r>
              <a:rPr lang="en-US" altLang="zh-CN" sz="2000" kern="1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• ￼T1 (</a:t>
            </a:r>
            <a:r>
              <a:rPr lang="zh-CN" altLang="en-US" sz="2000" kern="1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基线</a:t>
            </a:r>
            <a:r>
              <a:rPr lang="en-US" altLang="zh-CN" sz="2000" kern="1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): 2009-2012 (</a:t>
            </a:r>
            <a:r>
              <a:rPr lang="zh-CN" altLang="en-US" sz="2000" kern="1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测量</a:t>
            </a:r>
            <a:r>
              <a:rPr lang="en-US" altLang="zh-CN" sz="2000" kern="1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SES</a:t>
            </a:r>
            <a:r>
              <a:rPr lang="zh-CN" altLang="en-US" sz="2000" kern="1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、睡眠</a:t>
            </a:r>
            <a:r>
              <a:rPr lang="en-US" altLang="zh-CN" sz="2000" kern="1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) ￼</a:t>
            </a:r>
          </a:p>
          <a:p>
            <a:pPr algn="just">
              <a:lnSpc>
                <a:spcPts val="2200"/>
              </a:lnSpc>
            </a:pPr>
            <a:r>
              <a:rPr lang="en-US" altLang="zh-CN" sz="2000" kern="1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• ￼T2 (</a:t>
            </a:r>
            <a:r>
              <a:rPr lang="zh-CN" altLang="en-US" sz="2000" kern="1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结局</a:t>
            </a:r>
            <a:r>
              <a:rPr lang="en-US" altLang="zh-CN" sz="2000" kern="1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): 2014-2017 (</a:t>
            </a:r>
            <a:r>
              <a:rPr lang="zh-CN" altLang="en-US" sz="2000" kern="1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测量疼痛</a:t>
            </a:r>
            <a:r>
              <a:rPr lang="en-US" altLang="zh-CN" sz="2000" kern="1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) ￼</a:t>
            </a:r>
          </a:p>
          <a:p>
            <a:pPr algn="just">
              <a:lnSpc>
                <a:spcPts val="2200"/>
              </a:lnSpc>
            </a:pPr>
            <a:r>
              <a:rPr lang="en-US" altLang="zh-CN" sz="2000" kern="1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• </a:t>
            </a:r>
            <a:r>
              <a:rPr lang="zh-CN" altLang="en-US" sz="2000" kern="1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平均随访间隔：</a:t>
            </a:r>
            <a:r>
              <a:rPr lang="en-US" altLang="zh-CN" sz="2000" kern="1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3.8</a:t>
            </a:r>
            <a:r>
              <a:rPr lang="zh-CN" altLang="en-US" sz="2000" kern="1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年。</a:t>
            </a:r>
          </a:p>
        </p:txBody>
      </p:sp>
      <p:sp>
        <p:nvSpPr>
          <p:cNvPr id="113" name="文本框 112"/>
          <p:cNvSpPr txBox="1"/>
          <p:nvPr/>
        </p:nvSpPr>
        <p:spPr>
          <a:xfrm>
            <a:off x="695998" y="4816505"/>
            <a:ext cx="5262071" cy="93871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>
              <a:lnSpc>
                <a:spcPts val="2200"/>
              </a:lnSpc>
            </a:pPr>
            <a:r>
              <a:rPr lang="zh-CN" altLang="en-US" sz="2000" b="1" kern="1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分析样本：</a:t>
            </a:r>
            <a:endParaRPr lang="en-US" altLang="zh-CN" sz="2000" b="1" kern="1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algn="just">
              <a:lnSpc>
                <a:spcPts val="2200"/>
              </a:lnSpc>
            </a:pPr>
            <a:r>
              <a:rPr lang="en-US" altLang="zh-CN" sz="2000" kern="1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N=1719(</a:t>
            </a:r>
            <a:r>
              <a:rPr lang="zh-CN" altLang="en-US" sz="2000" kern="1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拥有完整基线睡眠与随访疼痛数据</a:t>
            </a:r>
            <a:r>
              <a:rPr lang="en-US" altLang="zh-CN" sz="2000" kern="1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) ￼</a:t>
            </a:r>
          </a:p>
          <a:p>
            <a:pPr algn="just">
              <a:lnSpc>
                <a:spcPts val="2200"/>
              </a:lnSpc>
            </a:pPr>
            <a:r>
              <a:rPr lang="en-US" altLang="zh-CN" sz="2000" kern="1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• ￼</a:t>
            </a:r>
            <a:r>
              <a:rPr lang="zh-CN" altLang="en-US" sz="2000" kern="1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平均年龄：</a:t>
            </a:r>
            <a:r>
              <a:rPr lang="en-US" altLang="zh-CN" sz="2000" kern="1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60.1</a:t>
            </a:r>
            <a:r>
              <a:rPr lang="zh-CN" altLang="en-US" sz="2000" kern="1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岁；女性：</a:t>
            </a:r>
            <a:r>
              <a:rPr lang="en-US" altLang="zh-CN" sz="2000" kern="1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52.0% </a:t>
            </a:r>
            <a:r>
              <a:rPr lang="en-US" altLang="zh-CN" sz="1600" kern="1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￼</a:t>
            </a:r>
            <a:endParaRPr lang="zh-CN" altLang="en-US" sz="1600" kern="1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pic>
        <p:nvPicPr>
          <p:cNvPr id="6" name="图片 5" descr="表格&#10;&#10;AI 生成的内容可能不正确。">
            <a:extLst>
              <a:ext uri="{FF2B5EF4-FFF2-40B4-BE49-F238E27FC236}">
                <a16:creationId xmlns:a16="http://schemas.microsoft.com/office/drawing/2014/main" id="{7179C9D5-5BA0-525B-EB3D-C7443450BD8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672338" y="966956"/>
            <a:ext cx="4669039" cy="5585791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xmlns:p14="http://schemas.microsoft.com/office/powerpoint/2010/main" spd="slow" p14:dur="1250">
        <p15:prstTrans prst="peelOff"/>
      </p:transition>
    </mc:Choice>
    <mc:Fallback xmlns="">
      <p:transition spd="slow">
        <p:fade/>
      </p:transition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5CA1180-78BF-9B0E-566B-3B5FBF71F7C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组合 1">
            <a:extLst>
              <a:ext uri="{FF2B5EF4-FFF2-40B4-BE49-F238E27FC236}">
                <a16:creationId xmlns:a16="http://schemas.microsoft.com/office/drawing/2014/main" id="{7C5E7248-F3A6-67FA-402D-276E6C18D098}"/>
              </a:ext>
            </a:extLst>
          </p:cNvPr>
          <p:cNvGrpSpPr/>
          <p:nvPr/>
        </p:nvGrpSpPr>
        <p:grpSpPr>
          <a:xfrm>
            <a:off x="528706" y="867990"/>
            <a:ext cx="11158794" cy="0"/>
            <a:chOff x="528706" y="867990"/>
            <a:chExt cx="11158794" cy="0"/>
          </a:xfrm>
        </p:grpSpPr>
        <p:cxnSp>
          <p:nvCxnSpPr>
            <p:cNvPr id="80" name="直接连接符 79">
              <a:extLst>
                <a:ext uri="{FF2B5EF4-FFF2-40B4-BE49-F238E27FC236}">
                  <a16:creationId xmlns:a16="http://schemas.microsoft.com/office/drawing/2014/main" id="{7FC9971C-A1D1-B4BC-FC3B-3D2B95767809}"/>
                </a:ext>
              </a:extLst>
            </p:cNvPr>
            <p:cNvCxnSpPr/>
            <p:nvPr/>
          </p:nvCxnSpPr>
          <p:spPr>
            <a:xfrm>
              <a:off x="528706" y="867990"/>
              <a:ext cx="11158794" cy="0"/>
            </a:xfrm>
            <a:prstGeom prst="line">
              <a:avLst/>
            </a:prstGeom>
            <a:ln>
              <a:solidFill>
                <a:schemeClr val="bg1">
                  <a:lumMod val="6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1" name="直接连接符 80">
              <a:extLst>
                <a:ext uri="{FF2B5EF4-FFF2-40B4-BE49-F238E27FC236}">
                  <a16:creationId xmlns:a16="http://schemas.microsoft.com/office/drawing/2014/main" id="{BE030BA5-8576-B0F7-D8FA-9FAC11F74253}"/>
                </a:ext>
              </a:extLst>
            </p:cNvPr>
            <p:cNvCxnSpPr/>
            <p:nvPr/>
          </p:nvCxnSpPr>
          <p:spPr>
            <a:xfrm>
              <a:off x="528706" y="867990"/>
              <a:ext cx="589713" cy="0"/>
            </a:xfrm>
            <a:prstGeom prst="line">
              <a:avLst/>
            </a:prstGeom>
            <a:ln w="38100">
              <a:solidFill>
                <a:srgbClr val="2257AE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82" name="文本占位符 43">
            <a:extLst>
              <a:ext uri="{FF2B5EF4-FFF2-40B4-BE49-F238E27FC236}">
                <a16:creationId xmlns:a16="http://schemas.microsoft.com/office/drawing/2014/main" id="{548FE2A2-D5C2-2D1B-8135-DF806E2CAF92}"/>
              </a:ext>
            </a:extLst>
          </p:cNvPr>
          <p:cNvSpPr txBox="1"/>
          <p:nvPr/>
        </p:nvSpPr>
        <p:spPr>
          <a:xfrm>
            <a:off x="400050" y="349250"/>
            <a:ext cx="5434766" cy="480131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lang="zh-CN" altLang="en-US" sz="2000" b="1" kern="1200" dirty="0">
                <a:solidFill>
                  <a:schemeClr val="accent2"/>
                </a:solidFill>
                <a:latin typeface="思源宋体 CN Heavy" panose="02020900000000000000" pitchFamily="18" charset="-122"/>
                <a:ea typeface="思源宋体 CN Heavy" panose="02020900000000000000" pitchFamily="18" charset="-122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kumimoji="0" lang="zh-CN" altLang="en-US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85000"/>
                    <a:lumOff val="15000"/>
                  </a:prstClr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核心统计框架：反事实中介</a:t>
            </a:r>
          </a:p>
        </p:txBody>
      </p:sp>
      <p:grpSp>
        <p:nvGrpSpPr>
          <p:cNvPr id="33" name="组合 32" descr="本素材由iSlide™ 提供&#10;iSlide™尊重知识产权并注重保护用户享有的各项权利。郑重提醒您：&#10;iSlide™插件中提供的任何信息内容的所有权、知识产权归其原始权利人或权利受让人所有，您免费/购买获得的是信息内容的使用权，并受下述条款的约束；&#10;1. 您仅可以个人非商业用途使用该等信息内容，不可将信息内容的全部或部分用于出售，或以出租、出借、转让、分销、发布等其他任何方式供他人使用；&#10;2. 禁止在接入互联网或移动互联网的任何网站、平台、应用或程序上以任何方式为他人提供iSlide™插件资源内容的下载。&#10;The resource is supplied by iSlide™.&#10;iSlide™ respects all intellectual property rights and protects all the rights its users acquired.Solemnly remind you:&#10;The ownership and intellectual property of the resources supplied in iSlide Add-in belongs to its owner or the assignee of this ownership.you only acquired the usage of the resources supplied in iSlide Add-in, as well as respected the following restrain terms:&#10;1.You are only allowed to use such resource for personal and non-commercial aim, not allowed to use such resource or part of it for the sale; or rent, lend, transfer to others; or distribution or release it in any way.&#10;2.You are not permitted to provide the resource of iSlide Add-in in any website, platform, application access to the Internet or mobile Internet." title="iSlide™ 版权声明  COPYRIGHT NOTICE">
            <a:extLst>
              <a:ext uri="{FF2B5EF4-FFF2-40B4-BE49-F238E27FC236}">
                <a16:creationId xmlns:a16="http://schemas.microsoft.com/office/drawing/2014/main" id="{C6699F9C-E579-F78B-CC14-F049E57894E2}"/>
              </a:ext>
            </a:extLst>
          </p:cNvPr>
          <p:cNvGrpSpPr/>
          <p:nvPr/>
        </p:nvGrpSpPr>
        <p:grpSpPr>
          <a:xfrm>
            <a:off x="9951693" y="724477"/>
            <a:ext cx="1455743" cy="455862"/>
            <a:chOff x="3366076" y="2566750"/>
            <a:chExt cx="5459848" cy="1709738"/>
          </a:xfrm>
          <a:solidFill>
            <a:srgbClr val="2257AE"/>
          </a:solidFill>
        </p:grpSpPr>
        <p:sp>
          <p:nvSpPr>
            <p:cNvPr id="34" name="iSḻîďê">
              <a:extLst>
                <a:ext uri="{FF2B5EF4-FFF2-40B4-BE49-F238E27FC236}">
                  <a16:creationId xmlns:a16="http://schemas.microsoft.com/office/drawing/2014/main" id="{5CD49476-3045-9927-80AA-DAACA5EBD719}"/>
                </a:ext>
              </a:extLst>
            </p:cNvPr>
            <p:cNvSpPr/>
            <p:nvPr/>
          </p:nvSpPr>
          <p:spPr bwMode="auto">
            <a:xfrm>
              <a:off x="3647919" y="2850292"/>
              <a:ext cx="1142655" cy="1142655"/>
            </a:xfrm>
            <a:custGeom>
              <a:avLst/>
              <a:gdLst>
                <a:gd name="T0" fmla="*/ 429 w 858"/>
                <a:gd name="T1" fmla="*/ 0 h 857"/>
                <a:gd name="T2" fmla="*/ 858 w 858"/>
                <a:gd name="T3" fmla="*/ 428 h 857"/>
                <a:gd name="T4" fmla="*/ 429 w 858"/>
                <a:gd name="T5" fmla="*/ 857 h 857"/>
                <a:gd name="T6" fmla="*/ 0 w 858"/>
                <a:gd name="T7" fmla="*/ 428 h 857"/>
                <a:gd name="T8" fmla="*/ 429 w 858"/>
                <a:gd name="T9" fmla="*/ 0 h 857"/>
                <a:gd name="T10" fmla="*/ 429 w 858"/>
                <a:gd name="T11" fmla="*/ 24 h 857"/>
                <a:gd name="T12" fmla="*/ 25 w 858"/>
                <a:gd name="T13" fmla="*/ 428 h 857"/>
                <a:gd name="T14" fmla="*/ 429 w 858"/>
                <a:gd name="T15" fmla="*/ 833 h 857"/>
                <a:gd name="T16" fmla="*/ 834 w 858"/>
                <a:gd name="T17" fmla="*/ 428 h 857"/>
                <a:gd name="T18" fmla="*/ 429 w 858"/>
                <a:gd name="T19" fmla="*/ 24 h 85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858" h="857">
                  <a:moveTo>
                    <a:pt x="429" y="0"/>
                  </a:moveTo>
                  <a:cubicBezTo>
                    <a:pt x="665" y="0"/>
                    <a:pt x="858" y="192"/>
                    <a:pt x="858" y="428"/>
                  </a:cubicBezTo>
                  <a:cubicBezTo>
                    <a:pt x="858" y="665"/>
                    <a:pt x="665" y="857"/>
                    <a:pt x="429" y="857"/>
                  </a:cubicBezTo>
                  <a:cubicBezTo>
                    <a:pt x="193" y="857"/>
                    <a:pt x="0" y="665"/>
                    <a:pt x="0" y="428"/>
                  </a:cubicBezTo>
                  <a:cubicBezTo>
                    <a:pt x="0" y="192"/>
                    <a:pt x="193" y="0"/>
                    <a:pt x="429" y="0"/>
                  </a:cubicBezTo>
                  <a:close/>
                  <a:moveTo>
                    <a:pt x="429" y="24"/>
                  </a:moveTo>
                  <a:cubicBezTo>
                    <a:pt x="207" y="24"/>
                    <a:pt x="25" y="206"/>
                    <a:pt x="25" y="428"/>
                  </a:cubicBezTo>
                  <a:cubicBezTo>
                    <a:pt x="25" y="651"/>
                    <a:pt x="207" y="833"/>
                    <a:pt x="429" y="833"/>
                  </a:cubicBezTo>
                  <a:cubicBezTo>
                    <a:pt x="652" y="833"/>
                    <a:pt x="834" y="651"/>
                    <a:pt x="834" y="428"/>
                  </a:cubicBezTo>
                  <a:cubicBezTo>
                    <a:pt x="834" y="206"/>
                    <a:pt x="652" y="24"/>
                    <a:pt x="429" y="2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/>
                <a:ea typeface="+mn-ea"/>
                <a:cs typeface="+mn-cs"/>
              </a:endParaRPr>
            </a:p>
          </p:txBody>
        </p:sp>
        <p:sp>
          <p:nvSpPr>
            <p:cNvPr id="35" name="iśliḍê">
              <a:extLst>
                <a:ext uri="{FF2B5EF4-FFF2-40B4-BE49-F238E27FC236}">
                  <a16:creationId xmlns:a16="http://schemas.microsoft.com/office/drawing/2014/main" id="{C6F15B65-9861-8E33-760C-C8F4E4634C6D}"/>
                </a:ext>
              </a:extLst>
            </p:cNvPr>
            <p:cNvSpPr/>
            <p:nvPr/>
          </p:nvSpPr>
          <p:spPr bwMode="auto">
            <a:xfrm>
              <a:off x="3366076" y="2566750"/>
              <a:ext cx="1708039" cy="1709738"/>
            </a:xfrm>
            <a:custGeom>
              <a:avLst/>
              <a:gdLst>
                <a:gd name="T0" fmla="*/ 641 w 1283"/>
                <a:gd name="T1" fmla="*/ 0 h 1283"/>
                <a:gd name="T2" fmla="*/ 1283 w 1283"/>
                <a:gd name="T3" fmla="*/ 641 h 1283"/>
                <a:gd name="T4" fmla="*/ 641 w 1283"/>
                <a:gd name="T5" fmla="*/ 1283 h 1283"/>
                <a:gd name="T6" fmla="*/ 0 w 1283"/>
                <a:gd name="T7" fmla="*/ 641 h 1283"/>
                <a:gd name="T8" fmla="*/ 641 w 1283"/>
                <a:gd name="T9" fmla="*/ 0 h 1283"/>
                <a:gd name="T10" fmla="*/ 641 w 1283"/>
                <a:gd name="T11" fmla="*/ 24 h 1283"/>
                <a:gd name="T12" fmla="*/ 24 w 1283"/>
                <a:gd name="T13" fmla="*/ 641 h 1283"/>
                <a:gd name="T14" fmla="*/ 641 w 1283"/>
                <a:gd name="T15" fmla="*/ 1259 h 1283"/>
                <a:gd name="T16" fmla="*/ 1258 w 1283"/>
                <a:gd name="T17" fmla="*/ 641 h 1283"/>
                <a:gd name="T18" fmla="*/ 641 w 1283"/>
                <a:gd name="T19" fmla="*/ 24 h 128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1283" h="1283">
                  <a:moveTo>
                    <a:pt x="641" y="0"/>
                  </a:moveTo>
                  <a:cubicBezTo>
                    <a:pt x="995" y="0"/>
                    <a:pt x="1283" y="288"/>
                    <a:pt x="1283" y="641"/>
                  </a:cubicBezTo>
                  <a:cubicBezTo>
                    <a:pt x="1283" y="995"/>
                    <a:pt x="995" y="1283"/>
                    <a:pt x="641" y="1283"/>
                  </a:cubicBezTo>
                  <a:cubicBezTo>
                    <a:pt x="288" y="1283"/>
                    <a:pt x="0" y="995"/>
                    <a:pt x="0" y="641"/>
                  </a:cubicBezTo>
                  <a:cubicBezTo>
                    <a:pt x="0" y="288"/>
                    <a:pt x="288" y="0"/>
                    <a:pt x="641" y="0"/>
                  </a:cubicBezTo>
                  <a:close/>
                  <a:moveTo>
                    <a:pt x="641" y="24"/>
                  </a:moveTo>
                  <a:cubicBezTo>
                    <a:pt x="301" y="24"/>
                    <a:pt x="24" y="302"/>
                    <a:pt x="24" y="641"/>
                  </a:cubicBezTo>
                  <a:cubicBezTo>
                    <a:pt x="24" y="981"/>
                    <a:pt x="301" y="1259"/>
                    <a:pt x="641" y="1259"/>
                  </a:cubicBezTo>
                  <a:cubicBezTo>
                    <a:pt x="981" y="1259"/>
                    <a:pt x="1258" y="981"/>
                    <a:pt x="1258" y="641"/>
                  </a:cubicBezTo>
                  <a:cubicBezTo>
                    <a:pt x="1258" y="302"/>
                    <a:pt x="981" y="24"/>
                    <a:pt x="641" y="2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/>
                <a:ea typeface="+mn-ea"/>
                <a:cs typeface="+mn-cs"/>
              </a:endParaRPr>
            </a:p>
          </p:txBody>
        </p:sp>
        <p:sp>
          <p:nvSpPr>
            <p:cNvPr id="36" name="ïšlîḋè">
              <a:extLst>
                <a:ext uri="{FF2B5EF4-FFF2-40B4-BE49-F238E27FC236}">
                  <a16:creationId xmlns:a16="http://schemas.microsoft.com/office/drawing/2014/main" id="{185CB583-664A-D66E-C350-394F806F18A3}"/>
                </a:ext>
              </a:extLst>
            </p:cNvPr>
            <p:cNvSpPr/>
            <p:nvPr/>
          </p:nvSpPr>
          <p:spPr bwMode="auto">
            <a:xfrm>
              <a:off x="3433990" y="2634664"/>
              <a:ext cx="1573909" cy="1071345"/>
            </a:xfrm>
            <a:custGeom>
              <a:avLst/>
              <a:gdLst>
                <a:gd name="T0" fmla="*/ 46 w 1182"/>
                <a:gd name="T1" fmla="*/ 693 h 803"/>
                <a:gd name="T2" fmla="*/ 46 w 1182"/>
                <a:gd name="T3" fmla="*/ 715 h 803"/>
                <a:gd name="T4" fmla="*/ 139 w 1182"/>
                <a:gd name="T5" fmla="*/ 703 h 803"/>
                <a:gd name="T6" fmla="*/ 51 w 1182"/>
                <a:gd name="T7" fmla="*/ 781 h 803"/>
                <a:gd name="T8" fmla="*/ 82 w 1182"/>
                <a:gd name="T9" fmla="*/ 547 h 803"/>
                <a:gd name="T10" fmla="*/ 22 w 1182"/>
                <a:gd name="T11" fmla="*/ 647 h 803"/>
                <a:gd name="T12" fmla="*/ 22 w 1182"/>
                <a:gd name="T13" fmla="*/ 616 h 803"/>
                <a:gd name="T14" fmla="*/ 4 w 1182"/>
                <a:gd name="T15" fmla="*/ 574 h 803"/>
                <a:gd name="T16" fmla="*/ 136 w 1182"/>
                <a:gd name="T17" fmla="*/ 477 h 803"/>
                <a:gd name="T18" fmla="*/ 143 w 1182"/>
                <a:gd name="T19" fmla="*/ 477 h 803"/>
                <a:gd name="T20" fmla="*/ 24 w 1182"/>
                <a:gd name="T21" fmla="*/ 490 h 803"/>
                <a:gd name="T22" fmla="*/ 156 w 1182"/>
                <a:gd name="T23" fmla="*/ 330 h 803"/>
                <a:gd name="T24" fmla="*/ 193 w 1182"/>
                <a:gd name="T25" fmla="*/ 355 h 803"/>
                <a:gd name="T26" fmla="*/ 143 w 1182"/>
                <a:gd name="T27" fmla="*/ 368 h 803"/>
                <a:gd name="T28" fmla="*/ 159 w 1182"/>
                <a:gd name="T29" fmla="*/ 414 h 803"/>
                <a:gd name="T30" fmla="*/ 186 w 1182"/>
                <a:gd name="T31" fmla="*/ 304 h 803"/>
                <a:gd name="T32" fmla="*/ 228 w 1182"/>
                <a:gd name="T33" fmla="*/ 266 h 803"/>
                <a:gd name="T34" fmla="*/ 236 w 1182"/>
                <a:gd name="T35" fmla="*/ 121 h 803"/>
                <a:gd name="T36" fmla="*/ 271 w 1182"/>
                <a:gd name="T37" fmla="*/ 193 h 803"/>
                <a:gd name="T38" fmla="*/ 224 w 1182"/>
                <a:gd name="T39" fmla="*/ 274 h 803"/>
                <a:gd name="T40" fmla="*/ 500 w 1182"/>
                <a:gd name="T41" fmla="*/ 26 h 803"/>
                <a:gd name="T42" fmla="*/ 417 w 1182"/>
                <a:gd name="T43" fmla="*/ 112 h 803"/>
                <a:gd name="T44" fmla="*/ 447 w 1182"/>
                <a:gd name="T45" fmla="*/ 21 h 803"/>
                <a:gd name="T46" fmla="*/ 492 w 1182"/>
                <a:gd name="T47" fmla="*/ 31 h 803"/>
                <a:gd name="T48" fmla="*/ 532 w 1182"/>
                <a:gd name="T49" fmla="*/ 125 h 803"/>
                <a:gd name="T50" fmla="*/ 573 w 1182"/>
                <a:gd name="T51" fmla="*/ 0 h 803"/>
                <a:gd name="T52" fmla="*/ 662 w 1182"/>
                <a:gd name="T53" fmla="*/ 0 h 803"/>
                <a:gd name="T54" fmla="*/ 557 w 1182"/>
                <a:gd name="T55" fmla="*/ 29 h 803"/>
                <a:gd name="T56" fmla="*/ 727 w 1182"/>
                <a:gd name="T57" fmla="*/ 143 h 803"/>
                <a:gd name="T58" fmla="*/ 753 w 1182"/>
                <a:gd name="T59" fmla="*/ 22 h 803"/>
                <a:gd name="T60" fmla="*/ 662 w 1182"/>
                <a:gd name="T61" fmla="*/ 130 h 803"/>
                <a:gd name="T62" fmla="*/ 892 w 1182"/>
                <a:gd name="T63" fmla="*/ 83 h 803"/>
                <a:gd name="T64" fmla="*/ 773 w 1182"/>
                <a:gd name="T65" fmla="*/ 30 h 803"/>
                <a:gd name="T66" fmla="*/ 812 w 1182"/>
                <a:gd name="T67" fmla="*/ 74 h 803"/>
                <a:gd name="T68" fmla="*/ 855 w 1182"/>
                <a:gd name="T69" fmla="*/ 67 h 803"/>
                <a:gd name="T70" fmla="*/ 864 w 1182"/>
                <a:gd name="T71" fmla="*/ 193 h 803"/>
                <a:gd name="T72" fmla="*/ 951 w 1182"/>
                <a:gd name="T73" fmla="*/ 241 h 803"/>
                <a:gd name="T74" fmla="*/ 924 w 1182"/>
                <a:gd name="T75" fmla="*/ 226 h 803"/>
                <a:gd name="T76" fmla="*/ 965 w 1182"/>
                <a:gd name="T77" fmla="*/ 144 h 803"/>
                <a:gd name="T78" fmla="*/ 920 w 1182"/>
                <a:gd name="T79" fmla="*/ 102 h 803"/>
                <a:gd name="T80" fmla="*/ 1051 w 1182"/>
                <a:gd name="T81" fmla="*/ 244 h 803"/>
                <a:gd name="T82" fmla="*/ 1007 w 1182"/>
                <a:gd name="T83" fmla="*/ 277 h 803"/>
                <a:gd name="T84" fmla="*/ 934 w 1182"/>
                <a:gd name="T85" fmla="*/ 272 h 803"/>
                <a:gd name="T86" fmla="*/ 1070 w 1182"/>
                <a:gd name="T87" fmla="*/ 246 h 803"/>
                <a:gd name="T88" fmla="*/ 1121 w 1182"/>
                <a:gd name="T89" fmla="*/ 427 h 803"/>
                <a:gd name="T90" fmla="*/ 1143 w 1182"/>
                <a:gd name="T91" fmla="*/ 373 h 803"/>
                <a:gd name="T92" fmla="*/ 1024 w 1182"/>
                <a:gd name="T93" fmla="*/ 422 h 803"/>
                <a:gd name="T94" fmla="*/ 1011 w 1182"/>
                <a:gd name="T95" fmla="*/ 391 h 803"/>
                <a:gd name="T96" fmla="*/ 1099 w 1182"/>
                <a:gd name="T97" fmla="*/ 389 h 803"/>
                <a:gd name="T98" fmla="*/ 1055 w 1182"/>
                <a:gd name="T99" fmla="*/ 527 h 803"/>
                <a:gd name="T100" fmla="*/ 1146 w 1182"/>
                <a:gd name="T101" fmla="*/ 454 h 803"/>
                <a:gd name="T102" fmla="*/ 1171 w 1182"/>
                <a:gd name="T103" fmla="*/ 496 h 803"/>
                <a:gd name="T104" fmla="*/ 1075 w 1182"/>
                <a:gd name="T105" fmla="*/ 597 h 803"/>
                <a:gd name="T106" fmla="*/ 1180 w 1182"/>
                <a:gd name="T107" fmla="*/ 523 h 803"/>
                <a:gd name="T108" fmla="*/ 1056 w 1182"/>
                <a:gd name="T109" fmla="*/ 548 h 803"/>
                <a:gd name="T110" fmla="*/ 1146 w 1182"/>
                <a:gd name="T111" fmla="*/ 793 h 803"/>
                <a:gd name="T112" fmla="*/ 1036 w 1182"/>
                <a:gd name="T113" fmla="*/ 737 h 803"/>
                <a:gd name="T114" fmla="*/ 1091 w 1182"/>
                <a:gd name="T115" fmla="*/ 699 h 803"/>
                <a:gd name="T116" fmla="*/ 1160 w 1182"/>
                <a:gd name="T117" fmla="*/ 728 h 803"/>
                <a:gd name="T118" fmla="*/ 1128 w 1182"/>
                <a:gd name="T119" fmla="*/ 755 h 80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  <a:cxn ang="0">
                  <a:pos x="T118" y="T119"/>
                </a:cxn>
              </a:cxnLst>
              <a:rect l="0" t="0" r="r" b="b"/>
              <a:pathLst>
                <a:path w="1182" h="803">
                  <a:moveTo>
                    <a:pt x="42" y="801"/>
                  </a:moveTo>
                  <a:cubicBezTo>
                    <a:pt x="38" y="803"/>
                    <a:pt x="38" y="803"/>
                    <a:pt x="38" y="803"/>
                  </a:cubicBezTo>
                  <a:cubicBezTo>
                    <a:pt x="8" y="699"/>
                    <a:pt x="8" y="699"/>
                    <a:pt x="8" y="699"/>
                  </a:cubicBezTo>
                  <a:cubicBezTo>
                    <a:pt x="45" y="688"/>
                    <a:pt x="45" y="688"/>
                    <a:pt x="45" y="688"/>
                  </a:cubicBezTo>
                  <a:cubicBezTo>
                    <a:pt x="46" y="693"/>
                    <a:pt x="46" y="693"/>
                    <a:pt x="46" y="693"/>
                  </a:cubicBezTo>
                  <a:cubicBezTo>
                    <a:pt x="25" y="701"/>
                    <a:pt x="19" y="717"/>
                    <a:pt x="27" y="741"/>
                  </a:cubicBezTo>
                  <a:cubicBezTo>
                    <a:pt x="29" y="752"/>
                    <a:pt x="34" y="755"/>
                    <a:pt x="40" y="753"/>
                  </a:cubicBezTo>
                  <a:cubicBezTo>
                    <a:pt x="82" y="740"/>
                    <a:pt x="82" y="740"/>
                    <a:pt x="82" y="740"/>
                  </a:cubicBezTo>
                  <a:cubicBezTo>
                    <a:pt x="79" y="723"/>
                    <a:pt x="67" y="716"/>
                    <a:pt x="47" y="720"/>
                  </a:cubicBezTo>
                  <a:cubicBezTo>
                    <a:pt x="46" y="715"/>
                    <a:pt x="46" y="715"/>
                    <a:pt x="46" y="715"/>
                  </a:cubicBezTo>
                  <a:cubicBezTo>
                    <a:pt x="107" y="698"/>
                    <a:pt x="107" y="698"/>
                    <a:pt x="107" y="698"/>
                  </a:cubicBezTo>
                  <a:cubicBezTo>
                    <a:pt x="109" y="703"/>
                    <a:pt x="109" y="703"/>
                    <a:pt x="109" y="703"/>
                  </a:cubicBezTo>
                  <a:cubicBezTo>
                    <a:pt x="89" y="709"/>
                    <a:pt x="83" y="721"/>
                    <a:pt x="89" y="739"/>
                  </a:cubicBezTo>
                  <a:cubicBezTo>
                    <a:pt x="131" y="726"/>
                    <a:pt x="131" y="726"/>
                    <a:pt x="131" y="726"/>
                  </a:cubicBezTo>
                  <a:cubicBezTo>
                    <a:pt x="141" y="725"/>
                    <a:pt x="143" y="717"/>
                    <a:pt x="139" y="703"/>
                  </a:cubicBezTo>
                  <a:cubicBezTo>
                    <a:pt x="143" y="701"/>
                    <a:pt x="143" y="701"/>
                    <a:pt x="143" y="701"/>
                  </a:cubicBezTo>
                  <a:cubicBezTo>
                    <a:pt x="162" y="767"/>
                    <a:pt x="162" y="767"/>
                    <a:pt x="162" y="767"/>
                  </a:cubicBezTo>
                  <a:cubicBezTo>
                    <a:pt x="158" y="768"/>
                    <a:pt x="158" y="768"/>
                    <a:pt x="158" y="768"/>
                  </a:cubicBezTo>
                  <a:cubicBezTo>
                    <a:pt x="154" y="757"/>
                    <a:pt x="148" y="752"/>
                    <a:pt x="139" y="756"/>
                  </a:cubicBezTo>
                  <a:cubicBezTo>
                    <a:pt x="51" y="781"/>
                    <a:pt x="51" y="781"/>
                    <a:pt x="51" y="781"/>
                  </a:cubicBezTo>
                  <a:cubicBezTo>
                    <a:pt x="42" y="783"/>
                    <a:pt x="39" y="790"/>
                    <a:pt x="42" y="801"/>
                  </a:cubicBezTo>
                  <a:close/>
                  <a:moveTo>
                    <a:pt x="0" y="532"/>
                  </a:moveTo>
                  <a:cubicBezTo>
                    <a:pt x="4" y="532"/>
                    <a:pt x="4" y="532"/>
                    <a:pt x="4" y="532"/>
                  </a:cubicBezTo>
                  <a:cubicBezTo>
                    <a:pt x="5" y="543"/>
                    <a:pt x="10" y="548"/>
                    <a:pt x="21" y="547"/>
                  </a:cubicBezTo>
                  <a:cubicBezTo>
                    <a:pt x="82" y="547"/>
                    <a:pt x="82" y="547"/>
                    <a:pt x="82" y="547"/>
                  </a:cubicBezTo>
                  <a:cubicBezTo>
                    <a:pt x="99" y="547"/>
                    <a:pt x="111" y="551"/>
                    <a:pt x="118" y="557"/>
                  </a:cubicBezTo>
                  <a:cubicBezTo>
                    <a:pt x="126" y="566"/>
                    <a:pt x="131" y="578"/>
                    <a:pt x="131" y="594"/>
                  </a:cubicBezTo>
                  <a:cubicBezTo>
                    <a:pt x="131" y="611"/>
                    <a:pt x="128" y="624"/>
                    <a:pt x="121" y="633"/>
                  </a:cubicBezTo>
                  <a:cubicBezTo>
                    <a:pt x="114" y="643"/>
                    <a:pt x="102" y="647"/>
                    <a:pt x="86" y="647"/>
                  </a:cubicBezTo>
                  <a:cubicBezTo>
                    <a:pt x="22" y="647"/>
                    <a:pt x="22" y="647"/>
                    <a:pt x="22" y="647"/>
                  </a:cubicBezTo>
                  <a:cubicBezTo>
                    <a:pt x="10" y="646"/>
                    <a:pt x="4" y="651"/>
                    <a:pt x="4" y="662"/>
                  </a:cubicBezTo>
                  <a:cubicBezTo>
                    <a:pt x="0" y="662"/>
                    <a:pt x="0" y="662"/>
                    <a:pt x="0" y="662"/>
                  </a:cubicBezTo>
                  <a:cubicBezTo>
                    <a:pt x="0" y="597"/>
                    <a:pt x="0" y="597"/>
                    <a:pt x="0" y="597"/>
                  </a:cubicBezTo>
                  <a:cubicBezTo>
                    <a:pt x="4" y="597"/>
                    <a:pt x="4" y="597"/>
                    <a:pt x="4" y="597"/>
                  </a:cubicBezTo>
                  <a:cubicBezTo>
                    <a:pt x="3" y="611"/>
                    <a:pt x="9" y="617"/>
                    <a:pt x="22" y="616"/>
                  </a:cubicBezTo>
                  <a:cubicBezTo>
                    <a:pt x="86" y="616"/>
                    <a:pt x="86" y="616"/>
                    <a:pt x="86" y="616"/>
                  </a:cubicBezTo>
                  <a:cubicBezTo>
                    <a:pt x="110" y="616"/>
                    <a:pt x="123" y="607"/>
                    <a:pt x="123" y="588"/>
                  </a:cubicBezTo>
                  <a:cubicBezTo>
                    <a:pt x="123" y="565"/>
                    <a:pt x="109" y="554"/>
                    <a:pt x="82" y="555"/>
                  </a:cubicBezTo>
                  <a:cubicBezTo>
                    <a:pt x="24" y="555"/>
                    <a:pt x="24" y="555"/>
                    <a:pt x="24" y="555"/>
                  </a:cubicBezTo>
                  <a:cubicBezTo>
                    <a:pt x="11" y="554"/>
                    <a:pt x="4" y="560"/>
                    <a:pt x="4" y="574"/>
                  </a:cubicBezTo>
                  <a:cubicBezTo>
                    <a:pt x="0" y="574"/>
                    <a:pt x="0" y="574"/>
                    <a:pt x="0" y="574"/>
                  </a:cubicBezTo>
                  <a:cubicBezTo>
                    <a:pt x="0" y="532"/>
                    <a:pt x="0" y="532"/>
                    <a:pt x="0" y="532"/>
                  </a:cubicBezTo>
                  <a:close/>
                  <a:moveTo>
                    <a:pt x="31" y="461"/>
                  </a:moveTo>
                  <a:cubicBezTo>
                    <a:pt x="123" y="485"/>
                    <a:pt x="123" y="485"/>
                    <a:pt x="123" y="485"/>
                  </a:cubicBezTo>
                  <a:cubicBezTo>
                    <a:pt x="130" y="488"/>
                    <a:pt x="135" y="485"/>
                    <a:pt x="136" y="477"/>
                  </a:cubicBezTo>
                  <a:cubicBezTo>
                    <a:pt x="144" y="453"/>
                    <a:pt x="128" y="435"/>
                    <a:pt x="90" y="426"/>
                  </a:cubicBezTo>
                  <a:cubicBezTo>
                    <a:pt x="53" y="417"/>
                    <a:pt x="32" y="424"/>
                    <a:pt x="25" y="447"/>
                  </a:cubicBezTo>
                  <a:cubicBezTo>
                    <a:pt x="23" y="455"/>
                    <a:pt x="25" y="460"/>
                    <a:pt x="31" y="461"/>
                  </a:cubicBezTo>
                  <a:close/>
                  <a:moveTo>
                    <a:pt x="128" y="535"/>
                  </a:moveTo>
                  <a:cubicBezTo>
                    <a:pt x="143" y="477"/>
                    <a:pt x="143" y="477"/>
                    <a:pt x="143" y="477"/>
                  </a:cubicBezTo>
                  <a:cubicBezTo>
                    <a:pt x="153" y="433"/>
                    <a:pt x="137" y="405"/>
                    <a:pt x="97" y="393"/>
                  </a:cubicBezTo>
                  <a:cubicBezTo>
                    <a:pt x="58" y="384"/>
                    <a:pt x="31" y="402"/>
                    <a:pt x="19" y="445"/>
                  </a:cubicBezTo>
                  <a:cubicBezTo>
                    <a:pt x="4" y="501"/>
                    <a:pt x="4" y="501"/>
                    <a:pt x="4" y="501"/>
                  </a:cubicBezTo>
                  <a:cubicBezTo>
                    <a:pt x="8" y="502"/>
                    <a:pt x="8" y="502"/>
                    <a:pt x="8" y="502"/>
                  </a:cubicBezTo>
                  <a:cubicBezTo>
                    <a:pt x="11" y="492"/>
                    <a:pt x="17" y="488"/>
                    <a:pt x="24" y="490"/>
                  </a:cubicBezTo>
                  <a:cubicBezTo>
                    <a:pt x="116" y="515"/>
                    <a:pt x="116" y="515"/>
                    <a:pt x="116" y="515"/>
                  </a:cubicBezTo>
                  <a:cubicBezTo>
                    <a:pt x="124" y="517"/>
                    <a:pt x="126" y="523"/>
                    <a:pt x="124" y="533"/>
                  </a:cubicBezTo>
                  <a:cubicBezTo>
                    <a:pt x="128" y="535"/>
                    <a:pt x="128" y="535"/>
                    <a:pt x="128" y="535"/>
                  </a:cubicBezTo>
                  <a:close/>
                  <a:moveTo>
                    <a:pt x="137" y="362"/>
                  </a:moveTo>
                  <a:cubicBezTo>
                    <a:pt x="156" y="330"/>
                    <a:pt x="156" y="330"/>
                    <a:pt x="156" y="330"/>
                  </a:cubicBezTo>
                  <a:cubicBezTo>
                    <a:pt x="106" y="323"/>
                    <a:pt x="106" y="323"/>
                    <a:pt x="106" y="323"/>
                  </a:cubicBezTo>
                  <a:cubicBezTo>
                    <a:pt x="137" y="362"/>
                    <a:pt x="137" y="362"/>
                    <a:pt x="137" y="362"/>
                  </a:cubicBezTo>
                  <a:close/>
                  <a:moveTo>
                    <a:pt x="220" y="300"/>
                  </a:moveTo>
                  <a:cubicBezTo>
                    <a:pt x="224" y="302"/>
                    <a:pt x="224" y="302"/>
                    <a:pt x="224" y="302"/>
                  </a:cubicBezTo>
                  <a:cubicBezTo>
                    <a:pt x="193" y="355"/>
                    <a:pt x="193" y="355"/>
                    <a:pt x="193" y="355"/>
                  </a:cubicBezTo>
                  <a:cubicBezTo>
                    <a:pt x="189" y="353"/>
                    <a:pt x="189" y="353"/>
                    <a:pt x="189" y="353"/>
                  </a:cubicBezTo>
                  <a:cubicBezTo>
                    <a:pt x="189" y="353"/>
                    <a:pt x="189" y="352"/>
                    <a:pt x="190" y="351"/>
                  </a:cubicBezTo>
                  <a:cubicBezTo>
                    <a:pt x="194" y="342"/>
                    <a:pt x="195" y="337"/>
                    <a:pt x="190" y="336"/>
                  </a:cubicBezTo>
                  <a:cubicBezTo>
                    <a:pt x="186" y="334"/>
                    <a:pt x="177" y="332"/>
                    <a:pt x="164" y="331"/>
                  </a:cubicBezTo>
                  <a:cubicBezTo>
                    <a:pt x="143" y="368"/>
                    <a:pt x="143" y="368"/>
                    <a:pt x="143" y="368"/>
                  </a:cubicBezTo>
                  <a:cubicBezTo>
                    <a:pt x="151" y="380"/>
                    <a:pt x="157" y="387"/>
                    <a:pt x="159" y="388"/>
                  </a:cubicBezTo>
                  <a:cubicBezTo>
                    <a:pt x="163" y="390"/>
                    <a:pt x="168" y="387"/>
                    <a:pt x="174" y="379"/>
                  </a:cubicBezTo>
                  <a:cubicBezTo>
                    <a:pt x="174" y="378"/>
                    <a:pt x="174" y="378"/>
                    <a:pt x="174" y="378"/>
                  </a:cubicBezTo>
                  <a:cubicBezTo>
                    <a:pt x="178" y="380"/>
                    <a:pt x="178" y="380"/>
                    <a:pt x="178" y="380"/>
                  </a:cubicBezTo>
                  <a:cubicBezTo>
                    <a:pt x="159" y="414"/>
                    <a:pt x="159" y="414"/>
                    <a:pt x="159" y="414"/>
                  </a:cubicBezTo>
                  <a:cubicBezTo>
                    <a:pt x="155" y="412"/>
                    <a:pt x="155" y="412"/>
                    <a:pt x="155" y="412"/>
                  </a:cubicBezTo>
                  <a:cubicBezTo>
                    <a:pt x="159" y="405"/>
                    <a:pt x="156" y="396"/>
                    <a:pt x="145" y="385"/>
                  </a:cubicBezTo>
                  <a:cubicBezTo>
                    <a:pt x="75" y="295"/>
                    <a:pt x="75" y="295"/>
                    <a:pt x="75" y="295"/>
                  </a:cubicBezTo>
                  <a:cubicBezTo>
                    <a:pt x="78" y="291"/>
                    <a:pt x="78" y="291"/>
                    <a:pt x="78" y="291"/>
                  </a:cubicBezTo>
                  <a:cubicBezTo>
                    <a:pt x="186" y="304"/>
                    <a:pt x="186" y="304"/>
                    <a:pt x="186" y="304"/>
                  </a:cubicBezTo>
                  <a:cubicBezTo>
                    <a:pt x="208" y="308"/>
                    <a:pt x="219" y="306"/>
                    <a:pt x="220" y="300"/>
                  </a:cubicBezTo>
                  <a:close/>
                  <a:moveTo>
                    <a:pt x="225" y="301"/>
                  </a:moveTo>
                  <a:cubicBezTo>
                    <a:pt x="257" y="271"/>
                    <a:pt x="257" y="271"/>
                    <a:pt x="257" y="271"/>
                  </a:cubicBezTo>
                  <a:cubicBezTo>
                    <a:pt x="254" y="268"/>
                    <a:pt x="254" y="268"/>
                    <a:pt x="254" y="268"/>
                  </a:cubicBezTo>
                  <a:cubicBezTo>
                    <a:pt x="244" y="277"/>
                    <a:pt x="236" y="276"/>
                    <a:pt x="228" y="266"/>
                  </a:cubicBezTo>
                  <a:cubicBezTo>
                    <a:pt x="176" y="211"/>
                    <a:pt x="176" y="211"/>
                    <a:pt x="176" y="211"/>
                  </a:cubicBezTo>
                  <a:cubicBezTo>
                    <a:pt x="308" y="227"/>
                    <a:pt x="308" y="227"/>
                    <a:pt x="308" y="227"/>
                  </a:cubicBezTo>
                  <a:cubicBezTo>
                    <a:pt x="311" y="224"/>
                    <a:pt x="311" y="224"/>
                    <a:pt x="311" y="224"/>
                  </a:cubicBezTo>
                  <a:cubicBezTo>
                    <a:pt x="236" y="143"/>
                    <a:pt x="236" y="143"/>
                    <a:pt x="236" y="143"/>
                  </a:cubicBezTo>
                  <a:cubicBezTo>
                    <a:pt x="228" y="136"/>
                    <a:pt x="229" y="129"/>
                    <a:pt x="236" y="121"/>
                  </a:cubicBezTo>
                  <a:cubicBezTo>
                    <a:pt x="233" y="118"/>
                    <a:pt x="233" y="118"/>
                    <a:pt x="233" y="118"/>
                  </a:cubicBezTo>
                  <a:cubicBezTo>
                    <a:pt x="203" y="146"/>
                    <a:pt x="203" y="146"/>
                    <a:pt x="203" y="146"/>
                  </a:cubicBezTo>
                  <a:cubicBezTo>
                    <a:pt x="206" y="149"/>
                    <a:pt x="206" y="149"/>
                    <a:pt x="206" y="149"/>
                  </a:cubicBezTo>
                  <a:cubicBezTo>
                    <a:pt x="216" y="140"/>
                    <a:pt x="224" y="141"/>
                    <a:pt x="232" y="151"/>
                  </a:cubicBezTo>
                  <a:cubicBezTo>
                    <a:pt x="271" y="193"/>
                    <a:pt x="271" y="193"/>
                    <a:pt x="271" y="193"/>
                  </a:cubicBezTo>
                  <a:cubicBezTo>
                    <a:pt x="167" y="179"/>
                    <a:pt x="167" y="179"/>
                    <a:pt x="167" y="179"/>
                  </a:cubicBezTo>
                  <a:cubicBezTo>
                    <a:pt x="138" y="206"/>
                    <a:pt x="138" y="206"/>
                    <a:pt x="138" y="206"/>
                  </a:cubicBezTo>
                  <a:cubicBezTo>
                    <a:pt x="141" y="209"/>
                    <a:pt x="141" y="209"/>
                    <a:pt x="141" y="209"/>
                  </a:cubicBezTo>
                  <a:cubicBezTo>
                    <a:pt x="143" y="207"/>
                    <a:pt x="150" y="207"/>
                    <a:pt x="163" y="208"/>
                  </a:cubicBezTo>
                  <a:cubicBezTo>
                    <a:pt x="224" y="274"/>
                    <a:pt x="224" y="274"/>
                    <a:pt x="224" y="274"/>
                  </a:cubicBezTo>
                  <a:cubicBezTo>
                    <a:pt x="232" y="281"/>
                    <a:pt x="231" y="289"/>
                    <a:pt x="222" y="298"/>
                  </a:cubicBezTo>
                  <a:cubicBezTo>
                    <a:pt x="225" y="301"/>
                    <a:pt x="225" y="301"/>
                    <a:pt x="225" y="301"/>
                  </a:cubicBezTo>
                  <a:close/>
                  <a:moveTo>
                    <a:pt x="509" y="2"/>
                  </a:moveTo>
                  <a:cubicBezTo>
                    <a:pt x="510" y="7"/>
                    <a:pt x="510" y="7"/>
                    <a:pt x="510" y="7"/>
                  </a:cubicBezTo>
                  <a:cubicBezTo>
                    <a:pt x="500" y="10"/>
                    <a:pt x="496" y="16"/>
                    <a:pt x="500" y="26"/>
                  </a:cubicBezTo>
                  <a:cubicBezTo>
                    <a:pt x="513" y="86"/>
                    <a:pt x="513" y="86"/>
                    <a:pt x="513" y="86"/>
                  </a:cubicBezTo>
                  <a:cubicBezTo>
                    <a:pt x="517" y="103"/>
                    <a:pt x="516" y="115"/>
                    <a:pt x="511" y="123"/>
                  </a:cubicBezTo>
                  <a:cubicBezTo>
                    <a:pt x="505" y="133"/>
                    <a:pt x="494" y="140"/>
                    <a:pt x="478" y="144"/>
                  </a:cubicBezTo>
                  <a:cubicBezTo>
                    <a:pt x="461" y="148"/>
                    <a:pt x="448" y="147"/>
                    <a:pt x="438" y="143"/>
                  </a:cubicBezTo>
                  <a:cubicBezTo>
                    <a:pt x="427" y="138"/>
                    <a:pt x="420" y="128"/>
                    <a:pt x="417" y="112"/>
                  </a:cubicBezTo>
                  <a:cubicBezTo>
                    <a:pt x="403" y="50"/>
                    <a:pt x="403" y="50"/>
                    <a:pt x="403" y="50"/>
                  </a:cubicBezTo>
                  <a:cubicBezTo>
                    <a:pt x="401" y="38"/>
                    <a:pt x="394" y="33"/>
                    <a:pt x="383" y="36"/>
                  </a:cubicBezTo>
                  <a:cubicBezTo>
                    <a:pt x="382" y="32"/>
                    <a:pt x="382" y="32"/>
                    <a:pt x="382" y="32"/>
                  </a:cubicBezTo>
                  <a:cubicBezTo>
                    <a:pt x="446" y="17"/>
                    <a:pt x="446" y="17"/>
                    <a:pt x="446" y="17"/>
                  </a:cubicBezTo>
                  <a:cubicBezTo>
                    <a:pt x="447" y="21"/>
                    <a:pt x="447" y="21"/>
                    <a:pt x="447" y="21"/>
                  </a:cubicBezTo>
                  <a:cubicBezTo>
                    <a:pt x="433" y="23"/>
                    <a:pt x="428" y="30"/>
                    <a:pt x="432" y="43"/>
                  </a:cubicBezTo>
                  <a:cubicBezTo>
                    <a:pt x="447" y="105"/>
                    <a:pt x="447" y="105"/>
                    <a:pt x="447" y="105"/>
                  </a:cubicBezTo>
                  <a:cubicBezTo>
                    <a:pt x="452" y="129"/>
                    <a:pt x="463" y="139"/>
                    <a:pt x="482" y="135"/>
                  </a:cubicBezTo>
                  <a:cubicBezTo>
                    <a:pt x="505" y="130"/>
                    <a:pt x="512" y="114"/>
                    <a:pt x="505" y="87"/>
                  </a:cubicBezTo>
                  <a:cubicBezTo>
                    <a:pt x="492" y="31"/>
                    <a:pt x="492" y="31"/>
                    <a:pt x="492" y="31"/>
                  </a:cubicBezTo>
                  <a:cubicBezTo>
                    <a:pt x="490" y="18"/>
                    <a:pt x="483" y="13"/>
                    <a:pt x="470" y="16"/>
                  </a:cubicBezTo>
                  <a:cubicBezTo>
                    <a:pt x="469" y="12"/>
                    <a:pt x="469" y="12"/>
                    <a:pt x="469" y="12"/>
                  </a:cubicBezTo>
                  <a:cubicBezTo>
                    <a:pt x="509" y="2"/>
                    <a:pt x="509" y="2"/>
                    <a:pt x="509" y="2"/>
                  </a:cubicBezTo>
                  <a:close/>
                  <a:moveTo>
                    <a:pt x="532" y="129"/>
                  </a:moveTo>
                  <a:cubicBezTo>
                    <a:pt x="532" y="125"/>
                    <a:pt x="532" y="125"/>
                    <a:pt x="532" y="125"/>
                  </a:cubicBezTo>
                  <a:cubicBezTo>
                    <a:pt x="544" y="124"/>
                    <a:pt x="550" y="119"/>
                    <a:pt x="549" y="109"/>
                  </a:cubicBezTo>
                  <a:cubicBezTo>
                    <a:pt x="549" y="19"/>
                    <a:pt x="549" y="19"/>
                    <a:pt x="549" y="19"/>
                  </a:cubicBezTo>
                  <a:cubicBezTo>
                    <a:pt x="541" y="9"/>
                    <a:pt x="535" y="4"/>
                    <a:pt x="533" y="5"/>
                  </a:cubicBezTo>
                  <a:cubicBezTo>
                    <a:pt x="533" y="0"/>
                    <a:pt x="533" y="0"/>
                    <a:pt x="533" y="0"/>
                  </a:cubicBezTo>
                  <a:cubicBezTo>
                    <a:pt x="573" y="0"/>
                    <a:pt x="573" y="0"/>
                    <a:pt x="573" y="0"/>
                  </a:cubicBezTo>
                  <a:cubicBezTo>
                    <a:pt x="639" y="82"/>
                    <a:pt x="639" y="82"/>
                    <a:pt x="639" y="82"/>
                  </a:cubicBezTo>
                  <a:cubicBezTo>
                    <a:pt x="639" y="24"/>
                    <a:pt x="639" y="24"/>
                    <a:pt x="639" y="24"/>
                  </a:cubicBezTo>
                  <a:cubicBezTo>
                    <a:pt x="640" y="12"/>
                    <a:pt x="634" y="5"/>
                    <a:pt x="621" y="5"/>
                  </a:cubicBezTo>
                  <a:cubicBezTo>
                    <a:pt x="621" y="0"/>
                    <a:pt x="621" y="0"/>
                    <a:pt x="621" y="0"/>
                  </a:cubicBezTo>
                  <a:cubicBezTo>
                    <a:pt x="662" y="0"/>
                    <a:pt x="662" y="0"/>
                    <a:pt x="662" y="0"/>
                  </a:cubicBezTo>
                  <a:cubicBezTo>
                    <a:pt x="662" y="5"/>
                    <a:pt x="662" y="5"/>
                    <a:pt x="662" y="5"/>
                  </a:cubicBezTo>
                  <a:cubicBezTo>
                    <a:pt x="651" y="6"/>
                    <a:pt x="646" y="11"/>
                    <a:pt x="647" y="21"/>
                  </a:cubicBezTo>
                  <a:cubicBezTo>
                    <a:pt x="647" y="132"/>
                    <a:pt x="647" y="132"/>
                    <a:pt x="647" y="132"/>
                  </a:cubicBezTo>
                  <a:cubicBezTo>
                    <a:pt x="642" y="132"/>
                    <a:pt x="642" y="132"/>
                    <a:pt x="642" y="132"/>
                  </a:cubicBezTo>
                  <a:cubicBezTo>
                    <a:pt x="557" y="29"/>
                    <a:pt x="557" y="29"/>
                    <a:pt x="557" y="29"/>
                  </a:cubicBezTo>
                  <a:cubicBezTo>
                    <a:pt x="557" y="105"/>
                    <a:pt x="557" y="105"/>
                    <a:pt x="557" y="105"/>
                  </a:cubicBezTo>
                  <a:cubicBezTo>
                    <a:pt x="556" y="118"/>
                    <a:pt x="562" y="125"/>
                    <a:pt x="575" y="125"/>
                  </a:cubicBezTo>
                  <a:cubicBezTo>
                    <a:pt x="575" y="129"/>
                    <a:pt x="575" y="129"/>
                    <a:pt x="575" y="129"/>
                  </a:cubicBezTo>
                  <a:cubicBezTo>
                    <a:pt x="532" y="129"/>
                    <a:pt x="532" y="129"/>
                    <a:pt x="532" y="129"/>
                  </a:cubicBezTo>
                  <a:close/>
                  <a:moveTo>
                    <a:pt x="727" y="143"/>
                  </a:moveTo>
                  <a:cubicBezTo>
                    <a:pt x="714" y="141"/>
                    <a:pt x="709" y="135"/>
                    <a:pt x="712" y="126"/>
                  </a:cubicBezTo>
                  <a:cubicBezTo>
                    <a:pt x="731" y="36"/>
                    <a:pt x="731" y="36"/>
                    <a:pt x="731" y="36"/>
                  </a:cubicBezTo>
                  <a:cubicBezTo>
                    <a:pt x="732" y="27"/>
                    <a:pt x="739" y="23"/>
                    <a:pt x="751" y="26"/>
                  </a:cubicBezTo>
                  <a:cubicBezTo>
                    <a:pt x="751" y="26"/>
                    <a:pt x="752" y="26"/>
                    <a:pt x="752" y="26"/>
                  </a:cubicBezTo>
                  <a:cubicBezTo>
                    <a:pt x="753" y="22"/>
                    <a:pt x="753" y="22"/>
                    <a:pt x="753" y="22"/>
                  </a:cubicBezTo>
                  <a:cubicBezTo>
                    <a:pt x="687" y="8"/>
                    <a:pt x="687" y="8"/>
                    <a:pt x="687" y="8"/>
                  </a:cubicBezTo>
                  <a:cubicBezTo>
                    <a:pt x="686" y="12"/>
                    <a:pt x="686" y="12"/>
                    <a:pt x="686" y="12"/>
                  </a:cubicBezTo>
                  <a:cubicBezTo>
                    <a:pt x="699" y="15"/>
                    <a:pt x="703" y="21"/>
                    <a:pt x="701" y="30"/>
                  </a:cubicBezTo>
                  <a:cubicBezTo>
                    <a:pt x="682" y="119"/>
                    <a:pt x="682" y="119"/>
                    <a:pt x="682" y="119"/>
                  </a:cubicBezTo>
                  <a:cubicBezTo>
                    <a:pt x="681" y="128"/>
                    <a:pt x="674" y="132"/>
                    <a:pt x="662" y="130"/>
                  </a:cubicBezTo>
                  <a:cubicBezTo>
                    <a:pt x="661" y="134"/>
                    <a:pt x="661" y="134"/>
                    <a:pt x="661" y="134"/>
                  </a:cubicBezTo>
                  <a:cubicBezTo>
                    <a:pt x="726" y="148"/>
                    <a:pt x="726" y="148"/>
                    <a:pt x="726" y="148"/>
                  </a:cubicBezTo>
                  <a:cubicBezTo>
                    <a:pt x="727" y="143"/>
                    <a:pt x="727" y="143"/>
                    <a:pt x="727" y="143"/>
                  </a:cubicBezTo>
                  <a:close/>
                  <a:moveTo>
                    <a:pt x="894" y="79"/>
                  </a:moveTo>
                  <a:cubicBezTo>
                    <a:pt x="892" y="83"/>
                    <a:pt x="892" y="83"/>
                    <a:pt x="892" y="83"/>
                  </a:cubicBezTo>
                  <a:cubicBezTo>
                    <a:pt x="885" y="80"/>
                    <a:pt x="878" y="82"/>
                    <a:pt x="870" y="91"/>
                  </a:cubicBezTo>
                  <a:cubicBezTo>
                    <a:pt x="786" y="174"/>
                    <a:pt x="786" y="174"/>
                    <a:pt x="786" y="174"/>
                  </a:cubicBezTo>
                  <a:cubicBezTo>
                    <a:pt x="781" y="172"/>
                    <a:pt x="781" y="172"/>
                    <a:pt x="781" y="172"/>
                  </a:cubicBezTo>
                  <a:cubicBezTo>
                    <a:pt x="783" y="49"/>
                    <a:pt x="783" y="49"/>
                    <a:pt x="783" y="49"/>
                  </a:cubicBezTo>
                  <a:cubicBezTo>
                    <a:pt x="783" y="40"/>
                    <a:pt x="780" y="33"/>
                    <a:pt x="773" y="30"/>
                  </a:cubicBezTo>
                  <a:cubicBezTo>
                    <a:pt x="775" y="26"/>
                    <a:pt x="775" y="26"/>
                    <a:pt x="775" y="26"/>
                  </a:cubicBezTo>
                  <a:cubicBezTo>
                    <a:pt x="833" y="52"/>
                    <a:pt x="833" y="52"/>
                    <a:pt x="833" y="52"/>
                  </a:cubicBezTo>
                  <a:cubicBezTo>
                    <a:pt x="832" y="56"/>
                    <a:pt x="832" y="56"/>
                    <a:pt x="832" y="56"/>
                  </a:cubicBezTo>
                  <a:cubicBezTo>
                    <a:pt x="820" y="51"/>
                    <a:pt x="814" y="52"/>
                    <a:pt x="813" y="57"/>
                  </a:cubicBezTo>
                  <a:cubicBezTo>
                    <a:pt x="812" y="60"/>
                    <a:pt x="812" y="66"/>
                    <a:pt x="812" y="74"/>
                  </a:cubicBezTo>
                  <a:cubicBezTo>
                    <a:pt x="810" y="140"/>
                    <a:pt x="810" y="140"/>
                    <a:pt x="810" y="140"/>
                  </a:cubicBezTo>
                  <a:cubicBezTo>
                    <a:pt x="858" y="92"/>
                    <a:pt x="858" y="92"/>
                    <a:pt x="858" y="92"/>
                  </a:cubicBezTo>
                  <a:cubicBezTo>
                    <a:pt x="858" y="92"/>
                    <a:pt x="859" y="91"/>
                    <a:pt x="860" y="90"/>
                  </a:cubicBezTo>
                  <a:cubicBezTo>
                    <a:pt x="864" y="86"/>
                    <a:pt x="866" y="84"/>
                    <a:pt x="867" y="82"/>
                  </a:cubicBezTo>
                  <a:cubicBezTo>
                    <a:pt x="870" y="77"/>
                    <a:pt x="866" y="72"/>
                    <a:pt x="855" y="67"/>
                  </a:cubicBezTo>
                  <a:cubicBezTo>
                    <a:pt x="857" y="63"/>
                    <a:pt x="857" y="63"/>
                    <a:pt x="857" y="63"/>
                  </a:cubicBezTo>
                  <a:cubicBezTo>
                    <a:pt x="894" y="79"/>
                    <a:pt x="894" y="79"/>
                    <a:pt x="894" y="79"/>
                  </a:cubicBezTo>
                  <a:close/>
                  <a:moveTo>
                    <a:pt x="920" y="102"/>
                  </a:moveTo>
                  <a:cubicBezTo>
                    <a:pt x="929" y="110"/>
                    <a:pt x="930" y="117"/>
                    <a:pt x="924" y="124"/>
                  </a:cubicBezTo>
                  <a:cubicBezTo>
                    <a:pt x="864" y="193"/>
                    <a:pt x="864" y="193"/>
                    <a:pt x="864" y="193"/>
                  </a:cubicBezTo>
                  <a:cubicBezTo>
                    <a:pt x="859" y="201"/>
                    <a:pt x="851" y="200"/>
                    <a:pt x="842" y="193"/>
                  </a:cubicBezTo>
                  <a:cubicBezTo>
                    <a:pt x="839" y="196"/>
                    <a:pt x="839" y="196"/>
                    <a:pt x="839" y="196"/>
                  </a:cubicBezTo>
                  <a:cubicBezTo>
                    <a:pt x="923" y="269"/>
                    <a:pt x="923" y="269"/>
                    <a:pt x="923" y="269"/>
                  </a:cubicBezTo>
                  <a:cubicBezTo>
                    <a:pt x="954" y="244"/>
                    <a:pt x="954" y="244"/>
                    <a:pt x="954" y="244"/>
                  </a:cubicBezTo>
                  <a:cubicBezTo>
                    <a:pt x="951" y="241"/>
                    <a:pt x="951" y="241"/>
                    <a:pt x="951" y="241"/>
                  </a:cubicBezTo>
                  <a:cubicBezTo>
                    <a:pt x="928" y="252"/>
                    <a:pt x="909" y="250"/>
                    <a:pt x="891" y="234"/>
                  </a:cubicBezTo>
                  <a:cubicBezTo>
                    <a:pt x="882" y="226"/>
                    <a:pt x="880" y="220"/>
                    <a:pt x="885" y="215"/>
                  </a:cubicBezTo>
                  <a:cubicBezTo>
                    <a:pt x="916" y="180"/>
                    <a:pt x="916" y="180"/>
                    <a:pt x="916" y="180"/>
                  </a:cubicBezTo>
                  <a:cubicBezTo>
                    <a:pt x="931" y="192"/>
                    <a:pt x="933" y="206"/>
                    <a:pt x="920" y="223"/>
                  </a:cubicBezTo>
                  <a:cubicBezTo>
                    <a:pt x="924" y="226"/>
                    <a:pt x="924" y="226"/>
                    <a:pt x="924" y="226"/>
                  </a:cubicBezTo>
                  <a:cubicBezTo>
                    <a:pt x="966" y="177"/>
                    <a:pt x="966" y="177"/>
                    <a:pt x="966" y="177"/>
                  </a:cubicBezTo>
                  <a:cubicBezTo>
                    <a:pt x="962" y="174"/>
                    <a:pt x="962" y="174"/>
                    <a:pt x="962" y="174"/>
                  </a:cubicBezTo>
                  <a:cubicBezTo>
                    <a:pt x="948" y="189"/>
                    <a:pt x="934" y="189"/>
                    <a:pt x="920" y="175"/>
                  </a:cubicBezTo>
                  <a:cubicBezTo>
                    <a:pt x="949" y="142"/>
                    <a:pt x="949" y="142"/>
                    <a:pt x="949" y="142"/>
                  </a:cubicBezTo>
                  <a:cubicBezTo>
                    <a:pt x="953" y="136"/>
                    <a:pt x="958" y="137"/>
                    <a:pt x="965" y="144"/>
                  </a:cubicBezTo>
                  <a:cubicBezTo>
                    <a:pt x="987" y="161"/>
                    <a:pt x="991" y="179"/>
                    <a:pt x="978" y="196"/>
                  </a:cubicBezTo>
                  <a:cubicBezTo>
                    <a:pt x="981" y="200"/>
                    <a:pt x="981" y="200"/>
                    <a:pt x="981" y="200"/>
                  </a:cubicBezTo>
                  <a:cubicBezTo>
                    <a:pt x="1006" y="171"/>
                    <a:pt x="1006" y="171"/>
                    <a:pt x="1006" y="171"/>
                  </a:cubicBezTo>
                  <a:cubicBezTo>
                    <a:pt x="923" y="99"/>
                    <a:pt x="923" y="99"/>
                    <a:pt x="923" y="99"/>
                  </a:cubicBezTo>
                  <a:cubicBezTo>
                    <a:pt x="920" y="102"/>
                    <a:pt x="920" y="102"/>
                    <a:pt x="920" y="102"/>
                  </a:cubicBezTo>
                  <a:close/>
                  <a:moveTo>
                    <a:pt x="1051" y="244"/>
                  </a:moveTo>
                  <a:cubicBezTo>
                    <a:pt x="1011" y="273"/>
                    <a:pt x="1011" y="273"/>
                    <a:pt x="1011" y="273"/>
                  </a:cubicBezTo>
                  <a:cubicBezTo>
                    <a:pt x="1026" y="294"/>
                    <a:pt x="1040" y="298"/>
                    <a:pt x="1056" y="284"/>
                  </a:cubicBezTo>
                  <a:cubicBezTo>
                    <a:pt x="1070" y="273"/>
                    <a:pt x="1073" y="261"/>
                    <a:pt x="1064" y="249"/>
                  </a:cubicBezTo>
                  <a:cubicBezTo>
                    <a:pt x="1059" y="241"/>
                    <a:pt x="1055" y="239"/>
                    <a:pt x="1051" y="244"/>
                  </a:cubicBezTo>
                  <a:close/>
                  <a:moveTo>
                    <a:pt x="1013" y="377"/>
                  </a:moveTo>
                  <a:cubicBezTo>
                    <a:pt x="1009" y="379"/>
                    <a:pt x="1009" y="379"/>
                    <a:pt x="1009" y="379"/>
                  </a:cubicBezTo>
                  <a:cubicBezTo>
                    <a:pt x="986" y="348"/>
                    <a:pt x="986" y="348"/>
                    <a:pt x="986" y="348"/>
                  </a:cubicBezTo>
                  <a:cubicBezTo>
                    <a:pt x="1010" y="281"/>
                    <a:pt x="1010" y="281"/>
                    <a:pt x="1010" y="281"/>
                  </a:cubicBezTo>
                  <a:cubicBezTo>
                    <a:pt x="1007" y="277"/>
                    <a:pt x="1007" y="277"/>
                    <a:pt x="1007" y="277"/>
                  </a:cubicBezTo>
                  <a:cubicBezTo>
                    <a:pt x="977" y="299"/>
                    <a:pt x="977" y="299"/>
                    <a:pt x="977" y="299"/>
                  </a:cubicBezTo>
                  <a:cubicBezTo>
                    <a:pt x="967" y="305"/>
                    <a:pt x="965" y="313"/>
                    <a:pt x="973" y="323"/>
                  </a:cubicBezTo>
                  <a:cubicBezTo>
                    <a:pt x="969" y="326"/>
                    <a:pt x="969" y="326"/>
                    <a:pt x="969" y="326"/>
                  </a:cubicBezTo>
                  <a:cubicBezTo>
                    <a:pt x="930" y="275"/>
                    <a:pt x="930" y="275"/>
                    <a:pt x="930" y="275"/>
                  </a:cubicBezTo>
                  <a:cubicBezTo>
                    <a:pt x="934" y="272"/>
                    <a:pt x="934" y="272"/>
                    <a:pt x="934" y="272"/>
                  </a:cubicBezTo>
                  <a:cubicBezTo>
                    <a:pt x="941" y="282"/>
                    <a:pt x="949" y="283"/>
                    <a:pt x="958" y="274"/>
                  </a:cubicBezTo>
                  <a:cubicBezTo>
                    <a:pt x="1025" y="224"/>
                    <a:pt x="1025" y="224"/>
                    <a:pt x="1025" y="224"/>
                  </a:cubicBezTo>
                  <a:cubicBezTo>
                    <a:pt x="1036" y="217"/>
                    <a:pt x="1038" y="209"/>
                    <a:pt x="1030" y="200"/>
                  </a:cubicBezTo>
                  <a:cubicBezTo>
                    <a:pt x="1033" y="197"/>
                    <a:pt x="1033" y="197"/>
                    <a:pt x="1033" y="197"/>
                  </a:cubicBezTo>
                  <a:cubicBezTo>
                    <a:pt x="1070" y="246"/>
                    <a:pt x="1070" y="246"/>
                    <a:pt x="1070" y="246"/>
                  </a:cubicBezTo>
                  <a:cubicBezTo>
                    <a:pt x="1091" y="274"/>
                    <a:pt x="1093" y="295"/>
                    <a:pt x="1076" y="309"/>
                  </a:cubicBezTo>
                  <a:cubicBezTo>
                    <a:pt x="1063" y="319"/>
                    <a:pt x="1049" y="317"/>
                    <a:pt x="1032" y="305"/>
                  </a:cubicBezTo>
                  <a:cubicBezTo>
                    <a:pt x="1011" y="368"/>
                    <a:pt x="1011" y="368"/>
                    <a:pt x="1011" y="368"/>
                  </a:cubicBezTo>
                  <a:cubicBezTo>
                    <a:pt x="1011" y="372"/>
                    <a:pt x="1011" y="375"/>
                    <a:pt x="1013" y="377"/>
                  </a:cubicBezTo>
                  <a:close/>
                  <a:moveTo>
                    <a:pt x="1121" y="427"/>
                  </a:moveTo>
                  <a:cubicBezTo>
                    <a:pt x="1159" y="412"/>
                    <a:pt x="1159" y="412"/>
                    <a:pt x="1159" y="412"/>
                  </a:cubicBezTo>
                  <a:cubicBezTo>
                    <a:pt x="1157" y="406"/>
                    <a:pt x="1157" y="406"/>
                    <a:pt x="1157" y="406"/>
                  </a:cubicBezTo>
                  <a:cubicBezTo>
                    <a:pt x="1152" y="407"/>
                    <a:pt x="1149" y="406"/>
                    <a:pt x="1148" y="403"/>
                  </a:cubicBezTo>
                  <a:cubicBezTo>
                    <a:pt x="1148" y="402"/>
                    <a:pt x="1147" y="399"/>
                    <a:pt x="1147" y="395"/>
                  </a:cubicBezTo>
                  <a:cubicBezTo>
                    <a:pt x="1147" y="386"/>
                    <a:pt x="1145" y="378"/>
                    <a:pt x="1143" y="373"/>
                  </a:cubicBezTo>
                  <a:cubicBezTo>
                    <a:pt x="1133" y="348"/>
                    <a:pt x="1116" y="340"/>
                    <a:pt x="1092" y="348"/>
                  </a:cubicBezTo>
                  <a:cubicBezTo>
                    <a:pt x="1077" y="353"/>
                    <a:pt x="1069" y="368"/>
                    <a:pt x="1067" y="393"/>
                  </a:cubicBezTo>
                  <a:cubicBezTo>
                    <a:pt x="1066" y="407"/>
                    <a:pt x="1066" y="407"/>
                    <a:pt x="1066" y="407"/>
                  </a:cubicBezTo>
                  <a:cubicBezTo>
                    <a:pt x="1066" y="423"/>
                    <a:pt x="1062" y="433"/>
                    <a:pt x="1052" y="436"/>
                  </a:cubicBezTo>
                  <a:cubicBezTo>
                    <a:pt x="1039" y="440"/>
                    <a:pt x="1030" y="435"/>
                    <a:pt x="1024" y="422"/>
                  </a:cubicBezTo>
                  <a:cubicBezTo>
                    <a:pt x="1017" y="403"/>
                    <a:pt x="1024" y="386"/>
                    <a:pt x="1046" y="370"/>
                  </a:cubicBezTo>
                  <a:cubicBezTo>
                    <a:pt x="1045" y="365"/>
                    <a:pt x="1045" y="365"/>
                    <a:pt x="1045" y="365"/>
                  </a:cubicBezTo>
                  <a:cubicBezTo>
                    <a:pt x="1002" y="382"/>
                    <a:pt x="1002" y="382"/>
                    <a:pt x="1002" y="382"/>
                  </a:cubicBezTo>
                  <a:cubicBezTo>
                    <a:pt x="1004" y="387"/>
                    <a:pt x="1004" y="387"/>
                    <a:pt x="1004" y="387"/>
                  </a:cubicBezTo>
                  <a:cubicBezTo>
                    <a:pt x="1008" y="387"/>
                    <a:pt x="1010" y="388"/>
                    <a:pt x="1011" y="391"/>
                  </a:cubicBezTo>
                  <a:cubicBezTo>
                    <a:pt x="1012" y="392"/>
                    <a:pt x="1013" y="395"/>
                    <a:pt x="1013" y="399"/>
                  </a:cubicBezTo>
                  <a:cubicBezTo>
                    <a:pt x="1014" y="408"/>
                    <a:pt x="1016" y="416"/>
                    <a:pt x="1019" y="423"/>
                  </a:cubicBezTo>
                  <a:cubicBezTo>
                    <a:pt x="1031" y="450"/>
                    <a:pt x="1049" y="460"/>
                    <a:pt x="1072" y="452"/>
                  </a:cubicBezTo>
                  <a:cubicBezTo>
                    <a:pt x="1087" y="446"/>
                    <a:pt x="1095" y="436"/>
                    <a:pt x="1097" y="420"/>
                  </a:cubicBezTo>
                  <a:cubicBezTo>
                    <a:pt x="1099" y="389"/>
                    <a:pt x="1099" y="389"/>
                    <a:pt x="1099" y="389"/>
                  </a:cubicBezTo>
                  <a:cubicBezTo>
                    <a:pt x="1100" y="373"/>
                    <a:pt x="1104" y="364"/>
                    <a:pt x="1113" y="362"/>
                  </a:cubicBezTo>
                  <a:cubicBezTo>
                    <a:pt x="1123" y="358"/>
                    <a:pt x="1131" y="362"/>
                    <a:pt x="1137" y="374"/>
                  </a:cubicBezTo>
                  <a:cubicBezTo>
                    <a:pt x="1143" y="391"/>
                    <a:pt x="1137" y="407"/>
                    <a:pt x="1119" y="422"/>
                  </a:cubicBezTo>
                  <a:cubicBezTo>
                    <a:pt x="1121" y="427"/>
                    <a:pt x="1121" y="427"/>
                    <a:pt x="1121" y="427"/>
                  </a:cubicBezTo>
                  <a:close/>
                  <a:moveTo>
                    <a:pt x="1055" y="527"/>
                  </a:moveTo>
                  <a:cubicBezTo>
                    <a:pt x="1051" y="528"/>
                    <a:pt x="1051" y="528"/>
                    <a:pt x="1051" y="528"/>
                  </a:cubicBezTo>
                  <a:cubicBezTo>
                    <a:pt x="1035" y="463"/>
                    <a:pt x="1035" y="463"/>
                    <a:pt x="1035" y="463"/>
                  </a:cubicBezTo>
                  <a:cubicBezTo>
                    <a:pt x="1039" y="462"/>
                    <a:pt x="1039" y="462"/>
                    <a:pt x="1039" y="462"/>
                  </a:cubicBezTo>
                  <a:cubicBezTo>
                    <a:pt x="1043" y="474"/>
                    <a:pt x="1049" y="479"/>
                    <a:pt x="1057" y="476"/>
                  </a:cubicBezTo>
                  <a:cubicBezTo>
                    <a:pt x="1146" y="454"/>
                    <a:pt x="1146" y="454"/>
                    <a:pt x="1146" y="454"/>
                  </a:cubicBezTo>
                  <a:cubicBezTo>
                    <a:pt x="1155" y="452"/>
                    <a:pt x="1159" y="445"/>
                    <a:pt x="1155" y="433"/>
                  </a:cubicBezTo>
                  <a:cubicBezTo>
                    <a:pt x="1160" y="432"/>
                    <a:pt x="1160" y="432"/>
                    <a:pt x="1160" y="432"/>
                  </a:cubicBezTo>
                  <a:cubicBezTo>
                    <a:pt x="1176" y="497"/>
                    <a:pt x="1176" y="497"/>
                    <a:pt x="1176" y="497"/>
                  </a:cubicBezTo>
                  <a:cubicBezTo>
                    <a:pt x="1172" y="498"/>
                    <a:pt x="1172" y="498"/>
                    <a:pt x="1172" y="498"/>
                  </a:cubicBezTo>
                  <a:cubicBezTo>
                    <a:pt x="1172" y="497"/>
                    <a:pt x="1171" y="497"/>
                    <a:pt x="1171" y="496"/>
                  </a:cubicBezTo>
                  <a:cubicBezTo>
                    <a:pt x="1168" y="485"/>
                    <a:pt x="1163" y="480"/>
                    <a:pt x="1153" y="483"/>
                  </a:cubicBezTo>
                  <a:cubicBezTo>
                    <a:pt x="1065" y="505"/>
                    <a:pt x="1065" y="505"/>
                    <a:pt x="1065" y="505"/>
                  </a:cubicBezTo>
                  <a:cubicBezTo>
                    <a:pt x="1055" y="507"/>
                    <a:pt x="1052" y="514"/>
                    <a:pt x="1055" y="527"/>
                  </a:cubicBezTo>
                  <a:close/>
                  <a:moveTo>
                    <a:pt x="1057" y="616"/>
                  </a:moveTo>
                  <a:cubicBezTo>
                    <a:pt x="1056" y="602"/>
                    <a:pt x="1062" y="596"/>
                    <a:pt x="1075" y="597"/>
                  </a:cubicBezTo>
                  <a:cubicBezTo>
                    <a:pt x="1175" y="595"/>
                    <a:pt x="1175" y="595"/>
                    <a:pt x="1175" y="595"/>
                  </a:cubicBezTo>
                  <a:cubicBezTo>
                    <a:pt x="1176" y="617"/>
                    <a:pt x="1166" y="630"/>
                    <a:pt x="1144" y="632"/>
                  </a:cubicBezTo>
                  <a:cubicBezTo>
                    <a:pt x="1144" y="638"/>
                    <a:pt x="1144" y="638"/>
                    <a:pt x="1144" y="638"/>
                  </a:cubicBezTo>
                  <a:cubicBezTo>
                    <a:pt x="1182" y="637"/>
                    <a:pt x="1182" y="637"/>
                    <a:pt x="1182" y="637"/>
                  </a:cubicBezTo>
                  <a:cubicBezTo>
                    <a:pt x="1180" y="523"/>
                    <a:pt x="1180" y="523"/>
                    <a:pt x="1180" y="523"/>
                  </a:cubicBezTo>
                  <a:cubicBezTo>
                    <a:pt x="1142" y="523"/>
                    <a:pt x="1142" y="523"/>
                    <a:pt x="1142" y="523"/>
                  </a:cubicBezTo>
                  <a:cubicBezTo>
                    <a:pt x="1142" y="528"/>
                    <a:pt x="1142" y="528"/>
                    <a:pt x="1142" y="528"/>
                  </a:cubicBezTo>
                  <a:cubicBezTo>
                    <a:pt x="1164" y="530"/>
                    <a:pt x="1175" y="542"/>
                    <a:pt x="1175" y="565"/>
                  </a:cubicBezTo>
                  <a:cubicBezTo>
                    <a:pt x="1074" y="566"/>
                    <a:pt x="1074" y="566"/>
                    <a:pt x="1074" y="566"/>
                  </a:cubicBezTo>
                  <a:cubicBezTo>
                    <a:pt x="1061" y="568"/>
                    <a:pt x="1055" y="562"/>
                    <a:pt x="1056" y="548"/>
                  </a:cubicBezTo>
                  <a:cubicBezTo>
                    <a:pt x="1051" y="548"/>
                    <a:pt x="1051" y="548"/>
                    <a:pt x="1051" y="548"/>
                  </a:cubicBezTo>
                  <a:cubicBezTo>
                    <a:pt x="1053" y="616"/>
                    <a:pt x="1053" y="616"/>
                    <a:pt x="1053" y="616"/>
                  </a:cubicBezTo>
                  <a:cubicBezTo>
                    <a:pt x="1057" y="616"/>
                    <a:pt x="1057" y="616"/>
                    <a:pt x="1057" y="616"/>
                  </a:cubicBezTo>
                  <a:close/>
                  <a:moveTo>
                    <a:pt x="1151" y="794"/>
                  </a:moveTo>
                  <a:cubicBezTo>
                    <a:pt x="1146" y="793"/>
                    <a:pt x="1146" y="793"/>
                    <a:pt x="1146" y="793"/>
                  </a:cubicBezTo>
                  <a:cubicBezTo>
                    <a:pt x="1146" y="793"/>
                    <a:pt x="1146" y="793"/>
                    <a:pt x="1146" y="792"/>
                  </a:cubicBezTo>
                  <a:cubicBezTo>
                    <a:pt x="1147" y="787"/>
                    <a:pt x="1145" y="782"/>
                    <a:pt x="1142" y="779"/>
                  </a:cubicBezTo>
                  <a:cubicBezTo>
                    <a:pt x="1091" y="731"/>
                    <a:pt x="1091" y="731"/>
                    <a:pt x="1091" y="731"/>
                  </a:cubicBezTo>
                  <a:cubicBezTo>
                    <a:pt x="1057" y="724"/>
                    <a:pt x="1057" y="724"/>
                    <a:pt x="1057" y="724"/>
                  </a:cubicBezTo>
                  <a:cubicBezTo>
                    <a:pt x="1045" y="720"/>
                    <a:pt x="1038" y="724"/>
                    <a:pt x="1036" y="737"/>
                  </a:cubicBezTo>
                  <a:cubicBezTo>
                    <a:pt x="1031" y="736"/>
                    <a:pt x="1031" y="736"/>
                    <a:pt x="1031" y="736"/>
                  </a:cubicBezTo>
                  <a:cubicBezTo>
                    <a:pt x="1045" y="671"/>
                    <a:pt x="1045" y="671"/>
                    <a:pt x="1045" y="671"/>
                  </a:cubicBezTo>
                  <a:cubicBezTo>
                    <a:pt x="1049" y="672"/>
                    <a:pt x="1049" y="672"/>
                    <a:pt x="1049" y="672"/>
                  </a:cubicBezTo>
                  <a:cubicBezTo>
                    <a:pt x="1046" y="685"/>
                    <a:pt x="1051" y="692"/>
                    <a:pt x="1063" y="693"/>
                  </a:cubicBezTo>
                  <a:cubicBezTo>
                    <a:pt x="1091" y="699"/>
                    <a:pt x="1091" y="699"/>
                    <a:pt x="1091" y="699"/>
                  </a:cubicBezTo>
                  <a:cubicBezTo>
                    <a:pt x="1160" y="678"/>
                    <a:pt x="1160" y="678"/>
                    <a:pt x="1160" y="678"/>
                  </a:cubicBezTo>
                  <a:cubicBezTo>
                    <a:pt x="1167" y="676"/>
                    <a:pt x="1171" y="672"/>
                    <a:pt x="1173" y="665"/>
                  </a:cubicBezTo>
                  <a:cubicBezTo>
                    <a:pt x="1178" y="666"/>
                    <a:pt x="1178" y="666"/>
                    <a:pt x="1178" y="666"/>
                  </a:cubicBezTo>
                  <a:cubicBezTo>
                    <a:pt x="1164" y="729"/>
                    <a:pt x="1164" y="729"/>
                    <a:pt x="1164" y="729"/>
                  </a:cubicBezTo>
                  <a:cubicBezTo>
                    <a:pt x="1160" y="728"/>
                    <a:pt x="1160" y="728"/>
                    <a:pt x="1160" y="728"/>
                  </a:cubicBezTo>
                  <a:cubicBezTo>
                    <a:pt x="1163" y="716"/>
                    <a:pt x="1162" y="711"/>
                    <a:pt x="1157" y="711"/>
                  </a:cubicBezTo>
                  <a:cubicBezTo>
                    <a:pt x="1155" y="711"/>
                    <a:pt x="1152" y="711"/>
                    <a:pt x="1148" y="713"/>
                  </a:cubicBezTo>
                  <a:cubicBezTo>
                    <a:pt x="1147" y="713"/>
                    <a:pt x="1146" y="714"/>
                    <a:pt x="1146" y="714"/>
                  </a:cubicBezTo>
                  <a:cubicBezTo>
                    <a:pt x="1097" y="727"/>
                    <a:pt x="1097" y="727"/>
                    <a:pt x="1097" y="727"/>
                  </a:cubicBezTo>
                  <a:cubicBezTo>
                    <a:pt x="1128" y="755"/>
                    <a:pt x="1128" y="755"/>
                    <a:pt x="1128" y="755"/>
                  </a:cubicBezTo>
                  <a:cubicBezTo>
                    <a:pt x="1133" y="760"/>
                    <a:pt x="1138" y="764"/>
                    <a:pt x="1143" y="765"/>
                  </a:cubicBezTo>
                  <a:cubicBezTo>
                    <a:pt x="1148" y="767"/>
                    <a:pt x="1152" y="763"/>
                    <a:pt x="1155" y="752"/>
                  </a:cubicBezTo>
                  <a:cubicBezTo>
                    <a:pt x="1159" y="753"/>
                    <a:pt x="1159" y="753"/>
                    <a:pt x="1159" y="753"/>
                  </a:cubicBezTo>
                  <a:lnTo>
                    <a:pt x="1151" y="794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/>
                <a:ea typeface="+mn-ea"/>
                <a:cs typeface="+mn-cs"/>
              </a:endParaRPr>
            </a:p>
          </p:txBody>
        </p:sp>
        <p:sp>
          <p:nvSpPr>
            <p:cNvPr id="37" name="íṥļiďè">
              <a:extLst>
                <a:ext uri="{FF2B5EF4-FFF2-40B4-BE49-F238E27FC236}">
                  <a16:creationId xmlns:a16="http://schemas.microsoft.com/office/drawing/2014/main" id="{121F9F88-9671-2A4D-BCD2-74CAED6A856E}"/>
                </a:ext>
              </a:extLst>
            </p:cNvPr>
            <p:cNvSpPr/>
            <p:nvPr/>
          </p:nvSpPr>
          <p:spPr bwMode="auto">
            <a:xfrm>
              <a:off x="4260844" y="4031997"/>
              <a:ext cx="147714" cy="178275"/>
            </a:xfrm>
            <a:custGeom>
              <a:avLst/>
              <a:gdLst>
                <a:gd name="T0" fmla="*/ 4 w 111"/>
                <a:gd name="T1" fmla="*/ 78 h 133"/>
                <a:gd name="T2" fmla="*/ 1 w 111"/>
                <a:gd name="T3" fmla="*/ 41 h 133"/>
                <a:gd name="T4" fmla="*/ 14 w 111"/>
                <a:gd name="T5" fmla="*/ 16 h 133"/>
                <a:gd name="T6" fmla="*/ 40 w 111"/>
                <a:gd name="T7" fmla="*/ 3 h 133"/>
                <a:gd name="T8" fmla="*/ 63 w 111"/>
                <a:gd name="T9" fmla="*/ 1 h 133"/>
                <a:gd name="T10" fmla="*/ 82 w 111"/>
                <a:gd name="T11" fmla="*/ 9 h 133"/>
                <a:gd name="T12" fmla="*/ 96 w 111"/>
                <a:gd name="T13" fmla="*/ 26 h 133"/>
                <a:gd name="T14" fmla="*/ 106 w 111"/>
                <a:gd name="T15" fmla="*/ 54 h 133"/>
                <a:gd name="T16" fmla="*/ 109 w 111"/>
                <a:gd name="T17" fmla="*/ 91 h 133"/>
                <a:gd name="T18" fmla="*/ 97 w 111"/>
                <a:gd name="T19" fmla="*/ 115 h 133"/>
                <a:gd name="T20" fmla="*/ 70 w 111"/>
                <a:gd name="T21" fmla="*/ 129 h 133"/>
                <a:gd name="T22" fmla="*/ 31 w 111"/>
                <a:gd name="T23" fmla="*/ 125 h 133"/>
                <a:gd name="T24" fmla="*/ 4 w 111"/>
                <a:gd name="T25" fmla="*/ 78 h 133"/>
                <a:gd name="T26" fmla="*/ 24 w 111"/>
                <a:gd name="T27" fmla="*/ 73 h 133"/>
                <a:gd name="T28" fmla="*/ 42 w 111"/>
                <a:gd name="T29" fmla="*/ 112 h 133"/>
                <a:gd name="T30" fmla="*/ 67 w 111"/>
                <a:gd name="T31" fmla="*/ 117 h 133"/>
                <a:gd name="T32" fmla="*/ 87 w 111"/>
                <a:gd name="T33" fmla="*/ 101 h 133"/>
                <a:gd name="T34" fmla="*/ 87 w 111"/>
                <a:gd name="T35" fmla="*/ 59 h 133"/>
                <a:gd name="T36" fmla="*/ 68 w 111"/>
                <a:gd name="T37" fmla="*/ 20 h 133"/>
                <a:gd name="T38" fmla="*/ 43 w 111"/>
                <a:gd name="T39" fmla="*/ 15 h 133"/>
                <a:gd name="T40" fmla="*/ 24 w 111"/>
                <a:gd name="T41" fmla="*/ 29 h 133"/>
                <a:gd name="T42" fmla="*/ 24 w 111"/>
                <a:gd name="T43" fmla="*/ 73 h 13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</a:cxnLst>
              <a:rect l="0" t="0" r="r" b="b"/>
              <a:pathLst>
                <a:path w="111" h="133">
                  <a:moveTo>
                    <a:pt x="4" y="78"/>
                  </a:moveTo>
                  <a:cubicBezTo>
                    <a:pt x="0" y="63"/>
                    <a:pt x="0" y="51"/>
                    <a:pt x="1" y="41"/>
                  </a:cubicBezTo>
                  <a:cubicBezTo>
                    <a:pt x="3" y="31"/>
                    <a:pt x="7" y="23"/>
                    <a:pt x="14" y="16"/>
                  </a:cubicBezTo>
                  <a:cubicBezTo>
                    <a:pt x="20" y="10"/>
                    <a:pt x="29" y="5"/>
                    <a:pt x="40" y="3"/>
                  </a:cubicBezTo>
                  <a:cubicBezTo>
                    <a:pt x="49" y="1"/>
                    <a:pt x="56" y="0"/>
                    <a:pt x="63" y="1"/>
                  </a:cubicBezTo>
                  <a:cubicBezTo>
                    <a:pt x="70" y="3"/>
                    <a:pt x="77" y="5"/>
                    <a:pt x="82" y="9"/>
                  </a:cubicBezTo>
                  <a:cubicBezTo>
                    <a:pt x="87" y="13"/>
                    <a:pt x="92" y="19"/>
                    <a:pt x="96" y="26"/>
                  </a:cubicBezTo>
                  <a:cubicBezTo>
                    <a:pt x="100" y="32"/>
                    <a:pt x="104" y="42"/>
                    <a:pt x="106" y="54"/>
                  </a:cubicBezTo>
                  <a:cubicBezTo>
                    <a:pt x="110" y="69"/>
                    <a:pt x="111" y="81"/>
                    <a:pt x="109" y="91"/>
                  </a:cubicBezTo>
                  <a:cubicBezTo>
                    <a:pt x="107" y="101"/>
                    <a:pt x="103" y="109"/>
                    <a:pt x="97" y="115"/>
                  </a:cubicBezTo>
                  <a:cubicBezTo>
                    <a:pt x="90" y="122"/>
                    <a:pt x="81" y="127"/>
                    <a:pt x="70" y="129"/>
                  </a:cubicBezTo>
                  <a:cubicBezTo>
                    <a:pt x="55" y="133"/>
                    <a:pt x="42" y="131"/>
                    <a:pt x="31" y="125"/>
                  </a:cubicBezTo>
                  <a:cubicBezTo>
                    <a:pt x="18" y="117"/>
                    <a:pt x="9" y="101"/>
                    <a:pt x="4" y="78"/>
                  </a:cubicBezTo>
                  <a:close/>
                  <a:moveTo>
                    <a:pt x="24" y="73"/>
                  </a:moveTo>
                  <a:cubicBezTo>
                    <a:pt x="28" y="94"/>
                    <a:pt x="35" y="106"/>
                    <a:pt x="42" y="112"/>
                  </a:cubicBezTo>
                  <a:cubicBezTo>
                    <a:pt x="50" y="117"/>
                    <a:pt x="58" y="119"/>
                    <a:pt x="67" y="117"/>
                  </a:cubicBezTo>
                  <a:cubicBezTo>
                    <a:pt x="76" y="115"/>
                    <a:pt x="82" y="110"/>
                    <a:pt x="87" y="101"/>
                  </a:cubicBezTo>
                  <a:cubicBezTo>
                    <a:pt x="91" y="93"/>
                    <a:pt x="91" y="79"/>
                    <a:pt x="87" y="59"/>
                  </a:cubicBezTo>
                  <a:cubicBezTo>
                    <a:pt x="82" y="38"/>
                    <a:pt x="76" y="25"/>
                    <a:pt x="68" y="20"/>
                  </a:cubicBezTo>
                  <a:cubicBezTo>
                    <a:pt x="60" y="15"/>
                    <a:pt x="52" y="13"/>
                    <a:pt x="43" y="15"/>
                  </a:cubicBezTo>
                  <a:cubicBezTo>
                    <a:pt x="34" y="17"/>
                    <a:pt x="28" y="22"/>
                    <a:pt x="24" y="29"/>
                  </a:cubicBezTo>
                  <a:cubicBezTo>
                    <a:pt x="19" y="38"/>
                    <a:pt x="19" y="53"/>
                    <a:pt x="24" y="73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/>
                <a:ea typeface="+mn-ea"/>
                <a:cs typeface="+mn-cs"/>
              </a:endParaRPr>
            </a:p>
          </p:txBody>
        </p:sp>
        <p:sp>
          <p:nvSpPr>
            <p:cNvPr id="38" name="ïşḻiḋe">
              <a:extLst>
                <a:ext uri="{FF2B5EF4-FFF2-40B4-BE49-F238E27FC236}">
                  <a16:creationId xmlns:a16="http://schemas.microsoft.com/office/drawing/2014/main" id="{92CE3AED-4A79-570B-6439-7A40DC1EAB5C}"/>
                </a:ext>
              </a:extLst>
            </p:cNvPr>
            <p:cNvSpPr/>
            <p:nvPr/>
          </p:nvSpPr>
          <p:spPr bwMode="auto">
            <a:xfrm>
              <a:off x="4540989" y="3911449"/>
              <a:ext cx="162994" cy="191858"/>
            </a:xfrm>
            <a:custGeom>
              <a:avLst/>
              <a:gdLst>
                <a:gd name="T0" fmla="*/ 21 w 123"/>
                <a:gd name="T1" fmla="*/ 125 h 144"/>
                <a:gd name="T2" fmla="*/ 40 w 123"/>
                <a:gd name="T3" fmla="*/ 115 h 144"/>
                <a:gd name="T4" fmla="*/ 58 w 123"/>
                <a:gd name="T5" fmla="*/ 127 h 144"/>
                <a:gd name="T6" fmla="*/ 79 w 123"/>
                <a:gd name="T7" fmla="*/ 125 h 144"/>
                <a:gd name="T8" fmla="*/ 99 w 123"/>
                <a:gd name="T9" fmla="*/ 107 h 144"/>
                <a:gd name="T10" fmla="*/ 99 w 123"/>
                <a:gd name="T11" fmla="*/ 82 h 144"/>
                <a:gd name="T12" fmla="*/ 81 w 123"/>
                <a:gd name="T13" fmla="*/ 67 h 144"/>
                <a:gd name="T14" fmla="*/ 54 w 123"/>
                <a:gd name="T15" fmla="*/ 70 h 144"/>
                <a:gd name="T16" fmla="*/ 39 w 123"/>
                <a:gd name="T17" fmla="*/ 80 h 144"/>
                <a:gd name="T18" fmla="*/ 31 w 123"/>
                <a:gd name="T19" fmla="*/ 93 h 144"/>
                <a:gd name="T20" fmla="*/ 13 w 123"/>
                <a:gd name="T21" fmla="*/ 99 h 144"/>
                <a:gd name="T22" fmla="*/ 0 w 123"/>
                <a:gd name="T23" fmla="*/ 33 h 144"/>
                <a:gd name="T24" fmla="*/ 76 w 123"/>
                <a:gd name="T25" fmla="*/ 0 h 144"/>
                <a:gd name="T26" fmla="*/ 83 w 123"/>
                <a:gd name="T27" fmla="*/ 14 h 144"/>
                <a:gd name="T28" fmla="*/ 22 w 123"/>
                <a:gd name="T29" fmla="*/ 40 h 144"/>
                <a:gd name="T30" fmla="*/ 28 w 123"/>
                <a:gd name="T31" fmla="*/ 75 h 144"/>
                <a:gd name="T32" fmla="*/ 53 w 123"/>
                <a:gd name="T33" fmla="*/ 55 h 144"/>
                <a:gd name="T34" fmla="*/ 92 w 123"/>
                <a:gd name="T35" fmla="*/ 51 h 144"/>
                <a:gd name="T36" fmla="*/ 118 w 123"/>
                <a:gd name="T37" fmla="*/ 73 h 144"/>
                <a:gd name="T38" fmla="*/ 119 w 123"/>
                <a:gd name="T39" fmla="*/ 105 h 144"/>
                <a:gd name="T40" fmla="*/ 85 w 123"/>
                <a:gd name="T41" fmla="*/ 136 h 144"/>
                <a:gd name="T42" fmla="*/ 47 w 123"/>
                <a:gd name="T43" fmla="*/ 142 h 144"/>
                <a:gd name="T44" fmla="*/ 21 w 123"/>
                <a:gd name="T45" fmla="*/ 125 h 14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</a:cxnLst>
              <a:rect l="0" t="0" r="r" b="b"/>
              <a:pathLst>
                <a:path w="123" h="144">
                  <a:moveTo>
                    <a:pt x="21" y="125"/>
                  </a:moveTo>
                  <a:cubicBezTo>
                    <a:pt x="40" y="115"/>
                    <a:pt x="40" y="115"/>
                    <a:pt x="40" y="115"/>
                  </a:cubicBezTo>
                  <a:cubicBezTo>
                    <a:pt x="45" y="122"/>
                    <a:pt x="51" y="126"/>
                    <a:pt x="58" y="127"/>
                  </a:cubicBezTo>
                  <a:cubicBezTo>
                    <a:pt x="65" y="129"/>
                    <a:pt x="72" y="128"/>
                    <a:pt x="79" y="125"/>
                  </a:cubicBezTo>
                  <a:cubicBezTo>
                    <a:pt x="89" y="121"/>
                    <a:pt x="95" y="115"/>
                    <a:pt x="99" y="107"/>
                  </a:cubicBezTo>
                  <a:cubicBezTo>
                    <a:pt x="103" y="99"/>
                    <a:pt x="103" y="91"/>
                    <a:pt x="99" y="82"/>
                  </a:cubicBezTo>
                  <a:cubicBezTo>
                    <a:pt x="95" y="74"/>
                    <a:pt x="89" y="69"/>
                    <a:pt x="81" y="67"/>
                  </a:cubicBezTo>
                  <a:cubicBezTo>
                    <a:pt x="73" y="65"/>
                    <a:pt x="64" y="66"/>
                    <a:pt x="54" y="70"/>
                  </a:cubicBezTo>
                  <a:cubicBezTo>
                    <a:pt x="48" y="72"/>
                    <a:pt x="43" y="76"/>
                    <a:pt x="39" y="80"/>
                  </a:cubicBezTo>
                  <a:cubicBezTo>
                    <a:pt x="35" y="84"/>
                    <a:pt x="33" y="89"/>
                    <a:pt x="31" y="93"/>
                  </a:cubicBezTo>
                  <a:cubicBezTo>
                    <a:pt x="13" y="99"/>
                    <a:pt x="13" y="99"/>
                    <a:pt x="13" y="99"/>
                  </a:cubicBezTo>
                  <a:cubicBezTo>
                    <a:pt x="0" y="33"/>
                    <a:pt x="0" y="33"/>
                    <a:pt x="0" y="33"/>
                  </a:cubicBezTo>
                  <a:cubicBezTo>
                    <a:pt x="76" y="0"/>
                    <a:pt x="76" y="0"/>
                    <a:pt x="76" y="0"/>
                  </a:cubicBezTo>
                  <a:cubicBezTo>
                    <a:pt x="83" y="14"/>
                    <a:pt x="83" y="14"/>
                    <a:pt x="83" y="14"/>
                  </a:cubicBezTo>
                  <a:cubicBezTo>
                    <a:pt x="22" y="40"/>
                    <a:pt x="22" y="40"/>
                    <a:pt x="22" y="40"/>
                  </a:cubicBezTo>
                  <a:cubicBezTo>
                    <a:pt x="28" y="75"/>
                    <a:pt x="28" y="75"/>
                    <a:pt x="28" y="75"/>
                  </a:cubicBezTo>
                  <a:cubicBezTo>
                    <a:pt x="35" y="66"/>
                    <a:pt x="43" y="59"/>
                    <a:pt x="53" y="55"/>
                  </a:cubicBezTo>
                  <a:cubicBezTo>
                    <a:pt x="67" y="49"/>
                    <a:pt x="79" y="48"/>
                    <a:pt x="92" y="51"/>
                  </a:cubicBezTo>
                  <a:cubicBezTo>
                    <a:pt x="104" y="54"/>
                    <a:pt x="113" y="62"/>
                    <a:pt x="118" y="73"/>
                  </a:cubicBezTo>
                  <a:cubicBezTo>
                    <a:pt x="123" y="83"/>
                    <a:pt x="123" y="94"/>
                    <a:pt x="119" y="105"/>
                  </a:cubicBezTo>
                  <a:cubicBezTo>
                    <a:pt x="113" y="119"/>
                    <a:pt x="102" y="129"/>
                    <a:pt x="85" y="136"/>
                  </a:cubicBezTo>
                  <a:cubicBezTo>
                    <a:pt x="71" y="142"/>
                    <a:pt x="58" y="144"/>
                    <a:pt x="47" y="142"/>
                  </a:cubicBezTo>
                  <a:cubicBezTo>
                    <a:pt x="35" y="140"/>
                    <a:pt x="27" y="134"/>
                    <a:pt x="21" y="125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/>
                <a:ea typeface="+mn-ea"/>
                <a:cs typeface="+mn-cs"/>
              </a:endParaRPr>
            </a:p>
          </p:txBody>
        </p:sp>
        <p:sp>
          <p:nvSpPr>
            <p:cNvPr id="39" name="iśḷiḍê">
              <a:extLst>
                <a:ext uri="{FF2B5EF4-FFF2-40B4-BE49-F238E27FC236}">
                  <a16:creationId xmlns:a16="http://schemas.microsoft.com/office/drawing/2014/main" id="{3E312863-DF52-41B1-8F2D-8BA4BE448052}"/>
                </a:ext>
              </a:extLst>
            </p:cNvPr>
            <p:cNvSpPr/>
            <p:nvPr/>
          </p:nvSpPr>
          <p:spPr bwMode="auto">
            <a:xfrm>
              <a:off x="3953533" y="4011623"/>
              <a:ext cx="156202" cy="176577"/>
            </a:xfrm>
            <a:custGeom>
              <a:avLst/>
              <a:gdLst>
                <a:gd name="T0" fmla="*/ 1 w 117"/>
                <a:gd name="T1" fmla="*/ 84 h 132"/>
                <a:gd name="T2" fmla="*/ 20 w 117"/>
                <a:gd name="T3" fmla="*/ 88 h 132"/>
                <a:gd name="T4" fmla="*/ 25 w 117"/>
                <a:gd name="T5" fmla="*/ 106 h 132"/>
                <a:gd name="T6" fmla="*/ 40 w 117"/>
                <a:gd name="T7" fmla="*/ 115 h 132"/>
                <a:gd name="T8" fmla="*/ 57 w 117"/>
                <a:gd name="T9" fmla="*/ 117 h 132"/>
                <a:gd name="T10" fmla="*/ 70 w 117"/>
                <a:gd name="T11" fmla="*/ 112 h 132"/>
                <a:gd name="T12" fmla="*/ 81 w 117"/>
                <a:gd name="T13" fmla="*/ 100 h 132"/>
                <a:gd name="T14" fmla="*/ 90 w 117"/>
                <a:gd name="T15" fmla="*/ 82 h 132"/>
                <a:gd name="T16" fmla="*/ 91 w 117"/>
                <a:gd name="T17" fmla="*/ 79 h 132"/>
                <a:gd name="T18" fmla="*/ 71 w 117"/>
                <a:gd name="T19" fmla="*/ 86 h 132"/>
                <a:gd name="T20" fmla="*/ 49 w 117"/>
                <a:gd name="T21" fmla="*/ 84 h 132"/>
                <a:gd name="T22" fmla="*/ 19 w 117"/>
                <a:gd name="T23" fmla="*/ 63 h 132"/>
                <a:gd name="T24" fmla="*/ 15 w 117"/>
                <a:gd name="T25" fmla="*/ 30 h 132"/>
                <a:gd name="T26" fmla="*/ 38 w 117"/>
                <a:gd name="T27" fmla="*/ 5 h 132"/>
                <a:gd name="T28" fmla="*/ 76 w 117"/>
                <a:gd name="T29" fmla="*/ 4 h 132"/>
                <a:gd name="T30" fmla="*/ 102 w 117"/>
                <a:gd name="T31" fmla="*/ 19 h 132"/>
                <a:gd name="T32" fmla="*/ 115 w 117"/>
                <a:gd name="T33" fmla="*/ 43 h 132"/>
                <a:gd name="T34" fmla="*/ 112 w 117"/>
                <a:gd name="T35" fmla="*/ 79 h 132"/>
                <a:gd name="T36" fmla="*/ 94 w 117"/>
                <a:gd name="T37" fmla="*/ 114 h 132"/>
                <a:gd name="T38" fmla="*/ 68 w 117"/>
                <a:gd name="T39" fmla="*/ 129 h 132"/>
                <a:gd name="T40" fmla="*/ 36 w 117"/>
                <a:gd name="T41" fmla="*/ 128 h 132"/>
                <a:gd name="T42" fmla="*/ 9 w 117"/>
                <a:gd name="T43" fmla="*/ 111 h 132"/>
                <a:gd name="T44" fmla="*/ 1 w 117"/>
                <a:gd name="T45" fmla="*/ 84 h 132"/>
                <a:gd name="T46" fmla="*/ 96 w 117"/>
                <a:gd name="T47" fmla="*/ 54 h 132"/>
                <a:gd name="T48" fmla="*/ 93 w 117"/>
                <a:gd name="T49" fmla="*/ 31 h 132"/>
                <a:gd name="T50" fmla="*/ 75 w 117"/>
                <a:gd name="T51" fmla="*/ 17 h 132"/>
                <a:gd name="T52" fmla="*/ 50 w 117"/>
                <a:gd name="T53" fmla="*/ 18 h 132"/>
                <a:gd name="T54" fmla="*/ 34 w 117"/>
                <a:gd name="T55" fmla="*/ 37 h 132"/>
                <a:gd name="T56" fmla="*/ 37 w 117"/>
                <a:gd name="T57" fmla="*/ 58 h 132"/>
                <a:gd name="T58" fmla="*/ 57 w 117"/>
                <a:gd name="T59" fmla="*/ 72 h 132"/>
                <a:gd name="T60" fmla="*/ 81 w 117"/>
                <a:gd name="T61" fmla="*/ 72 h 132"/>
                <a:gd name="T62" fmla="*/ 96 w 117"/>
                <a:gd name="T63" fmla="*/ 54 h 13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</a:cxnLst>
              <a:rect l="0" t="0" r="r" b="b"/>
              <a:pathLst>
                <a:path w="117" h="132">
                  <a:moveTo>
                    <a:pt x="1" y="84"/>
                  </a:moveTo>
                  <a:cubicBezTo>
                    <a:pt x="20" y="88"/>
                    <a:pt x="20" y="88"/>
                    <a:pt x="20" y="88"/>
                  </a:cubicBezTo>
                  <a:cubicBezTo>
                    <a:pt x="20" y="96"/>
                    <a:pt x="21" y="101"/>
                    <a:pt x="25" y="106"/>
                  </a:cubicBezTo>
                  <a:cubicBezTo>
                    <a:pt x="28" y="110"/>
                    <a:pt x="33" y="113"/>
                    <a:pt x="40" y="115"/>
                  </a:cubicBezTo>
                  <a:cubicBezTo>
                    <a:pt x="46" y="117"/>
                    <a:pt x="51" y="118"/>
                    <a:pt x="57" y="117"/>
                  </a:cubicBezTo>
                  <a:cubicBezTo>
                    <a:pt x="62" y="116"/>
                    <a:pt x="66" y="114"/>
                    <a:pt x="70" y="112"/>
                  </a:cubicBezTo>
                  <a:cubicBezTo>
                    <a:pt x="74" y="109"/>
                    <a:pt x="78" y="105"/>
                    <a:pt x="81" y="100"/>
                  </a:cubicBezTo>
                  <a:cubicBezTo>
                    <a:pt x="85" y="94"/>
                    <a:pt x="88" y="88"/>
                    <a:pt x="90" y="82"/>
                  </a:cubicBezTo>
                  <a:cubicBezTo>
                    <a:pt x="90" y="82"/>
                    <a:pt x="90" y="81"/>
                    <a:pt x="91" y="79"/>
                  </a:cubicBezTo>
                  <a:cubicBezTo>
                    <a:pt x="85" y="83"/>
                    <a:pt x="79" y="85"/>
                    <a:pt x="71" y="86"/>
                  </a:cubicBezTo>
                  <a:cubicBezTo>
                    <a:pt x="64" y="87"/>
                    <a:pt x="56" y="86"/>
                    <a:pt x="49" y="84"/>
                  </a:cubicBezTo>
                  <a:cubicBezTo>
                    <a:pt x="36" y="80"/>
                    <a:pt x="26" y="73"/>
                    <a:pt x="19" y="63"/>
                  </a:cubicBezTo>
                  <a:cubicBezTo>
                    <a:pt x="12" y="53"/>
                    <a:pt x="11" y="42"/>
                    <a:pt x="15" y="30"/>
                  </a:cubicBezTo>
                  <a:cubicBezTo>
                    <a:pt x="18" y="18"/>
                    <a:pt x="26" y="9"/>
                    <a:pt x="38" y="5"/>
                  </a:cubicBezTo>
                  <a:cubicBezTo>
                    <a:pt x="49" y="0"/>
                    <a:pt x="62" y="0"/>
                    <a:pt x="76" y="4"/>
                  </a:cubicBezTo>
                  <a:cubicBezTo>
                    <a:pt x="86" y="7"/>
                    <a:pt x="95" y="12"/>
                    <a:pt x="102" y="19"/>
                  </a:cubicBezTo>
                  <a:cubicBezTo>
                    <a:pt x="109" y="25"/>
                    <a:pt x="113" y="33"/>
                    <a:pt x="115" y="43"/>
                  </a:cubicBezTo>
                  <a:cubicBezTo>
                    <a:pt x="117" y="52"/>
                    <a:pt x="116" y="64"/>
                    <a:pt x="112" y="79"/>
                  </a:cubicBezTo>
                  <a:cubicBezTo>
                    <a:pt x="107" y="94"/>
                    <a:pt x="101" y="106"/>
                    <a:pt x="94" y="114"/>
                  </a:cubicBezTo>
                  <a:cubicBezTo>
                    <a:pt x="87" y="122"/>
                    <a:pt x="78" y="127"/>
                    <a:pt x="68" y="129"/>
                  </a:cubicBezTo>
                  <a:cubicBezTo>
                    <a:pt x="58" y="132"/>
                    <a:pt x="47" y="131"/>
                    <a:pt x="36" y="128"/>
                  </a:cubicBezTo>
                  <a:cubicBezTo>
                    <a:pt x="24" y="124"/>
                    <a:pt x="15" y="118"/>
                    <a:pt x="9" y="111"/>
                  </a:cubicBezTo>
                  <a:cubicBezTo>
                    <a:pt x="2" y="103"/>
                    <a:pt x="0" y="94"/>
                    <a:pt x="1" y="84"/>
                  </a:cubicBezTo>
                  <a:close/>
                  <a:moveTo>
                    <a:pt x="96" y="54"/>
                  </a:moveTo>
                  <a:cubicBezTo>
                    <a:pt x="98" y="45"/>
                    <a:pt x="98" y="38"/>
                    <a:pt x="93" y="31"/>
                  </a:cubicBezTo>
                  <a:cubicBezTo>
                    <a:pt x="89" y="24"/>
                    <a:pt x="83" y="19"/>
                    <a:pt x="75" y="17"/>
                  </a:cubicBezTo>
                  <a:cubicBezTo>
                    <a:pt x="66" y="14"/>
                    <a:pt x="58" y="15"/>
                    <a:pt x="50" y="18"/>
                  </a:cubicBezTo>
                  <a:cubicBezTo>
                    <a:pt x="42" y="22"/>
                    <a:pt x="37" y="28"/>
                    <a:pt x="34" y="37"/>
                  </a:cubicBezTo>
                  <a:cubicBezTo>
                    <a:pt x="32" y="44"/>
                    <a:pt x="33" y="52"/>
                    <a:pt x="37" y="58"/>
                  </a:cubicBezTo>
                  <a:cubicBezTo>
                    <a:pt x="42" y="65"/>
                    <a:pt x="48" y="70"/>
                    <a:pt x="57" y="72"/>
                  </a:cubicBezTo>
                  <a:cubicBezTo>
                    <a:pt x="66" y="75"/>
                    <a:pt x="74" y="75"/>
                    <a:pt x="81" y="72"/>
                  </a:cubicBezTo>
                  <a:cubicBezTo>
                    <a:pt x="88" y="68"/>
                    <a:pt x="93" y="63"/>
                    <a:pt x="96" y="5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/>
                <a:ea typeface="+mn-ea"/>
                <a:cs typeface="+mn-cs"/>
              </a:endParaRPr>
            </a:p>
          </p:txBody>
        </p:sp>
        <p:sp>
          <p:nvSpPr>
            <p:cNvPr id="40" name="ïŝļíďê">
              <a:extLst>
                <a:ext uri="{FF2B5EF4-FFF2-40B4-BE49-F238E27FC236}">
                  <a16:creationId xmlns:a16="http://schemas.microsoft.com/office/drawing/2014/main" id="{E4B7FCD3-55F6-3B88-A70C-D0CB89A5D37A}"/>
                </a:ext>
              </a:extLst>
            </p:cNvPr>
            <p:cNvSpPr/>
            <p:nvPr/>
          </p:nvSpPr>
          <p:spPr bwMode="auto">
            <a:xfrm>
              <a:off x="3731115" y="3918241"/>
              <a:ext cx="115454" cy="151109"/>
            </a:xfrm>
            <a:custGeom>
              <a:avLst/>
              <a:gdLst>
                <a:gd name="T0" fmla="*/ 16 w 87"/>
                <a:gd name="T1" fmla="*/ 114 h 114"/>
                <a:gd name="T2" fmla="*/ 0 w 87"/>
                <a:gd name="T3" fmla="*/ 103 h 114"/>
                <a:gd name="T4" fmla="*/ 55 w 87"/>
                <a:gd name="T5" fmla="*/ 20 h 114"/>
                <a:gd name="T6" fmla="*/ 34 w 87"/>
                <a:gd name="T7" fmla="*/ 18 h 114"/>
                <a:gd name="T8" fmla="*/ 12 w 87"/>
                <a:gd name="T9" fmla="*/ 13 h 114"/>
                <a:gd name="T10" fmla="*/ 20 w 87"/>
                <a:gd name="T11" fmla="*/ 1 h 114"/>
                <a:gd name="T12" fmla="*/ 52 w 87"/>
                <a:gd name="T13" fmla="*/ 4 h 114"/>
                <a:gd name="T14" fmla="*/ 77 w 87"/>
                <a:gd name="T15" fmla="*/ 0 h 114"/>
                <a:gd name="T16" fmla="*/ 87 w 87"/>
                <a:gd name="T17" fmla="*/ 7 h 114"/>
                <a:gd name="T18" fmla="*/ 16 w 87"/>
                <a:gd name="T19" fmla="*/ 114 h 11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87" h="114">
                  <a:moveTo>
                    <a:pt x="16" y="114"/>
                  </a:moveTo>
                  <a:cubicBezTo>
                    <a:pt x="0" y="103"/>
                    <a:pt x="0" y="103"/>
                    <a:pt x="0" y="103"/>
                  </a:cubicBezTo>
                  <a:cubicBezTo>
                    <a:pt x="55" y="20"/>
                    <a:pt x="55" y="20"/>
                    <a:pt x="55" y="20"/>
                  </a:cubicBezTo>
                  <a:cubicBezTo>
                    <a:pt x="49" y="20"/>
                    <a:pt x="42" y="19"/>
                    <a:pt x="34" y="18"/>
                  </a:cubicBezTo>
                  <a:cubicBezTo>
                    <a:pt x="25" y="17"/>
                    <a:pt x="18" y="15"/>
                    <a:pt x="12" y="13"/>
                  </a:cubicBezTo>
                  <a:cubicBezTo>
                    <a:pt x="20" y="1"/>
                    <a:pt x="20" y="1"/>
                    <a:pt x="20" y="1"/>
                  </a:cubicBezTo>
                  <a:cubicBezTo>
                    <a:pt x="32" y="3"/>
                    <a:pt x="42" y="5"/>
                    <a:pt x="52" y="4"/>
                  </a:cubicBezTo>
                  <a:cubicBezTo>
                    <a:pt x="63" y="4"/>
                    <a:pt x="71" y="3"/>
                    <a:pt x="77" y="0"/>
                  </a:cubicBezTo>
                  <a:cubicBezTo>
                    <a:pt x="87" y="7"/>
                    <a:pt x="87" y="7"/>
                    <a:pt x="87" y="7"/>
                  </a:cubicBezTo>
                  <a:lnTo>
                    <a:pt x="16" y="114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/>
                <a:ea typeface="+mn-ea"/>
                <a:cs typeface="+mn-cs"/>
              </a:endParaRPr>
            </a:p>
          </p:txBody>
        </p:sp>
        <p:sp>
          <p:nvSpPr>
            <p:cNvPr id="41" name="ïšľîdê">
              <a:extLst>
                <a:ext uri="{FF2B5EF4-FFF2-40B4-BE49-F238E27FC236}">
                  <a16:creationId xmlns:a16="http://schemas.microsoft.com/office/drawing/2014/main" id="{9F7046A2-CE45-18E7-AB3E-1DC1D3B669BA}"/>
                </a:ext>
              </a:extLst>
            </p:cNvPr>
            <p:cNvSpPr/>
            <p:nvPr/>
          </p:nvSpPr>
          <p:spPr bwMode="auto">
            <a:xfrm>
              <a:off x="3720928" y="2868968"/>
              <a:ext cx="927027" cy="1069647"/>
            </a:xfrm>
            <a:custGeom>
              <a:avLst/>
              <a:gdLst>
                <a:gd name="T0" fmla="*/ 278 w 696"/>
                <a:gd name="T1" fmla="*/ 294 h 802"/>
                <a:gd name="T2" fmla="*/ 355 w 696"/>
                <a:gd name="T3" fmla="*/ 253 h 802"/>
                <a:gd name="T4" fmla="*/ 351 w 696"/>
                <a:gd name="T5" fmla="*/ 199 h 802"/>
                <a:gd name="T6" fmla="*/ 293 w 696"/>
                <a:gd name="T7" fmla="*/ 184 h 802"/>
                <a:gd name="T8" fmla="*/ 402 w 696"/>
                <a:gd name="T9" fmla="*/ 0 h 802"/>
                <a:gd name="T10" fmla="*/ 425 w 696"/>
                <a:gd name="T11" fmla="*/ 167 h 802"/>
                <a:gd name="T12" fmla="*/ 690 w 696"/>
                <a:gd name="T13" fmla="*/ 189 h 802"/>
                <a:gd name="T14" fmla="*/ 453 w 696"/>
                <a:gd name="T15" fmla="*/ 208 h 802"/>
                <a:gd name="T16" fmla="*/ 405 w 696"/>
                <a:gd name="T17" fmla="*/ 353 h 802"/>
                <a:gd name="T18" fmla="*/ 365 w 696"/>
                <a:gd name="T19" fmla="*/ 493 h 802"/>
                <a:gd name="T20" fmla="*/ 359 w 696"/>
                <a:gd name="T21" fmla="*/ 724 h 802"/>
                <a:gd name="T22" fmla="*/ 342 w 696"/>
                <a:gd name="T23" fmla="*/ 799 h 802"/>
                <a:gd name="T24" fmla="*/ 298 w 696"/>
                <a:gd name="T25" fmla="*/ 622 h 802"/>
                <a:gd name="T26" fmla="*/ 51 w 696"/>
                <a:gd name="T27" fmla="*/ 588 h 802"/>
                <a:gd name="T28" fmla="*/ 0 w 696"/>
                <a:gd name="T29" fmla="*/ 586 h 802"/>
                <a:gd name="T30" fmla="*/ 306 w 696"/>
                <a:gd name="T31" fmla="*/ 546 h 802"/>
                <a:gd name="T32" fmla="*/ 361 w 696"/>
                <a:gd name="T33" fmla="*/ 325 h 802"/>
                <a:gd name="T34" fmla="*/ 302 w 696"/>
                <a:gd name="T35" fmla="*/ 364 h 802"/>
                <a:gd name="T36" fmla="*/ 283 w 696"/>
                <a:gd name="T37" fmla="*/ 417 h 802"/>
                <a:gd name="T38" fmla="*/ 104 w 696"/>
                <a:gd name="T39" fmla="*/ 502 h 802"/>
                <a:gd name="T40" fmla="*/ 23 w 696"/>
                <a:gd name="T41" fmla="*/ 325 h 802"/>
                <a:gd name="T42" fmla="*/ 239 w 696"/>
                <a:gd name="T43" fmla="*/ 204 h 802"/>
                <a:gd name="T44" fmla="*/ 453 w 696"/>
                <a:gd name="T45" fmla="*/ 491 h 802"/>
                <a:gd name="T46" fmla="*/ 500 w 696"/>
                <a:gd name="T47" fmla="*/ 530 h 802"/>
                <a:gd name="T48" fmla="*/ 395 w 696"/>
                <a:gd name="T49" fmla="*/ 572 h 802"/>
                <a:gd name="T50" fmla="*/ 502 w 696"/>
                <a:gd name="T51" fmla="*/ 587 h 802"/>
                <a:gd name="T52" fmla="*/ 513 w 696"/>
                <a:gd name="T53" fmla="*/ 616 h 802"/>
                <a:gd name="T54" fmla="*/ 406 w 696"/>
                <a:gd name="T55" fmla="*/ 690 h 802"/>
                <a:gd name="T56" fmla="*/ 560 w 696"/>
                <a:gd name="T57" fmla="*/ 745 h 802"/>
                <a:gd name="T58" fmla="*/ 559 w 696"/>
                <a:gd name="T59" fmla="*/ 667 h 802"/>
                <a:gd name="T60" fmla="*/ 608 w 696"/>
                <a:gd name="T61" fmla="*/ 646 h 802"/>
                <a:gd name="T62" fmla="*/ 663 w 696"/>
                <a:gd name="T63" fmla="*/ 601 h 802"/>
                <a:gd name="T64" fmla="*/ 668 w 696"/>
                <a:gd name="T65" fmla="*/ 557 h 802"/>
                <a:gd name="T66" fmla="*/ 667 w 696"/>
                <a:gd name="T67" fmla="*/ 489 h 802"/>
                <a:gd name="T68" fmla="*/ 639 w 696"/>
                <a:gd name="T69" fmla="*/ 514 h 802"/>
                <a:gd name="T70" fmla="*/ 572 w 696"/>
                <a:gd name="T71" fmla="*/ 517 h 802"/>
                <a:gd name="T72" fmla="*/ 533 w 696"/>
                <a:gd name="T73" fmla="*/ 490 h 802"/>
                <a:gd name="T74" fmla="*/ 453 w 696"/>
                <a:gd name="T75" fmla="*/ 491 h 802"/>
                <a:gd name="T76" fmla="*/ 556 w 696"/>
                <a:gd name="T77" fmla="*/ 584 h 802"/>
                <a:gd name="T78" fmla="*/ 624 w 696"/>
                <a:gd name="T79" fmla="*/ 584 h 802"/>
                <a:gd name="T80" fmla="*/ 513 w 696"/>
                <a:gd name="T81" fmla="*/ 357 h 802"/>
                <a:gd name="T82" fmla="*/ 488 w 696"/>
                <a:gd name="T83" fmla="*/ 461 h 802"/>
                <a:gd name="T84" fmla="*/ 679 w 696"/>
                <a:gd name="T85" fmla="*/ 422 h 802"/>
                <a:gd name="T86" fmla="*/ 513 w 696"/>
                <a:gd name="T87" fmla="*/ 357 h 802"/>
                <a:gd name="T88" fmla="*/ 480 w 696"/>
                <a:gd name="T89" fmla="*/ 410 h 802"/>
                <a:gd name="T90" fmla="*/ 575 w 696"/>
                <a:gd name="T91" fmla="*/ 433 h 802"/>
                <a:gd name="T92" fmla="*/ 581 w 696"/>
                <a:gd name="T93" fmla="*/ 389 h 802"/>
                <a:gd name="T94" fmla="*/ 524 w 696"/>
                <a:gd name="T95" fmla="*/ 234 h 802"/>
                <a:gd name="T96" fmla="*/ 493 w 696"/>
                <a:gd name="T97" fmla="*/ 341 h 802"/>
                <a:gd name="T98" fmla="*/ 694 w 696"/>
                <a:gd name="T99" fmla="*/ 293 h 802"/>
                <a:gd name="T100" fmla="*/ 524 w 696"/>
                <a:gd name="T101" fmla="*/ 234 h 802"/>
                <a:gd name="T102" fmla="*/ 492 w 696"/>
                <a:gd name="T103" fmla="*/ 291 h 802"/>
                <a:gd name="T104" fmla="*/ 587 w 696"/>
                <a:gd name="T105" fmla="*/ 311 h 802"/>
                <a:gd name="T106" fmla="*/ 593 w 696"/>
                <a:gd name="T107" fmla="*/ 270 h 802"/>
                <a:gd name="T108" fmla="*/ 87 w 696"/>
                <a:gd name="T109" fmla="*/ 375 h 802"/>
                <a:gd name="T110" fmla="*/ 106 w 696"/>
                <a:gd name="T111" fmla="*/ 443 h 802"/>
                <a:gd name="T112" fmla="*/ 199 w 696"/>
                <a:gd name="T113" fmla="*/ 455 h 802"/>
                <a:gd name="T114" fmla="*/ 225 w 696"/>
                <a:gd name="T115" fmla="*/ 371 h 802"/>
                <a:gd name="T116" fmla="*/ 225 w 696"/>
                <a:gd name="T117" fmla="*/ 322 h 802"/>
                <a:gd name="T118" fmla="*/ 170 w 696"/>
                <a:gd name="T119" fmla="*/ 241 h 802"/>
                <a:gd name="T120" fmla="*/ 76 w 696"/>
                <a:gd name="T121" fmla="*/ 327 h 80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  <a:cxn ang="0">
                  <a:pos x="T118" y="T119"/>
                </a:cxn>
                <a:cxn ang="0">
                  <a:pos x="T120" y="T121"/>
                </a:cxn>
              </a:cxnLst>
              <a:rect l="0" t="0" r="r" b="b"/>
              <a:pathLst>
                <a:path w="696" h="802">
                  <a:moveTo>
                    <a:pt x="274" y="278"/>
                  </a:moveTo>
                  <a:cubicBezTo>
                    <a:pt x="276" y="283"/>
                    <a:pt x="277" y="289"/>
                    <a:pt x="278" y="294"/>
                  </a:cubicBezTo>
                  <a:cubicBezTo>
                    <a:pt x="285" y="301"/>
                    <a:pt x="295" y="302"/>
                    <a:pt x="309" y="295"/>
                  </a:cubicBezTo>
                  <a:cubicBezTo>
                    <a:pt x="329" y="282"/>
                    <a:pt x="343" y="268"/>
                    <a:pt x="355" y="253"/>
                  </a:cubicBezTo>
                  <a:cubicBezTo>
                    <a:pt x="367" y="234"/>
                    <a:pt x="370" y="216"/>
                    <a:pt x="362" y="197"/>
                  </a:cubicBezTo>
                  <a:cubicBezTo>
                    <a:pt x="360" y="196"/>
                    <a:pt x="356" y="196"/>
                    <a:pt x="351" y="199"/>
                  </a:cubicBezTo>
                  <a:cubicBezTo>
                    <a:pt x="343" y="204"/>
                    <a:pt x="336" y="210"/>
                    <a:pt x="328" y="216"/>
                  </a:cubicBezTo>
                  <a:cubicBezTo>
                    <a:pt x="303" y="235"/>
                    <a:pt x="269" y="211"/>
                    <a:pt x="293" y="184"/>
                  </a:cubicBezTo>
                  <a:cubicBezTo>
                    <a:pt x="293" y="184"/>
                    <a:pt x="344" y="134"/>
                    <a:pt x="366" y="113"/>
                  </a:cubicBezTo>
                  <a:cubicBezTo>
                    <a:pt x="387" y="92"/>
                    <a:pt x="402" y="0"/>
                    <a:pt x="402" y="0"/>
                  </a:cubicBezTo>
                  <a:cubicBezTo>
                    <a:pt x="434" y="7"/>
                    <a:pt x="457" y="58"/>
                    <a:pt x="394" y="131"/>
                  </a:cubicBezTo>
                  <a:cubicBezTo>
                    <a:pt x="404" y="143"/>
                    <a:pt x="415" y="155"/>
                    <a:pt x="425" y="167"/>
                  </a:cubicBezTo>
                  <a:cubicBezTo>
                    <a:pt x="477" y="161"/>
                    <a:pt x="523" y="155"/>
                    <a:pt x="572" y="155"/>
                  </a:cubicBezTo>
                  <a:cubicBezTo>
                    <a:pt x="646" y="154"/>
                    <a:pt x="682" y="167"/>
                    <a:pt x="690" y="189"/>
                  </a:cubicBezTo>
                  <a:cubicBezTo>
                    <a:pt x="696" y="206"/>
                    <a:pt x="683" y="206"/>
                    <a:pt x="669" y="206"/>
                  </a:cubicBezTo>
                  <a:cubicBezTo>
                    <a:pt x="603" y="207"/>
                    <a:pt x="530" y="208"/>
                    <a:pt x="453" y="208"/>
                  </a:cubicBezTo>
                  <a:cubicBezTo>
                    <a:pt x="437" y="208"/>
                    <a:pt x="409" y="206"/>
                    <a:pt x="409" y="235"/>
                  </a:cubicBezTo>
                  <a:cubicBezTo>
                    <a:pt x="414" y="276"/>
                    <a:pt x="414" y="311"/>
                    <a:pt x="405" y="353"/>
                  </a:cubicBezTo>
                  <a:cubicBezTo>
                    <a:pt x="399" y="380"/>
                    <a:pt x="390" y="407"/>
                    <a:pt x="377" y="441"/>
                  </a:cubicBezTo>
                  <a:cubicBezTo>
                    <a:pt x="371" y="457"/>
                    <a:pt x="366" y="476"/>
                    <a:pt x="365" y="493"/>
                  </a:cubicBezTo>
                  <a:cubicBezTo>
                    <a:pt x="364" y="503"/>
                    <a:pt x="362" y="517"/>
                    <a:pt x="360" y="527"/>
                  </a:cubicBezTo>
                  <a:cubicBezTo>
                    <a:pt x="348" y="597"/>
                    <a:pt x="349" y="662"/>
                    <a:pt x="359" y="724"/>
                  </a:cubicBezTo>
                  <a:cubicBezTo>
                    <a:pt x="364" y="759"/>
                    <a:pt x="366" y="786"/>
                    <a:pt x="357" y="796"/>
                  </a:cubicBezTo>
                  <a:cubicBezTo>
                    <a:pt x="352" y="801"/>
                    <a:pt x="348" y="802"/>
                    <a:pt x="342" y="799"/>
                  </a:cubicBezTo>
                  <a:cubicBezTo>
                    <a:pt x="325" y="790"/>
                    <a:pt x="306" y="751"/>
                    <a:pt x="304" y="726"/>
                  </a:cubicBezTo>
                  <a:cubicBezTo>
                    <a:pt x="302" y="691"/>
                    <a:pt x="300" y="657"/>
                    <a:pt x="298" y="622"/>
                  </a:cubicBezTo>
                  <a:cubicBezTo>
                    <a:pt x="299" y="603"/>
                    <a:pt x="294" y="596"/>
                    <a:pt x="278" y="595"/>
                  </a:cubicBezTo>
                  <a:cubicBezTo>
                    <a:pt x="203" y="592"/>
                    <a:pt x="127" y="591"/>
                    <a:pt x="51" y="588"/>
                  </a:cubicBezTo>
                  <a:cubicBezTo>
                    <a:pt x="31" y="587"/>
                    <a:pt x="19" y="599"/>
                    <a:pt x="7" y="614"/>
                  </a:cubicBezTo>
                  <a:cubicBezTo>
                    <a:pt x="5" y="604"/>
                    <a:pt x="3" y="595"/>
                    <a:pt x="0" y="586"/>
                  </a:cubicBezTo>
                  <a:cubicBezTo>
                    <a:pt x="23" y="569"/>
                    <a:pt x="42" y="551"/>
                    <a:pt x="75" y="551"/>
                  </a:cubicBezTo>
                  <a:cubicBezTo>
                    <a:pt x="152" y="549"/>
                    <a:pt x="229" y="548"/>
                    <a:pt x="306" y="546"/>
                  </a:cubicBezTo>
                  <a:cubicBezTo>
                    <a:pt x="315" y="507"/>
                    <a:pt x="324" y="469"/>
                    <a:pt x="333" y="430"/>
                  </a:cubicBezTo>
                  <a:cubicBezTo>
                    <a:pt x="343" y="395"/>
                    <a:pt x="352" y="360"/>
                    <a:pt x="361" y="325"/>
                  </a:cubicBezTo>
                  <a:cubicBezTo>
                    <a:pt x="358" y="321"/>
                    <a:pt x="355" y="318"/>
                    <a:pt x="352" y="314"/>
                  </a:cubicBezTo>
                  <a:cubicBezTo>
                    <a:pt x="335" y="331"/>
                    <a:pt x="319" y="347"/>
                    <a:pt x="302" y="364"/>
                  </a:cubicBezTo>
                  <a:cubicBezTo>
                    <a:pt x="296" y="377"/>
                    <a:pt x="290" y="390"/>
                    <a:pt x="284" y="403"/>
                  </a:cubicBezTo>
                  <a:cubicBezTo>
                    <a:pt x="284" y="408"/>
                    <a:pt x="284" y="412"/>
                    <a:pt x="283" y="417"/>
                  </a:cubicBezTo>
                  <a:cubicBezTo>
                    <a:pt x="276" y="474"/>
                    <a:pt x="259" y="498"/>
                    <a:pt x="217" y="504"/>
                  </a:cubicBezTo>
                  <a:cubicBezTo>
                    <a:pt x="180" y="509"/>
                    <a:pt x="144" y="506"/>
                    <a:pt x="104" y="502"/>
                  </a:cubicBezTo>
                  <a:cubicBezTo>
                    <a:pt x="61" y="497"/>
                    <a:pt x="37" y="466"/>
                    <a:pt x="28" y="425"/>
                  </a:cubicBezTo>
                  <a:cubicBezTo>
                    <a:pt x="21" y="390"/>
                    <a:pt x="23" y="359"/>
                    <a:pt x="23" y="325"/>
                  </a:cubicBezTo>
                  <a:cubicBezTo>
                    <a:pt x="23" y="292"/>
                    <a:pt x="60" y="214"/>
                    <a:pt x="108" y="199"/>
                  </a:cubicBezTo>
                  <a:cubicBezTo>
                    <a:pt x="152" y="185"/>
                    <a:pt x="207" y="180"/>
                    <a:pt x="239" y="204"/>
                  </a:cubicBezTo>
                  <a:cubicBezTo>
                    <a:pt x="252" y="216"/>
                    <a:pt x="266" y="242"/>
                    <a:pt x="274" y="278"/>
                  </a:cubicBezTo>
                  <a:close/>
                  <a:moveTo>
                    <a:pt x="453" y="491"/>
                  </a:moveTo>
                  <a:cubicBezTo>
                    <a:pt x="439" y="497"/>
                    <a:pt x="428" y="508"/>
                    <a:pt x="427" y="515"/>
                  </a:cubicBezTo>
                  <a:cubicBezTo>
                    <a:pt x="420" y="536"/>
                    <a:pt x="464" y="528"/>
                    <a:pt x="500" y="530"/>
                  </a:cubicBezTo>
                  <a:cubicBezTo>
                    <a:pt x="521" y="530"/>
                    <a:pt x="531" y="547"/>
                    <a:pt x="507" y="556"/>
                  </a:cubicBezTo>
                  <a:cubicBezTo>
                    <a:pt x="470" y="561"/>
                    <a:pt x="432" y="567"/>
                    <a:pt x="395" y="572"/>
                  </a:cubicBezTo>
                  <a:cubicBezTo>
                    <a:pt x="377" y="574"/>
                    <a:pt x="362" y="604"/>
                    <a:pt x="390" y="606"/>
                  </a:cubicBezTo>
                  <a:cubicBezTo>
                    <a:pt x="411" y="607"/>
                    <a:pt x="457" y="597"/>
                    <a:pt x="502" y="587"/>
                  </a:cubicBezTo>
                  <a:cubicBezTo>
                    <a:pt x="507" y="586"/>
                    <a:pt x="513" y="587"/>
                    <a:pt x="514" y="592"/>
                  </a:cubicBezTo>
                  <a:cubicBezTo>
                    <a:pt x="515" y="601"/>
                    <a:pt x="514" y="610"/>
                    <a:pt x="513" y="616"/>
                  </a:cubicBezTo>
                  <a:cubicBezTo>
                    <a:pt x="493" y="622"/>
                    <a:pt x="405" y="655"/>
                    <a:pt x="387" y="662"/>
                  </a:cubicBezTo>
                  <a:cubicBezTo>
                    <a:pt x="372" y="668"/>
                    <a:pt x="368" y="692"/>
                    <a:pt x="406" y="690"/>
                  </a:cubicBezTo>
                  <a:cubicBezTo>
                    <a:pt x="439" y="686"/>
                    <a:pt x="476" y="675"/>
                    <a:pt x="514" y="663"/>
                  </a:cubicBezTo>
                  <a:cubicBezTo>
                    <a:pt x="520" y="699"/>
                    <a:pt x="533" y="726"/>
                    <a:pt x="560" y="745"/>
                  </a:cubicBezTo>
                  <a:cubicBezTo>
                    <a:pt x="574" y="751"/>
                    <a:pt x="585" y="748"/>
                    <a:pt x="582" y="722"/>
                  </a:cubicBezTo>
                  <a:cubicBezTo>
                    <a:pt x="568" y="693"/>
                    <a:pt x="560" y="678"/>
                    <a:pt x="559" y="667"/>
                  </a:cubicBezTo>
                  <a:cubicBezTo>
                    <a:pt x="556" y="654"/>
                    <a:pt x="561" y="648"/>
                    <a:pt x="576" y="648"/>
                  </a:cubicBezTo>
                  <a:cubicBezTo>
                    <a:pt x="587" y="647"/>
                    <a:pt x="598" y="647"/>
                    <a:pt x="608" y="646"/>
                  </a:cubicBezTo>
                  <a:cubicBezTo>
                    <a:pt x="614" y="647"/>
                    <a:pt x="621" y="646"/>
                    <a:pt x="627" y="642"/>
                  </a:cubicBezTo>
                  <a:cubicBezTo>
                    <a:pt x="637" y="635"/>
                    <a:pt x="658" y="610"/>
                    <a:pt x="663" y="601"/>
                  </a:cubicBezTo>
                  <a:cubicBezTo>
                    <a:pt x="664" y="589"/>
                    <a:pt x="662" y="586"/>
                    <a:pt x="663" y="575"/>
                  </a:cubicBezTo>
                  <a:cubicBezTo>
                    <a:pt x="664" y="569"/>
                    <a:pt x="665" y="563"/>
                    <a:pt x="668" y="557"/>
                  </a:cubicBezTo>
                  <a:cubicBezTo>
                    <a:pt x="670" y="553"/>
                    <a:pt x="674" y="552"/>
                    <a:pt x="675" y="546"/>
                  </a:cubicBezTo>
                  <a:cubicBezTo>
                    <a:pt x="670" y="528"/>
                    <a:pt x="669" y="509"/>
                    <a:pt x="667" y="489"/>
                  </a:cubicBezTo>
                  <a:cubicBezTo>
                    <a:pt x="664" y="473"/>
                    <a:pt x="643" y="474"/>
                    <a:pt x="640" y="487"/>
                  </a:cubicBezTo>
                  <a:cubicBezTo>
                    <a:pt x="639" y="496"/>
                    <a:pt x="640" y="505"/>
                    <a:pt x="639" y="514"/>
                  </a:cubicBezTo>
                  <a:cubicBezTo>
                    <a:pt x="635" y="536"/>
                    <a:pt x="618" y="537"/>
                    <a:pt x="603" y="537"/>
                  </a:cubicBezTo>
                  <a:cubicBezTo>
                    <a:pt x="590" y="537"/>
                    <a:pt x="562" y="537"/>
                    <a:pt x="572" y="517"/>
                  </a:cubicBezTo>
                  <a:cubicBezTo>
                    <a:pt x="585" y="498"/>
                    <a:pt x="581" y="483"/>
                    <a:pt x="561" y="485"/>
                  </a:cubicBezTo>
                  <a:cubicBezTo>
                    <a:pt x="552" y="486"/>
                    <a:pt x="543" y="489"/>
                    <a:pt x="533" y="490"/>
                  </a:cubicBezTo>
                  <a:cubicBezTo>
                    <a:pt x="522" y="491"/>
                    <a:pt x="492" y="486"/>
                    <a:pt x="475" y="487"/>
                  </a:cubicBezTo>
                  <a:cubicBezTo>
                    <a:pt x="466" y="487"/>
                    <a:pt x="464" y="486"/>
                    <a:pt x="453" y="491"/>
                  </a:cubicBezTo>
                  <a:close/>
                  <a:moveTo>
                    <a:pt x="591" y="563"/>
                  </a:moveTo>
                  <a:cubicBezTo>
                    <a:pt x="572" y="563"/>
                    <a:pt x="559" y="573"/>
                    <a:pt x="556" y="584"/>
                  </a:cubicBezTo>
                  <a:cubicBezTo>
                    <a:pt x="553" y="597"/>
                    <a:pt x="563" y="607"/>
                    <a:pt x="591" y="603"/>
                  </a:cubicBezTo>
                  <a:cubicBezTo>
                    <a:pt x="615" y="600"/>
                    <a:pt x="623" y="596"/>
                    <a:pt x="624" y="584"/>
                  </a:cubicBezTo>
                  <a:cubicBezTo>
                    <a:pt x="624" y="569"/>
                    <a:pt x="610" y="563"/>
                    <a:pt x="591" y="563"/>
                  </a:cubicBezTo>
                  <a:close/>
                  <a:moveTo>
                    <a:pt x="513" y="357"/>
                  </a:moveTo>
                  <a:cubicBezTo>
                    <a:pt x="468" y="353"/>
                    <a:pt x="427" y="380"/>
                    <a:pt x="427" y="411"/>
                  </a:cubicBezTo>
                  <a:cubicBezTo>
                    <a:pt x="426" y="438"/>
                    <a:pt x="447" y="455"/>
                    <a:pt x="488" y="461"/>
                  </a:cubicBezTo>
                  <a:cubicBezTo>
                    <a:pt x="533" y="467"/>
                    <a:pt x="560" y="469"/>
                    <a:pt x="604" y="470"/>
                  </a:cubicBezTo>
                  <a:cubicBezTo>
                    <a:pt x="640" y="470"/>
                    <a:pt x="678" y="453"/>
                    <a:pt x="679" y="422"/>
                  </a:cubicBezTo>
                  <a:cubicBezTo>
                    <a:pt x="681" y="376"/>
                    <a:pt x="647" y="365"/>
                    <a:pt x="603" y="361"/>
                  </a:cubicBezTo>
                  <a:cubicBezTo>
                    <a:pt x="603" y="361"/>
                    <a:pt x="513" y="357"/>
                    <a:pt x="513" y="357"/>
                  </a:cubicBezTo>
                  <a:close/>
                  <a:moveTo>
                    <a:pt x="530" y="389"/>
                  </a:moveTo>
                  <a:cubicBezTo>
                    <a:pt x="488" y="388"/>
                    <a:pt x="480" y="399"/>
                    <a:pt x="480" y="410"/>
                  </a:cubicBezTo>
                  <a:cubicBezTo>
                    <a:pt x="479" y="420"/>
                    <a:pt x="490" y="427"/>
                    <a:pt x="513" y="430"/>
                  </a:cubicBezTo>
                  <a:cubicBezTo>
                    <a:pt x="537" y="433"/>
                    <a:pt x="550" y="434"/>
                    <a:pt x="575" y="433"/>
                  </a:cubicBezTo>
                  <a:cubicBezTo>
                    <a:pt x="595" y="433"/>
                    <a:pt x="637" y="425"/>
                    <a:pt x="638" y="410"/>
                  </a:cubicBezTo>
                  <a:cubicBezTo>
                    <a:pt x="640" y="392"/>
                    <a:pt x="605" y="390"/>
                    <a:pt x="581" y="389"/>
                  </a:cubicBezTo>
                  <a:cubicBezTo>
                    <a:pt x="581" y="389"/>
                    <a:pt x="530" y="389"/>
                    <a:pt x="530" y="389"/>
                  </a:cubicBezTo>
                  <a:close/>
                  <a:moveTo>
                    <a:pt x="524" y="234"/>
                  </a:moveTo>
                  <a:cubicBezTo>
                    <a:pt x="462" y="235"/>
                    <a:pt x="439" y="261"/>
                    <a:pt x="438" y="292"/>
                  </a:cubicBezTo>
                  <a:cubicBezTo>
                    <a:pt x="437" y="319"/>
                    <a:pt x="452" y="337"/>
                    <a:pt x="493" y="341"/>
                  </a:cubicBezTo>
                  <a:cubicBezTo>
                    <a:pt x="537" y="341"/>
                    <a:pt x="582" y="342"/>
                    <a:pt x="626" y="341"/>
                  </a:cubicBezTo>
                  <a:cubicBezTo>
                    <a:pt x="662" y="340"/>
                    <a:pt x="694" y="324"/>
                    <a:pt x="694" y="293"/>
                  </a:cubicBezTo>
                  <a:cubicBezTo>
                    <a:pt x="694" y="244"/>
                    <a:pt x="658" y="237"/>
                    <a:pt x="615" y="235"/>
                  </a:cubicBezTo>
                  <a:cubicBezTo>
                    <a:pt x="615" y="235"/>
                    <a:pt x="525" y="235"/>
                    <a:pt x="524" y="234"/>
                  </a:cubicBezTo>
                  <a:close/>
                  <a:moveTo>
                    <a:pt x="543" y="270"/>
                  </a:moveTo>
                  <a:cubicBezTo>
                    <a:pt x="501" y="269"/>
                    <a:pt x="493" y="280"/>
                    <a:pt x="492" y="291"/>
                  </a:cubicBezTo>
                  <a:cubicBezTo>
                    <a:pt x="492" y="301"/>
                    <a:pt x="502" y="310"/>
                    <a:pt x="525" y="311"/>
                  </a:cubicBezTo>
                  <a:cubicBezTo>
                    <a:pt x="550" y="311"/>
                    <a:pt x="562" y="311"/>
                    <a:pt x="587" y="311"/>
                  </a:cubicBezTo>
                  <a:cubicBezTo>
                    <a:pt x="607" y="311"/>
                    <a:pt x="635" y="299"/>
                    <a:pt x="635" y="288"/>
                  </a:cubicBezTo>
                  <a:cubicBezTo>
                    <a:pt x="635" y="270"/>
                    <a:pt x="618" y="271"/>
                    <a:pt x="593" y="270"/>
                  </a:cubicBezTo>
                  <a:cubicBezTo>
                    <a:pt x="593" y="270"/>
                    <a:pt x="543" y="270"/>
                    <a:pt x="543" y="270"/>
                  </a:cubicBezTo>
                  <a:close/>
                  <a:moveTo>
                    <a:pt x="87" y="375"/>
                  </a:moveTo>
                  <a:cubicBezTo>
                    <a:pt x="73" y="376"/>
                    <a:pt x="70" y="379"/>
                    <a:pt x="72" y="390"/>
                  </a:cubicBezTo>
                  <a:cubicBezTo>
                    <a:pt x="80" y="408"/>
                    <a:pt x="86" y="428"/>
                    <a:pt x="106" y="443"/>
                  </a:cubicBezTo>
                  <a:cubicBezTo>
                    <a:pt x="123" y="456"/>
                    <a:pt x="134" y="458"/>
                    <a:pt x="155" y="458"/>
                  </a:cubicBezTo>
                  <a:cubicBezTo>
                    <a:pt x="174" y="458"/>
                    <a:pt x="187" y="457"/>
                    <a:pt x="199" y="455"/>
                  </a:cubicBezTo>
                  <a:cubicBezTo>
                    <a:pt x="213" y="452"/>
                    <a:pt x="224" y="442"/>
                    <a:pt x="227" y="425"/>
                  </a:cubicBezTo>
                  <a:cubicBezTo>
                    <a:pt x="229" y="407"/>
                    <a:pt x="228" y="382"/>
                    <a:pt x="225" y="371"/>
                  </a:cubicBezTo>
                  <a:cubicBezTo>
                    <a:pt x="177" y="372"/>
                    <a:pt x="135" y="373"/>
                    <a:pt x="87" y="375"/>
                  </a:cubicBezTo>
                  <a:close/>
                  <a:moveTo>
                    <a:pt x="225" y="322"/>
                  </a:moveTo>
                  <a:cubicBezTo>
                    <a:pt x="225" y="307"/>
                    <a:pt x="225" y="298"/>
                    <a:pt x="224" y="283"/>
                  </a:cubicBezTo>
                  <a:cubicBezTo>
                    <a:pt x="222" y="255"/>
                    <a:pt x="195" y="240"/>
                    <a:pt x="170" y="241"/>
                  </a:cubicBezTo>
                  <a:cubicBezTo>
                    <a:pt x="132" y="241"/>
                    <a:pt x="98" y="248"/>
                    <a:pt x="88" y="269"/>
                  </a:cubicBezTo>
                  <a:cubicBezTo>
                    <a:pt x="80" y="286"/>
                    <a:pt x="76" y="303"/>
                    <a:pt x="76" y="327"/>
                  </a:cubicBezTo>
                  <a:cubicBezTo>
                    <a:pt x="127" y="323"/>
                    <a:pt x="176" y="321"/>
                    <a:pt x="225" y="322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/>
                <a:ea typeface="+mn-ea"/>
                <a:cs typeface="+mn-cs"/>
              </a:endParaRPr>
            </a:p>
          </p:txBody>
        </p:sp>
        <p:grpSp>
          <p:nvGrpSpPr>
            <p:cNvPr id="42" name="îsľïde">
              <a:extLst>
                <a:ext uri="{FF2B5EF4-FFF2-40B4-BE49-F238E27FC236}">
                  <a16:creationId xmlns:a16="http://schemas.microsoft.com/office/drawing/2014/main" id="{4FF9ECBA-F4CA-17D0-AB57-DF654706B939}"/>
                </a:ext>
              </a:extLst>
            </p:cNvPr>
            <p:cNvGrpSpPr/>
            <p:nvPr/>
          </p:nvGrpSpPr>
          <p:grpSpPr>
            <a:xfrm>
              <a:off x="5491155" y="3891242"/>
              <a:ext cx="3281937" cy="380319"/>
              <a:chOff x="5459413" y="4016376"/>
              <a:chExt cx="3068637" cy="355601"/>
            </a:xfrm>
            <a:grpFill/>
          </p:grpSpPr>
          <p:sp>
            <p:nvSpPr>
              <p:cNvPr id="56" name="îsļiḋê">
                <a:extLst>
                  <a:ext uri="{FF2B5EF4-FFF2-40B4-BE49-F238E27FC236}">
                    <a16:creationId xmlns:a16="http://schemas.microsoft.com/office/drawing/2014/main" id="{C5047386-97BF-3AFC-6808-52821DB2768A}"/>
                  </a:ext>
                </a:extLst>
              </p:cNvPr>
              <p:cNvSpPr/>
              <p:nvPr/>
            </p:nvSpPr>
            <p:spPr bwMode="auto">
              <a:xfrm>
                <a:off x="5459413" y="4022726"/>
                <a:ext cx="236537" cy="284163"/>
              </a:xfrm>
              <a:custGeom>
                <a:avLst/>
                <a:gdLst>
                  <a:gd name="T0" fmla="*/ 43 w 45"/>
                  <a:gd name="T1" fmla="*/ 13 h 52"/>
                  <a:gd name="T2" fmla="*/ 26 w 45"/>
                  <a:gd name="T3" fmla="*/ 2 h 52"/>
                  <a:gd name="T4" fmla="*/ 23 w 45"/>
                  <a:gd name="T5" fmla="*/ 2 h 52"/>
                  <a:gd name="T6" fmla="*/ 16 w 45"/>
                  <a:gd name="T7" fmla="*/ 8 h 52"/>
                  <a:gd name="T8" fmla="*/ 16 w 45"/>
                  <a:gd name="T9" fmla="*/ 24 h 52"/>
                  <a:gd name="T10" fmla="*/ 23 w 45"/>
                  <a:gd name="T11" fmla="*/ 24 h 52"/>
                  <a:gd name="T12" fmla="*/ 31 w 45"/>
                  <a:gd name="T13" fmla="*/ 17 h 52"/>
                  <a:gd name="T14" fmla="*/ 31 w 45"/>
                  <a:gd name="T15" fmla="*/ 15 h 52"/>
                  <a:gd name="T16" fmla="*/ 33 w 45"/>
                  <a:gd name="T17" fmla="*/ 15 h 52"/>
                  <a:gd name="T18" fmla="*/ 33 w 45"/>
                  <a:gd name="T19" fmla="*/ 36 h 52"/>
                  <a:gd name="T20" fmla="*/ 31 w 45"/>
                  <a:gd name="T21" fmla="*/ 36 h 52"/>
                  <a:gd name="T22" fmla="*/ 31 w 45"/>
                  <a:gd name="T23" fmla="*/ 34 h 52"/>
                  <a:gd name="T24" fmla="*/ 24 w 45"/>
                  <a:gd name="T25" fmla="*/ 26 h 52"/>
                  <a:gd name="T26" fmla="*/ 16 w 45"/>
                  <a:gd name="T27" fmla="*/ 26 h 52"/>
                  <a:gd name="T28" fmla="*/ 16 w 45"/>
                  <a:gd name="T29" fmla="*/ 45 h 52"/>
                  <a:gd name="T30" fmla="*/ 21 w 45"/>
                  <a:gd name="T31" fmla="*/ 50 h 52"/>
                  <a:gd name="T32" fmla="*/ 25 w 45"/>
                  <a:gd name="T33" fmla="*/ 50 h 52"/>
                  <a:gd name="T34" fmla="*/ 25 w 45"/>
                  <a:gd name="T35" fmla="*/ 52 h 52"/>
                  <a:gd name="T36" fmla="*/ 0 w 45"/>
                  <a:gd name="T37" fmla="*/ 52 h 52"/>
                  <a:gd name="T38" fmla="*/ 0 w 45"/>
                  <a:gd name="T39" fmla="*/ 50 h 52"/>
                  <a:gd name="T40" fmla="*/ 3 w 45"/>
                  <a:gd name="T41" fmla="*/ 50 h 52"/>
                  <a:gd name="T42" fmla="*/ 8 w 45"/>
                  <a:gd name="T43" fmla="*/ 45 h 52"/>
                  <a:gd name="T44" fmla="*/ 8 w 45"/>
                  <a:gd name="T45" fmla="*/ 8 h 52"/>
                  <a:gd name="T46" fmla="*/ 2 w 45"/>
                  <a:gd name="T47" fmla="*/ 2 h 52"/>
                  <a:gd name="T48" fmla="*/ 0 w 45"/>
                  <a:gd name="T49" fmla="*/ 2 h 52"/>
                  <a:gd name="T50" fmla="*/ 0 w 45"/>
                  <a:gd name="T51" fmla="*/ 0 h 52"/>
                  <a:gd name="T52" fmla="*/ 41 w 45"/>
                  <a:gd name="T53" fmla="*/ 0 h 52"/>
                  <a:gd name="T54" fmla="*/ 45 w 45"/>
                  <a:gd name="T55" fmla="*/ 12 h 52"/>
                  <a:gd name="T56" fmla="*/ 43 w 45"/>
                  <a:gd name="T57" fmla="*/ 13 h 5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</a:cxnLst>
                <a:rect l="0" t="0" r="r" b="b"/>
                <a:pathLst>
                  <a:path w="45" h="52">
                    <a:moveTo>
                      <a:pt x="43" y="13"/>
                    </a:moveTo>
                    <a:cubicBezTo>
                      <a:pt x="41" y="9"/>
                      <a:pt x="37" y="2"/>
                      <a:pt x="26" y="2"/>
                    </a:cubicBezTo>
                    <a:cubicBezTo>
                      <a:pt x="23" y="2"/>
                      <a:pt x="23" y="2"/>
                      <a:pt x="23" y="2"/>
                    </a:cubicBezTo>
                    <a:cubicBezTo>
                      <a:pt x="19" y="2"/>
                      <a:pt x="16" y="4"/>
                      <a:pt x="16" y="8"/>
                    </a:cubicBezTo>
                    <a:cubicBezTo>
                      <a:pt x="16" y="24"/>
                      <a:pt x="16" y="24"/>
                      <a:pt x="16" y="24"/>
                    </a:cubicBezTo>
                    <a:cubicBezTo>
                      <a:pt x="23" y="24"/>
                      <a:pt x="23" y="24"/>
                      <a:pt x="23" y="24"/>
                    </a:cubicBezTo>
                    <a:cubicBezTo>
                      <a:pt x="27" y="24"/>
                      <a:pt x="31" y="21"/>
                      <a:pt x="31" y="17"/>
                    </a:cubicBezTo>
                    <a:cubicBezTo>
                      <a:pt x="31" y="15"/>
                      <a:pt x="31" y="15"/>
                      <a:pt x="31" y="15"/>
                    </a:cubicBezTo>
                    <a:cubicBezTo>
                      <a:pt x="33" y="15"/>
                      <a:pt x="33" y="15"/>
                      <a:pt x="33" y="15"/>
                    </a:cubicBezTo>
                    <a:cubicBezTo>
                      <a:pt x="33" y="36"/>
                      <a:pt x="33" y="36"/>
                      <a:pt x="33" y="36"/>
                    </a:cubicBezTo>
                    <a:cubicBezTo>
                      <a:pt x="31" y="36"/>
                      <a:pt x="31" y="36"/>
                      <a:pt x="31" y="36"/>
                    </a:cubicBezTo>
                    <a:cubicBezTo>
                      <a:pt x="31" y="34"/>
                      <a:pt x="31" y="34"/>
                      <a:pt x="31" y="34"/>
                    </a:cubicBezTo>
                    <a:cubicBezTo>
                      <a:pt x="31" y="31"/>
                      <a:pt x="28" y="26"/>
                      <a:pt x="24" y="26"/>
                    </a:cubicBezTo>
                    <a:cubicBezTo>
                      <a:pt x="16" y="26"/>
                      <a:pt x="16" y="26"/>
                      <a:pt x="16" y="26"/>
                    </a:cubicBezTo>
                    <a:cubicBezTo>
                      <a:pt x="16" y="45"/>
                      <a:pt x="16" y="45"/>
                      <a:pt x="16" y="45"/>
                    </a:cubicBezTo>
                    <a:cubicBezTo>
                      <a:pt x="16" y="48"/>
                      <a:pt x="18" y="50"/>
                      <a:pt x="21" y="50"/>
                    </a:cubicBezTo>
                    <a:cubicBezTo>
                      <a:pt x="25" y="50"/>
                      <a:pt x="25" y="50"/>
                      <a:pt x="25" y="50"/>
                    </a:cubicBezTo>
                    <a:cubicBezTo>
                      <a:pt x="25" y="52"/>
                      <a:pt x="25" y="52"/>
                      <a:pt x="25" y="52"/>
                    </a:cubicBezTo>
                    <a:cubicBezTo>
                      <a:pt x="0" y="52"/>
                      <a:pt x="0" y="52"/>
                      <a:pt x="0" y="52"/>
                    </a:cubicBezTo>
                    <a:cubicBezTo>
                      <a:pt x="0" y="50"/>
                      <a:pt x="0" y="50"/>
                      <a:pt x="0" y="50"/>
                    </a:cubicBezTo>
                    <a:cubicBezTo>
                      <a:pt x="3" y="50"/>
                      <a:pt x="3" y="50"/>
                      <a:pt x="3" y="50"/>
                    </a:cubicBezTo>
                    <a:cubicBezTo>
                      <a:pt x="6" y="50"/>
                      <a:pt x="8" y="49"/>
                      <a:pt x="8" y="45"/>
                    </a:cubicBezTo>
                    <a:cubicBezTo>
                      <a:pt x="8" y="8"/>
                      <a:pt x="8" y="8"/>
                      <a:pt x="8" y="8"/>
                    </a:cubicBezTo>
                    <a:cubicBezTo>
                      <a:pt x="8" y="5"/>
                      <a:pt x="6" y="2"/>
                      <a:pt x="2" y="2"/>
                    </a:cubicBezTo>
                    <a:cubicBezTo>
                      <a:pt x="0" y="2"/>
                      <a:pt x="0" y="2"/>
                      <a:pt x="0" y="2"/>
                    </a:cubicBezTo>
                    <a:cubicBezTo>
                      <a:pt x="0" y="0"/>
                      <a:pt x="0" y="0"/>
                      <a:pt x="0" y="0"/>
                    </a:cubicBezTo>
                    <a:cubicBezTo>
                      <a:pt x="41" y="0"/>
                      <a:pt x="41" y="0"/>
                      <a:pt x="41" y="0"/>
                    </a:cubicBezTo>
                    <a:cubicBezTo>
                      <a:pt x="45" y="12"/>
                      <a:pt x="45" y="12"/>
                      <a:pt x="45" y="12"/>
                    </a:cubicBezTo>
                    <a:lnTo>
                      <a:pt x="43" y="13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等线"/>
                  <a:ea typeface="+mn-ea"/>
                  <a:cs typeface="+mn-cs"/>
                </a:endParaRPr>
              </a:p>
            </p:txBody>
          </p:sp>
          <p:sp>
            <p:nvSpPr>
              <p:cNvPr id="57" name="íš1îḓe">
                <a:extLst>
                  <a:ext uri="{FF2B5EF4-FFF2-40B4-BE49-F238E27FC236}">
                    <a16:creationId xmlns:a16="http://schemas.microsoft.com/office/drawing/2014/main" id="{1D5AF344-CD42-69D0-E03E-DD8DCD52B10B}"/>
                  </a:ext>
                </a:extLst>
              </p:cNvPr>
              <p:cNvSpPr/>
              <p:nvPr/>
            </p:nvSpPr>
            <p:spPr bwMode="auto">
              <a:xfrm>
                <a:off x="5716588" y="4114801"/>
                <a:ext cx="193675" cy="201613"/>
              </a:xfrm>
              <a:custGeom>
                <a:avLst/>
                <a:gdLst>
                  <a:gd name="T0" fmla="*/ 0 w 37"/>
                  <a:gd name="T1" fmla="*/ 3 h 37"/>
                  <a:gd name="T2" fmla="*/ 12 w 37"/>
                  <a:gd name="T3" fmla="*/ 0 h 37"/>
                  <a:gd name="T4" fmla="*/ 12 w 37"/>
                  <a:gd name="T5" fmla="*/ 25 h 37"/>
                  <a:gd name="T6" fmla="*/ 18 w 37"/>
                  <a:gd name="T7" fmla="*/ 32 h 37"/>
                  <a:gd name="T8" fmla="*/ 24 w 37"/>
                  <a:gd name="T9" fmla="*/ 28 h 37"/>
                  <a:gd name="T10" fmla="*/ 24 w 37"/>
                  <a:gd name="T11" fmla="*/ 7 h 37"/>
                  <a:gd name="T12" fmla="*/ 22 w 37"/>
                  <a:gd name="T13" fmla="*/ 4 h 37"/>
                  <a:gd name="T14" fmla="*/ 19 w 37"/>
                  <a:gd name="T15" fmla="*/ 4 h 37"/>
                  <a:gd name="T16" fmla="*/ 19 w 37"/>
                  <a:gd name="T17" fmla="*/ 3 h 37"/>
                  <a:gd name="T18" fmla="*/ 32 w 37"/>
                  <a:gd name="T19" fmla="*/ 0 h 37"/>
                  <a:gd name="T20" fmla="*/ 32 w 37"/>
                  <a:gd name="T21" fmla="*/ 29 h 37"/>
                  <a:gd name="T22" fmla="*/ 35 w 37"/>
                  <a:gd name="T23" fmla="*/ 33 h 37"/>
                  <a:gd name="T24" fmla="*/ 37 w 37"/>
                  <a:gd name="T25" fmla="*/ 33 h 37"/>
                  <a:gd name="T26" fmla="*/ 37 w 37"/>
                  <a:gd name="T27" fmla="*/ 35 h 37"/>
                  <a:gd name="T28" fmla="*/ 24 w 37"/>
                  <a:gd name="T29" fmla="*/ 35 h 37"/>
                  <a:gd name="T30" fmla="*/ 24 w 37"/>
                  <a:gd name="T31" fmla="*/ 31 h 37"/>
                  <a:gd name="T32" fmla="*/ 15 w 37"/>
                  <a:gd name="T33" fmla="*/ 37 h 37"/>
                  <a:gd name="T34" fmla="*/ 5 w 37"/>
                  <a:gd name="T35" fmla="*/ 26 h 37"/>
                  <a:gd name="T36" fmla="*/ 5 w 37"/>
                  <a:gd name="T37" fmla="*/ 7 h 37"/>
                  <a:gd name="T38" fmla="*/ 2 w 37"/>
                  <a:gd name="T39" fmla="*/ 4 h 37"/>
                  <a:gd name="T40" fmla="*/ 0 w 37"/>
                  <a:gd name="T41" fmla="*/ 4 h 37"/>
                  <a:gd name="T42" fmla="*/ 0 w 37"/>
                  <a:gd name="T43" fmla="*/ 3 h 3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</a:cxnLst>
                <a:rect l="0" t="0" r="r" b="b"/>
                <a:pathLst>
                  <a:path w="37" h="37">
                    <a:moveTo>
                      <a:pt x="0" y="3"/>
                    </a:moveTo>
                    <a:cubicBezTo>
                      <a:pt x="12" y="0"/>
                      <a:pt x="12" y="0"/>
                      <a:pt x="12" y="0"/>
                    </a:cubicBezTo>
                    <a:cubicBezTo>
                      <a:pt x="12" y="25"/>
                      <a:pt x="12" y="25"/>
                      <a:pt x="12" y="25"/>
                    </a:cubicBezTo>
                    <a:cubicBezTo>
                      <a:pt x="12" y="28"/>
                      <a:pt x="14" y="32"/>
                      <a:pt x="18" y="32"/>
                    </a:cubicBezTo>
                    <a:cubicBezTo>
                      <a:pt x="21" y="32"/>
                      <a:pt x="23" y="30"/>
                      <a:pt x="24" y="28"/>
                    </a:cubicBezTo>
                    <a:cubicBezTo>
                      <a:pt x="24" y="7"/>
                      <a:pt x="24" y="7"/>
                      <a:pt x="24" y="7"/>
                    </a:cubicBezTo>
                    <a:cubicBezTo>
                      <a:pt x="24" y="5"/>
                      <a:pt x="24" y="4"/>
                      <a:pt x="22" y="4"/>
                    </a:cubicBezTo>
                    <a:cubicBezTo>
                      <a:pt x="21" y="4"/>
                      <a:pt x="20" y="4"/>
                      <a:pt x="19" y="4"/>
                    </a:cubicBezTo>
                    <a:cubicBezTo>
                      <a:pt x="19" y="3"/>
                      <a:pt x="19" y="3"/>
                      <a:pt x="19" y="3"/>
                    </a:cubicBezTo>
                    <a:cubicBezTo>
                      <a:pt x="32" y="0"/>
                      <a:pt x="32" y="0"/>
                      <a:pt x="32" y="0"/>
                    </a:cubicBezTo>
                    <a:cubicBezTo>
                      <a:pt x="32" y="29"/>
                      <a:pt x="32" y="29"/>
                      <a:pt x="32" y="29"/>
                    </a:cubicBezTo>
                    <a:cubicBezTo>
                      <a:pt x="32" y="32"/>
                      <a:pt x="33" y="33"/>
                      <a:pt x="35" y="33"/>
                    </a:cubicBezTo>
                    <a:cubicBezTo>
                      <a:pt x="37" y="33"/>
                      <a:pt x="37" y="33"/>
                      <a:pt x="37" y="33"/>
                    </a:cubicBezTo>
                    <a:cubicBezTo>
                      <a:pt x="37" y="35"/>
                      <a:pt x="37" y="35"/>
                      <a:pt x="37" y="35"/>
                    </a:cubicBezTo>
                    <a:cubicBezTo>
                      <a:pt x="24" y="35"/>
                      <a:pt x="24" y="35"/>
                      <a:pt x="24" y="35"/>
                    </a:cubicBezTo>
                    <a:cubicBezTo>
                      <a:pt x="24" y="31"/>
                      <a:pt x="24" y="31"/>
                      <a:pt x="24" y="31"/>
                    </a:cubicBezTo>
                    <a:cubicBezTo>
                      <a:pt x="23" y="33"/>
                      <a:pt x="20" y="37"/>
                      <a:pt x="15" y="37"/>
                    </a:cubicBezTo>
                    <a:cubicBezTo>
                      <a:pt x="10" y="37"/>
                      <a:pt x="5" y="34"/>
                      <a:pt x="5" y="26"/>
                    </a:cubicBezTo>
                    <a:cubicBezTo>
                      <a:pt x="5" y="7"/>
                      <a:pt x="5" y="7"/>
                      <a:pt x="5" y="7"/>
                    </a:cubicBezTo>
                    <a:cubicBezTo>
                      <a:pt x="5" y="6"/>
                      <a:pt x="4" y="4"/>
                      <a:pt x="2" y="4"/>
                    </a:cubicBezTo>
                    <a:cubicBezTo>
                      <a:pt x="2" y="4"/>
                      <a:pt x="1" y="4"/>
                      <a:pt x="0" y="4"/>
                    </a:cubicBezTo>
                    <a:lnTo>
                      <a:pt x="0" y="3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等线"/>
                  <a:ea typeface="+mn-ea"/>
                  <a:cs typeface="+mn-cs"/>
                </a:endParaRPr>
              </a:p>
            </p:txBody>
          </p:sp>
          <p:sp>
            <p:nvSpPr>
              <p:cNvPr id="58" name="iš1iďe">
                <a:extLst>
                  <a:ext uri="{FF2B5EF4-FFF2-40B4-BE49-F238E27FC236}">
                    <a16:creationId xmlns:a16="http://schemas.microsoft.com/office/drawing/2014/main" id="{EF21FBF4-C309-AB05-0B43-0837E57F4735}"/>
                  </a:ext>
                </a:extLst>
              </p:cNvPr>
              <p:cNvSpPr/>
              <p:nvPr/>
            </p:nvSpPr>
            <p:spPr bwMode="auto">
              <a:xfrm>
                <a:off x="5937250" y="4016376"/>
                <a:ext cx="193675" cy="300038"/>
              </a:xfrm>
              <a:custGeom>
                <a:avLst/>
                <a:gdLst>
                  <a:gd name="T0" fmla="*/ 23 w 37"/>
                  <a:gd name="T1" fmla="*/ 53 h 55"/>
                  <a:gd name="T2" fmla="*/ 23 w 37"/>
                  <a:gd name="T3" fmla="*/ 50 h 55"/>
                  <a:gd name="T4" fmla="*/ 14 w 37"/>
                  <a:gd name="T5" fmla="*/ 55 h 55"/>
                  <a:gd name="T6" fmla="*/ 0 w 37"/>
                  <a:gd name="T7" fmla="*/ 36 h 55"/>
                  <a:gd name="T8" fmla="*/ 15 w 37"/>
                  <a:gd name="T9" fmla="*/ 18 h 55"/>
                  <a:gd name="T10" fmla="*/ 23 w 37"/>
                  <a:gd name="T11" fmla="*/ 21 h 55"/>
                  <a:gd name="T12" fmla="*/ 23 w 37"/>
                  <a:gd name="T13" fmla="*/ 7 h 55"/>
                  <a:gd name="T14" fmla="*/ 20 w 37"/>
                  <a:gd name="T15" fmla="*/ 4 h 55"/>
                  <a:gd name="T16" fmla="*/ 17 w 37"/>
                  <a:gd name="T17" fmla="*/ 5 h 55"/>
                  <a:gd name="T18" fmla="*/ 16 w 37"/>
                  <a:gd name="T19" fmla="*/ 3 h 55"/>
                  <a:gd name="T20" fmla="*/ 31 w 37"/>
                  <a:gd name="T21" fmla="*/ 0 h 55"/>
                  <a:gd name="T22" fmla="*/ 31 w 37"/>
                  <a:gd name="T23" fmla="*/ 48 h 55"/>
                  <a:gd name="T24" fmla="*/ 35 w 37"/>
                  <a:gd name="T25" fmla="*/ 51 h 55"/>
                  <a:gd name="T26" fmla="*/ 37 w 37"/>
                  <a:gd name="T27" fmla="*/ 51 h 55"/>
                  <a:gd name="T28" fmla="*/ 37 w 37"/>
                  <a:gd name="T29" fmla="*/ 53 h 55"/>
                  <a:gd name="T30" fmla="*/ 23 w 37"/>
                  <a:gd name="T31" fmla="*/ 53 h 55"/>
                  <a:gd name="T32" fmla="*/ 23 w 37"/>
                  <a:gd name="T33" fmla="*/ 24 h 55"/>
                  <a:gd name="T34" fmla="*/ 17 w 37"/>
                  <a:gd name="T35" fmla="*/ 21 h 55"/>
                  <a:gd name="T36" fmla="*/ 8 w 37"/>
                  <a:gd name="T37" fmla="*/ 37 h 55"/>
                  <a:gd name="T38" fmla="*/ 17 w 37"/>
                  <a:gd name="T39" fmla="*/ 51 h 55"/>
                  <a:gd name="T40" fmla="*/ 23 w 37"/>
                  <a:gd name="T41" fmla="*/ 48 h 55"/>
                  <a:gd name="T42" fmla="*/ 23 w 37"/>
                  <a:gd name="T43" fmla="*/ 24 h 55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</a:cxnLst>
                <a:rect l="0" t="0" r="r" b="b"/>
                <a:pathLst>
                  <a:path w="37" h="55">
                    <a:moveTo>
                      <a:pt x="23" y="53"/>
                    </a:moveTo>
                    <a:cubicBezTo>
                      <a:pt x="23" y="50"/>
                      <a:pt x="23" y="50"/>
                      <a:pt x="23" y="50"/>
                    </a:cubicBezTo>
                    <a:cubicBezTo>
                      <a:pt x="22" y="52"/>
                      <a:pt x="20" y="55"/>
                      <a:pt x="14" y="55"/>
                    </a:cubicBezTo>
                    <a:cubicBezTo>
                      <a:pt x="5" y="55"/>
                      <a:pt x="0" y="45"/>
                      <a:pt x="0" y="36"/>
                    </a:cubicBezTo>
                    <a:cubicBezTo>
                      <a:pt x="0" y="26"/>
                      <a:pt x="6" y="18"/>
                      <a:pt x="15" y="18"/>
                    </a:cubicBezTo>
                    <a:cubicBezTo>
                      <a:pt x="19" y="18"/>
                      <a:pt x="21" y="19"/>
                      <a:pt x="23" y="21"/>
                    </a:cubicBezTo>
                    <a:cubicBezTo>
                      <a:pt x="23" y="7"/>
                      <a:pt x="23" y="7"/>
                      <a:pt x="23" y="7"/>
                    </a:cubicBezTo>
                    <a:cubicBezTo>
                      <a:pt x="23" y="6"/>
                      <a:pt x="22" y="4"/>
                      <a:pt x="20" y="4"/>
                    </a:cubicBezTo>
                    <a:cubicBezTo>
                      <a:pt x="19" y="4"/>
                      <a:pt x="18" y="5"/>
                      <a:pt x="17" y="5"/>
                    </a:cubicBezTo>
                    <a:cubicBezTo>
                      <a:pt x="16" y="3"/>
                      <a:pt x="16" y="3"/>
                      <a:pt x="16" y="3"/>
                    </a:cubicBezTo>
                    <a:cubicBezTo>
                      <a:pt x="31" y="0"/>
                      <a:pt x="31" y="0"/>
                      <a:pt x="31" y="0"/>
                    </a:cubicBezTo>
                    <a:cubicBezTo>
                      <a:pt x="31" y="48"/>
                      <a:pt x="31" y="48"/>
                      <a:pt x="31" y="48"/>
                    </a:cubicBezTo>
                    <a:cubicBezTo>
                      <a:pt x="31" y="50"/>
                      <a:pt x="32" y="51"/>
                      <a:pt x="35" y="51"/>
                    </a:cubicBezTo>
                    <a:cubicBezTo>
                      <a:pt x="37" y="51"/>
                      <a:pt x="37" y="51"/>
                      <a:pt x="37" y="51"/>
                    </a:cubicBezTo>
                    <a:cubicBezTo>
                      <a:pt x="37" y="53"/>
                      <a:pt x="37" y="53"/>
                      <a:pt x="37" y="53"/>
                    </a:cubicBezTo>
                    <a:lnTo>
                      <a:pt x="23" y="53"/>
                    </a:lnTo>
                    <a:close/>
                    <a:moveTo>
                      <a:pt x="23" y="24"/>
                    </a:moveTo>
                    <a:cubicBezTo>
                      <a:pt x="22" y="22"/>
                      <a:pt x="21" y="21"/>
                      <a:pt x="17" y="21"/>
                    </a:cubicBezTo>
                    <a:cubicBezTo>
                      <a:pt x="10" y="21"/>
                      <a:pt x="8" y="30"/>
                      <a:pt x="8" y="37"/>
                    </a:cubicBezTo>
                    <a:cubicBezTo>
                      <a:pt x="8" y="45"/>
                      <a:pt x="12" y="51"/>
                      <a:pt x="17" y="51"/>
                    </a:cubicBezTo>
                    <a:cubicBezTo>
                      <a:pt x="20" y="51"/>
                      <a:pt x="22" y="49"/>
                      <a:pt x="23" y="48"/>
                    </a:cubicBezTo>
                    <a:lnTo>
                      <a:pt x="23" y="24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等线"/>
                  <a:ea typeface="+mn-ea"/>
                  <a:cs typeface="+mn-cs"/>
                </a:endParaRPr>
              </a:p>
            </p:txBody>
          </p:sp>
          <p:sp>
            <p:nvSpPr>
              <p:cNvPr id="59" name="iŝļíḓè">
                <a:extLst>
                  <a:ext uri="{FF2B5EF4-FFF2-40B4-BE49-F238E27FC236}">
                    <a16:creationId xmlns:a16="http://schemas.microsoft.com/office/drawing/2014/main" id="{473CAE21-9B9C-52F4-D093-A80BD67009D6}"/>
                  </a:ext>
                </a:extLst>
              </p:cNvPr>
              <p:cNvSpPr/>
              <p:nvPr/>
            </p:nvSpPr>
            <p:spPr bwMode="auto">
              <a:xfrm>
                <a:off x="6153150" y="4114801"/>
                <a:ext cx="173037" cy="201613"/>
              </a:xfrm>
              <a:custGeom>
                <a:avLst/>
                <a:gdLst>
                  <a:gd name="T0" fmla="*/ 25 w 33"/>
                  <a:gd name="T1" fmla="*/ 37 h 37"/>
                  <a:gd name="T2" fmla="*/ 19 w 33"/>
                  <a:gd name="T3" fmla="*/ 33 h 37"/>
                  <a:gd name="T4" fmla="*/ 9 w 33"/>
                  <a:gd name="T5" fmla="*/ 37 h 37"/>
                  <a:gd name="T6" fmla="*/ 0 w 33"/>
                  <a:gd name="T7" fmla="*/ 29 h 37"/>
                  <a:gd name="T8" fmla="*/ 3 w 33"/>
                  <a:gd name="T9" fmla="*/ 24 h 37"/>
                  <a:gd name="T10" fmla="*/ 19 w 33"/>
                  <a:gd name="T11" fmla="*/ 15 h 37"/>
                  <a:gd name="T12" fmla="*/ 19 w 33"/>
                  <a:gd name="T13" fmla="*/ 6 h 37"/>
                  <a:gd name="T14" fmla="*/ 15 w 33"/>
                  <a:gd name="T15" fmla="*/ 2 h 37"/>
                  <a:gd name="T16" fmla="*/ 11 w 33"/>
                  <a:gd name="T17" fmla="*/ 6 h 37"/>
                  <a:gd name="T18" fmla="*/ 6 w 33"/>
                  <a:gd name="T19" fmla="*/ 12 h 37"/>
                  <a:gd name="T20" fmla="*/ 1 w 33"/>
                  <a:gd name="T21" fmla="*/ 7 h 37"/>
                  <a:gd name="T22" fmla="*/ 3 w 33"/>
                  <a:gd name="T23" fmla="*/ 3 h 37"/>
                  <a:gd name="T24" fmla="*/ 15 w 33"/>
                  <a:gd name="T25" fmla="*/ 0 h 37"/>
                  <a:gd name="T26" fmla="*/ 26 w 33"/>
                  <a:gd name="T27" fmla="*/ 3 h 37"/>
                  <a:gd name="T28" fmla="*/ 27 w 33"/>
                  <a:gd name="T29" fmla="*/ 9 h 37"/>
                  <a:gd name="T30" fmla="*/ 27 w 33"/>
                  <a:gd name="T31" fmla="*/ 28 h 37"/>
                  <a:gd name="T32" fmla="*/ 29 w 33"/>
                  <a:gd name="T33" fmla="*/ 33 h 37"/>
                  <a:gd name="T34" fmla="*/ 32 w 33"/>
                  <a:gd name="T35" fmla="*/ 31 h 37"/>
                  <a:gd name="T36" fmla="*/ 33 w 33"/>
                  <a:gd name="T37" fmla="*/ 32 h 37"/>
                  <a:gd name="T38" fmla="*/ 25 w 33"/>
                  <a:gd name="T39" fmla="*/ 37 h 37"/>
                  <a:gd name="T40" fmla="*/ 19 w 33"/>
                  <a:gd name="T41" fmla="*/ 17 h 37"/>
                  <a:gd name="T42" fmla="*/ 9 w 33"/>
                  <a:gd name="T43" fmla="*/ 28 h 37"/>
                  <a:gd name="T44" fmla="*/ 14 w 33"/>
                  <a:gd name="T45" fmla="*/ 33 h 37"/>
                  <a:gd name="T46" fmla="*/ 19 w 33"/>
                  <a:gd name="T47" fmla="*/ 31 h 37"/>
                  <a:gd name="T48" fmla="*/ 19 w 33"/>
                  <a:gd name="T49" fmla="*/ 17 h 3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</a:cxnLst>
                <a:rect l="0" t="0" r="r" b="b"/>
                <a:pathLst>
                  <a:path w="33" h="37">
                    <a:moveTo>
                      <a:pt x="25" y="37"/>
                    </a:moveTo>
                    <a:cubicBezTo>
                      <a:pt x="23" y="37"/>
                      <a:pt x="20" y="35"/>
                      <a:pt x="19" y="33"/>
                    </a:cubicBezTo>
                    <a:cubicBezTo>
                      <a:pt x="17" y="34"/>
                      <a:pt x="14" y="37"/>
                      <a:pt x="9" y="37"/>
                    </a:cubicBezTo>
                    <a:cubicBezTo>
                      <a:pt x="3" y="37"/>
                      <a:pt x="0" y="33"/>
                      <a:pt x="0" y="29"/>
                    </a:cubicBezTo>
                    <a:cubicBezTo>
                      <a:pt x="0" y="28"/>
                      <a:pt x="1" y="26"/>
                      <a:pt x="3" y="24"/>
                    </a:cubicBezTo>
                    <a:cubicBezTo>
                      <a:pt x="7" y="18"/>
                      <a:pt x="14" y="16"/>
                      <a:pt x="19" y="15"/>
                    </a:cubicBezTo>
                    <a:cubicBezTo>
                      <a:pt x="19" y="6"/>
                      <a:pt x="19" y="6"/>
                      <a:pt x="19" y="6"/>
                    </a:cubicBezTo>
                    <a:cubicBezTo>
                      <a:pt x="19" y="5"/>
                      <a:pt x="19" y="2"/>
                      <a:pt x="15" y="2"/>
                    </a:cubicBezTo>
                    <a:cubicBezTo>
                      <a:pt x="11" y="2"/>
                      <a:pt x="11" y="5"/>
                      <a:pt x="11" y="6"/>
                    </a:cubicBezTo>
                    <a:cubicBezTo>
                      <a:pt x="10" y="8"/>
                      <a:pt x="10" y="12"/>
                      <a:pt x="6" y="12"/>
                    </a:cubicBezTo>
                    <a:cubicBezTo>
                      <a:pt x="3" y="12"/>
                      <a:pt x="1" y="10"/>
                      <a:pt x="1" y="7"/>
                    </a:cubicBezTo>
                    <a:cubicBezTo>
                      <a:pt x="1" y="6"/>
                      <a:pt x="2" y="4"/>
                      <a:pt x="3" y="3"/>
                    </a:cubicBezTo>
                    <a:cubicBezTo>
                      <a:pt x="7" y="0"/>
                      <a:pt x="14" y="0"/>
                      <a:pt x="15" y="0"/>
                    </a:cubicBezTo>
                    <a:cubicBezTo>
                      <a:pt x="17" y="0"/>
                      <a:pt x="24" y="0"/>
                      <a:pt x="26" y="3"/>
                    </a:cubicBezTo>
                    <a:cubicBezTo>
                      <a:pt x="27" y="5"/>
                      <a:pt x="27" y="8"/>
                      <a:pt x="27" y="9"/>
                    </a:cubicBezTo>
                    <a:cubicBezTo>
                      <a:pt x="27" y="28"/>
                      <a:pt x="27" y="28"/>
                      <a:pt x="27" y="28"/>
                    </a:cubicBezTo>
                    <a:cubicBezTo>
                      <a:pt x="27" y="30"/>
                      <a:pt x="27" y="33"/>
                      <a:pt x="29" y="33"/>
                    </a:cubicBezTo>
                    <a:cubicBezTo>
                      <a:pt x="31" y="33"/>
                      <a:pt x="32" y="32"/>
                      <a:pt x="32" y="31"/>
                    </a:cubicBezTo>
                    <a:cubicBezTo>
                      <a:pt x="33" y="32"/>
                      <a:pt x="33" y="32"/>
                      <a:pt x="33" y="32"/>
                    </a:cubicBezTo>
                    <a:cubicBezTo>
                      <a:pt x="30" y="37"/>
                      <a:pt x="26" y="37"/>
                      <a:pt x="25" y="37"/>
                    </a:cubicBezTo>
                    <a:close/>
                    <a:moveTo>
                      <a:pt x="19" y="17"/>
                    </a:moveTo>
                    <a:cubicBezTo>
                      <a:pt x="16" y="18"/>
                      <a:pt x="9" y="22"/>
                      <a:pt x="9" y="28"/>
                    </a:cubicBezTo>
                    <a:cubicBezTo>
                      <a:pt x="9" y="33"/>
                      <a:pt x="13" y="33"/>
                      <a:pt x="14" y="33"/>
                    </a:cubicBezTo>
                    <a:cubicBezTo>
                      <a:pt x="16" y="33"/>
                      <a:pt x="18" y="33"/>
                      <a:pt x="19" y="31"/>
                    </a:cubicBezTo>
                    <a:lnTo>
                      <a:pt x="19" y="17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等线"/>
                  <a:ea typeface="+mn-ea"/>
                  <a:cs typeface="+mn-cs"/>
                </a:endParaRPr>
              </a:p>
            </p:txBody>
          </p:sp>
          <p:sp>
            <p:nvSpPr>
              <p:cNvPr id="60" name="îšļîḋê">
                <a:extLst>
                  <a:ext uri="{FF2B5EF4-FFF2-40B4-BE49-F238E27FC236}">
                    <a16:creationId xmlns:a16="http://schemas.microsoft.com/office/drawing/2014/main" id="{DCDCCF2E-2C75-BB6B-4518-AAC521312BE1}"/>
                  </a:ext>
                </a:extLst>
              </p:cNvPr>
              <p:cNvSpPr/>
              <p:nvPr/>
            </p:nvSpPr>
            <p:spPr bwMode="auto">
              <a:xfrm>
                <a:off x="6337300" y="4114801"/>
                <a:ext cx="198437" cy="192088"/>
              </a:xfrm>
              <a:custGeom>
                <a:avLst/>
                <a:gdLst>
                  <a:gd name="T0" fmla="*/ 0 w 38"/>
                  <a:gd name="T1" fmla="*/ 33 h 35"/>
                  <a:gd name="T2" fmla="*/ 5 w 38"/>
                  <a:gd name="T3" fmla="*/ 29 h 35"/>
                  <a:gd name="T4" fmla="*/ 5 w 38"/>
                  <a:gd name="T5" fmla="*/ 7 h 35"/>
                  <a:gd name="T6" fmla="*/ 3 w 38"/>
                  <a:gd name="T7" fmla="*/ 4 h 35"/>
                  <a:gd name="T8" fmla="*/ 0 w 38"/>
                  <a:gd name="T9" fmla="*/ 4 h 35"/>
                  <a:gd name="T10" fmla="*/ 0 w 38"/>
                  <a:gd name="T11" fmla="*/ 2 h 35"/>
                  <a:gd name="T12" fmla="*/ 12 w 38"/>
                  <a:gd name="T13" fmla="*/ 0 h 35"/>
                  <a:gd name="T14" fmla="*/ 12 w 38"/>
                  <a:gd name="T15" fmla="*/ 6 h 35"/>
                  <a:gd name="T16" fmla="*/ 24 w 38"/>
                  <a:gd name="T17" fmla="*/ 0 h 35"/>
                  <a:gd name="T18" fmla="*/ 33 w 38"/>
                  <a:gd name="T19" fmla="*/ 10 h 35"/>
                  <a:gd name="T20" fmla="*/ 33 w 38"/>
                  <a:gd name="T21" fmla="*/ 29 h 35"/>
                  <a:gd name="T22" fmla="*/ 36 w 38"/>
                  <a:gd name="T23" fmla="*/ 33 h 35"/>
                  <a:gd name="T24" fmla="*/ 38 w 38"/>
                  <a:gd name="T25" fmla="*/ 33 h 35"/>
                  <a:gd name="T26" fmla="*/ 38 w 38"/>
                  <a:gd name="T27" fmla="*/ 35 h 35"/>
                  <a:gd name="T28" fmla="*/ 25 w 38"/>
                  <a:gd name="T29" fmla="*/ 35 h 35"/>
                  <a:gd name="T30" fmla="*/ 25 w 38"/>
                  <a:gd name="T31" fmla="*/ 11 h 35"/>
                  <a:gd name="T32" fmla="*/ 20 w 38"/>
                  <a:gd name="T33" fmla="*/ 4 h 35"/>
                  <a:gd name="T34" fmla="*/ 12 w 38"/>
                  <a:gd name="T35" fmla="*/ 9 h 35"/>
                  <a:gd name="T36" fmla="*/ 12 w 38"/>
                  <a:gd name="T37" fmla="*/ 29 h 35"/>
                  <a:gd name="T38" fmla="*/ 17 w 38"/>
                  <a:gd name="T39" fmla="*/ 33 h 35"/>
                  <a:gd name="T40" fmla="*/ 17 w 38"/>
                  <a:gd name="T41" fmla="*/ 35 h 35"/>
                  <a:gd name="T42" fmla="*/ 0 w 38"/>
                  <a:gd name="T43" fmla="*/ 35 h 35"/>
                  <a:gd name="T44" fmla="*/ 0 w 38"/>
                  <a:gd name="T45" fmla="*/ 33 h 35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</a:cxnLst>
                <a:rect l="0" t="0" r="r" b="b"/>
                <a:pathLst>
                  <a:path w="38" h="35">
                    <a:moveTo>
                      <a:pt x="0" y="33"/>
                    </a:moveTo>
                    <a:cubicBezTo>
                      <a:pt x="3" y="33"/>
                      <a:pt x="5" y="33"/>
                      <a:pt x="5" y="29"/>
                    </a:cubicBezTo>
                    <a:cubicBezTo>
                      <a:pt x="5" y="7"/>
                      <a:pt x="5" y="7"/>
                      <a:pt x="5" y="7"/>
                    </a:cubicBezTo>
                    <a:cubicBezTo>
                      <a:pt x="5" y="6"/>
                      <a:pt x="5" y="4"/>
                      <a:pt x="3" y="4"/>
                    </a:cubicBezTo>
                    <a:cubicBezTo>
                      <a:pt x="2" y="4"/>
                      <a:pt x="1" y="4"/>
                      <a:pt x="0" y="4"/>
                    </a:cubicBezTo>
                    <a:cubicBezTo>
                      <a:pt x="0" y="2"/>
                      <a:pt x="0" y="2"/>
                      <a:pt x="0" y="2"/>
                    </a:cubicBezTo>
                    <a:cubicBezTo>
                      <a:pt x="12" y="0"/>
                      <a:pt x="12" y="0"/>
                      <a:pt x="12" y="0"/>
                    </a:cubicBezTo>
                    <a:cubicBezTo>
                      <a:pt x="12" y="6"/>
                      <a:pt x="12" y="6"/>
                      <a:pt x="12" y="6"/>
                    </a:cubicBezTo>
                    <a:cubicBezTo>
                      <a:pt x="14" y="4"/>
                      <a:pt x="18" y="0"/>
                      <a:pt x="24" y="0"/>
                    </a:cubicBezTo>
                    <a:cubicBezTo>
                      <a:pt x="29" y="0"/>
                      <a:pt x="33" y="4"/>
                      <a:pt x="33" y="10"/>
                    </a:cubicBezTo>
                    <a:cubicBezTo>
                      <a:pt x="33" y="29"/>
                      <a:pt x="33" y="29"/>
                      <a:pt x="33" y="29"/>
                    </a:cubicBezTo>
                    <a:cubicBezTo>
                      <a:pt x="33" y="31"/>
                      <a:pt x="34" y="33"/>
                      <a:pt x="36" y="33"/>
                    </a:cubicBezTo>
                    <a:cubicBezTo>
                      <a:pt x="38" y="33"/>
                      <a:pt x="38" y="33"/>
                      <a:pt x="38" y="33"/>
                    </a:cubicBezTo>
                    <a:cubicBezTo>
                      <a:pt x="38" y="35"/>
                      <a:pt x="38" y="35"/>
                      <a:pt x="38" y="35"/>
                    </a:cubicBezTo>
                    <a:cubicBezTo>
                      <a:pt x="25" y="35"/>
                      <a:pt x="25" y="35"/>
                      <a:pt x="25" y="35"/>
                    </a:cubicBezTo>
                    <a:cubicBezTo>
                      <a:pt x="25" y="11"/>
                      <a:pt x="25" y="11"/>
                      <a:pt x="25" y="11"/>
                    </a:cubicBezTo>
                    <a:cubicBezTo>
                      <a:pt x="25" y="6"/>
                      <a:pt x="22" y="4"/>
                      <a:pt x="20" y="4"/>
                    </a:cubicBezTo>
                    <a:cubicBezTo>
                      <a:pt x="16" y="4"/>
                      <a:pt x="13" y="8"/>
                      <a:pt x="12" y="9"/>
                    </a:cubicBezTo>
                    <a:cubicBezTo>
                      <a:pt x="12" y="29"/>
                      <a:pt x="12" y="29"/>
                      <a:pt x="12" y="29"/>
                    </a:cubicBezTo>
                    <a:cubicBezTo>
                      <a:pt x="12" y="33"/>
                      <a:pt x="15" y="33"/>
                      <a:pt x="17" y="33"/>
                    </a:cubicBezTo>
                    <a:cubicBezTo>
                      <a:pt x="17" y="35"/>
                      <a:pt x="17" y="35"/>
                      <a:pt x="17" y="35"/>
                    </a:cubicBezTo>
                    <a:cubicBezTo>
                      <a:pt x="0" y="35"/>
                      <a:pt x="0" y="35"/>
                      <a:pt x="0" y="35"/>
                    </a:cubicBezTo>
                    <a:lnTo>
                      <a:pt x="0" y="33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等线"/>
                  <a:ea typeface="+mn-ea"/>
                  <a:cs typeface="+mn-cs"/>
                </a:endParaRPr>
              </a:p>
            </p:txBody>
          </p:sp>
          <p:sp>
            <p:nvSpPr>
              <p:cNvPr id="61" name="ïṡḻïḑe">
                <a:extLst>
                  <a:ext uri="{FF2B5EF4-FFF2-40B4-BE49-F238E27FC236}">
                    <a16:creationId xmlns:a16="http://schemas.microsoft.com/office/drawing/2014/main" id="{FB91DC8A-D19E-3035-0052-3E5936B895FF}"/>
                  </a:ext>
                </a:extLst>
              </p:cNvPr>
              <p:cNvSpPr/>
              <p:nvPr/>
            </p:nvSpPr>
            <p:spPr bwMode="auto">
              <a:xfrm>
                <a:off x="6683375" y="4022726"/>
                <a:ext cx="268287" cy="293688"/>
              </a:xfrm>
              <a:custGeom>
                <a:avLst/>
                <a:gdLst>
                  <a:gd name="T0" fmla="*/ 51 w 51"/>
                  <a:gd name="T1" fmla="*/ 2 h 54"/>
                  <a:gd name="T2" fmla="*/ 48 w 51"/>
                  <a:gd name="T3" fmla="*/ 2 h 54"/>
                  <a:gd name="T4" fmla="*/ 43 w 51"/>
                  <a:gd name="T5" fmla="*/ 8 h 54"/>
                  <a:gd name="T6" fmla="*/ 43 w 51"/>
                  <a:gd name="T7" fmla="*/ 36 h 54"/>
                  <a:gd name="T8" fmla="*/ 26 w 51"/>
                  <a:gd name="T9" fmla="*/ 54 h 54"/>
                  <a:gd name="T10" fmla="*/ 8 w 51"/>
                  <a:gd name="T11" fmla="*/ 36 h 54"/>
                  <a:gd name="T12" fmla="*/ 8 w 51"/>
                  <a:gd name="T13" fmla="*/ 7 h 54"/>
                  <a:gd name="T14" fmla="*/ 3 w 51"/>
                  <a:gd name="T15" fmla="*/ 2 h 54"/>
                  <a:gd name="T16" fmla="*/ 0 w 51"/>
                  <a:gd name="T17" fmla="*/ 2 h 54"/>
                  <a:gd name="T18" fmla="*/ 0 w 51"/>
                  <a:gd name="T19" fmla="*/ 0 h 54"/>
                  <a:gd name="T20" fmla="*/ 24 w 51"/>
                  <a:gd name="T21" fmla="*/ 0 h 54"/>
                  <a:gd name="T22" fmla="*/ 24 w 51"/>
                  <a:gd name="T23" fmla="*/ 2 h 54"/>
                  <a:gd name="T24" fmla="*/ 21 w 51"/>
                  <a:gd name="T25" fmla="*/ 2 h 54"/>
                  <a:gd name="T26" fmla="*/ 16 w 51"/>
                  <a:gd name="T27" fmla="*/ 7 h 54"/>
                  <a:gd name="T28" fmla="*/ 16 w 51"/>
                  <a:gd name="T29" fmla="*/ 35 h 54"/>
                  <a:gd name="T30" fmla="*/ 29 w 51"/>
                  <a:gd name="T31" fmla="*/ 51 h 54"/>
                  <a:gd name="T32" fmla="*/ 41 w 51"/>
                  <a:gd name="T33" fmla="*/ 37 h 54"/>
                  <a:gd name="T34" fmla="*/ 41 w 51"/>
                  <a:gd name="T35" fmla="*/ 8 h 54"/>
                  <a:gd name="T36" fmla="*/ 35 w 51"/>
                  <a:gd name="T37" fmla="*/ 2 h 54"/>
                  <a:gd name="T38" fmla="*/ 34 w 51"/>
                  <a:gd name="T39" fmla="*/ 2 h 54"/>
                  <a:gd name="T40" fmla="*/ 34 w 51"/>
                  <a:gd name="T41" fmla="*/ 0 h 54"/>
                  <a:gd name="T42" fmla="*/ 51 w 51"/>
                  <a:gd name="T43" fmla="*/ 0 h 54"/>
                  <a:gd name="T44" fmla="*/ 51 w 51"/>
                  <a:gd name="T45" fmla="*/ 2 h 5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</a:cxnLst>
                <a:rect l="0" t="0" r="r" b="b"/>
                <a:pathLst>
                  <a:path w="51" h="54">
                    <a:moveTo>
                      <a:pt x="51" y="2"/>
                    </a:moveTo>
                    <a:cubicBezTo>
                      <a:pt x="48" y="2"/>
                      <a:pt x="48" y="2"/>
                      <a:pt x="48" y="2"/>
                    </a:cubicBezTo>
                    <a:cubicBezTo>
                      <a:pt x="45" y="2"/>
                      <a:pt x="43" y="4"/>
                      <a:pt x="43" y="8"/>
                    </a:cubicBezTo>
                    <a:cubicBezTo>
                      <a:pt x="43" y="36"/>
                      <a:pt x="43" y="36"/>
                      <a:pt x="43" y="36"/>
                    </a:cubicBezTo>
                    <a:cubicBezTo>
                      <a:pt x="43" y="44"/>
                      <a:pt x="39" y="54"/>
                      <a:pt x="26" y="54"/>
                    </a:cubicBezTo>
                    <a:cubicBezTo>
                      <a:pt x="17" y="54"/>
                      <a:pt x="8" y="49"/>
                      <a:pt x="8" y="36"/>
                    </a:cubicBezTo>
                    <a:cubicBezTo>
                      <a:pt x="8" y="7"/>
                      <a:pt x="8" y="7"/>
                      <a:pt x="8" y="7"/>
                    </a:cubicBezTo>
                    <a:cubicBezTo>
                      <a:pt x="8" y="4"/>
                      <a:pt x="6" y="2"/>
                      <a:pt x="3" y="2"/>
                    </a:cubicBezTo>
                    <a:cubicBezTo>
                      <a:pt x="0" y="2"/>
                      <a:pt x="0" y="2"/>
                      <a:pt x="0" y="2"/>
                    </a:cubicBezTo>
                    <a:cubicBezTo>
                      <a:pt x="0" y="0"/>
                      <a:pt x="0" y="0"/>
                      <a:pt x="0" y="0"/>
                    </a:cubicBezTo>
                    <a:cubicBezTo>
                      <a:pt x="24" y="0"/>
                      <a:pt x="24" y="0"/>
                      <a:pt x="24" y="0"/>
                    </a:cubicBezTo>
                    <a:cubicBezTo>
                      <a:pt x="24" y="2"/>
                      <a:pt x="24" y="2"/>
                      <a:pt x="24" y="2"/>
                    </a:cubicBezTo>
                    <a:cubicBezTo>
                      <a:pt x="21" y="2"/>
                      <a:pt x="21" y="2"/>
                      <a:pt x="21" y="2"/>
                    </a:cubicBezTo>
                    <a:cubicBezTo>
                      <a:pt x="17" y="2"/>
                      <a:pt x="16" y="4"/>
                      <a:pt x="16" y="7"/>
                    </a:cubicBezTo>
                    <a:cubicBezTo>
                      <a:pt x="16" y="35"/>
                      <a:pt x="16" y="35"/>
                      <a:pt x="16" y="35"/>
                    </a:cubicBezTo>
                    <a:cubicBezTo>
                      <a:pt x="16" y="46"/>
                      <a:pt x="22" y="51"/>
                      <a:pt x="29" y="51"/>
                    </a:cubicBezTo>
                    <a:cubicBezTo>
                      <a:pt x="36" y="51"/>
                      <a:pt x="41" y="45"/>
                      <a:pt x="41" y="37"/>
                    </a:cubicBezTo>
                    <a:cubicBezTo>
                      <a:pt x="41" y="8"/>
                      <a:pt x="41" y="8"/>
                      <a:pt x="41" y="8"/>
                    </a:cubicBezTo>
                    <a:cubicBezTo>
                      <a:pt x="41" y="5"/>
                      <a:pt x="39" y="2"/>
                      <a:pt x="35" y="2"/>
                    </a:cubicBezTo>
                    <a:cubicBezTo>
                      <a:pt x="34" y="2"/>
                      <a:pt x="34" y="2"/>
                      <a:pt x="34" y="2"/>
                    </a:cubicBezTo>
                    <a:cubicBezTo>
                      <a:pt x="34" y="0"/>
                      <a:pt x="34" y="0"/>
                      <a:pt x="34" y="0"/>
                    </a:cubicBezTo>
                    <a:cubicBezTo>
                      <a:pt x="51" y="0"/>
                      <a:pt x="51" y="0"/>
                      <a:pt x="51" y="0"/>
                    </a:cubicBezTo>
                    <a:lnTo>
                      <a:pt x="51" y="2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等线"/>
                  <a:ea typeface="+mn-ea"/>
                  <a:cs typeface="+mn-cs"/>
                </a:endParaRPr>
              </a:p>
            </p:txBody>
          </p:sp>
          <p:sp>
            <p:nvSpPr>
              <p:cNvPr id="62" name="íS1ïḑé">
                <a:extLst>
                  <a:ext uri="{FF2B5EF4-FFF2-40B4-BE49-F238E27FC236}">
                    <a16:creationId xmlns:a16="http://schemas.microsoft.com/office/drawing/2014/main" id="{57ADC266-51FB-28AE-0CFF-F3C81BC6D1CF}"/>
                  </a:ext>
                </a:extLst>
              </p:cNvPr>
              <p:cNvSpPr/>
              <p:nvPr/>
            </p:nvSpPr>
            <p:spPr bwMode="auto">
              <a:xfrm>
                <a:off x="6967538" y="4114801"/>
                <a:ext cx="200025" cy="192088"/>
              </a:xfrm>
              <a:custGeom>
                <a:avLst/>
                <a:gdLst>
                  <a:gd name="T0" fmla="*/ 1 w 38"/>
                  <a:gd name="T1" fmla="*/ 33 h 35"/>
                  <a:gd name="T2" fmla="*/ 5 w 38"/>
                  <a:gd name="T3" fmla="*/ 29 h 35"/>
                  <a:gd name="T4" fmla="*/ 5 w 38"/>
                  <a:gd name="T5" fmla="*/ 7 h 35"/>
                  <a:gd name="T6" fmla="*/ 3 w 38"/>
                  <a:gd name="T7" fmla="*/ 4 h 35"/>
                  <a:gd name="T8" fmla="*/ 1 w 38"/>
                  <a:gd name="T9" fmla="*/ 4 h 35"/>
                  <a:gd name="T10" fmla="*/ 0 w 38"/>
                  <a:gd name="T11" fmla="*/ 2 h 35"/>
                  <a:gd name="T12" fmla="*/ 13 w 38"/>
                  <a:gd name="T13" fmla="*/ 0 h 35"/>
                  <a:gd name="T14" fmla="*/ 13 w 38"/>
                  <a:gd name="T15" fmla="*/ 6 h 35"/>
                  <a:gd name="T16" fmla="*/ 24 w 38"/>
                  <a:gd name="T17" fmla="*/ 0 h 35"/>
                  <a:gd name="T18" fmla="*/ 33 w 38"/>
                  <a:gd name="T19" fmla="*/ 10 h 35"/>
                  <a:gd name="T20" fmla="*/ 33 w 38"/>
                  <a:gd name="T21" fmla="*/ 29 h 35"/>
                  <a:gd name="T22" fmla="*/ 36 w 38"/>
                  <a:gd name="T23" fmla="*/ 33 h 35"/>
                  <a:gd name="T24" fmla="*/ 38 w 38"/>
                  <a:gd name="T25" fmla="*/ 33 h 35"/>
                  <a:gd name="T26" fmla="*/ 38 w 38"/>
                  <a:gd name="T27" fmla="*/ 35 h 35"/>
                  <a:gd name="T28" fmla="*/ 26 w 38"/>
                  <a:gd name="T29" fmla="*/ 35 h 35"/>
                  <a:gd name="T30" fmla="*/ 26 w 38"/>
                  <a:gd name="T31" fmla="*/ 11 h 35"/>
                  <a:gd name="T32" fmla="*/ 20 w 38"/>
                  <a:gd name="T33" fmla="*/ 4 h 35"/>
                  <a:gd name="T34" fmla="*/ 13 w 38"/>
                  <a:gd name="T35" fmla="*/ 9 h 35"/>
                  <a:gd name="T36" fmla="*/ 13 w 38"/>
                  <a:gd name="T37" fmla="*/ 29 h 35"/>
                  <a:gd name="T38" fmla="*/ 18 w 38"/>
                  <a:gd name="T39" fmla="*/ 33 h 35"/>
                  <a:gd name="T40" fmla="*/ 18 w 38"/>
                  <a:gd name="T41" fmla="*/ 35 h 35"/>
                  <a:gd name="T42" fmla="*/ 1 w 38"/>
                  <a:gd name="T43" fmla="*/ 35 h 35"/>
                  <a:gd name="T44" fmla="*/ 1 w 38"/>
                  <a:gd name="T45" fmla="*/ 33 h 35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</a:cxnLst>
                <a:rect l="0" t="0" r="r" b="b"/>
                <a:pathLst>
                  <a:path w="38" h="35">
                    <a:moveTo>
                      <a:pt x="1" y="33"/>
                    </a:moveTo>
                    <a:cubicBezTo>
                      <a:pt x="3" y="33"/>
                      <a:pt x="5" y="33"/>
                      <a:pt x="5" y="29"/>
                    </a:cubicBezTo>
                    <a:cubicBezTo>
                      <a:pt x="5" y="7"/>
                      <a:pt x="5" y="7"/>
                      <a:pt x="5" y="7"/>
                    </a:cubicBezTo>
                    <a:cubicBezTo>
                      <a:pt x="5" y="6"/>
                      <a:pt x="5" y="4"/>
                      <a:pt x="3" y="4"/>
                    </a:cubicBezTo>
                    <a:cubicBezTo>
                      <a:pt x="2" y="4"/>
                      <a:pt x="1" y="4"/>
                      <a:pt x="1" y="4"/>
                    </a:cubicBezTo>
                    <a:cubicBezTo>
                      <a:pt x="0" y="2"/>
                      <a:pt x="0" y="2"/>
                      <a:pt x="0" y="2"/>
                    </a:cubicBezTo>
                    <a:cubicBezTo>
                      <a:pt x="13" y="0"/>
                      <a:pt x="13" y="0"/>
                      <a:pt x="13" y="0"/>
                    </a:cubicBezTo>
                    <a:cubicBezTo>
                      <a:pt x="13" y="6"/>
                      <a:pt x="13" y="6"/>
                      <a:pt x="13" y="6"/>
                    </a:cubicBezTo>
                    <a:cubicBezTo>
                      <a:pt x="15" y="4"/>
                      <a:pt x="19" y="0"/>
                      <a:pt x="24" y="0"/>
                    </a:cubicBezTo>
                    <a:cubicBezTo>
                      <a:pt x="29" y="0"/>
                      <a:pt x="33" y="4"/>
                      <a:pt x="33" y="10"/>
                    </a:cubicBezTo>
                    <a:cubicBezTo>
                      <a:pt x="33" y="29"/>
                      <a:pt x="33" y="29"/>
                      <a:pt x="33" y="29"/>
                    </a:cubicBezTo>
                    <a:cubicBezTo>
                      <a:pt x="33" y="31"/>
                      <a:pt x="34" y="33"/>
                      <a:pt x="36" y="33"/>
                    </a:cubicBezTo>
                    <a:cubicBezTo>
                      <a:pt x="38" y="33"/>
                      <a:pt x="38" y="33"/>
                      <a:pt x="38" y="33"/>
                    </a:cubicBezTo>
                    <a:cubicBezTo>
                      <a:pt x="38" y="35"/>
                      <a:pt x="38" y="35"/>
                      <a:pt x="38" y="35"/>
                    </a:cubicBezTo>
                    <a:cubicBezTo>
                      <a:pt x="26" y="35"/>
                      <a:pt x="26" y="35"/>
                      <a:pt x="26" y="35"/>
                    </a:cubicBezTo>
                    <a:cubicBezTo>
                      <a:pt x="26" y="11"/>
                      <a:pt x="26" y="11"/>
                      <a:pt x="26" y="11"/>
                    </a:cubicBezTo>
                    <a:cubicBezTo>
                      <a:pt x="26" y="6"/>
                      <a:pt x="22" y="4"/>
                      <a:pt x="20" y="4"/>
                    </a:cubicBezTo>
                    <a:cubicBezTo>
                      <a:pt x="17" y="4"/>
                      <a:pt x="14" y="8"/>
                      <a:pt x="13" y="9"/>
                    </a:cubicBezTo>
                    <a:cubicBezTo>
                      <a:pt x="13" y="29"/>
                      <a:pt x="13" y="29"/>
                      <a:pt x="13" y="29"/>
                    </a:cubicBezTo>
                    <a:cubicBezTo>
                      <a:pt x="13" y="33"/>
                      <a:pt x="16" y="33"/>
                      <a:pt x="18" y="33"/>
                    </a:cubicBezTo>
                    <a:cubicBezTo>
                      <a:pt x="18" y="35"/>
                      <a:pt x="18" y="35"/>
                      <a:pt x="18" y="35"/>
                    </a:cubicBezTo>
                    <a:cubicBezTo>
                      <a:pt x="1" y="35"/>
                      <a:pt x="1" y="35"/>
                      <a:pt x="1" y="35"/>
                    </a:cubicBezTo>
                    <a:lnTo>
                      <a:pt x="1" y="33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等线"/>
                  <a:ea typeface="+mn-ea"/>
                  <a:cs typeface="+mn-cs"/>
                </a:endParaRPr>
              </a:p>
            </p:txBody>
          </p:sp>
          <p:sp>
            <p:nvSpPr>
              <p:cNvPr id="63" name="ï$ḻîḍe">
                <a:extLst>
                  <a:ext uri="{FF2B5EF4-FFF2-40B4-BE49-F238E27FC236}">
                    <a16:creationId xmlns:a16="http://schemas.microsoft.com/office/drawing/2014/main" id="{3135276C-95DA-2EDB-D82A-74339779D1D7}"/>
                  </a:ext>
                </a:extLst>
              </p:cNvPr>
              <p:cNvSpPr/>
              <p:nvPr/>
            </p:nvSpPr>
            <p:spPr bwMode="auto">
              <a:xfrm>
                <a:off x="7188200" y="4016376"/>
                <a:ext cx="100012" cy="290513"/>
              </a:xfrm>
              <a:custGeom>
                <a:avLst/>
                <a:gdLst>
                  <a:gd name="T0" fmla="*/ 0 w 19"/>
                  <a:gd name="T1" fmla="*/ 51 h 53"/>
                  <a:gd name="T2" fmla="*/ 2 w 19"/>
                  <a:gd name="T3" fmla="*/ 51 h 53"/>
                  <a:gd name="T4" fmla="*/ 6 w 19"/>
                  <a:gd name="T5" fmla="*/ 47 h 53"/>
                  <a:gd name="T6" fmla="*/ 6 w 19"/>
                  <a:gd name="T7" fmla="*/ 26 h 53"/>
                  <a:gd name="T8" fmla="*/ 3 w 19"/>
                  <a:gd name="T9" fmla="*/ 22 h 53"/>
                  <a:gd name="T10" fmla="*/ 1 w 19"/>
                  <a:gd name="T11" fmla="*/ 23 h 53"/>
                  <a:gd name="T12" fmla="*/ 0 w 19"/>
                  <a:gd name="T13" fmla="*/ 21 h 53"/>
                  <a:gd name="T14" fmla="*/ 13 w 19"/>
                  <a:gd name="T15" fmla="*/ 18 h 53"/>
                  <a:gd name="T16" fmla="*/ 13 w 19"/>
                  <a:gd name="T17" fmla="*/ 47 h 53"/>
                  <a:gd name="T18" fmla="*/ 17 w 19"/>
                  <a:gd name="T19" fmla="*/ 51 h 53"/>
                  <a:gd name="T20" fmla="*/ 19 w 19"/>
                  <a:gd name="T21" fmla="*/ 51 h 53"/>
                  <a:gd name="T22" fmla="*/ 19 w 19"/>
                  <a:gd name="T23" fmla="*/ 53 h 53"/>
                  <a:gd name="T24" fmla="*/ 0 w 19"/>
                  <a:gd name="T25" fmla="*/ 53 h 53"/>
                  <a:gd name="T26" fmla="*/ 0 w 19"/>
                  <a:gd name="T27" fmla="*/ 51 h 53"/>
                  <a:gd name="T28" fmla="*/ 15 w 19"/>
                  <a:gd name="T29" fmla="*/ 5 h 53"/>
                  <a:gd name="T30" fmla="*/ 9 w 19"/>
                  <a:gd name="T31" fmla="*/ 10 h 53"/>
                  <a:gd name="T32" fmla="*/ 4 w 19"/>
                  <a:gd name="T33" fmla="*/ 5 h 53"/>
                  <a:gd name="T34" fmla="*/ 9 w 19"/>
                  <a:gd name="T35" fmla="*/ 0 h 53"/>
                  <a:gd name="T36" fmla="*/ 15 w 19"/>
                  <a:gd name="T37" fmla="*/ 5 h 53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</a:cxnLst>
                <a:rect l="0" t="0" r="r" b="b"/>
                <a:pathLst>
                  <a:path w="19" h="53">
                    <a:moveTo>
                      <a:pt x="0" y="51"/>
                    </a:moveTo>
                    <a:cubicBezTo>
                      <a:pt x="2" y="51"/>
                      <a:pt x="2" y="51"/>
                      <a:pt x="2" y="51"/>
                    </a:cubicBezTo>
                    <a:cubicBezTo>
                      <a:pt x="4" y="51"/>
                      <a:pt x="6" y="49"/>
                      <a:pt x="6" y="47"/>
                    </a:cubicBezTo>
                    <a:cubicBezTo>
                      <a:pt x="6" y="26"/>
                      <a:pt x="6" y="26"/>
                      <a:pt x="6" y="26"/>
                    </a:cubicBezTo>
                    <a:cubicBezTo>
                      <a:pt x="6" y="24"/>
                      <a:pt x="5" y="22"/>
                      <a:pt x="3" y="22"/>
                    </a:cubicBezTo>
                    <a:cubicBezTo>
                      <a:pt x="3" y="22"/>
                      <a:pt x="2" y="22"/>
                      <a:pt x="1" y="23"/>
                    </a:cubicBezTo>
                    <a:cubicBezTo>
                      <a:pt x="0" y="21"/>
                      <a:pt x="0" y="21"/>
                      <a:pt x="0" y="21"/>
                    </a:cubicBezTo>
                    <a:cubicBezTo>
                      <a:pt x="13" y="18"/>
                      <a:pt x="13" y="18"/>
                      <a:pt x="13" y="18"/>
                    </a:cubicBezTo>
                    <a:cubicBezTo>
                      <a:pt x="13" y="47"/>
                      <a:pt x="13" y="47"/>
                      <a:pt x="13" y="47"/>
                    </a:cubicBezTo>
                    <a:cubicBezTo>
                      <a:pt x="13" y="50"/>
                      <a:pt x="14" y="51"/>
                      <a:pt x="17" y="51"/>
                    </a:cubicBezTo>
                    <a:cubicBezTo>
                      <a:pt x="19" y="51"/>
                      <a:pt x="19" y="51"/>
                      <a:pt x="19" y="51"/>
                    </a:cubicBezTo>
                    <a:cubicBezTo>
                      <a:pt x="19" y="53"/>
                      <a:pt x="19" y="53"/>
                      <a:pt x="19" y="53"/>
                    </a:cubicBezTo>
                    <a:cubicBezTo>
                      <a:pt x="0" y="53"/>
                      <a:pt x="0" y="53"/>
                      <a:pt x="0" y="53"/>
                    </a:cubicBezTo>
                    <a:lnTo>
                      <a:pt x="0" y="51"/>
                    </a:lnTo>
                    <a:close/>
                    <a:moveTo>
                      <a:pt x="15" y="5"/>
                    </a:moveTo>
                    <a:cubicBezTo>
                      <a:pt x="15" y="7"/>
                      <a:pt x="12" y="10"/>
                      <a:pt x="9" y="10"/>
                    </a:cubicBezTo>
                    <a:cubicBezTo>
                      <a:pt x="7" y="10"/>
                      <a:pt x="4" y="7"/>
                      <a:pt x="4" y="5"/>
                    </a:cubicBezTo>
                    <a:cubicBezTo>
                      <a:pt x="4" y="2"/>
                      <a:pt x="7" y="0"/>
                      <a:pt x="9" y="0"/>
                    </a:cubicBezTo>
                    <a:cubicBezTo>
                      <a:pt x="12" y="0"/>
                      <a:pt x="15" y="2"/>
                      <a:pt x="15" y="5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等线"/>
                  <a:ea typeface="+mn-ea"/>
                  <a:cs typeface="+mn-cs"/>
                </a:endParaRPr>
              </a:p>
            </p:txBody>
          </p:sp>
          <p:sp>
            <p:nvSpPr>
              <p:cNvPr id="64" name="ïṣ1íḍè">
                <a:extLst>
                  <a:ext uri="{FF2B5EF4-FFF2-40B4-BE49-F238E27FC236}">
                    <a16:creationId xmlns:a16="http://schemas.microsoft.com/office/drawing/2014/main" id="{59BAD1E9-B16F-8367-24A8-C33D14D0CDA1}"/>
                  </a:ext>
                </a:extLst>
              </p:cNvPr>
              <p:cNvSpPr/>
              <p:nvPr/>
            </p:nvSpPr>
            <p:spPr bwMode="auto">
              <a:xfrm>
                <a:off x="7308850" y="4119564"/>
                <a:ext cx="195262" cy="196850"/>
              </a:xfrm>
              <a:custGeom>
                <a:avLst/>
                <a:gdLst>
                  <a:gd name="T0" fmla="*/ 36 w 37"/>
                  <a:gd name="T1" fmla="*/ 3 h 36"/>
                  <a:gd name="T2" fmla="*/ 31 w 37"/>
                  <a:gd name="T3" fmla="*/ 6 h 36"/>
                  <a:gd name="T4" fmla="*/ 20 w 37"/>
                  <a:gd name="T5" fmla="*/ 36 h 36"/>
                  <a:gd name="T6" fmla="*/ 18 w 37"/>
                  <a:gd name="T7" fmla="*/ 36 h 36"/>
                  <a:gd name="T8" fmla="*/ 5 w 37"/>
                  <a:gd name="T9" fmla="*/ 7 h 36"/>
                  <a:gd name="T10" fmla="*/ 0 w 37"/>
                  <a:gd name="T11" fmla="*/ 3 h 36"/>
                  <a:gd name="T12" fmla="*/ 0 w 37"/>
                  <a:gd name="T13" fmla="*/ 0 h 36"/>
                  <a:gd name="T14" fmla="*/ 16 w 37"/>
                  <a:gd name="T15" fmla="*/ 0 h 36"/>
                  <a:gd name="T16" fmla="*/ 16 w 37"/>
                  <a:gd name="T17" fmla="*/ 3 h 36"/>
                  <a:gd name="T18" fmla="*/ 15 w 37"/>
                  <a:gd name="T19" fmla="*/ 3 h 36"/>
                  <a:gd name="T20" fmla="*/ 13 w 37"/>
                  <a:gd name="T21" fmla="*/ 5 h 36"/>
                  <a:gd name="T22" fmla="*/ 13 w 37"/>
                  <a:gd name="T23" fmla="*/ 7 h 36"/>
                  <a:gd name="T24" fmla="*/ 21 w 37"/>
                  <a:gd name="T25" fmla="*/ 25 h 36"/>
                  <a:gd name="T26" fmla="*/ 29 w 37"/>
                  <a:gd name="T27" fmla="*/ 6 h 36"/>
                  <a:gd name="T28" fmla="*/ 29 w 37"/>
                  <a:gd name="T29" fmla="*/ 5 h 36"/>
                  <a:gd name="T30" fmla="*/ 27 w 37"/>
                  <a:gd name="T31" fmla="*/ 3 h 36"/>
                  <a:gd name="T32" fmla="*/ 24 w 37"/>
                  <a:gd name="T33" fmla="*/ 3 h 36"/>
                  <a:gd name="T34" fmla="*/ 24 w 37"/>
                  <a:gd name="T35" fmla="*/ 0 h 36"/>
                  <a:gd name="T36" fmla="*/ 37 w 37"/>
                  <a:gd name="T37" fmla="*/ 0 h 36"/>
                  <a:gd name="T38" fmla="*/ 37 w 37"/>
                  <a:gd name="T39" fmla="*/ 3 h 36"/>
                  <a:gd name="T40" fmla="*/ 36 w 37"/>
                  <a:gd name="T41" fmla="*/ 3 h 3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</a:cxnLst>
                <a:rect l="0" t="0" r="r" b="b"/>
                <a:pathLst>
                  <a:path w="37" h="36">
                    <a:moveTo>
                      <a:pt x="36" y="3"/>
                    </a:moveTo>
                    <a:cubicBezTo>
                      <a:pt x="33" y="3"/>
                      <a:pt x="32" y="5"/>
                      <a:pt x="31" y="6"/>
                    </a:cubicBezTo>
                    <a:cubicBezTo>
                      <a:pt x="20" y="36"/>
                      <a:pt x="20" y="36"/>
                      <a:pt x="20" y="36"/>
                    </a:cubicBezTo>
                    <a:cubicBezTo>
                      <a:pt x="18" y="36"/>
                      <a:pt x="18" y="36"/>
                      <a:pt x="18" y="36"/>
                    </a:cubicBezTo>
                    <a:cubicBezTo>
                      <a:pt x="5" y="7"/>
                      <a:pt x="5" y="7"/>
                      <a:pt x="5" y="7"/>
                    </a:cubicBezTo>
                    <a:cubicBezTo>
                      <a:pt x="3" y="3"/>
                      <a:pt x="2" y="3"/>
                      <a:pt x="0" y="3"/>
                    </a:cubicBezTo>
                    <a:cubicBezTo>
                      <a:pt x="0" y="0"/>
                      <a:pt x="0" y="0"/>
                      <a:pt x="0" y="0"/>
                    </a:cubicBezTo>
                    <a:cubicBezTo>
                      <a:pt x="16" y="0"/>
                      <a:pt x="16" y="0"/>
                      <a:pt x="16" y="0"/>
                    </a:cubicBezTo>
                    <a:cubicBezTo>
                      <a:pt x="16" y="3"/>
                      <a:pt x="16" y="3"/>
                      <a:pt x="16" y="3"/>
                    </a:cubicBezTo>
                    <a:cubicBezTo>
                      <a:pt x="15" y="3"/>
                      <a:pt x="15" y="3"/>
                      <a:pt x="15" y="3"/>
                    </a:cubicBezTo>
                    <a:cubicBezTo>
                      <a:pt x="14" y="3"/>
                      <a:pt x="13" y="3"/>
                      <a:pt x="13" y="5"/>
                    </a:cubicBezTo>
                    <a:cubicBezTo>
                      <a:pt x="13" y="6"/>
                      <a:pt x="13" y="7"/>
                      <a:pt x="13" y="7"/>
                    </a:cubicBezTo>
                    <a:cubicBezTo>
                      <a:pt x="21" y="25"/>
                      <a:pt x="21" y="25"/>
                      <a:pt x="21" y="25"/>
                    </a:cubicBezTo>
                    <a:cubicBezTo>
                      <a:pt x="29" y="6"/>
                      <a:pt x="29" y="6"/>
                      <a:pt x="29" y="6"/>
                    </a:cubicBezTo>
                    <a:cubicBezTo>
                      <a:pt x="29" y="6"/>
                      <a:pt x="29" y="5"/>
                      <a:pt x="29" y="5"/>
                    </a:cubicBezTo>
                    <a:cubicBezTo>
                      <a:pt x="29" y="4"/>
                      <a:pt x="29" y="3"/>
                      <a:pt x="27" y="3"/>
                    </a:cubicBezTo>
                    <a:cubicBezTo>
                      <a:pt x="24" y="3"/>
                      <a:pt x="24" y="3"/>
                      <a:pt x="24" y="3"/>
                    </a:cubicBezTo>
                    <a:cubicBezTo>
                      <a:pt x="24" y="0"/>
                      <a:pt x="24" y="0"/>
                      <a:pt x="24" y="0"/>
                    </a:cubicBezTo>
                    <a:cubicBezTo>
                      <a:pt x="37" y="0"/>
                      <a:pt x="37" y="0"/>
                      <a:pt x="37" y="0"/>
                    </a:cubicBezTo>
                    <a:cubicBezTo>
                      <a:pt x="37" y="3"/>
                      <a:pt x="37" y="3"/>
                      <a:pt x="37" y="3"/>
                    </a:cubicBezTo>
                    <a:lnTo>
                      <a:pt x="36" y="3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等线"/>
                  <a:ea typeface="+mn-ea"/>
                  <a:cs typeface="+mn-cs"/>
                </a:endParaRPr>
              </a:p>
            </p:txBody>
          </p:sp>
          <p:sp>
            <p:nvSpPr>
              <p:cNvPr id="65" name="íśliḍè">
                <a:extLst>
                  <a:ext uri="{FF2B5EF4-FFF2-40B4-BE49-F238E27FC236}">
                    <a16:creationId xmlns:a16="http://schemas.microsoft.com/office/drawing/2014/main" id="{C2B0D77C-4A48-412F-A78F-876AFC2FDB1C}"/>
                  </a:ext>
                </a:extLst>
              </p:cNvPr>
              <p:cNvSpPr/>
              <p:nvPr/>
            </p:nvSpPr>
            <p:spPr bwMode="auto">
              <a:xfrm>
                <a:off x="7529513" y="4114801"/>
                <a:ext cx="163512" cy="201613"/>
              </a:xfrm>
              <a:custGeom>
                <a:avLst/>
                <a:gdLst>
                  <a:gd name="T0" fmla="*/ 16 w 31"/>
                  <a:gd name="T1" fmla="*/ 37 h 37"/>
                  <a:gd name="T2" fmla="*/ 0 w 31"/>
                  <a:gd name="T3" fmla="*/ 19 h 37"/>
                  <a:gd name="T4" fmla="*/ 16 w 31"/>
                  <a:gd name="T5" fmla="*/ 0 h 37"/>
                  <a:gd name="T6" fmla="*/ 24 w 31"/>
                  <a:gd name="T7" fmla="*/ 4 h 37"/>
                  <a:gd name="T8" fmla="*/ 30 w 31"/>
                  <a:gd name="T9" fmla="*/ 16 h 37"/>
                  <a:gd name="T10" fmla="*/ 8 w 31"/>
                  <a:gd name="T11" fmla="*/ 16 h 37"/>
                  <a:gd name="T12" fmla="*/ 18 w 31"/>
                  <a:gd name="T13" fmla="*/ 33 h 37"/>
                  <a:gd name="T14" fmla="*/ 29 w 31"/>
                  <a:gd name="T15" fmla="*/ 26 h 37"/>
                  <a:gd name="T16" fmla="*/ 31 w 31"/>
                  <a:gd name="T17" fmla="*/ 27 h 37"/>
                  <a:gd name="T18" fmla="*/ 16 w 31"/>
                  <a:gd name="T19" fmla="*/ 37 h 37"/>
                  <a:gd name="T20" fmla="*/ 16 w 31"/>
                  <a:gd name="T21" fmla="*/ 2 h 37"/>
                  <a:gd name="T22" fmla="*/ 8 w 31"/>
                  <a:gd name="T23" fmla="*/ 14 h 37"/>
                  <a:gd name="T24" fmla="*/ 22 w 31"/>
                  <a:gd name="T25" fmla="*/ 14 h 37"/>
                  <a:gd name="T26" fmla="*/ 16 w 31"/>
                  <a:gd name="T27" fmla="*/ 2 h 3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</a:cxnLst>
                <a:rect l="0" t="0" r="r" b="b"/>
                <a:pathLst>
                  <a:path w="31" h="37">
                    <a:moveTo>
                      <a:pt x="16" y="37"/>
                    </a:moveTo>
                    <a:cubicBezTo>
                      <a:pt x="7" y="37"/>
                      <a:pt x="0" y="30"/>
                      <a:pt x="0" y="19"/>
                    </a:cubicBezTo>
                    <a:cubicBezTo>
                      <a:pt x="0" y="8"/>
                      <a:pt x="7" y="0"/>
                      <a:pt x="16" y="0"/>
                    </a:cubicBezTo>
                    <a:cubicBezTo>
                      <a:pt x="20" y="0"/>
                      <a:pt x="23" y="2"/>
                      <a:pt x="24" y="4"/>
                    </a:cubicBezTo>
                    <a:cubicBezTo>
                      <a:pt x="29" y="9"/>
                      <a:pt x="29" y="14"/>
                      <a:pt x="30" y="16"/>
                    </a:cubicBezTo>
                    <a:cubicBezTo>
                      <a:pt x="8" y="16"/>
                      <a:pt x="8" y="16"/>
                      <a:pt x="8" y="16"/>
                    </a:cubicBezTo>
                    <a:cubicBezTo>
                      <a:pt x="7" y="29"/>
                      <a:pt x="13" y="33"/>
                      <a:pt x="18" y="33"/>
                    </a:cubicBezTo>
                    <a:cubicBezTo>
                      <a:pt x="23" y="33"/>
                      <a:pt x="27" y="28"/>
                      <a:pt x="29" y="26"/>
                    </a:cubicBezTo>
                    <a:cubicBezTo>
                      <a:pt x="31" y="27"/>
                      <a:pt x="31" y="27"/>
                      <a:pt x="31" y="27"/>
                    </a:cubicBezTo>
                    <a:cubicBezTo>
                      <a:pt x="29" y="30"/>
                      <a:pt x="25" y="37"/>
                      <a:pt x="16" y="37"/>
                    </a:cubicBezTo>
                    <a:close/>
                    <a:moveTo>
                      <a:pt x="16" y="2"/>
                    </a:moveTo>
                    <a:cubicBezTo>
                      <a:pt x="9" y="2"/>
                      <a:pt x="8" y="11"/>
                      <a:pt x="8" y="14"/>
                    </a:cubicBezTo>
                    <a:cubicBezTo>
                      <a:pt x="22" y="14"/>
                      <a:pt x="22" y="14"/>
                      <a:pt x="22" y="14"/>
                    </a:cubicBezTo>
                    <a:cubicBezTo>
                      <a:pt x="22" y="10"/>
                      <a:pt x="21" y="2"/>
                      <a:pt x="16" y="2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等线"/>
                  <a:ea typeface="+mn-ea"/>
                  <a:cs typeface="+mn-cs"/>
                </a:endParaRPr>
              </a:p>
            </p:txBody>
          </p:sp>
          <p:sp>
            <p:nvSpPr>
              <p:cNvPr id="66" name="íšļiḓè">
                <a:extLst>
                  <a:ext uri="{FF2B5EF4-FFF2-40B4-BE49-F238E27FC236}">
                    <a16:creationId xmlns:a16="http://schemas.microsoft.com/office/drawing/2014/main" id="{5A8032AB-9F6D-A81B-7C8E-42183BD0FA30}"/>
                  </a:ext>
                </a:extLst>
              </p:cNvPr>
              <p:cNvSpPr/>
              <p:nvPr/>
            </p:nvSpPr>
            <p:spPr bwMode="auto">
              <a:xfrm>
                <a:off x="7713663" y="4114801"/>
                <a:ext cx="173037" cy="192088"/>
              </a:xfrm>
              <a:custGeom>
                <a:avLst/>
                <a:gdLst>
                  <a:gd name="T0" fmla="*/ 14 w 33"/>
                  <a:gd name="T1" fmla="*/ 7 h 35"/>
                  <a:gd name="T2" fmla="*/ 26 w 33"/>
                  <a:gd name="T3" fmla="*/ 0 h 35"/>
                  <a:gd name="T4" fmla="*/ 33 w 33"/>
                  <a:gd name="T5" fmla="*/ 5 h 35"/>
                  <a:gd name="T6" fmla="*/ 28 w 33"/>
                  <a:gd name="T7" fmla="*/ 11 h 35"/>
                  <a:gd name="T8" fmla="*/ 23 w 33"/>
                  <a:gd name="T9" fmla="*/ 6 h 35"/>
                  <a:gd name="T10" fmla="*/ 22 w 33"/>
                  <a:gd name="T11" fmla="*/ 5 h 35"/>
                  <a:gd name="T12" fmla="*/ 14 w 33"/>
                  <a:gd name="T13" fmla="*/ 14 h 35"/>
                  <a:gd name="T14" fmla="*/ 14 w 33"/>
                  <a:gd name="T15" fmla="*/ 28 h 35"/>
                  <a:gd name="T16" fmla="*/ 19 w 33"/>
                  <a:gd name="T17" fmla="*/ 33 h 35"/>
                  <a:gd name="T18" fmla="*/ 21 w 33"/>
                  <a:gd name="T19" fmla="*/ 33 h 35"/>
                  <a:gd name="T20" fmla="*/ 21 w 33"/>
                  <a:gd name="T21" fmla="*/ 35 h 35"/>
                  <a:gd name="T22" fmla="*/ 0 w 33"/>
                  <a:gd name="T23" fmla="*/ 35 h 35"/>
                  <a:gd name="T24" fmla="*/ 0 w 33"/>
                  <a:gd name="T25" fmla="*/ 33 h 35"/>
                  <a:gd name="T26" fmla="*/ 1 w 33"/>
                  <a:gd name="T27" fmla="*/ 33 h 35"/>
                  <a:gd name="T28" fmla="*/ 7 w 33"/>
                  <a:gd name="T29" fmla="*/ 28 h 35"/>
                  <a:gd name="T30" fmla="*/ 7 w 33"/>
                  <a:gd name="T31" fmla="*/ 8 h 35"/>
                  <a:gd name="T32" fmla="*/ 4 w 33"/>
                  <a:gd name="T33" fmla="*/ 5 h 35"/>
                  <a:gd name="T34" fmla="*/ 1 w 33"/>
                  <a:gd name="T35" fmla="*/ 5 h 35"/>
                  <a:gd name="T36" fmla="*/ 0 w 33"/>
                  <a:gd name="T37" fmla="*/ 4 h 35"/>
                  <a:gd name="T38" fmla="*/ 14 w 33"/>
                  <a:gd name="T39" fmla="*/ 0 h 35"/>
                  <a:gd name="T40" fmla="*/ 14 w 33"/>
                  <a:gd name="T41" fmla="*/ 7 h 35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</a:cxnLst>
                <a:rect l="0" t="0" r="r" b="b"/>
                <a:pathLst>
                  <a:path w="33" h="35">
                    <a:moveTo>
                      <a:pt x="14" y="7"/>
                    </a:moveTo>
                    <a:cubicBezTo>
                      <a:pt x="16" y="4"/>
                      <a:pt x="19" y="0"/>
                      <a:pt x="26" y="0"/>
                    </a:cubicBezTo>
                    <a:cubicBezTo>
                      <a:pt x="31" y="0"/>
                      <a:pt x="33" y="2"/>
                      <a:pt x="33" y="5"/>
                    </a:cubicBezTo>
                    <a:cubicBezTo>
                      <a:pt x="33" y="8"/>
                      <a:pt x="31" y="11"/>
                      <a:pt x="28" y="11"/>
                    </a:cubicBezTo>
                    <a:cubicBezTo>
                      <a:pt x="25" y="11"/>
                      <a:pt x="23" y="9"/>
                      <a:pt x="23" y="6"/>
                    </a:cubicBezTo>
                    <a:cubicBezTo>
                      <a:pt x="23" y="5"/>
                      <a:pt x="23" y="5"/>
                      <a:pt x="22" y="5"/>
                    </a:cubicBezTo>
                    <a:cubicBezTo>
                      <a:pt x="17" y="5"/>
                      <a:pt x="15" y="12"/>
                      <a:pt x="14" y="14"/>
                    </a:cubicBezTo>
                    <a:cubicBezTo>
                      <a:pt x="14" y="28"/>
                      <a:pt x="14" y="28"/>
                      <a:pt x="14" y="28"/>
                    </a:cubicBezTo>
                    <a:cubicBezTo>
                      <a:pt x="14" y="32"/>
                      <a:pt x="16" y="33"/>
                      <a:pt x="19" y="33"/>
                    </a:cubicBezTo>
                    <a:cubicBezTo>
                      <a:pt x="21" y="33"/>
                      <a:pt x="21" y="33"/>
                      <a:pt x="21" y="33"/>
                    </a:cubicBezTo>
                    <a:cubicBezTo>
                      <a:pt x="21" y="35"/>
                      <a:pt x="21" y="35"/>
                      <a:pt x="21" y="35"/>
                    </a:cubicBezTo>
                    <a:cubicBezTo>
                      <a:pt x="0" y="35"/>
                      <a:pt x="0" y="35"/>
                      <a:pt x="0" y="35"/>
                    </a:cubicBezTo>
                    <a:cubicBezTo>
                      <a:pt x="0" y="33"/>
                      <a:pt x="0" y="33"/>
                      <a:pt x="0" y="33"/>
                    </a:cubicBezTo>
                    <a:cubicBezTo>
                      <a:pt x="1" y="33"/>
                      <a:pt x="1" y="33"/>
                      <a:pt x="1" y="33"/>
                    </a:cubicBezTo>
                    <a:cubicBezTo>
                      <a:pt x="5" y="33"/>
                      <a:pt x="7" y="32"/>
                      <a:pt x="7" y="28"/>
                    </a:cubicBezTo>
                    <a:cubicBezTo>
                      <a:pt x="7" y="8"/>
                      <a:pt x="7" y="8"/>
                      <a:pt x="7" y="8"/>
                    </a:cubicBezTo>
                    <a:cubicBezTo>
                      <a:pt x="7" y="5"/>
                      <a:pt x="5" y="5"/>
                      <a:pt x="4" y="5"/>
                    </a:cubicBezTo>
                    <a:cubicBezTo>
                      <a:pt x="2" y="5"/>
                      <a:pt x="1" y="5"/>
                      <a:pt x="1" y="5"/>
                    </a:cubicBezTo>
                    <a:cubicBezTo>
                      <a:pt x="0" y="4"/>
                      <a:pt x="0" y="4"/>
                      <a:pt x="0" y="4"/>
                    </a:cubicBezTo>
                    <a:cubicBezTo>
                      <a:pt x="14" y="0"/>
                      <a:pt x="14" y="0"/>
                      <a:pt x="14" y="0"/>
                    </a:cubicBezTo>
                    <a:lnTo>
                      <a:pt x="14" y="7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等线"/>
                  <a:ea typeface="+mn-ea"/>
                  <a:cs typeface="+mn-cs"/>
                </a:endParaRPr>
              </a:p>
            </p:txBody>
          </p:sp>
          <p:sp>
            <p:nvSpPr>
              <p:cNvPr id="67" name="i$lïḓê">
                <a:extLst>
                  <a:ext uri="{FF2B5EF4-FFF2-40B4-BE49-F238E27FC236}">
                    <a16:creationId xmlns:a16="http://schemas.microsoft.com/office/drawing/2014/main" id="{6E6A6CAA-163D-FF17-D28B-50783A93AE82}"/>
                  </a:ext>
                </a:extLst>
              </p:cNvPr>
              <p:cNvSpPr/>
              <p:nvPr/>
            </p:nvSpPr>
            <p:spPr bwMode="auto">
              <a:xfrm>
                <a:off x="7902575" y="4114801"/>
                <a:ext cx="142875" cy="201613"/>
              </a:xfrm>
              <a:custGeom>
                <a:avLst/>
                <a:gdLst>
                  <a:gd name="T0" fmla="*/ 16 w 27"/>
                  <a:gd name="T1" fmla="*/ 37 h 37"/>
                  <a:gd name="T2" fmla="*/ 12 w 27"/>
                  <a:gd name="T3" fmla="*/ 36 h 37"/>
                  <a:gd name="T4" fmla="*/ 8 w 27"/>
                  <a:gd name="T5" fmla="*/ 35 h 37"/>
                  <a:gd name="T6" fmla="*/ 4 w 27"/>
                  <a:gd name="T7" fmla="*/ 37 h 37"/>
                  <a:gd name="T8" fmla="*/ 0 w 27"/>
                  <a:gd name="T9" fmla="*/ 25 h 37"/>
                  <a:gd name="T10" fmla="*/ 3 w 27"/>
                  <a:gd name="T11" fmla="*/ 24 h 37"/>
                  <a:gd name="T12" fmla="*/ 6 w 27"/>
                  <a:gd name="T13" fmla="*/ 29 h 37"/>
                  <a:gd name="T14" fmla="*/ 16 w 27"/>
                  <a:gd name="T15" fmla="*/ 34 h 37"/>
                  <a:gd name="T16" fmla="*/ 22 w 27"/>
                  <a:gd name="T17" fmla="*/ 29 h 37"/>
                  <a:gd name="T18" fmla="*/ 12 w 27"/>
                  <a:gd name="T19" fmla="*/ 21 h 37"/>
                  <a:gd name="T20" fmla="*/ 2 w 27"/>
                  <a:gd name="T21" fmla="*/ 10 h 37"/>
                  <a:gd name="T22" fmla="*/ 12 w 27"/>
                  <a:gd name="T23" fmla="*/ 0 h 37"/>
                  <a:gd name="T24" fmla="*/ 16 w 27"/>
                  <a:gd name="T25" fmla="*/ 1 h 37"/>
                  <a:gd name="T26" fmla="*/ 20 w 27"/>
                  <a:gd name="T27" fmla="*/ 1 h 37"/>
                  <a:gd name="T28" fmla="*/ 24 w 27"/>
                  <a:gd name="T29" fmla="*/ 0 h 37"/>
                  <a:gd name="T30" fmla="*/ 27 w 27"/>
                  <a:gd name="T31" fmla="*/ 11 h 37"/>
                  <a:gd name="T32" fmla="*/ 25 w 27"/>
                  <a:gd name="T33" fmla="*/ 12 h 37"/>
                  <a:gd name="T34" fmla="*/ 13 w 27"/>
                  <a:gd name="T35" fmla="*/ 3 h 37"/>
                  <a:gd name="T36" fmla="*/ 8 w 27"/>
                  <a:gd name="T37" fmla="*/ 7 h 37"/>
                  <a:gd name="T38" fmla="*/ 16 w 27"/>
                  <a:gd name="T39" fmla="*/ 14 h 37"/>
                  <a:gd name="T40" fmla="*/ 27 w 27"/>
                  <a:gd name="T41" fmla="*/ 26 h 37"/>
                  <a:gd name="T42" fmla="*/ 16 w 27"/>
                  <a:gd name="T43" fmla="*/ 37 h 3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</a:cxnLst>
                <a:rect l="0" t="0" r="r" b="b"/>
                <a:pathLst>
                  <a:path w="27" h="37">
                    <a:moveTo>
                      <a:pt x="16" y="37"/>
                    </a:moveTo>
                    <a:cubicBezTo>
                      <a:pt x="15" y="37"/>
                      <a:pt x="14" y="37"/>
                      <a:pt x="12" y="36"/>
                    </a:cubicBezTo>
                    <a:cubicBezTo>
                      <a:pt x="12" y="36"/>
                      <a:pt x="8" y="35"/>
                      <a:pt x="8" y="35"/>
                    </a:cubicBezTo>
                    <a:cubicBezTo>
                      <a:pt x="6" y="35"/>
                      <a:pt x="5" y="36"/>
                      <a:pt x="4" y="37"/>
                    </a:cubicBezTo>
                    <a:cubicBezTo>
                      <a:pt x="0" y="25"/>
                      <a:pt x="0" y="25"/>
                      <a:pt x="0" y="25"/>
                    </a:cubicBezTo>
                    <a:cubicBezTo>
                      <a:pt x="3" y="24"/>
                      <a:pt x="3" y="24"/>
                      <a:pt x="3" y="24"/>
                    </a:cubicBezTo>
                    <a:cubicBezTo>
                      <a:pt x="4" y="27"/>
                      <a:pt x="5" y="28"/>
                      <a:pt x="6" y="29"/>
                    </a:cubicBezTo>
                    <a:cubicBezTo>
                      <a:pt x="8" y="32"/>
                      <a:pt x="12" y="34"/>
                      <a:pt x="16" y="34"/>
                    </a:cubicBezTo>
                    <a:cubicBezTo>
                      <a:pt x="19" y="34"/>
                      <a:pt x="22" y="32"/>
                      <a:pt x="22" y="29"/>
                    </a:cubicBezTo>
                    <a:cubicBezTo>
                      <a:pt x="22" y="26"/>
                      <a:pt x="21" y="25"/>
                      <a:pt x="12" y="21"/>
                    </a:cubicBezTo>
                    <a:cubicBezTo>
                      <a:pt x="6" y="18"/>
                      <a:pt x="2" y="15"/>
                      <a:pt x="2" y="10"/>
                    </a:cubicBezTo>
                    <a:cubicBezTo>
                      <a:pt x="2" y="5"/>
                      <a:pt x="6" y="0"/>
                      <a:pt x="12" y="0"/>
                    </a:cubicBezTo>
                    <a:cubicBezTo>
                      <a:pt x="13" y="0"/>
                      <a:pt x="14" y="0"/>
                      <a:pt x="16" y="1"/>
                    </a:cubicBezTo>
                    <a:cubicBezTo>
                      <a:pt x="18" y="1"/>
                      <a:pt x="19" y="1"/>
                      <a:pt x="20" y="1"/>
                    </a:cubicBezTo>
                    <a:cubicBezTo>
                      <a:pt x="20" y="1"/>
                      <a:pt x="22" y="1"/>
                      <a:pt x="24" y="0"/>
                    </a:cubicBezTo>
                    <a:cubicBezTo>
                      <a:pt x="27" y="11"/>
                      <a:pt x="27" y="11"/>
                      <a:pt x="27" y="11"/>
                    </a:cubicBezTo>
                    <a:cubicBezTo>
                      <a:pt x="25" y="12"/>
                      <a:pt x="25" y="12"/>
                      <a:pt x="25" y="12"/>
                    </a:cubicBezTo>
                    <a:cubicBezTo>
                      <a:pt x="24" y="9"/>
                      <a:pt x="21" y="3"/>
                      <a:pt x="13" y="3"/>
                    </a:cubicBezTo>
                    <a:cubicBezTo>
                      <a:pt x="10" y="3"/>
                      <a:pt x="8" y="4"/>
                      <a:pt x="8" y="7"/>
                    </a:cubicBezTo>
                    <a:cubicBezTo>
                      <a:pt x="8" y="9"/>
                      <a:pt x="9" y="10"/>
                      <a:pt x="16" y="14"/>
                    </a:cubicBezTo>
                    <a:cubicBezTo>
                      <a:pt x="25" y="18"/>
                      <a:pt x="27" y="21"/>
                      <a:pt x="27" y="26"/>
                    </a:cubicBezTo>
                    <a:cubicBezTo>
                      <a:pt x="27" y="33"/>
                      <a:pt x="22" y="37"/>
                      <a:pt x="16" y="37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等线"/>
                  <a:ea typeface="+mn-ea"/>
                  <a:cs typeface="+mn-cs"/>
                </a:endParaRPr>
              </a:p>
            </p:txBody>
          </p:sp>
          <p:sp>
            <p:nvSpPr>
              <p:cNvPr id="68" name="iś1ïḍé">
                <a:extLst>
                  <a:ext uri="{FF2B5EF4-FFF2-40B4-BE49-F238E27FC236}">
                    <a16:creationId xmlns:a16="http://schemas.microsoft.com/office/drawing/2014/main" id="{08F958FD-87CC-1504-DCF1-1DDB86B814F8}"/>
                  </a:ext>
                </a:extLst>
              </p:cNvPr>
              <p:cNvSpPr/>
              <p:nvPr/>
            </p:nvSpPr>
            <p:spPr bwMode="auto">
              <a:xfrm>
                <a:off x="8070850" y="4016376"/>
                <a:ext cx="100012" cy="290513"/>
              </a:xfrm>
              <a:custGeom>
                <a:avLst/>
                <a:gdLst>
                  <a:gd name="T0" fmla="*/ 0 w 19"/>
                  <a:gd name="T1" fmla="*/ 51 h 53"/>
                  <a:gd name="T2" fmla="*/ 2 w 19"/>
                  <a:gd name="T3" fmla="*/ 51 h 53"/>
                  <a:gd name="T4" fmla="*/ 6 w 19"/>
                  <a:gd name="T5" fmla="*/ 47 h 53"/>
                  <a:gd name="T6" fmla="*/ 6 w 19"/>
                  <a:gd name="T7" fmla="*/ 26 h 53"/>
                  <a:gd name="T8" fmla="*/ 3 w 19"/>
                  <a:gd name="T9" fmla="*/ 22 h 53"/>
                  <a:gd name="T10" fmla="*/ 1 w 19"/>
                  <a:gd name="T11" fmla="*/ 23 h 53"/>
                  <a:gd name="T12" fmla="*/ 0 w 19"/>
                  <a:gd name="T13" fmla="*/ 21 h 53"/>
                  <a:gd name="T14" fmla="*/ 13 w 19"/>
                  <a:gd name="T15" fmla="*/ 18 h 53"/>
                  <a:gd name="T16" fmla="*/ 13 w 19"/>
                  <a:gd name="T17" fmla="*/ 47 h 53"/>
                  <a:gd name="T18" fmla="*/ 17 w 19"/>
                  <a:gd name="T19" fmla="*/ 51 h 53"/>
                  <a:gd name="T20" fmla="*/ 19 w 19"/>
                  <a:gd name="T21" fmla="*/ 51 h 53"/>
                  <a:gd name="T22" fmla="*/ 19 w 19"/>
                  <a:gd name="T23" fmla="*/ 53 h 53"/>
                  <a:gd name="T24" fmla="*/ 0 w 19"/>
                  <a:gd name="T25" fmla="*/ 53 h 53"/>
                  <a:gd name="T26" fmla="*/ 0 w 19"/>
                  <a:gd name="T27" fmla="*/ 51 h 53"/>
                  <a:gd name="T28" fmla="*/ 15 w 19"/>
                  <a:gd name="T29" fmla="*/ 5 h 53"/>
                  <a:gd name="T30" fmla="*/ 9 w 19"/>
                  <a:gd name="T31" fmla="*/ 10 h 53"/>
                  <a:gd name="T32" fmla="*/ 4 w 19"/>
                  <a:gd name="T33" fmla="*/ 5 h 53"/>
                  <a:gd name="T34" fmla="*/ 9 w 19"/>
                  <a:gd name="T35" fmla="*/ 0 h 53"/>
                  <a:gd name="T36" fmla="*/ 15 w 19"/>
                  <a:gd name="T37" fmla="*/ 5 h 53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</a:cxnLst>
                <a:rect l="0" t="0" r="r" b="b"/>
                <a:pathLst>
                  <a:path w="19" h="53">
                    <a:moveTo>
                      <a:pt x="0" y="51"/>
                    </a:moveTo>
                    <a:cubicBezTo>
                      <a:pt x="2" y="51"/>
                      <a:pt x="2" y="51"/>
                      <a:pt x="2" y="51"/>
                    </a:cubicBezTo>
                    <a:cubicBezTo>
                      <a:pt x="4" y="51"/>
                      <a:pt x="6" y="49"/>
                      <a:pt x="6" y="47"/>
                    </a:cubicBezTo>
                    <a:cubicBezTo>
                      <a:pt x="6" y="26"/>
                      <a:pt x="6" y="26"/>
                      <a:pt x="6" y="26"/>
                    </a:cubicBezTo>
                    <a:cubicBezTo>
                      <a:pt x="6" y="24"/>
                      <a:pt x="5" y="22"/>
                      <a:pt x="3" y="22"/>
                    </a:cubicBezTo>
                    <a:cubicBezTo>
                      <a:pt x="3" y="22"/>
                      <a:pt x="2" y="22"/>
                      <a:pt x="1" y="23"/>
                    </a:cubicBezTo>
                    <a:cubicBezTo>
                      <a:pt x="0" y="21"/>
                      <a:pt x="0" y="21"/>
                      <a:pt x="0" y="21"/>
                    </a:cubicBezTo>
                    <a:cubicBezTo>
                      <a:pt x="13" y="18"/>
                      <a:pt x="13" y="18"/>
                      <a:pt x="13" y="18"/>
                    </a:cubicBezTo>
                    <a:cubicBezTo>
                      <a:pt x="13" y="47"/>
                      <a:pt x="13" y="47"/>
                      <a:pt x="13" y="47"/>
                    </a:cubicBezTo>
                    <a:cubicBezTo>
                      <a:pt x="13" y="50"/>
                      <a:pt x="14" y="51"/>
                      <a:pt x="17" y="51"/>
                    </a:cubicBezTo>
                    <a:cubicBezTo>
                      <a:pt x="19" y="51"/>
                      <a:pt x="19" y="51"/>
                      <a:pt x="19" y="51"/>
                    </a:cubicBezTo>
                    <a:cubicBezTo>
                      <a:pt x="19" y="53"/>
                      <a:pt x="19" y="53"/>
                      <a:pt x="19" y="53"/>
                    </a:cubicBezTo>
                    <a:cubicBezTo>
                      <a:pt x="0" y="53"/>
                      <a:pt x="0" y="53"/>
                      <a:pt x="0" y="53"/>
                    </a:cubicBezTo>
                    <a:lnTo>
                      <a:pt x="0" y="51"/>
                    </a:lnTo>
                    <a:close/>
                    <a:moveTo>
                      <a:pt x="15" y="5"/>
                    </a:moveTo>
                    <a:cubicBezTo>
                      <a:pt x="15" y="7"/>
                      <a:pt x="12" y="10"/>
                      <a:pt x="9" y="10"/>
                    </a:cubicBezTo>
                    <a:cubicBezTo>
                      <a:pt x="7" y="10"/>
                      <a:pt x="4" y="7"/>
                      <a:pt x="4" y="5"/>
                    </a:cubicBezTo>
                    <a:cubicBezTo>
                      <a:pt x="4" y="2"/>
                      <a:pt x="7" y="0"/>
                      <a:pt x="9" y="0"/>
                    </a:cubicBezTo>
                    <a:cubicBezTo>
                      <a:pt x="12" y="0"/>
                      <a:pt x="15" y="2"/>
                      <a:pt x="15" y="5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等线"/>
                  <a:ea typeface="+mn-ea"/>
                  <a:cs typeface="+mn-cs"/>
                </a:endParaRPr>
              </a:p>
            </p:txBody>
          </p:sp>
          <p:sp>
            <p:nvSpPr>
              <p:cNvPr id="69" name="íşļîḓé">
                <a:extLst>
                  <a:ext uri="{FF2B5EF4-FFF2-40B4-BE49-F238E27FC236}">
                    <a16:creationId xmlns:a16="http://schemas.microsoft.com/office/drawing/2014/main" id="{06085286-64F8-6459-826D-7006F78D3B02}"/>
                  </a:ext>
                </a:extLst>
              </p:cNvPr>
              <p:cNvSpPr/>
              <p:nvPr/>
            </p:nvSpPr>
            <p:spPr bwMode="auto">
              <a:xfrm>
                <a:off x="8186738" y="4054476"/>
                <a:ext cx="127000" cy="261938"/>
              </a:xfrm>
              <a:custGeom>
                <a:avLst/>
                <a:gdLst>
                  <a:gd name="T0" fmla="*/ 0 w 24"/>
                  <a:gd name="T1" fmla="*/ 15 h 48"/>
                  <a:gd name="T2" fmla="*/ 0 w 24"/>
                  <a:gd name="T3" fmla="*/ 12 h 48"/>
                  <a:gd name="T4" fmla="*/ 11 w 24"/>
                  <a:gd name="T5" fmla="*/ 3 h 48"/>
                  <a:gd name="T6" fmla="*/ 11 w 24"/>
                  <a:gd name="T7" fmla="*/ 0 h 48"/>
                  <a:gd name="T8" fmla="*/ 14 w 24"/>
                  <a:gd name="T9" fmla="*/ 0 h 48"/>
                  <a:gd name="T10" fmla="*/ 14 w 24"/>
                  <a:gd name="T11" fmla="*/ 12 h 48"/>
                  <a:gd name="T12" fmla="*/ 24 w 24"/>
                  <a:gd name="T13" fmla="*/ 12 h 48"/>
                  <a:gd name="T14" fmla="*/ 24 w 24"/>
                  <a:gd name="T15" fmla="*/ 15 h 48"/>
                  <a:gd name="T16" fmla="*/ 14 w 24"/>
                  <a:gd name="T17" fmla="*/ 15 h 48"/>
                  <a:gd name="T18" fmla="*/ 14 w 24"/>
                  <a:gd name="T19" fmla="*/ 39 h 48"/>
                  <a:gd name="T20" fmla="*/ 18 w 24"/>
                  <a:gd name="T21" fmla="*/ 44 h 48"/>
                  <a:gd name="T22" fmla="*/ 23 w 24"/>
                  <a:gd name="T23" fmla="*/ 41 h 48"/>
                  <a:gd name="T24" fmla="*/ 24 w 24"/>
                  <a:gd name="T25" fmla="*/ 42 h 48"/>
                  <a:gd name="T26" fmla="*/ 14 w 24"/>
                  <a:gd name="T27" fmla="*/ 48 h 48"/>
                  <a:gd name="T28" fmla="*/ 6 w 24"/>
                  <a:gd name="T29" fmla="*/ 39 h 48"/>
                  <a:gd name="T30" fmla="*/ 6 w 24"/>
                  <a:gd name="T31" fmla="*/ 15 h 48"/>
                  <a:gd name="T32" fmla="*/ 0 w 24"/>
                  <a:gd name="T33" fmla="*/ 15 h 4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</a:cxnLst>
                <a:rect l="0" t="0" r="r" b="b"/>
                <a:pathLst>
                  <a:path w="24" h="48">
                    <a:moveTo>
                      <a:pt x="0" y="15"/>
                    </a:moveTo>
                    <a:cubicBezTo>
                      <a:pt x="0" y="12"/>
                      <a:pt x="0" y="12"/>
                      <a:pt x="0" y="12"/>
                    </a:cubicBezTo>
                    <a:cubicBezTo>
                      <a:pt x="10" y="12"/>
                      <a:pt x="11" y="4"/>
                      <a:pt x="11" y="3"/>
                    </a:cubicBezTo>
                    <a:cubicBezTo>
                      <a:pt x="11" y="0"/>
                      <a:pt x="11" y="0"/>
                      <a:pt x="11" y="0"/>
                    </a:cubicBezTo>
                    <a:cubicBezTo>
                      <a:pt x="14" y="0"/>
                      <a:pt x="14" y="0"/>
                      <a:pt x="14" y="0"/>
                    </a:cubicBezTo>
                    <a:cubicBezTo>
                      <a:pt x="14" y="12"/>
                      <a:pt x="14" y="12"/>
                      <a:pt x="14" y="12"/>
                    </a:cubicBezTo>
                    <a:cubicBezTo>
                      <a:pt x="24" y="12"/>
                      <a:pt x="24" y="12"/>
                      <a:pt x="24" y="12"/>
                    </a:cubicBezTo>
                    <a:cubicBezTo>
                      <a:pt x="24" y="15"/>
                      <a:pt x="24" y="15"/>
                      <a:pt x="24" y="15"/>
                    </a:cubicBezTo>
                    <a:cubicBezTo>
                      <a:pt x="14" y="15"/>
                      <a:pt x="14" y="15"/>
                      <a:pt x="14" y="15"/>
                    </a:cubicBezTo>
                    <a:cubicBezTo>
                      <a:pt x="14" y="39"/>
                      <a:pt x="14" y="39"/>
                      <a:pt x="14" y="39"/>
                    </a:cubicBezTo>
                    <a:cubicBezTo>
                      <a:pt x="14" y="43"/>
                      <a:pt x="16" y="44"/>
                      <a:pt x="18" y="44"/>
                    </a:cubicBezTo>
                    <a:cubicBezTo>
                      <a:pt x="20" y="44"/>
                      <a:pt x="21" y="42"/>
                      <a:pt x="23" y="41"/>
                    </a:cubicBezTo>
                    <a:cubicBezTo>
                      <a:pt x="24" y="42"/>
                      <a:pt x="24" y="42"/>
                      <a:pt x="24" y="42"/>
                    </a:cubicBezTo>
                    <a:cubicBezTo>
                      <a:pt x="22" y="45"/>
                      <a:pt x="19" y="48"/>
                      <a:pt x="14" y="48"/>
                    </a:cubicBezTo>
                    <a:cubicBezTo>
                      <a:pt x="9" y="48"/>
                      <a:pt x="6" y="44"/>
                      <a:pt x="6" y="39"/>
                    </a:cubicBezTo>
                    <a:cubicBezTo>
                      <a:pt x="6" y="15"/>
                      <a:pt x="6" y="15"/>
                      <a:pt x="6" y="15"/>
                    </a:cubicBezTo>
                    <a:lnTo>
                      <a:pt x="0" y="15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等线"/>
                  <a:ea typeface="+mn-ea"/>
                  <a:cs typeface="+mn-cs"/>
                </a:endParaRPr>
              </a:p>
            </p:txBody>
          </p:sp>
          <p:sp>
            <p:nvSpPr>
              <p:cNvPr id="70" name="ïṡḻîḑè">
                <a:extLst>
                  <a:ext uri="{FF2B5EF4-FFF2-40B4-BE49-F238E27FC236}">
                    <a16:creationId xmlns:a16="http://schemas.microsoft.com/office/drawing/2014/main" id="{1EDE8A17-79B8-B360-12EC-80EE8C053B92}"/>
                  </a:ext>
                </a:extLst>
              </p:cNvPr>
              <p:cNvSpPr/>
              <p:nvPr/>
            </p:nvSpPr>
            <p:spPr bwMode="auto">
              <a:xfrm>
                <a:off x="8329613" y="4119564"/>
                <a:ext cx="198437" cy="252413"/>
              </a:xfrm>
              <a:custGeom>
                <a:avLst/>
                <a:gdLst>
                  <a:gd name="T0" fmla="*/ 36 w 38"/>
                  <a:gd name="T1" fmla="*/ 3 h 46"/>
                  <a:gd name="T2" fmla="*/ 31 w 38"/>
                  <a:gd name="T3" fmla="*/ 8 h 46"/>
                  <a:gd name="T4" fmla="*/ 19 w 38"/>
                  <a:gd name="T5" fmla="*/ 37 h 46"/>
                  <a:gd name="T6" fmla="*/ 7 w 38"/>
                  <a:gd name="T7" fmla="*/ 46 h 46"/>
                  <a:gd name="T8" fmla="*/ 2 w 38"/>
                  <a:gd name="T9" fmla="*/ 41 h 46"/>
                  <a:gd name="T10" fmla="*/ 7 w 38"/>
                  <a:gd name="T11" fmla="*/ 36 h 46"/>
                  <a:gd name="T12" fmla="*/ 11 w 38"/>
                  <a:gd name="T13" fmla="*/ 40 h 46"/>
                  <a:gd name="T14" fmla="*/ 12 w 38"/>
                  <a:gd name="T15" fmla="*/ 41 h 46"/>
                  <a:gd name="T16" fmla="*/ 17 w 38"/>
                  <a:gd name="T17" fmla="*/ 35 h 46"/>
                  <a:gd name="T18" fmla="*/ 18 w 38"/>
                  <a:gd name="T19" fmla="*/ 34 h 46"/>
                  <a:gd name="T20" fmla="*/ 6 w 38"/>
                  <a:gd name="T21" fmla="*/ 7 h 46"/>
                  <a:gd name="T22" fmla="*/ 1 w 38"/>
                  <a:gd name="T23" fmla="*/ 3 h 46"/>
                  <a:gd name="T24" fmla="*/ 0 w 38"/>
                  <a:gd name="T25" fmla="*/ 3 h 46"/>
                  <a:gd name="T26" fmla="*/ 0 w 38"/>
                  <a:gd name="T27" fmla="*/ 0 h 46"/>
                  <a:gd name="T28" fmla="*/ 18 w 38"/>
                  <a:gd name="T29" fmla="*/ 0 h 46"/>
                  <a:gd name="T30" fmla="*/ 18 w 38"/>
                  <a:gd name="T31" fmla="*/ 3 h 46"/>
                  <a:gd name="T32" fmla="*/ 16 w 38"/>
                  <a:gd name="T33" fmla="*/ 3 h 46"/>
                  <a:gd name="T34" fmla="*/ 14 w 38"/>
                  <a:gd name="T35" fmla="*/ 5 h 46"/>
                  <a:gd name="T36" fmla="*/ 15 w 38"/>
                  <a:gd name="T37" fmla="*/ 8 h 46"/>
                  <a:gd name="T38" fmla="*/ 22 w 38"/>
                  <a:gd name="T39" fmla="*/ 24 h 46"/>
                  <a:gd name="T40" fmla="*/ 28 w 38"/>
                  <a:gd name="T41" fmla="*/ 8 h 46"/>
                  <a:gd name="T42" fmla="*/ 29 w 38"/>
                  <a:gd name="T43" fmla="*/ 5 h 46"/>
                  <a:gd name="T44" fmla="*/ 26 w 38"/>
                  <a:gd name="T45" fmla="*/ 3 h 46"/>
                  <a:gd name="T46" fmla="*/ 23 w 38"/>
                  <a:gd name="T47" fmla="*/ 3 h 46"/>
                  <a:gd name="T48" fmla="*/ 23 w 38"/>
                  <a:gd name="T49" fmla="*/ 0 h 46"/>
                  <a:gd name="T50" fmla="*/ 38 w 38"/>
                  <a:gd name="T51" fmla="*/ 0 h 46"/>
                  <a:gd name="T52" fmla="*/ 38 w 38"/>
                  <a:gd name="T53" fmla="*/ 3 h 46"/>
                  <a:gd name="T54" fmla="*/ 36 w 38"/>
                  <a:gd name="T55" fmla="*/ 3 h 4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</a:cxnLst>
                <a:rect l="0" t="0" r="r" b="b"/>
                <a:pathLst>
                  <a:path w="38" h="46">
                    <a:moveTo>
                      <a:pt x="36" y="3"/>
                    </a:moveTo>
                    <a:cubicBezTo>
                      <a:pt x="33" y="3"/>
                      <a:pt x="32" y="6"/>
                      <a:pt x="31" y="8"/>
                    </a:cubicBezTo>
                    <a:cubicBezTo>
                      <a:pt x="19" y="37"/>
                      <a:pt x="19" y="37"/>
                      <a:pt x="19" y="37"/>
                    </a:cubicBezTo>
                    <a:cubicBezTo>
                      <a:pt x="17" y="42"/>
                      <a:pt x="12" y="46"/>
                      <a:pt x="7" y="46"/>
                    </a:cubicBezTo>
                    <a:cubicBezTo>
                      <a:pt x="4" y="46"/>
                      <a:pt x="2" y="44"/>
                      <a:pt x="2" y="41"/>
                    </a:cubicBezTo>
                    <a:cubicBezTo>
                      <a:pt x="2" y="38"/>
                      <a:pt x="4" y="36"/>
                      <a:pt x="7" y="36"/>
                    </a:cubicBezTo>
                    <a:cubicBezTo>
                      <a:pt x="10" y="36"/>
                      <a:pt x="10" y="38"/>
                      <a:pt x="11" y="40"/>
                    </a:cubicBezTo>
                    <a:cubicBezTo>
                      <a:pt x="12" y="41"/>
                      <a:pt x="12" y="41"/>
                      <a:pt x="12" y="41"/>
                    </a:cubicBezTo>
                    <a:cubicBezTo>
                      <a:pt x="14" y="41"/>
                      <a:pt x="17" y="37"/>
                      <a:pt x="17" y="35"/>
                    </a:cubicBezTo>
                    <a:cubicBezTo>
                      <a:pt x="18" y="34"/>
                      <a:pt x="18" y="34"/>
                      <a:pt x="18" y="34"/>
                    </a:cubicBezTo>
                    <a:cubicBezTo>
                      <a:pt x="6" y="7"/>
                      <a:pt x="6" y="7"/>
                      <a:pt x="6" y="7"/>
                    </a:cubicBezTo>
                    <a:cubicBezTo>
                      <a:pt x="5" y="4"/>
                      <a:pt x="3" y="3"/>
                      <a:pt x="1" y="3"/>
                    </a:cubicBezTo>
                    <a:cubicBezTo>
                      <a:pt x="0" y="3"/>
                      <a:pt x="0" y="3"/>
                      <a:pt x="0" y="3"/>
                    </a:cubicBezTo>
                    <a:cubicBezTo>
                      <a:pt x="0" y="0"/>
                      <a:pt x="0" y="0"/>
                      <a:pt x="0" y="0"/>
                    </a:cubicBezTo>
                    <a:cubicBezTo>
                      <a:pt x="18" y="0"/>
                      <a:pt x="18" y="0"/>
                      <a:pt x="18" y="0"/>
                    </a:cubicBezTo>
                    <a:cubicBezTo>
                      <a:pt x="18" y="3"/>
                      <a:pt x="18" y="3"/>
                      <a:pt x="18" y="3"/>
                    </a:cubicBezTo>
                    <a:cubicBezTo>
                      <a:pt x="16" y="3"/>
                      <a:pt x="16" y="3"/>
                      <a:pt x="16" y="3"/>
                    </a:cubicBezTo>
                    <a:cubicBezTo>
                      <a:pt x="15" y="3"/>
                      <a:pt x="14" y="4"/>
                      <a:pt x="14" y="5"/>
                    </a:cubicBezTo>
                    <a:cubicBezTo>
                      <a:pt x="14" y="6"/>
                      <a:pt x="14" y="7"/>
                      <a:pt x="15" y="8"/>
                    </a:cubicBezTo>
                    <a:cubicBezTo>
                      <a:pt x="22" y="24"/>
                      <a:pt x="22" y="24"/>
                      <a:pt x="22" y="24"/>
                    </a:cubicBezTo>
                    <a:cubicBezTo>
                      <a:pt x="28" y="8"/>
                      <a:pt x="28" y="8"/>
                      <a:pt x="28" y="8"/>
                    </a:cubicBezTo>
                    <a:cubicBezTo>
                      <a:pt x="29" y="7"/>
                      <a:pt x="29" y="6"/>
                      <a:pt x="29" y="5"/>
                    </a:cubicBezTo>
                    <a:cubicBezTo>
                      <a:pt x="29" y="4"/>
                      <a:pt x="27" y="3"/>
                      <a:pt x="26" y="3"/>
                    </a:cubicBezTo>
                    <a:cubicBezTo>
                      <a:pt x="23" y="3"/>
                      <a:pt x="23" y="3"/>
                      <a:pt x="23" y="3"/>
                    </a:cubicBezTo>
                    <a:cubicBezTo>
                      <a:pt x="23" y="0"/>
                      <a:pt x="23" y="0"/>
                      <a:pt x="23" y="0"/>
                    </a:cubicBezTo>
                    <a:cubicBezTo>
                      <a:pt x="38" y="0"/>
                      <a:pt x="38" y="0"/>
                      <a:pt x="38" y="0"/>
                    </a:cubicBezTo>
                    <a:cubicBezTo>
                      <a:pt x="38" y="3"/>
                      <a:pt x="38" y="3"/>
                      <a:pt x="38" y="3"/>
                    </a:cubicBezTo>
                    <a:lnTo>
                      <a:pt x="36" y="3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等线"/>
                  <a:ea typeface="+mn-ea"/>
                  <a:cs typeface="+mn-cs"/>
                </a:endParaRPr>
              </a:p>
            </p:txBody>
          </p:sp>
        </p:grpSp>
        <p:grpSp>
          <p:nvGrpSpPr>
            <p:cNvPr id="43" name="ísḷîḓe">
              <a:extLst>
                <a:ext uri="{FF2B5EF4-FFF2-40B4-BE49-F238E27FC236}">
                  <a16:creationId xmlns:a16="http://schemas.microsoft.com/office/drawing/2014/main" id="{E09E2F4E-C70F-A9AB-8F7E-2165FAD206CD}"/>
                </a:ext>
              </a:extLst>
            </p:cNvPr>
            <p:cNvGrpSpPr/>
            <p:nvPr/>
          </p:nvGrpSpPr>
          <p:grpSpPr>
            <a:xfrm>
              <a:off x="5477124" y="2634664"/>
              <a:ext cx="741350" cy="1171206"/>
              <a:chOff x="4718050" y="4784723"/>
              <a:chExt cx="755650" cy="1193799"/>
            </a:xfrm>
            <a:grpFill/>
          </p:grpSpPr>
          <p:sp>
            <p:nvSpPr>
              <p:cNvPr id="54" name="ïṡļîḑê">
                <a:extLst>
                  <a:ext uri="{FF2B5EF4-FFF2-40B4-BE49-F238E27FC236}">
                    <a16:creationId xmlns:a16="http://schemas.microsoft.com/office/drawing/2014/main" id="{AEF131DD-A274-5122-3942-708D5EC819D1}"/>
                  </a:ext>
                </a:extLst>
              </p:cNvPr>
              <p:cNvSpPr/>
              <p:nvPr/>
            </p:nvSpPr>
            <p:spPr bwMode="auto">
              <a:xfrm>
                <a:off x="4718050" y="4784723"/>
                <a:ext cx="373063" cy="1193799"/>
              </a:xfrm>
              <a:custGeom>
                <a:avLst/>
                <a:gdLst>
                  <a:gd name="T0" fmla="*/ 279 w 367"/>
                  <a:gd name="T1" fmla="*/ 506 h 1171"/>
                  <a:gd name="T2" fmla="*/ 247 w 367"/>
                  <a:gd name="T3" fmla="*/ 408 h 1171"/>
                  <a:gd name="T4" fmla="*/ 207 w 367"/>
                  <a:gd name="T5" fmla="*/ 413 h 1171"/>
                  <a:gd name="T6" fmla="*/ 257 w 367"/>
                  <a:gd name="T7" fmla="*/ 316 h 1171"/>
                  <a:gd name="T8" fmla="*/ 275 w 367"/>
                  <a:gd name="T9" fmla="*/ 282 h 1171"/>
                  <a:gd name="T10" fmla="*/ 295 w 367"/>
                  <a:gd name="T11" fmla="*/ 258 h 1171"/>
                  <a:gd name="T12" fmla="*/ 312 w 367"/>
                  <a:gd name="T13" fmla="*/ 221 h 1171"/>
                  <a:gd name="T14" fmla="*/ 352 w 367"/>
                  <a:gd name="T15" fmla="*/ 167 h 1171"/>
                  <a:gd name="T16" fmla="*/ 365 w 367"/>
                  <a:gd name="T17" fmla="*/ 133 h 1171"/>
                  <a:gd name="T18" fmla="*/ 365 w 367"/>
                  <a:gd name="T19" fmla="*/ 119 h 1171"/>
                  <a:gd name="T20" fmla="*/ 285 w 367"/>
                  <a:gd name="T21" fmla="*/ 1 h 1171"/>
                  <a:gd name="T22" fmla="*/ 277 w 367"/>
                  <a:gd name="T23" fmla="*/ 73 h 1171"/>
                  <a:gd name="T24" fmla="*/ 277 w 367"/>
                  <a:gd name="T25" fmla="*/ 92 h 1171"/>
                  <a:gd name="T26" fmla="*/ 295 w 367"/>
                  <a:gd name="T27" fmla="*/ 149 h 1171"/>
                  <a:gd name="T28" fmla="*/ 199 w 367"/>
                  <a:gd name="T29" fmla="*/ 333 h 1171"/>
                  <a:gd name="T30" fmla="*/ 149 w 367"/>
                  <a:gd name="T31" fmla="*/ 412 h 1171"/>
                  <a:gd name="T32" fmla="*/ 127 w 367"/>
                  <a:gd name="T33" fmla="*/ 499 h 1171"/>
                  <a:gd name="T34" fmla="*/ 196 w 367"/>
                  <a:gd name="T35" fmla="*/ 505 h 1171"/>
                  <a:gd name="T36" fmla="*/ 210 w 367"/>
                  <a:gd name="T37" fmla="*/ 498 h 1171"/>
                  <a:gd name="T38" fmla="*/ 178 w 367"/>
                  <a:gd name="T39" fmla="*/ 591 h 1171"/>
                  <a:gd name="T40" fmla="*/ 159 w 367"/>
                  <a:gd name="T41" fmla="*/ 636 h 1171"/>
                  <a:gd name="T42" fmla="*/ 139 w 367"/>
                  <a:gd name="T43" fmla="*/ 677 h 1171"/>
                  <a:gd name="T44" fmla="*/ 124 w 367"/>
                  <a:gd name="T45" fmla="*/ 701 h 1171"/>
                  <a:gd name="T46" fmla="*/ 77 w 367"/>
                  <a:gd name="T47" fmla="*/ 785 h 1171"/>
                  <a:gd name="T48" fmla="*/ 46 w 367"/>
                  <a:gd name="T49" fmla="*/ 829 h 1171"/>
                  <a:gd name="T50" fmla="*/ 35 w 367"/>
                  <a:gd name="T51" fmla="*/ 857 h 1171"/>
                  <a:gd name="T52" fmla="*/ 11 w 367"/>
                  <a:gd name="T53" fmla="*/ 897 h 1171"/>
                  <a:gd name="T54" fmla="*/ 12 w 367"/>
                  <a:gd name="T55" fmla="*/ 906 h 1171"/>
                  <a:gd name="T56" fmla="*/ 0 w 367"/>
                  <a:gd name="T57" fmla="*/ 948 h 1171"/>
                  <a:gd name="T58" fmla="*/ 10 w 367"/>
                  <a:gd name="T59" fmla="*/ 959 h 1171"/>
                  <a:gd name="T60" fmla="*/ 77 w 367"/>
                  <a:gd name="T61" fmla="*/ 893 h 1171"/>
                  <a:gd name="T62" fmla="*/ 113 w 367"/>
                  <a:gd name="T63" fmla="*/ 854 h 1171"/>
                  <a:gd name="T64" fmla="*/ 138 w 367"/>
                  <a:gd name="T65" fmla="*/ 817 h 1171"/>
                  <a:gd name="T66" fmla="*/ 140 w 367"/>
                  <a:gd name="T67" fmla="*/ 876 h 1171"/>
                  <a:gd name="T68" fmla="*/ 138 w 367"/>
                  <a:gd name="T69" fmla="*/ 913 h 1171"/>
                  <a:gd name="T70" fmla="*/ 140 w 367"/>
                  <a:gd name="T71" fmla="*/ 926 h 1171"/>
                  <a:gd name="T72" fmla="*/ 133 w 367"/>
                  <a:gd name="T73" fmla="*/ 970 h 1171"/>
                  <a:gd name="T74" fmla="*/ 133 w 367"/>
                  <a:gd name="T75" fmla="*/ 994 h 1171"/>
                  <a:gd name="T76" fmla="*/ 128 w 367"/>
                  <a:gd name="T77" fmla="*/ 999 h 1171"/>
                  <a:gd name="T78" fmla="*/ 127 w 367"/>
                  <a:gd name="T79" fmla="*/ 1073 h 1171"/>
                  <a:gd name="T80" fmla="*/ 157 w 367"/>
                  <a:gd name="T81" fmla="*/ 1171 h 1171"/>
                  <a:gd name="T82" fmla="*/ 179 w 367"/>
                  <a:gd name="T83" fmla="*/ 1170 h 1171"/>
                  <a:gd name="T84" fmla="*/ 192 w 367"/>
                  <a:gd name="T85" fmla="*/ 1159 h 1171"/>
                  <a:gd name="T86" fmla="*/ 201 w 367"/>
                  <a:gd name="T87" fmla="*/ 1137 h 1171"/>
                  <a:gd name="T88" fmla="*/ 205 w 367"/>
                  <a:gd name="T89" fmla="*/ 1075 h 1171"/>
                  <a:gd name="T90" fmla="*/ 198 w 367"/>
                  <a:gd name="T91" fmla="*/ 1069 h 1171"/>
                  <a:gd name="T92" fmla="*/ 198 w 367"/>
                  <a:gd name="T93" fmla="*/ 950 h 1171"/>
                  <a:gd name="T94" fmla="*/ 205 w 367"/>
                  <a:gd name="T95" fmla="*/ 935 h 1171"/>
                  <a:gd name="T96" fmla="*/ 205 w 367"/>
                  <a:gd name="T97" fmla="*/ 916 h 1171"/>
                  <a:gd name="T98" fmla="*/ 210 w 367"/>
                  <a:gd name="T99" fmla="*/ 893 h 1171"/>
                  <a:gd name="T100" fmla="*/ 209 w 367"/>
                  <a:gd name="T101" fmla="*/ 878 h 1171"/>
                  <a:gd name="T102" fmla="*/ 220 w 367"/>
                  <a:gd name="T103" fmla="*/ 842 h 1171"/>
                  <a:gd name="T104" fmla="*/ 220 w 367"/>
                  <a:gd name="T105" fmla="*/ 814 h 1171"/>
                  <a:gd name="T106" fmla="*/ 181 w 367"/>
                  <a:gd name="T107" fmla="*/ 711 h 1171"/>
                  <a:gd name="T108" fmla="*/ 210 w 367"/>
                  <a:gd name="T109" fmla="*/ 643 h 1171"/>
                  <a:gd name="T110" fmla="*/ 279 w 367"/>
                  <a:gd name="T111" fmla="*/ 506 h 117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  <a:cxn ang="0">
                    <a:pos x="T90" y="T91"/>
                  </a:cxn>
                  <a:cxn ang="0">
                    <a:pos x="T92" y="T93"/>
                  </a:cxn>
                  <a:cxn ang="0">
                    <a:pos x="T94" y="T95"/>
                  </a:cxn>
                  <a:cxn ang="0">
                    <a:pos x="T96" y="T97"/>
                  </a:cxn>
                  <a:cxn ang="0">
                    <a:pos x="T98" y="T99"/>
                  </a:cxn>
                  <a:cxn ang="0">
                    <a:pos x="T100" y="T101"/>
                  </a:cxn>
                  <a:cxn ang="0">
                    <a:pos x="T102" y="T103"/>
                  </a:cxn>
                  <a:cxn ang="0">
                    <a:pos x="T104" y="T105"/>
                  </a:cxn>
                  <a:cxn ang="0">
                    <a:pos x="T106" y="T107"/>
                  </a:cxn>
                  <a:cxn ang="0">
                    <a:pos x="T108" y="T109"/>
                  </a:cxn>
                  <a:cxn ang="0">
                    <a:pos x="T110" y="T111"/>
                  </a:cxn>
                </a:cxnLst>
                <a:rect l="0" t="0" r="r" b="b"/>
                <a:pathLst>
                  <a:path w="367" h="1171">
                    <a:moveTo>
                      <a:pt x="279" y="506"/>
                    </a:moveTo>
                    <a:cubicBezTo>
                      <a:pt x="298" y="459"/>
                      <a:pt x="292" y="421"/>
                      <a:pt x="247" y="408"/>
                    </a:cubicBezTo>
                    <a:cubicBezTo>
                      <a:pt x="230" y="403"/>
                      <a:pt x="221" y="412"/>
                      <a:pt x="207" y="413"/>
                    </a:cubicBezTo>
                    <a:cubicBezTo>
                      <a:pt x="225" y="375"/>
                      <a:pt x="242" y="350"/>
                      <a:pt x="257" y="316"/>
                    </a:cubicBezTo>
                    <a:cubicBezTo>
                      <a:pt x="261" y="307"/>
                      <a:pt x="278" y="293"/>
                      <a:pt x="275" y="282"/>
                    </a:cubicBezTo>
                    <a:cubicBezTo>
                      <a:pt x="281" y="273"/>
                      <a:pt x="290" y="266"/>
                      <a:pt x="295" y="258"/>
                    </a:cubicBezTo>
                    <a:cubicBezTo>
                      <a:pt x="302" y="245"/>
                      <a:pt x="303" y="232"/>
                      <a:pt x="312" y="221"/>
                    </a:cubicBezTo>
                    <a:cubicBezTo>
                      <a:pt x="321" y="208"/>
                      <a:pt x="345" y="182"/>
                      <a:pt x="352" y="167"/>
                    </a:cubicBezTo>
                    <a:cubicBezTo>
                      <a:pt x="356" y="156"/>
                      <a:pt x="360" y="144"/>
                      <a:pt x="365" y="133"/>
                    </a:cubicBezTo>
                    <a:cubicBezTo>
                      <a:pt x="367" y="126"/>
                      <a:pt x="363" y="122"/>
                      <a:pt x="365" y="119"/>
                    </a:cubicBezTo>
                    <a:cubicBezTo>
                      <a:pt x="365" y="68"/>
                      <a:pt x="339" y="0"/>
                      <a:pt x="285" y="1"/>
                    </a:cubicBezTo>
                    <a:cubicBezTo>
                      <a:pt x="276" y="21"/>
                      <a:pt x="270" y="45"/>
                      <a:pt x="277" y="73"/>
                    </a:cubicBezTo>
                    <a:cubicBezTo>
                      <a:pt x="277" y="79"/>
                      <a:pt x="277" y="85"/>
                      <a:pt x="277" y="92"/>
                    </a:cubicBezTo>
                    <a:cubicBezTo>
                      <a:pt x="280" y="99"/>
                      <a:pt x="299" y="140"/>
                      <a:pt x="295" y="149"/>
                    </a:cubicBezTo>
                    <a:cubicBezTo>
                      <a:pt x="264" y="215"/>
                      <a:pt x="234" y="276"/>
                      <a:pt x="199" y="333"/>
                    </a:cubicBezTo>
                    <a:cubicBezTo>
                      <a:pt x="186" y="354"/>
                      <a:pt x="156" y="390"/>
                      <a:pt x="149" y="412"/>
                    </a:cubicBezTo>
                    <a:cubicBezTo>
                      <a:pt x="142" y="432"/>
                      <a:pt x="105" y="464"/>
                      <a:pt x="127" y="499"/>
                    </a:cubicBezTo>
                    <a:cubicBezTo>
                      <a:pt x="136" y="514"/>
                      <a:pt x="178" y="517"/>
                      <a:pt x="196" y="505"/>
                    </a:cubicBezTo>
                    <a:cubicBezTo>
                      <a:pt x="200" y="503"/>
                      <a:pt x="202" y="499"/>
                      <a:pt x="210" y="498"/>
                    </a:cubicBezTo>
                    <a:cubicBezTo>
                      <a:pt x="204" y="536"/>
                      <a:pt x="195" y="561"/>
                      <a:pt x="178" y="591"/>
                    </a:cubicBezTo>
                    <a:cubicBezTo>
                      <a:pt x="182" y="599"/>
                      <a:pt x="159" y="628"/>
                      <a:pt x="159" y="636"/>
                    </a:cubicBezTo>
                    <a:cubicBezTo>
                      <a:pt x="159" y="642"/>
                      <a:pt x="143" y="669"/>
                      <a:pt x="139" y="677"/>
                    </a:cubicBezTo>
                    <a:cubicBezTo>
                      <a:pt x="142" y="682"/>
                      <a:pt x="125" y="697"/>
                      <a:pt x="124" y="701"/>
                    </a:cubicBezTo>
                    <a:cubicBezTo>
                      <a:pt x="109" y="734"/>
                      <a:pt x="93" y="755"/>
                      <a:pt x="77" y="785"/>
                    </a:cubicBezTo>
                    <a:cubicBezTo>
                      <a:pt x="69" y="801"/>
                      <a:pt x="56" y="815"/>
                      <a:pt x="46" y="829"/>
                    </a:cubicBezTo>
                    <a:cubicBezTo>
                      <a:pt x="40" y="839"/>
                      <a:pt x="41" y="845"/>
                      <a:pt x="35" y="857"/>
                    </a:cubicBezTo>
                    <a:cubicBezTo>
                      <a:pt x="30" y="869"/>
                      <a:pt x="15" y="883"/>
                      <a:pt x="11" y="897"/>
                    </a:cubicBezTo>
                    <a:cubicBezTo>
                      <a:pt x="12" y="900"/>
                      <a:pt x="12" y="903"/>
                      <a:pt x="12" y="906"/>
                    </a:cubicBezTo>
                    <a:cubicBezTo>
                      <a:pt x="7" y="917"/>
                      <a:pt x="0" y="932"/>
                      <a:pt x="0" y="948"/>
                    </a:cubicBezTo>
                    <a:cubicBezTo>
                      <a:pt x="3" y="952"/>
                      <a:pt x="6" y="955"/>
                      <a:pt x="10" y="959"/>
                    </a:cubicBezTo>
                    <a:cubicBezTo>
                      <a:pt x="33" y="957"/>
                      <a:pt x="68" y="913"/>
                      <a:pt x="77" y="893"/>
                    </a:cubicBezTo>
                    <a:cubicBezTo>
                      <a:pt x="84" y="881"/>
                      <a:pt x="104" y="868"/>
                      <a:pt x="113" y="854"/>
                    </a:cubicBezTo>
                    <a:cubicBezTo>
                      <a:pt x="120" y="844"/>
                      <a:pt x="126" y="820"/>
                      <a:pt x="138" y="817"/>
                    </a:cubicBezTo>
                    <a:cubicBezTo>
                      <a:pt x="140" y="821"/>
                      <a:pt x="142" y="869"/>
                      <a:pt x="140" y="876"/>
                    </a:cubicBezTo>
                    <a:cubicBezTo>
                      <a:pt x="140" y="876"/>
                      <a:pt x="138" y="913"/>
                      <a:pt x="138" y="913"/>
                    </a:cubicBezTo>
                    <a:cubicBezTo>
                      <a:pt x="138" y="915"/>
                      <a:pt x="141" y="922"/>
                      <a:pt x="140" y="926"/>
                    </a:cubicBezTo>
                    <a:cubicBezTo>
                      <a:pt x="134" y="939"/>
                      <a:pt x="133" y="949"/>
                      <a:pt x="133" y="970"/>
                    </a:cubicBezTo>
                    <a:cubicBezTo>
                      <a:pt x="133" y="978"/>
                      <a:pt x="133" y="986"/>
                      <a:pt x="133" y="994"/>
                    </a:cubicBezTo>
                    <a:cubicBezTo>
                      <a:pt x="131" y="996"/>
                      <a:pt x="130" y="998"/>
                      <a:pt x="128" y="999"/>
                    </a:cubicBezTo>
                    <a:cubicBezTo>
                      <a:pt x="128" y="1024"/>
                      <a:pt x="127" y="1048"/>
                      <a:pt x="127" y="1073"/>
                    </a:cubicBezTo>
                    <a:cubicBezTo>
                      <a:pt x="113" y="1114"/>
                      <a:pt x="126" y="1161"/>
                      <a:pt x="157" y="1171"/>
                    </a:cubicBezTo>
                    <a:cubicBezTo>
                      <a:pt x="165" y="1171"/>
                      <a:pt x="172" y="1170"/>
                      <a:pt x="179" y="1170"/>
                    </a:cubicBezTo>
                    <a:cubicBezTo>
                      <a:pt x="182" y="1164"/>
                      <a:pt x="188" y="1163"/>
                      <a:pt x="192" y="1159"/>
                    </a:cubicBezTo>
                    <a:cubicBezTo>
                      <a:pt x="195" y="1152"/>
                      <a:pt x="198" y="1144"/>
                      <a:pt x="201" y="1137"/>
                    </a:cubicBezTo>
                    <a:cubicBezTo>
                      <a:pt x="203" y="1131"/>
                      <a:pt x="209" y="1085"/>
                      <a:pt x="205" y="1075"/>
                    </a:cubicBezTo>
                    <a:cubicBezTo>
                      <a:pt x="202" y="1073"/>
                      <a:pt x="200" y="1071"/>
                      <a:pt x="198" y="1069"/>
                    </a:cubicBezTo>
                    <a:cubicBezTo>
                      <a:pt x="198" y="1030"/>
                      <a:pt x="198" y="990"/>
                      <a:pt x="198" y="950"/>
                    </a:cubicBezTo>
                    <a:cubicBezTo>
                      <a:pt x="199" y="943"/>
                      <a:pt x="203" y="941"/>
                      <a:pt x="205" y="935"/>
                    </a:cubicBezTo>
                    <a:cubicBezTo>
                      <a:pt x="205" y="928"/>
                      <a:pt x="205" y="922"/>
                      <a:pt x="205" y="916"/>
                    </a:cubicBezTo>
                    <a:cubicBezTo>
                      <a:pt x="207" y="909"/>
                      <a:pt x="208" y="901"/>
                      <a:pt x="210" y="893"/>
                    </a:cubicBezTo>
                    <a:cubicBezTo>
                      <a:pt x="210" y="888"/>
                      <a:pt x="209" y="883"/>
                      <a:pt x="209" y="878"/>
                    </a:cubicBezTo>
                    <a:cubicBezTo>
                      <a:pt x="213" y="867"/>
                      <a:pt x="217" y="852"/>
                      <a:pt x="220" y="842"/>
                    </a:cubicBezTo>
                    <a:cubicBezTo>
                      <a:pt x="220" y="833"/>
                      <a:pt x="220" y="823"/>
                      <a:pt x="220" y="814"/>
                    </a:cubicBezTo>
                    <a:cubicBezTo>
                      <a:pt x="225" y="779"/>
                      <a:pt x="207" y="725"/>
                      <a:pt x="181" y="711"/>
                    </a:cubicBezTo>
                    <a:cubicBezTo>
                      <a:pt x="181" y="682"/>
                      <a:pt x="201" y="665"/>
                      <a:pt x="210" y="643"/>
                    </a:cubicBezTo>
                    <a:cubicBezTo>
                      <a:pt x="231" y="597"/>
                      <a:pt x="260" y="553"/>
                      <a:pt x="279" y="506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等线"/>
                  <a:ea typeface="+mn-ea"/>
                  <a:cs typeface="+mn-cs"/>
                </a:endParaRPr>
              </a:p>
            </p:txBody>
          </p:sp>
          <p:sp>
            <p:nvSpPr>
              <p:cNvPr id="55" name="iṣľîḑe">
                <a:extLst>
                  <a:ext uri="{FF2B5EF4-FFF2-40B4-BE49-F238E27FC236}">
                    <a16:creationId xmlns:a16="http://schemas.microsoft.com/office/drawing/2014/main" id="{0FD8E3F4-A100-EC2E-4F37-3AB5B9885C90}"/>
                  </a:ext>
                </a:extLst>
              </p:cNvPr>
              <p:cNvSpPr/>
              <p:nvPr/>
            </p:nvSpPr>
            <p:spPr bwMode="auto">
              <a:xfrm>
                <a:off x="5000625" y="4865685"/>
                <a:ext cx="473075" cy="1063624"/>
              </a:xfrm>
              <a:custGeom>
                <a:avLst/>
                <a:gdLst>
                  <a:gd name="T0" fmla="*/ 392 w 466"/>
                  <a:gd name="T1" fmla="*/ 857 h 1043"/>
                  <a:gd name="T2" fmla="*/ 253 w 466"/>
                  <a:gd name="T3" fmla="*/ 759 h 1043"/>
                  <a:gd name="T4" fmla="*/ 169 w 466"/>
                  <a:gd name="T5" fmla="*/ 808 h 1043"/>
                  <a:gd name="T6" fmla="*/ 236 w 466"/>
                  <a:gd name="T7" fmla="*/ 670 h 1043"/>
                  <a:gd name="T8" fmla="*/ 319 w 466"/>
                  <a:gd name="T9" fmla="*/ 617 h 1043"/>
                  <a:gd name="T10" fmla="*/ 341 w 466"/>
                  <a:gd name="T11" fmla="*/ 489 h 1043"/>
                  <a:gd name="T12" fmla="*/ 362 w 466"/>
                  <a:gd name="T13" fmla="*/ 400 h 1043"/>
                  <a:gd name="T14" fmla="*/ 283 w 466"/>
                  <a:gd name="T15" fmla="*/ 247 h 1043"/>
                  <a:gd name="T16" fmla="*/ 147 w 466"/>
                  <a:gd name="T17" fmla="*/ 437 h 1043"/>
                  <a:gd name="T18" fmla="*/ 159 w 466"/>
                  <a:gd name="T19" fmla="*/ 389 h 1043"/>
                  <a:gd name="T20" fmla="*/ 325 w 466"/>
                  <a:gd name="T21" fmla="*/ 161 h 1043"/>
                  <a:gd name="T22" fmla="*/ 437 w 466"/>
                  <a:gd name="T23" fmla="*/ 1 h 1043"/>
                  <a:gd name="T24" fmla="*/ 356 w 466"/>
                  <a:gd name="T25" fmla="*/ 43 h 1043"/>
                  <a:gd name="T26" fmla="*/ 194 w 466"/>
                  <a:gd name="T27" fmla="*/ 172 h 1043"/>
                  <a:gd name="T28" fmla="*/ 201 w 466"/>
                  <a:gd name="T29" fmla="*/ 147 h 1043"/>
                  <a:gd name="T30" fmla="*/ 146 w 466"/>
                  <a:gd name="T31" fmla="*/ 23 h 1043"/>
                  <a:gd name="T32" fmla="*/ 96 w 466"/>
                  <a:gd name="T33" fmla="*/ 306 h 1043"/>
                  <a:gd name="T34" fmla="*/ 211 w 466"/>
                  <a:gd name="T35" fmla="*/ 214 h 1043"/>
                  <a:gd name="T36" fmla="*/ 384 w 466"/>
                  <a:gd name="T37" fmla="*/ 56 h 1043"/>
                  <a:gd name="T38" fmla="*/ 352 w 466"/>
                  <a:gd name="T39" fmla="*/ 93 h 1043"/>
                  <a:gd name="T40" fmla="*/ 240 w 466"/>
                  <a:gd name="T41" fmla="*/ 220 h 1043"/>
                  <a:gd name="T42" fmla="*/ 68 w 466"/>
                  <a:gd name="T43" fmla="*/ 555 h 1043"/>
                  <a:gd name="T44" fmla="*/ 110 w 466"/>
                  <a:gd name="T45" fmla="*/ 700 h 1043"/>
                  <a:gd name="T46" fmla="*/ 142 w 466"/>
                  <a:gd name="T47" fmla="*/ 574 h 1043"/>
                  <a:gd name="T48" fmla="*/ 258 w 466"/>
                  <a:gd name="T49" fmla="*/ 344 h 1043"/>
                  <a:gd name="T50" fmla="*/ 341 w 466"/>
                  <a:gd name="T51" fmla="*/ 260 h 1043"/>
                  <a:gd name="T52" fmla="*/ 332 w 466"/>
                  <a:gd name="T53" fmla="*/ 376 h 1043"/>
                  <a:gd name="T54" fmla="*/ 313 w 466"/>
                  <a:gd name="T55" fmla="*/ 503 h 1043"/>
                  <a:gd name="T56" fmla="*/ 293 w 466"/>
                  <a:gd name="T57" fmla="*/ 576 h 1043"/>
                  <a:gd name="T58" fmla="*/ 284 w 466"/>
                  <a:gd name="T59" fmla="*/ 627 h 1043"/>
                  <a:gd name="T60" fmla="*/ 284 w 466"/>
                  <a:gd name="T61" fmla="*/ 455 h 1043"/>
                  <a:gd name="T62" fmla="*/ 201 w 466"/>
                  <a:gd name="T63" fmla="*/ 572 h 1043"/>
                  <a:gd name="T64" fmla="*/ 3 w 466"/>
                  <a:gd name="T65" fmla="*/ 1027 h 1043"/>
                  <a:gd name="T66" fmla="*/ 105 w 466"/>
                  <a:gd name="T67" fmla="*/ 958 h 1043"/>
                  <a:gd name="T68" fmla="*/ 301 w 466"/>
                  <a:gd name="T69" fmla="*/ 768 h 1043"/>
                  <a:gd name="T70" fmla="*/ 378 w 466"/>
                  <a:gd name="T71" fmla="*/ 740 h 1043"/>
                  <a:gd name="T72" fmla="*/ 219 w 466"/>
                  <a:gd name="T73" fmla="*/ 881 h 1043"/>
                  <a:gd name="T74" fmla="*/ 304 w 466"/>
                  <a:gd name="T75" fmla="*/ 979 h 1043"/>
                  <a:gd name="T76" fmla="*/ 435 w 466"/>
                  <a:gd name="T77" fmla="*/ 991 h 1043"/>
                  <a:gd name="T78" fmla="*/ 449 w 466"/>
                  <a:gd name="T79" fmla="*/ 951 h 1043"/>
                  <a:gd name="T80" fmla="*/ 129 w 466"/>
                  <a:gd name="T81" fmla="*/ 467 h 1043"/>
                  <a:gd name="T82" fmla="*/ 134 w 466"/>
                  <a:gd name="T83" fmla="*/ 466 h 1043"/>
                  <a:gd name="T84" fmla="*/ 277 w 466"/>
                  <a:gd name="T85" fmla="*/ 889 h 1043"/>
                  <a:gd name="T86" fmla="*/ 309 w 466"/>
                  <a:gd name="T87" fmla="*/ 910 h 1043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</a:cxnLst>
                <a:rect l="0" t="0" r="r" b="b"/>
                <a:pathLst>
                  <a:path w="466" h="1043">
                    <a:moveTo>
                      <a:pt x="412" y="914"/>
                    </a:moveTo>
                    <a:cubicBezTo>
                      <a:pt x="407" y="911"/>
                      <a:pt x="388" y="899"/>
                      <a:pt x="385" y="893"/>
                    </a:cubicBezTo>
                    <a:cubicBezTo>
                      <a:pt x="379" y="887"/>
                      <a:pt x="392" y="857"/>
                      <a:pt x="392" y="857"/>
                    </a:cubicBezTo>
                    <a:cubicBezTo>
                      <a:pt x="396" y="826"/>
                      <a:pt x="441" y="785"/>
                      <a:pt x="420" y="740"/>
                    </a:cubicBezTo>
                    <a:cubicBezTo>
                      <a:pt x="405" y="709"/>
                      <a:pt x="367" y="710"/>
                      <a:pt x="334" y="722"/>
                    </a:cubicBezTo>
                    <a:cubicBezTo>
                      <a:pt x="307" y="731"/>
                      <a:pt x="277" y="745"/>
                      <a:pt x="253" y="759"/>
                    </a:cubicBezTo>
                    <a:cubicBezTo>
                      <a:pt x="245" y="763"/>
                      <a:pt x="238" y="773"/>
                      <a:pt x="230" y="776"/>
                    </a:cubicBezTo>
                    <a:cubicBezTo>
                      <a:pt x="210" y="786"/>
                      <a:pt x="190" y="795"/>
                      <a:pt x="173" y="808"/>
                    </a:cubicBezTo>
                    <a:cubicBezTo>
                      <a:pt x="171" y="808"/>
                      <a:pt x="170" y="808"/>
                      <a:pt x="169" y="808"/>
                    </a:cubicBezTo>
                    <a:cubicBezTo>
                      <a:pt x="168" y="807"/>
                      <a:pt x="167" y="805"/>
                      <a:pt x="166" y="803"/>
                    </a:cubicBezTo>
                    <a:cubicBezTo>
                      <a:pt x="195" y="763"/>
                      <a:pt x="208" y="713"/>
                      <a:pt x="233" y="670"/>
                    </a:cubicBezTo>
                    <a:cubicBezTo>
                      <a:pt x="234" y="670"/>
                      <a:pt x="235" y="670"/>
                      <a:pt x="236" y="670"/>
                    </a:cubicBezTo>
                    <a:cubicBezTo>
                      <a:pt x="238" y="694"/>
                      <a:pt x="273" y="713"/>
                      <a:pt x="298" y="708"/>
                    </a:cubicBezTo>
                    <a:cubicBezTo>
                      <a:pt x="310" y="691"/>
                      <a:pt x="311" y="654"/>
                      <a:pt x="319" y="634"/>
                    </a:cubicBezTo>
                    <a:cubicBezTo>
                      <a:pt x="319" y="628"/>
                      <a:pt x="319" y="623"/>
                      <a:pt x="319" y="617"/>
                    </a:cubicBezTo>
                    <a:cubicBezTo>
                      <a:pt x="322" y="609"/>
                      <a:pt x="326" y="592"/>
                      <a:pt x="330" y="582"/>
                    </a:cubicBezTo>
                    <a:cubicBezTo>
                      <a:pt x="331" y="567"/>
                      <a:pt x="332" y="552"/>
                      <a:pt x="334" y="537"/>
                    </a:cubicBezTo>
                    <a:cubicBezTo>
                      <a:pt x="338" y="523"/>
                      <a:pt x="344" y="505"/>
                      <a:pt x="341" y="489"/>
                    </a:cubicBezTo>
                    <a:cubicBezTo>
                      <a:pt x="344" y="485"/>
                      <a:pt x="346" y="475"/>
                      <a:pt x="348" y="469"/>
                    </a:cubicBezTo>
                    <a:cubicBezTo>
                      <a:pt x="348" y="463"/>
                      <a:pt x="348" y="458"/>
                      <a:pt x="348" y="453"/>
                    </a:cubicBezTo>
                    <a:cubicBezTo>
                      <a:pt x="353" y="441"/>
                      <a:pt x="361" y="413"/>
                      <a:pt x="362" y="400"/>
                    </a:cubicBezTo>
                    <a:cubicBezTo>
                      <a:pt x="363" y="387"/>
                      <a:pt x="385" y="326"/>
                      <a:pt x="382" y="322"/>
                    </a:cubicBezTo>
                    <a:cubicBezTo>
                      <a:pt x="386" y="291"/>
                      <a:pt x="408" y="244"/>
                      <a:pt x="375" y="223"/>
                    </a:cubicBezTo>
                    <a:cubicBezTo>
                      <a:pt x="343" y="203"/>
                      <a:pt x="305" y="232"/>
                      <a:pt x="283" y="247"/>
                    </a:cubicBezTo>
                    <a:cubicBezTo>
                      <a:pt x="227" y="285"/>
                      <a:pt x="193" y="338"/>
                      <a:pt x="165" y="400"/>
                    </a:cubicBezTo>
                    <a:cubicBezTo>
                      <a:pt x="163" y="402"/>
                      <a:pt x="161" y="404"/>
                      <a:pt x="159" y="406"/>
                    </a:cubicBezTo>
                    <a:cubicBezTo>
                      <a:pt x="153" y="415"/>
                      <a:pt x="151" y="428"/>
                      <a:pt x="147" y="437"/>
                    </a:cubicBezTo>
                    <a:cubicBezTo>
                      <a:pt x="145" y="441"/>
                      <a:pt x="138" y="449"/>
                      <a:pt x="137" y="452"/>
                    </a:cubicBezTo>
                    <a:cubicBezTo>
                      <a:pt x="134" y="450"/>
                      <a:pt x="136" y="450"/>
                      <a:pt x="135" y="447"/>
                    </a:cubicBezTo>
                    <a:cubicBezTo>
                      <a:pt x="147" y="437"/>
                      <a:pt x="149" y="410"/>
                      <a:pt x="159" y="389"/>
                    </a:cubicBezTo>
                    <a:cubicBezTo>
                      <a:pt x="176" y="353"/>
                      <a:pt x="199" y="322"/>
                      <a:pt x="218" y="287"/>
                    </a:cubicBezTo>
                    <a:cubicBezTo>
                      <a:pt x="235" y="253"/>
                      <a:pt x="267" y="226"/>
                      <a:pt x="291" y="193"/>
                    </a:cubicBezTo>
                    <a:cubicBezTo>
                      <a:pt x="300" y="180"/>
                      <a:pt x="316" y="173"/>
                      <a:pt x="325" y="161"/>
                    </a:cubicBezTo>
                    <a:cubicBezTo>
                      <a:pt x="332" y="151"/>
                      <a:pt x="347" y="133"/>
                      <a:pt x="357" y="127"/>
                    </a:cubicBezTo>
                    <a:cubicBezTo>
                      <a:pt x="398" y="100"/>
                      <a:pt x="438" y="61"/>
                      <a:pt x="454" y="13"/>
                    </a:cubicBezTo>
                    <a:cubicBezTo>
                      <a:pt x="448" y="9"/>
                      <a:pt x="442" y="5"/>
                      <a:pt x="437" y="1"/>
                    </a:cubicBezTo>
                    <a:cubicBezTo>
                      <a:pt x="432" y="6"/>
                      <a:pt x="422" y="0"/>
                      <a:pt x="417" y="2"/>
                    </a:cubicBezTo>
                    <a:cubicBezTo>
                      <a:pt x="412" y="4"/>
                      <a:pt x="405" y="12"/>
                      <a:pt x="401" y="15"/>
                    </a:cubicBezTo>
                    <a:cubicBezTo>
                      <a:pt x="386" y="26"/>
                      <a:pt x="371" y="33"/>
                      <a:pt x="356" y="43"/>
                    </a:cubicBezTo>
                    <a:cubicBezTo>
                      <a:pt x="343" y="50"/>
                      <a:pt x="333" y="65"/>
                      <a:pt x="321" y="72"/>
                    </a:cubicBezTo>
                    <a:cubicBezTo>
                      <a:pt x="281" y="99"/>
                      <a:pt x="252" y="129"/>
                      <a:pt x="212" y="155"/>
                    </a:cubicBezTo>
                    <a:cubicBezTo>
                      <a:pt x="206" y="161"/>
                      <a:pt x="200" y="166"/>
                      <a:pt x="194" y="172"/>
                    </a:cubicBezTo>
                    <a:cubicBezTo>
                      <a:pt x="193" y="172"/>
                      <a:pt x="193" y="173"/>
                      <a:pt x="192" y="174"/>
                    </a:cubicBezTo>
                    <a:cubicBezTo>
                      <a:pt x="192" y="172"/>
                      <a:pt x="192" y="171"/>
                      <a:pt x="191" y="170"/>
                    </a:cubicBezTo>
                    <a:cubicBezTo>
                      <a:pt x="197" y="167"/>
                      <a:pt x="196" y="156"/>
                      <a:pt x="201" y="147"/>
                    </a:cubicBezTo>
                    <a:cubicBezTo>
                      <a:pt x="206" y="135"/>
                      <a:pt x="213" y="122"/>
                      <a:pt x="215" y="105"/>
                    </a:cubicBezTo>
                    <a:cubicBezTo>
                      <a:pt x="220" y="69"/>
                      <a:pt x="183" y="22"/>
                      <a:pt x="147" y="23"/>
                    </a:cubicBezTo>
                    <a:cubicBezTo>
                      <a:pt x="146" y="23"/>
                      <a:pt x="146" y="23"/>
                      <a:pt x="146" y="23"/>
                    </a:cubicBezTo>
                    <a:cubicBezTo>
                      <a:pt x="135" y="37"/>
                      <a:pt x="137" y="61"/>
                      <a:pt x="129" y="78"/>
                    </a:cubicBezTo>
                    <a:cubicBezTo>
                      <a:pt x="112" y="117"/>
                      <a:pt x="88" y="163"/>
                      <a:pt x="73" y="211"/>
                    </a:cubicBezTo>
                    <a:cubicBezTo>
                      <a:pt x="63" y="245"/>
                      <a:pt x="76" y="295"/>
                      <a:pt x="96" y="306"/>
                    </a:cubicBezTo>
                    <a:cubicBezTo>
                      <a:pt x="120" y="302"/>
                      <a:pt x="141" y="277"/>
                      <a:pt x="154" y="264"/>
                    </a:cubicBezTo>
                    <a:cubicBezTo>
                      <a:pt x="157" y="260"/>
                      <a:pt x="160" y="256"/>
                      <a:pt x="163" y="253"/>
                    </a:cubicBezTo>
                    <a:cubicBezTo>
                      <a:pt x="183" y="243"/>
                      <a:pt x="194" y="226"/>
                      <a:pt x="211" y="214"/>
                    </a:cubicBezTo>
                    <a:cubicBezTo>
                      <a:pt x="238" y="196"/>
                      <a:pt x="259" y="176"/>
                      <a:pt x="280" y="152"/>
                    </a:cubicBezTo>
                    <a:cubicBezTo>
                      <a:pt x="295" y="134"/>
                      <a:pt x="322" y="117"/>
                      <a:pt x="332" y="98"/>
                    </a:cubicBezTo>
                    <a:cubicBezTo>
                      <a:pt x="341" y="82"/>
                      <a:pt x="377" y="69"/>
                      <a:pt x="384" y="56"/>
                    </a:cubicBezTo>
                    <a:cubicBezTo>
                      <a:pt x="385" y="56"/>
                      <a:pt x="386" y="56"/>
                      <a:pt x="387" y="56"/>
                    </a:cubicBezTo>
                    <a:cubicBezTo>
                      <a:pt x="387" y="56"/>
                      <a:pt x="387" y="57"/>
                      <a:pt x="387" y="58"/>
                    </a:cubicBezTo>
                    <a:cubicBezTo>
                      <a:pt x="377" y="71"/>
                      <a:pt x="363" y="80"/>
                      <a:pt x="352" y="93"/>
                    </a:cubicBezTo>
                    <a:cubicBezTo>
                      <a:pt x="353" y="94"/>
                      <a:pt x="333" y="115"/>
                      <a:pt x="329" y="120"/>
                    </a:cubicBezTo>
                    <a:cubicBezTo>
                      <a:pt x="304" y="147"/>
                      <a:pt x="277" y="172"/>
                      <a:pt x="253" y="201"/>
                    </a:cubicBezTo>
                    <a:cubicBezTo>
                      <a:pt x="255" y="203"/>
                      <a:pt x="243" y="217"/>
                      <a:pt x="240" y="220"/>
                    </a:cubicBezTo>
                    <a:cubicBezTo>
                      <a:pt x="224" y="237"/>
                      <a:pt x="209" y="257"/>
                      <a:pt x="195" y="276"/>
                    </a:cubicBezTo>
                    <a:cubicBezTo>
                      <a:pt x="141" y="351"/>
                      <a:pt x="103" y="443"/>
                      <a:pt x="75" y="534"/>
                    </a:cubicBezTo>
                    <a:cubicBezTo>
                      <a:pt x="73" y="542"/>
                      <a:pt x="70" y="550"/>
                      <a:pt x="68" y="555"/>
                    </a:cubicBezTo>
                    <a:cubicBezTo>
                      <a:pt x="69" y="559"/>
                      <a:pt x="69" y="562"/>
                      <a:pt x="70" y="566"/>
                    </a:cubicBezTo>
                    <a:cubicBezTo>
                      <a:pt x="57" y="602"/>
                      <a:pt x="13" y="739"/>
                      <a:pt x="88" y="738"/>
                    </a:cubicBezTo>
                    <a:cubicBezTo>
                      <a:pt x="102" y="728"/>
                      <a:pt x="105" y="719"/>
                      <a:pt x="110" y="700"/>
                    </a:cubicBezTo>
                    <a:cubicBezTo>
                      <a:pt x="110" y="693"/>
                      <a:pt x="110" y="686"/>
                      <a:pt x="110" y="679"/>
                    </a:cubicBezTo>
                    <a:cubicBezTo>
                      <a:pt x="122" y="655"/>
                      <a:pt x="126" y="615"/>
                      <a:pt x="140" y="589"/>
                    </a:cubicBezTo>
                    <a:cubicBezTo>
                      <a:pt x="141" y="584"/>
                      <a:pt x="141" y="579"/>
                      <a:pt x="142" y="574"/>
                    </a:cubicBezTo>
                    <a:cubicBezTo>
                      <a:pt x="165" y="524"/>
                      <a:pt x="183" y="467"/>
                      <a:pt x="205" y="419"/>
                    </a:cubicBezTo>
                    <a:cubicBezTo>
                      <a:pt x="214" y="398"/>
                      <a:pt x="232" y="380"/>
                      <a:pt x="243" y="359"/>
                    </a:cubicBezTo>
                    <a:cubicBezTo>
                      <a:pt x="248" y="354"/>
                      <a:pt x="253" y="349"/>
                      <a:pt x="258" y="344"/>
                    </a:cubicBezTo>
                    <a:cubicBezTo>
                      <a:pt x="266" y="328"/>
                      <a:pt x="277" y="315"/>
                      <a:pt x="293" y="304"/>
                    </a:cubicBezTo>
                    <a:cubicBezTo>
                      <a:pt x="295" y="301"/>
                      <a:pt x="297" y="298"/>
                      <a:pt x="299" y="295"/>
                    </a:cubicBezTo>
                    <a:cubicBezTo>
                      <a:pt x="312" y="282"/>
                      <a:pt x="324" y="268"/>
                      <a:pt x="341" y="260"/>
                    </a:cubicBezTo>
                    <a:cubicBezTo>
                      <a:pt x="344" y="262"/>
                      <a:pt x="347" y="264"/>
                      <a:pt x="349" y="265"/>
                    </a:cubicBezTo>
                    <a:cubicBezTo>
                      <a:pt x="360" y="282"/>
                      <a:pt x="347" y="312"/>
                      <a:pt x="341" y="324"/>
                    </a:cubicBezTo>
                    <a:cubicBezTo>
                      <a:pt x="345" y="329"/>
                      <a:pt x="334" y="370"/>
                      <a:pt x="332" y="376"/>
                    </a:cubicBezTo>
                    <a:cubicBezTo>
                      <a:pt x="328" y="397"/>
                      <a:pt x="324" y="419"/>
                      <a:pt x="320" y="440"/>
                    </a:cubicBezTo>
                    <a:cubicBezTo>
                      <a:pt x="319" y="458"/>
                      <a:pt x="316" y="463"/>
                      <a:pt x="312" y="476"/>
                    </a:cubicBezTo>
                    <a:cubicBezTo>
                      <a:pt x="314" y="481"/>
                      <a:pt x="314" y="501"/>
                      <a:pt x="313" y="503"/>
                    </a:cubicBezTo>
                    <a:cubicBezTo>
                      <a:pt x="311" y="505"/>
                      <a:pt x="308" y="507"/>
                      <a:pt x="306" y="508"/>
                    </a:cubicBezTo>
                    <a:cubicBezTo>
                      <a:pt x="306" y="516"/>
                      <a:pt x="306" y="525"/>
                      <a:pt x="306" y="533"/>
                    </a:cubicBezTo>
                    <a:cubicBezTo>
                      <a:pt x="301" y="544"/>
                      <a:pt x="296" y="563"/>
                      <a:pt x="293" y="576"/>
                    </a:cubicBezTo>
                    <a:cubicBezTo>
                      <a:pt x="294" y="580"/>
                      <a:pt x="295" y="585"/>
                      <a:pt x="295" y="590"/>
                    </a:cubicBezTo>
                    <a:cubicBezTo>
                      <a:pt x="292" y="599"/>
                      <a:pt x="288" y="614"/>
                      <a:pt x="288" y="625"/>
                    </a:cubicBezTo>
                    <a:cubicBezTo>
                      <a:pt x="286" y="625"/>
                      <a:pt x="285" y="626"/>
                      <a:pt x="284" y="627"/>
                    </a:cubicBezTo>
                    <a:cubicBezTo>
                      <a:pt x="260" y="620"/>
                      <a:pt x="276" y="577"/>
                      <a:pt x="282" y="564"/>
                    </a:cubicBezTo>
                    <a:cubicBezTo>
                      <a:pt x="287" y="551"/>
                      <a:pt x="312" y="507"/>
                      <a:pt x="302" y="480"/>
                    </a:cubicBezTo>
                    <a:cubicBezTo>
                      <a:pt x="298" y="470"/>
                      <a:pt x="290" y="463"/>
                      <a:pt x="284" y="455"/>
                    </a:cubicBezTo>
                    <a:cubicBezTo>
                      <a:pt x="275" y="443"/>
                      <a:pt x="265" y="436"/>
                      <a:pt x="253" y="432"/>
                    </a:cubicBezTo>
                    <a:cubicBezTo>
                      <a:pt x="236" y="426"/>
                      <a:pt x="225" y="439"/>
                      <a:pt x="218" y="444"/>
                    </a:cubicBezTo>
                    <a:cubicBezTo>
                      <a:pt x="187" y="466"/>
                      <a:pt x="191" y="536"/>
                      <a:pt x="201" y="572"/>
                    </a:cubicBezTo>
                    <a:cubicBezTo>
                      <a:pt x="203" y="580"/>
                      <a:pt x="209" y="614"/>
                      <a:pt x="206" y="622"/>
                    </a:cubicBezTo>
                    <a:cubicBezTo>
                      <a:pt x="164" y="721"/>
                      <a:pt x="105" y="809"/>
                      <a:pt x="58" y="908"/>
                    </a:cubicBezTo>
                    <a:cubicBezTo>
                      <a:pt x="40" y="947"/>
                      <a:pt x="0" y="975"/>
                      <a:pt x="3" y="1027"/>
                    </a:cubicBezTo>
                    <a:cubicBezTo>
                      <a:pt x="10" y="1032"/>
                      <a:pt x="17" y="1037"/>
                      <a:pt x="24" y="1043"/>
                    </a:cubicBezTo>
                    <a:cubicBezTo>
                      <a:pt x="58" y="1041"/>
                      <a:pt x="79" y="996"/>
                      <a:pt x="94" y="968"/>
                    </a:cubicBezTo>
                    <a:cubicBezTo>
                      <a:pt x="97" y="965"/>
                      <a:pt x="101" y="962"/>
                      <a:pt x="105" y="958"/>
                    </a:cubicBezTo>
                    <a:cubicBezTo>
                      <a:pt x="115" y="944"/>
                      <a:pt x="122" y="933"/>
                      <a:pt x="132" y="918"/>
                    </a:cubicBezTo>
                    <a:cubicBezTo>
                      <a:pt x="138" y="909"/>
                      <a:pt x="151" y="903"/>
                      <a:pt x="157" y="894"/>
                    </a:cubicBezTo>
                    <a:cubicBezTo>
                      <a:pt x="187" y="846"/>
                      <a:pt x="255" y="801"/>
                      <a:pt x="301" y="768"/>
                    </a:cubicBezTo>
                    <a:cubicBezTo>
                      <a:pt x="308" y="763"/>
                      <a:pt x="338" y="749"/>
                      <a:pt x="347" y="745"/>
                    </a:cubicBezTo>
                    <a:cubicBezTo>
                      <a:pt x="357" y="742"/>
                      <a:pt x="364" y="743"/>
                      <a:pt x="371" y="738"/>
                    </a:cubicBezTo>
                    <a:cubicBezTo>
                      <a:pt x="375" y="739"/>
                      <a:pt x="375" y="739"/>
                      <a:pt x="378" y="740"/>
                    </a:cubicBezTo>
                    <a:cubicBezTo>
                      <a:pt x="390" y="781"/>
                      <a:pt x="348" y="829"/>
                      <a:pt x="342" y="860"/>
                    </a:cubicBezTo>
                    <a:cubicBezTo>
                      <a:pt x="323" y="860"/>
                      <a:pt x="315" y="851"/>
                      <a:pt x="300" y="845"/>
                    </a:cubicBezTo>
                    <a:cubicBezTo>
                      <a:pt x="261" y="831"/>
                      <a:pt x="230" y="846"/>
                      <a:pt x="219" y="881"/>
                    </a:cubicBezTo>
                    <a:cubicBezTo>
                      <a:pt x="218" y="886"/>
                      <a:pt x="223" y="890"/>
                      <a:pt x="224" y="894"/>
                    </a:cubicBezTo>
                    <a:cubicBezTo>
                      <a:pt x="234" y="922"/>
                      <a:pt x="250" y="944"/>
                      <a:pt x="275" y="963"/>
                    </a:cubicBezTo>
                    <a:cubicBezTo>
                      <a:pt x="281" y="967"/>
                      <a:pt x="290" y="984"/>
                      <a:pt x="304" y="979"/>
                    </a:cubicBezTo>
                    <a:cubicBezTo>
                      <a:pt x="331" y="971"/>
                      <a:pt x="343" y="932"/>
                      <a:pt x="360" y="928"/>
                    </a:cubicBezTo>
                    <a:cubicBezTo>
                      <a:pt x="375" y="940"/>
                      <a:pt x="385" y="961"/>
                      <a:pt x="401" y="973"/>
                    </a:cubicBezTo>
                    <a:cubicBezTo>
                      <a:pt x="412" y="980"/>
                      <a:pt x="425" y="986"/>
                      <a:pt x="435" y="991"/>
                    </a:cubicBezTo>
                    <a:cubicBezTo>
                      <a:pt x="441" y="995"/>
                      <a:pt x="446" y="1001"/>
                      <a:pt x="456" y="1001"/>
                    </a:cubicBezTo>
                    <a:cubicBezTo>
                      <a:pt x="460" y="999"/>
                      <a:pt x="465" y="993"/>
                      <a:pt x="466" y="988"/>
                    </a:cubicBezTo>
                    <a:cubicBezTo>
                      <a:pt x="460" y="982"/>
                      <a:pt x="456" y="960"/>
                      <a:pt x="449" y="951"/>
                    </a:cubicBezTo>
                    <a:cubicBezTo>
                      <a:pt x="443" y="942"/>
                      <a:pt x="421" y="919"/>
                      <a:pt x="412" y="914"/>
                    </a:cubicBezTo>
                    <a:close/>
                    <a:moveTo>
                      <a:pt x="134" y="466"/>
                    </a:moveTo>
                    <a:cubicBezTo>
                      <a:pt x="132" y="466"/>
                      <a:pt x="131" y="467"/>
                      <a:pt x="129" y="467"/>
                    </a:cubicBezTo>
                    <a:cubicBezTo>
                      <a:pt x="130" y="465"/>
                      <a:pt x="131" y="462"/>
                      <a:pt x="132" y="460"/>
                    </a:cubicBezTo>
                    <a:cubicBezTo>
                      <a:pt x="133" y="461"/>
                      <a:pt x="134" y="461"/>
                      <a:pt x="134" y="462"/>
                    </a:cubicBezTo>
                    <a:cubicBezTo>
                      <a:pt x="134" y="463"/>
                      <a:pt x="134" y="465"/>
                      <a:pt x="134" y="466"/>
                    </a:cubicBezTo>
                    <a:close/>
                    <a:moveTo>
                      <a:pt x="309" y="910"/>
                    </a:moveTo>
                    <a:cubicBezTo>
                      <a:pt x="303" y="914"/>
                      <a:pt x="300" y="912"/>
                      <a:pt x="291" y="915"/>
                    </a:cubicBezTo>
                    <a:cubicBezTo>
                      <a:pt x="285" y="907"/>
                      <a:pt x="281" y="900"/>
                      <a:pt x="277" y="889"/>
                    </a:cubicBezTo>
                    <a:cubicBezTo>
                      <a:pt x="278" y="888"/>
                      <a:pt x="277" y="889"/>
                      <a:pt x="278" y="888"/>
                    </a:cubicBezTo>
                    <a:cubicBezTo>
                      <a:pt x="290" y="888"/>
                      <a:pt x="297" y="893"/>
                      <a:pt x="306" y="894"/>
                    </a:cubicBezTo>
                    <a:cubicBezTo>
                      <a:pt x="309" y="898"/>
                      <a:pt x="310" y="902"/>
                      <a:pt x="309" y="910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等线"/>
                  <a:ea typeface="+mn-ea"/>
                  <a:cs typeface="+mn-cs"/>
                </a:endParaRPr>
              </a:p>
            </p:txBody>
          </p:sp>
        </p:grpSp>
        <p:grpSp>
          <p:nvGrpSpPr>
            <p:cNvPr id="44" name="íšľïḋê">
              <a:extLst>
                <a:ext uri="{FF2B5EF4-FFF2-40B4-BE49-F238E27FC236}">
                  <a16:creationId xmlns:a16="http://schemas.microsoft.com/office/drawing/2014/main" id="{D5C363C6-3C8F-0174-34AF-FEB536CB0B94}"/>
                </a:ext>
              </a:extLst>
            </p:cNvPr>
            <p:cNvGrpSpPr/>
            <p:nvPr/>
          </p:nvGrpSpPr>
          <p:grpSpPr>
            <a:xfrm>
              <a:off x="8190759" y="2868968"/>
              <a:ext cx="635165" cy="888620"/>
              <a:chOff x="6813550" y="4995860"/>
              <a:chExt cx="660400" cy="923924"/>
            </a:xfrm>
            <a:grpFill/>
          </p:grpSpPr>
          <p:sp>
            <p:nvSpPr>
              <p:cNvPr id="50" name="ïşḻiḍe">
                <a:extLst>
                  <a:ext uri="{FF2B5EF4-FFF2-40B4-BE49-F238E27FC236}">
                    <a16:creationId xmlns:a16="http://schemas.microsoft.com/office/drawing/2014/main" id="{25160509-009F-4ED1-C0A2-3FD96F9CB0B7}"/>
                  </a:ext>
                </a:extLst>
              </p:cNvPr>
              <p:cNvSpPr/>
              <p:nvPr/>
            </p:nvSpPr>
            <p:spPr bwMode="auto">
              <a:xfrm>
                <a:off x="6813550" y="4995860"/>
                <a:ext cx="660400" cy="923924"/>
              </a:xfrm>
              <a:custGeom>
                <a:avLst/>
                <a:gdLst>
                  <a:gd name="T0" fmla="*/ 467 w 649"/>
                  <a:gd name="T1" fmla="*/ 260 h 907"/>
                  <a:gd name="T2" fmla="*/ 543 w 649"/>
                  <a:gd name="T3" fmla="*/ 120 h 907"/>
                  <a:gd name="T4" fmla="*/ 577 w 649"/>
                  <a:gd name="T5" fmla="*/ 2 h 907"/>
                  <a:gd name="T6" fmla="*/ 462 w 649"/>
                  <a:gd name="T7" fmla="*/ 50 h 907"/>
                  <a:gd name="T8" fmla="*/ 562 w 649"/>
                  <a:gd name="T9" fmla="*/ 49 h 907"/>
                  <a:gd name="T10" fmla="*/ 445 w 649"/>
                  <a:gd name="T11" fmla="*/ 265 h 907"/>
                  <a:gd name="T12" fmla="*/ 433 w 649"/>
                  <a:gd name="T13" fmla="*/ 236 h 907"/>
                  <a:gd name="T14" fmla="*/ 395 w 649"/>
                  <a:gd name="T15" fmla="*/ 120 h 907"/>
                  <a:gd name="T16" fmla="*/ 460 w 649"/>
                  <a:gd name="T17" fmla="*/ 18 h 907"/>
                  <a:gd name="T18" fmla="*/ 294 w 649"/>
                  <a:gd name="T19" fmla="*/ 91 h 907"/>
                  <a:gd name="T20" fmla="*/ 301 w 649"/>
                  <a:gd name="T21" fmla="*/ 122 h 907"/>
                  <a:gd name="T22" fmla="*/ 283 w 649"/>
                  <a:gd name="T23" fmla="*/ 157 h 907"/>
                  <a:gd name="T24" fmla="*/ 315 w 649"/>
                  <a:gd name="T25" fmla="*/ 202 h 907"/>
                  <a:gd name="T26" fmla="*/ 193 w 649"/>
                  <a:gd name="T27" fmla="*/ 266 h 907"/>
                  <a:gd name="T28" fmla="*/ 231 w 649"/>
                  <a:gd name="T29" fmla="*/ 330 h 907"/>
                  <a:gd name="T30" fmla="*/ 308 w 649"/>
                  <a:gd name="T31" fmla="*/ 264 h 907"/>
                  <a:gd name="T32" fmla="*/ 362 w 649"/>
                  <a:gd name="T33" fmla="*/ 332 h 907"/>
                  <a:gd name="T34" fmla="*/ 175 w 649"/>
                  <a:gd name="T35" fmla="*/ 395 h 907"/>
                  <a:gd name="T36" fmla="*/ 177 w 649"/>
                  <a:gd name="T37" fmla="*/ 277 h 907"/>
                  <a:gd name="T38" fmla="*/ 155 w 649"/>
                  <a:gd name="T39" fmla="*/ 258 h 907"/>
                  <a:gd name="T40" fmla="*/ 165 w 649"/>
                  <a:gd name="T41" fmla="*/ 428 h 907"/>
                  <a:gd name="T42" fmla="*/ 246 w 649"/>
                  <a:gd name="T43" fmla="*/ 406 h 907"/>
                  <a:gd name="T44" fmla="*/ 278 w 649"/>
                  <a:gd name="T45" fmla="*/ 393 h 907"/>
                  <a:gd name="T46" fmla="*/ 384 w 649"/>
                  <a:gd name="T47" fmla="*/ 399 h 907"/>
                  <a:gd name="T48" fmla="*/ 366 w 649"/>
                  <a:gd name="T49" fmla="*/ 494 h 907"/>
                  <a:gd name="T50" fmla="*/ 199 w 649"/>
                  <a:gd name="T51" fmla="*/ 615 h 907"/>
                  <a:gd name="T52" fmla="*/ 93 w 649"/>
                  <a:gd name="T53" fmla="*/ 660 h 907"/>
                  <a:gd name="T54" fmla="*/ 20 w 649"/>
                  <a:gd name="T55" fmla="*/ 679 h 907"/>
                  <a:gd name="T56" fmla="*/ 75 w 649"/>
                  <a:gd name="T57" fmla="*/ 751 h 907"/>
                  <a:gd name="T58" fmla="*/ 158 w 649"/>
                  <a:gd name="T59" fmla="*/ 718 h 907"/>
                  <a:gd name="T60" fmla="*/ 303 w 649"/>
                  <a:gd name="T61" fmla="*/ 847 h 907"/>
                  <a:gd name="T62" fmla="*/ 74 w 649"/>
                  <a:gd name="T63" fmla="*/ 775 h 907"/>
                  <a:gd name="T64" fmla="*/ 143 w 649"/>
                  <a:gd name="T65" fmla="*/ 847 h 907"/>
                  <a:gd name="T66" fmla="*/ 329 w 649"/>
                  <a:gd name="T67" fmla="*/ 906 h 907"/>
                  <a:gd name="T68" fmla="*/ 342 w 649"/>
                  <a:gd name="T69" fmla="*/ 787 h 907"/>
                  <a:gd name="T70" fmla="*/ 374 w 649"/>
                  <a:gd name="T71" fmla="*/ 641 h 907"/>
                  <a:gd name="T72" fmla="*/ 426 w 649"/>
                  <a:gd name="T73" fmla="*/ 624 h 907"/>
                  <a:gd name="T74" fmla="*/ 444 w 649"/>
                  <a:gd name="T75" fmla="*/ 561 h 907"/>
                  <a:gd name="T76" fmla="*/ 331 w 649"/>
                  <a:gd name="T77" fmla="*/ 570 h 907"/>
                  <a:gd name="T78" fmla="*/ 434 w 649"/>
                  <a:gd name="T79" fmla="*/ 481 h 907"/>
                  <a:gd name="T80" fmla="*/ 300 w 649"/>
                  <a:gd name="T81" fmla="*/ 473 h 907"/>
                  <a:gd name="T82" fmla="*/ 353 w 649"/>
                  <a:gd name="T83" fmla="*/ 434 h 907"/>
                  <a:gd name="T84" fmla="*/ 474 w 649"/>
                  <a:gd name="T85" fmla="*/ 401 h 907"/>
                  <a:gd name="T86" fmla="*/ 244 w 649"/>
                  <a:gd name="T87" fmla="*/ 294 h 907"/>
                  <a:gd name="T88" fmla="*/ 336 w 649"/>
                  <a:gd name="T89" fmla="*/ 238 h 907"/>
                  <a:gd name="T90" fmla="*/ 349 w 649"/>
                  <a:gd name="T91" fmla="*/ 250 h 907"/>
                  <a:gd name="T92" fmla="*/ 412 w 649"/>
                  <a:gd name="T93" fmla="*/ 129 h 907"/>
                  <a:gd name="T94" fmla="*/ 411 w 649"/>
                  <a:gd name="T95" fmla="*/ 138 h 907"/>
                  <a:gd name="T96" fmla="*/ 390 w 649"/>
                  <a:gd name="T97" fmla="*/ 272 h 907"/>
                  <a:gd name="T98" fmla="*/ 433 w 649"/>
                  <a:gd name="T99" fmla="*/ 353 h 907"/>
                  <a:gd name="T100" fmla="*/ 470 w 649"/>
                  <a:gd name="T101" fmla="*/ 334 h 907"/>
                  <a:gd name="T102" fmla="*/ 626 w 649"/>
                  <a:gd name="T103" fmla="*/ 306 h 90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  <a:cxn ang="0">
                    <a:pos x="T90" y="T91"/>
                  </a:cxn>
                  <a:cxn ang="0">
                    <a:pos x="T92" y="T93"/>
                  </a:cxn>
                  <a:cxn ang="0">
                    <a:pos x="T94" y="T95"/>
                  </a:cxn>
                  <a:cxn ang="0">
                    <a:pos x="T96" y="T97"/>
                  </a:cxn>
                  <a:cxn ang="0">
                    <a:pos x="T98" y="T99"/>
                  </a:cxn>
                  <a:cxn ang="0">
                    <a:pos x="T100" y="T101"/>
                  </a:cxn>
                  <a:cxn ang="0">
                    <a:pos x="T102" y="T103"/>
                  </a:cxn>
                </a:cxnLst>
                <a:rect l="0" t="0" r="r" b="b"/>
                <a:pathLst>
                  <a:path w="649" h="907">
                    <a:moveTo>
                      <a:pt x="513" y="305"/>
                    </a:moveTo>
                    <a:cubicBezTo>
                      <a:pt x="507" y="305"/>
                      <a:pt x="501" y="305"/>
                      <a:pt x="496" y="305"/>
                    </a:cubicBezTo>
                    <a:cubicBezTo>
                      <a:pt x="482" y="309"/>
                      <a:pt x="468" y="309"/>
                      <a:pt x="455" y="315"/>
                    </a:cubicBezTo>
                    <a:cubicBezTo>
                      <a:pt x="439" y="314"/>
                      <a:pt x="463" y="267"/>
                      <a:pt x="467" y="260"/>
                    </a:cubicBezTo>
                    <a:cubicBezTo>
                      <a:pt x="484" y="234"/>
                      <a:pt x="495" y="199"/>
                      <a:pt x="508" y="170"/>
                    </a:cubicBezTo>
                    <a:cubicBezTo>
                      <a:pt x="514" y="159"/>
                      <a:pt x="524" y="151"/>
                      <a:pt x="530" y="141"/>
                    </a:cubicBezTo>
                    <a:cubicBezTo>
                      <a:pt x="531" y="138"/>
                      <a:pt x="531" y="135"/>
                      <a:pt x="532" y="132"/>
                    </a:cubicBezTo>
                    <a:cubicBezTo>
                      <a:pt x="536" y="128"/>
                      <a:pt x="539" y="124"/>
                      <a:pt x="543" y="120"/>
                    </a:cubicBezTo>
                    <a:cubicBezTo>
                      <a:pt x="543" y="118"/>
                      <a:pt x="543" y="115"/>
                      <a:pt x="543" y="113"/>
                    </a:cubicBezTo>
                    <a:cubicBezTo>
                      <a:pt x="547" y="110"/>
                      <a:pt x="551" y="106"/>
                      <a:pt x="556" y="103"/>
                    </a:cubicBezTo>
                    <a:cubicBezTo>
                      <a:pt x="561" y="92"/>
                      <a:pt x="566" y="85"/>
                      <a:pt x="571" y="77"/>
                    </a:cubicBezTo>
                    <a:cubicBezTo>
                      <a:pt x="577" y="66"/>
                      <a:pt x="598" y="13"/>
                      <a:pt x="577" y="2"/>
                    </a:cubicBezTo>
                    <a:cubicBezTo>
                      <a:pt x="575" y="0"/>
                      <a:pt x="546" y="2"/>
                      <a:pt x="540" y="4"/>
                    </a:cubicBezTo>
                    <a:cubicBezTo>
                      <a:pt x="513" y="13"/>
                      <a:pt x="488" y="28"/>
                      <a:pt x="465" y="37"/>
                    </a:cubicBezTo>
                    <a:cubicBezTo>
                      <a:pt x="463" y="40"/>
                      <a:pt x="462" y="43"/>
                      <a:pt x="462" y="49"/>
                    </a:cubicBezTo>
                    <a:cubicBezTo>
                      <a:pt x="462" y="49"/>
                      <a:pt x="462" y="50"/>
                      <a:pt x="462" y="50"/>
                    </a:cubicBezTo>
                    <a:cubicBezTo>
                      <a:pt x="476" y="59"/>
                      <a:pt x="513" y="35"/>
                      <a:pt x="527" y="30"/>
                    </a:cubicBezTo>
                    <a:cubicBezTo>
                      <a:pt x="539" y="25"/>
                      <a:pt x="540" y="32"/>
                      <a:pt x="551" y="23"/>
                    </a:cubicBezTo>
                    <a:cubicBezTo>
                      <a:pt x="555" y="23"/>
                      <a:pt x="558" y="24"/>
                      <a:pt x="561" y="25"/>
                    </a:cubicBezTo>
                    <a:cubicBezTo>
                      <a:pt x="561" y="33"/>
                      <a:pt x="561" y="41"/>
                      <a:pt x="562" y="49"/>
                    </a:cubicBezTo>
                    <a:cubicBezTo>
                      <a:pt x="549" y="75"/>
                      <a:pt x="534" y="104"/>
                      <a:pt x="520" y="126"/>
                    </a:cubicBezTo>
                    <a:cubicBezTo>
                      <a:pt x="507" y="146"/>
                      <a:pt x="490" y="164"/>
                      <a:pt x="481" y="185"/>
                    </a:cubicBezTo>
                    <a:cubicBezTo>
                      <a:pt x="474" y="200"/>
                      <a:pt x="465" y="217"/>
                      <a:pt x="458" y="232"/>
                    </a:cubicBezTo>
                    <a:cubicBezTo>
                      <a:pt x="454" y="243"/>
                      <a:pt x="449" y="254"/>
                      <a:pt x="445" y="265"/>
                    </a:cubicBezTo>
                    <a:cubicBezTo>
                      <a:pt x="437" y="277"/>
                      <a:pt x="422" y="303"/>
                      <a:pt x="417" y="319"/>
                    </a:cubicBezTo>
                    <a:cubicBezTo>
                      <a:pt x="412" y="322"/>
                      <a:pt x="407" y="323"/>
                      <a:pt x="397" y="323"/>
                    </a:cubicBezTo>
                    <a:cubicBezTo>
                      <a:pt x="396" y="321"/>
                      <a:pt x="397" y="323"/>
                      <a:pt x="395" y="321"/>
                    </a:cubicBezTo>
                    <a:cubicBezTo>
                      <a:pt x="396" y="286"/>
                      <a:pt x="450" y="279"/>
                      <a:pt x="433" y="236"/>
                    </a:cubicBezTo>
                    <a:cubicBezTo>
                      <a:pt x="429" y="228"/>
                      <a:pt x="432" y="226"/>
                      <a:pt x="425" y="221"/>
                    </a:cubicBezTo>
                    <a:cubicBezTo>
                      <a:pt x="425" y="194"/>
                      <a:pt x="460" y="111"/>
                      <a:pt x="422" y="99"/>
                    </a:cubicBezTo>
                    <a:cubicBezTo>
                      <a:pt x="418" y="103"/>
                      <a:pt x="415" y="102"/>
                      <a:pt x="409" y="106"/>
                    </a:cubicBezTo>
                    <a:cubicBezTo>
                      <a:pt x="404" y="110"/>
                      <a:pt x="399" y="115"/>
                      <a:pt x="395" y="120"/>
                    </a:cubicBezTo>
                    <a:cubicBezTo>
                      <a:pt x="386" y="115"/>
                      <a:pt x="378" y="109"/>
                      <a:pt x="368" y="109"/>
                    </a:cubicBezTo>
                    <a:cubicBezTo>
                      <a:pt x="366" y="107"/>
                      <a:pt x="364" y="104"/>
                      <a:pt x="362" y="102"/>
                    </a:cubicBezTo>
                    <a:cubicBezTo>
                      <a:pt x="380" y="87"/>
                      <a:pt x="432" y="33"/>
                      <a:pt x="454" y="31"/>
                    </a:cubicBezTo>
                    <a:cubicBezTo>
                      <a:pt x="458" y="27"/>
                      <a:pt x="460" y="26"/>
                      <a:pt x="460" y="18"/>
                    </a:cubicBezTo>
                    <a:cubicBezTo>
                      <a:pt x="454" y="10"/>
                      <a:pt x="444" y="2"/>
                      <a:pt x="434" y="2"/>
                    </a:cubicBezTo>
                    <a:cubicBezTo>
                      <a:pt x="411" y="19"/>
                      <a:pt x="396" y="51"/>
                      <a:pt x="373" y="65"/>
                    </a:cubicBezTo>
                    <a:cubicBezTo>
                      <a:pt x="363" y="71"/>
                      <a:pt x="346" y="82"/>
                      <a:pt x="343" y="90"/>
                    </a:cubicBezTo>
                    <a:cubicBezTo>
                      <a:pt x="327" y="90"/>
                      <a:pt x="308" y="86"/>
                      <a:pt x="294" y="91"/>
                    </a:cubicBezTo>
                    <a:cubicBezTo>
                      <a:pt x="288" y="94"/>
                      <a:pt x="285" y="100"/>
                      <a:pt x="277" y="102"/>
                    </a:cubicBezTo>
                    <a:cubicBezTo>
                      <a:pt x="274" y="106"/>
                      <a:pt x="273" y="108"/>
                      <a:pt x="273" y="117"/>
                    </a:cubicBezTo>
                    <a:cubicBezTo>
                      <a:pt x="273" y="117"/>
                      <a:pt x="273" y="117"/>
                      <a:pt x="273" y="117"/>
                    </a:cubicBezTo>
                    <a:cubicBezTo>
                      <a:pt x="280" y="122"/>
                      <a:pt x="299" y="118"/>
                      <a:pt x="301" y="122"/>
                    </a:cubicBezTo>
                    <a:cubicBezTo>
                      <a:pt x="303" y="124"/>
                      <a:pt x="302" y="123"/>
                      <a:pt x="303" y="126"/>
                    </a:cubicBezTo>
                    <a:cubicBezTo>
                      <a:pt x="295" y="129"/>
                      <a:pt x="290" y="137"/>
                      <a:pt x="282" y="138"/>
                    </a:cubicBezTo>
                    <a:cubicBezTo>
                      <a:pt x="279" y="142"/>
                      <a:pt x="279" y="146"/>
                      <a:pt x="279" y="153"/>
                    </a:cubicBezTo>
                    <a:cubicBezTo>
                      <a:pt x="281" y="154"/>
                      <a:pt x="282" y="156"/>
                      <a:pt x="283" y="157"/>
                    </a:cubicBezTo>
                    <a:cubicBezTo>
                      <a:pt x="304" y="153"/>
                      <a:pt x="320" y="142"/>
                      <a:pt x="331" y="126"/>
                    </a:cubicBezTo>
                    <a:cubicBezTo>
                      <a:pt x="340" y="126"/>
                      <a:pt x="348" y="126"/>
                      <a:pt x="354" y="127"/>
                    </a:cubicBezTo>
                    <a:cubicBezTo>
                      <a:pt x="357" y="131"/>
                      <a:pt x="359" y="132"/>
                      <a:pt x="360" y="138"/>
                    </a:cubicBezTo>
                    <a:cubicBezTo>
                      <a:pt x="345" y="158"/>
                      <a:pt x="330" y="179"/>
                      <a:pt x="315" y="202"/>
                    </a:cubicBezTo>
                    <a:cubicBezTo>
                      <a:pt x="305" y="202"/>
                      <a:pt x="299" y="198"/>
                      <a:pt x="293" y="194"/>
                    </a:cubicBezTo>
                    <a:cubicBezTo>
                      <a:pt x="285" y="194"/>
                      <a:pt x="238" y="255"/>
                      <a:pt x="237" y="263"/>
                    </a:cubicBezTo>
                    <a:cubicBezTo>
                      <a:pt x="231" y="269"/>
                      <a:pt x="225" y="274"/>
                      <a:pt x="219" y="280"/>
                    </a:cubicBezTo>
                    <a:cubicBezTo>
                      <a:pt x="212" y="273"/>
                      <a:pt x="205" y="266"/>
                      <a:pt x="193" y="266"/>
                    </a:cubicBezTo>
                    <a:cubicBezTo>
                      <a:pt x="181" y="284"/>
                      <a:pt x="184" y="320"/>
                      <a:pt x="208" y="325"/>
                    </a:cubicBezTo>
                    <a:cubicBezTo>
                      <a:pt x="214" y="320"/>
                      <a:pt x="220" y="320"/>
                      <a:pt x="224" y="314"/>
                    </a:cubicBezTo>
                    <a:cubicBezTo>
                      <a:pt x="228" y="314"/>
                      <a:pt x="228" y="314"/>
                      <a:pt x="229" y="315"/>
                    </a:cubicBezTo>
                    <a:cubicBezTo>
                      <a:pt x="232" y="314"/>
                      <a:pt x="231" y="326"/>
                      <a:pt x="231" y="330"/>
                    </a:cubicBezTo>
                    <a:cubicBezTo>
                      <a:pt x="235" y="333"/>
                      <a:pt x="236" y="334"/>
                      <a:pt x="243" y="334"/>
                    </a:cubicBezTo>
                    <a:cubicBezTo>
                      <a:pt x="250" y="328"/>
                      <a:pt x="253" y="321"/>
                      <a:pt x="257" y="315"/>
                    </a:cubicBezTo>
                    <a:cubicBezTo>
                      <a:pt x="270" y="295"/>
                      <a:pt x="289" y="281"/>
                      <a:pt x="302" y="264"/>
                    </a:cubicBezTo>
                    <a:cubicBezTo>
                      <a:pt x="304" y="264"/>
                      <a:pt x="306" y="264"/>
                      <a:pt x="308" y="264"/>
                    </a:cubicBezTo>
                    <a:cubicBezTo>
                      <a:pt x="315" y="274"/>
                      <a:pt x="318" y="287"/>
                      <a:pt x="325" y="296"/>
                    </a:cubicBezTo>
                    <a:cubicBezTo>
                      <a:pt x="318" y="300"/>
                      <a:pt x="305" y="306"/>
                      <a:pt x="293" y="306"/>
                    </a:cubicBezTo>
                    <a:cubicBezTo>
                      <a:pt x="293" y="308"/>
                      <a:pt x="293" y="310"/>
                      <a:pt x="293" y="312"/>
                    </a:cubicBezTo>
                    <a:cubicBezTo>
                      <a:pt x="300" y="317"/>
                      <a:pt x="352" y="332"/>
                      <a:pt x="362" y="332"/>
                    </a:cubicBezTo>
                    <a:cubicBezTo>
                      <a:pt x="362" y="333"/>
                      <a:pt x="362" y="335"/>
                      <a:pt x="362" y="336"/>
                    </a:cubicBezTo>
                    <a:cubicBezTo>
                      <a:pt x="337" y="347"/>
                      <a:pt x="304" y="350"/>
                      <a:pt x="276" y="358"/>
                    </a:cubicBezTo>
                    <a:cubicBezTo>
                      <a:pt x="248" y="367"/>
                      <a:pt x="220" y="375"/>
                      <a:pt x="191" y="385"/>
                    </a:cubicBezTo>
                    <a:cubicBezTo>
                      <a:pt x="186" y="388"/>
                      <a:pt x="181" y="391"/>
                      <a:pt x="175" y="395"/>
                    </a:cubicBezTo>
                    <a:cubicBezTo>
                      <a:pt x="174" y="393"/>
                      <a:pt x="175" y="394"/>
                      <a:pt x="174" y="393"/>
                    </a:cubicBezTo>
                    <a:cubicBezTo>
                      <a:pt x="176" y="377"/>
                      <a:pt x="179" y="362"/>
                      <a:pt x="181" y="346"/>
                    </a:cubicBezTo>
                    <a:cubicBezTo>
                      <a:pt x="176" y="329"/>
                      <a:pt x="179" y="300"/>
                      <a:pt x="175" y="285"/>
                    </a:cubicBezTo>
                    <a:cubicBezTo>
                      <a:pt x="176" y="282"/>
                      <a:pt x="177" y="279"/>
                      <a:pt x="177" y="277"/>
                    </a:cubicBezTo>
                    <a:cubicBezTo>
                      <a:pt x="172" y="265"/>
                      <a:pt x="172" y="249"/>
                      <a:pt x="172" y="232"/>
                    </a:cubicBezTo>
                    <a:cubicBezTo>
                      <a:pt x="169" y="230"/>
                      <a:pt x="165" y="227"/>
                      <a:pt x="164" y="224"/>
                    </a:cubicBezTo>
                    <a:cubicBezTo>
                      <a:pt x="162" y="224"/>
                      <a:pt x="160" y="224"/>
                      <a:pt x="158" y="224"/>
                    </a:cubicBezTo>
                    <a:cubicBezTo>
                      <a:pt x="151" y="235"/>
                      <a:pt x="160" y="244"/>
                      <a:pt x="155" y="258"/>
                    </a:cubicBezTo>
                    <a:cubicBezTo>
                      <a:pt x="150" y="274"/>
                      <a:pt x="151" y="293"/>
                      <a:pt x="148" y="309"/>
                    </a:cubicBezTo>
                    <a:cubicBezTo>
                      <a:pt x="149" y="315"/>
                      <a:pt x="150" y="322"/>
                      <a:pt x="150" y="328"/>
                    </a:cubicBezTo>
                    <a:cubicBezTo>
                      <a:pt x="143" y="347"/>
                      <a:pt x="144" y="382"/>
                      <a:pt x="150" y="400"/>
                    </a:cubicBezTo>
                    <a:cubicBezTo>
                      <a:pt x="156" y="414"/>
                      <a:pt x="151" y="424"/>
                      <a:pt x="165" y="428"/>
                    </a:cubicBezTo>
                    <a:cubicBezTo>
                      <a:pt x="182" y="434"/>
                      <a:pt x="210" y="418"/>
                      <a:pt x="219" y="413"/>
                    </a:cubicBezTo>
                    <a:cubicBezTo>
                      <a:pt x="223" y="413"/>
                      <a:pt x="226" y="413"/>
                      <a:pt x="229" y="413"/>
                    </a:cubicBezTo>
                    <a:cubicBezTo>
                      <a:pt x="232" y="411"/>
                      <a:pt x="234" y="409"/>
                      <a:pt x="237" y="407"/>
                    </a:cubicBezTo>
                    <a:cubicBezTo>
                      <a:pt x="240" y="406"/>
                      <a:pt x="243" y="406"/>
                      <a:pt x="246" y="406"/>
                    </a:cubicBezTo>
                    <a:cubicBezTo>
                      <a:pt x="248" y="404"/>
                      <a:pt x="249" y="402"/>
                      <a:pt x="250" y="401"/>
                    </a:cubicBezTo>
                    <a:cubicBezTo>
                      <a:pt x="254" y="401"/>
                      <a:pt x="258" y="401"/>
                      <a:pt x="261" y="401"/>
                    </a:cubicBezTo>
                    <a:cubicBezTo>
                      <a:pt x="263" y="398"/>
                      <a:pt x="265" y="396"/>
                      <a:pt x="266" y="394"/>
                    </a:cubicBezTo>
                    <a:cubicBezTo>
                      <a:pt x="270" y="394"/>
                      <a:pt x="274" y="393"/>
                      <a:pt x="278" y="393"/>
                    </a:cubicBezTo>
                    <a:cubicBezTo>
                      <a:pt x="280" y="392"/>
                      <a:pt x="282" y="389"/>
                      <a:pt x="283" y="388"/>
                    </a:cubicBezTo>
                    <a:cubicBezTo>
                      <a:pt x="288" y="388"/>
                      <a:pt x="292" y="387"/>
                      <a:pt x="296" y="387"/>
                    </a:cubicBezTo>
                    <a:cubicBezTo>
                      <a:pt x="318" y="376"/>
                      <a:pt x="352" y="357"/>
                      <a:pt x="379" y="362"/>
                    </a:cubicBezTo>
                    <a:cubicBezTo>
                      <a:pt x="379" y="378"/>
                      <a:pt x="381" y="391"/>
                      <a:pt x="384" y="399"/>
                    </a:cubicBezTo>
                    <a:cubicBezTo>
                      <a:pt x="365" y="402"/>
                      <a:pt x="348" y="416"/>
                      <a:pt x="333" y="425"/>
                    </a:cubicBezTo>
                    <a:cubicBezTo>
                      <a:pt x="301" y="444"/>
                      <a:pt x="241" y="466"/>
                      <a:pt x="239" y="511"/>
                    </a:cubicBezTo>
                    <a:cubicBezTo>
                      <a:pt x="258" y="523"/>
                      <a:pt x="333" y="507"/>
                      <a:pt x="349" y="502"/>
                    </a:cubicBezTo>
                    <a:cubicBezTo>
                      <a:pt x="355" y="500"/>
                      <a:pt x="360" y="494"/>
                      <a:pt x="366" y="494"/>
                    </a:cubicBezTo>
                    <a:cubicBezTo>
                      <a:pt x="367" y="493"/>
                      <a:pt x="369" y="491"/>
                      <a:pt x="370" y="490"/>
                    </a:cubicBezTo>
                    <a:cubicBezTo>
                      <a:pt x="371" y="492"/>
                      <a:pt x="371" y="491"/>
                      <a:pt x="373" y="493"/>
                    </a:cubicBezTo>
                    <a:cubicBezTo>
                      <a:pt x="367" y="511"/>
                      <a:pt x="304" y="556"/>
                      <a:pt x="303" y="579"/>
                    </a:cubicBezTo>
                    <a:cubicBezTo>
                      <a:pt x="277" y="597"/>
                      <a:pt x="230" y="604"/>
                      <a:pt x="199" y="615"/>
                    </a:cubicBezTo>
                    <a:cubicBezTo>
                      <a:pt x="195" y="614"/>
                      <a:pt x="191" y="613"/>
                      <a:pt x="187" y="611"/>
                    </a:cubicBezTo>
                    <a:cubicBezTo>
                      <a:pt x="173" y="616"/>
                      <a:pt x="163" y="631"/>
                      <a:pt x="154" y="635"/>
                    </a:cubicBezTo>
                    <a:cubicBezTo>
                      <a:pt x="149" y="635"/>
                      <a:pt x="145" y="635"/>
                      <a:pt x="141" y="635"/>
                    </a:cubicBezTo>
                    <a:cubicBezTo>
                      <a:pt x="125" y="641"/>
                      <a:pt x="107" y="653"/>
                      <a:pt x="93" y="660"/>
                    </a:cubicBezTo>
                    <a:cubicBezTo>
                      <a:pt x="86" y="655"/>
                      <a:pt x="64" y="669"/>
                      <a:pt x="60" y="671"/>
                    </a:cubicBezTo>
                    <a:cubicBezTo>
                      <a:pt x="56" y="671"/>
                      <a:pt x="52" y="671"/>
                      <a:pt x="47" y="670"/>
                    </a:cubicBezTo>
                    <a:cubicBezTo>
                      <a:pt x="46" y="673"/>
                      <a:pt x="44" y="675"/>
                      <a:pt x="42" y="677"/>
                    </a:cubicBezTo>
                    <a:cubicBezTo>
                      <a:pt x="34" y="681"/>
                      <a:pt x="27" y="672"/>
                      <a:pt x="20" y="679"/>
                    </a:cubicBezTo>
                    <a:cubicBezTo>
                      <a:pt x="13" y="680"/>
                      <a:pt x="0" y="692"/>
                      <a:pt x="6" y="704"/>
                    </a:cubicBezTo>
                    <a:cubicBezTo>
                      <a:pt x="14" y="720"/>
                      <a:pt x="26" y="740"/>
                      <a:pt x="43" y="747"/>
                    </a:cubicBezTo>
                    <a:cubicBezTo>
                      <a:pt x="49" y="750"/>
                      <a:pt x="55" y="746"/>
                      <a:pt x="62" y="750"/>
                    </a:cubicBezTo>
                    <a:cubicBezTo>
                      <a:pt x="64" y="750"/>
                      <a:pt x="71" y="753"/>
                      <a:pt x="75" y="751"/>
                    </a:cubicBezTo>
                    <a:cubicBezTo>
                      <a:pt x="85" y="747"/>
                      <a:pt x="97" y="747"/>
                      <a:pt x="109" y="742"/>
                    </a:cubicBezTo>
                    <a:cubicBezTo>
                      <a:pt x="117" y="738"/>
                      <a:pt x="128" y="729"/>
                      <a:pt x="138" y="725"/>
                    </a:cubicBezTo>
                    <a:cubicBezTo>
                      <a:pt x="142" y="725"/>
                      <a:pt x="147" y="725"/>
                      <a:pt x="151" y="725"/>
                    </a:cubicBezTo>
                    <a:cubicBezTo>
                      <a:pt x="153" y="724"/>
                      <a:pt x="156" y="719"/>
                      <a:pt x="158" y="718"/>
                    </a:cubicBezTo>
                    <a:cubicBezTo>
                      <a:pt x="177" y="710"/>
                      <a:pt x="199" y="703"/>
                      <a:pt x="217" y="691"/>
                    </a:cubicBezTo>
                    <a:cubicBezTo>
                      <a:pt x="233" y="680"/>
                      <a:pt x="277" y="652"/>
                      <a:pt x="299" y="657"/>
                    </a:cubicBezTo>
                    <a:cubicBezTo>
                      <a:pt x="307" y="669"/>
                      <a:pt x="299" y="690"/>
                      <a:pt x="303" y="707"/>
                    </a:cubicBezTo>
                    <a:cubicBezTo>
                      <a:pt x="311" y="741"/>
                      <a:pt x="303" y="804"/>
                      <a:pt x="303" y="847"/>
                    </a:cubicBezTo>
                    <a:cubicBezTo>
                      <a:pt x="294" y="845"/>
                      <a:pt x="283" y="862"/>
                      <a:pt x="266" y="854"/>
                    </a:cubicBezTo>
                    <a:cubicBezTo>
                      <a:pt x="248" y="846"/>
                      <a:pt x="223" y="841"/>
                      <a:pt x="204" y="835"/>
                    </a:cubicBezTo>
                    <a:cubicBezTo>
                      <a:pt x="201" y="835"/>
                      <a:pt x="198" y="835"/>
                      <a:pt x="195" y="836"/>
                    </a:cubicBezTo>
                    <a:cubicBezTo>
                      <a:pt x="154" y="814"/>
                      <a:pt x="114" y="794"/>
                      <a:pt x="74" y="775"/>
                    </a:cubicBezTo>
                    <a:cubicBezTo>
                      <a:pt x="71" y="775"/>
                      <a:pt x="69" y="776"/>
                      <a:pt x="66" y="777"/>
                    </a:cubicBezTo>
                    <a:cubicBezTo>
                      <a:pt x="65" y="778"/>
                      <a:pt x="64" y="779"/>
                      <a:pt x="63" y="780"/>
                    </a:cubicBezTo>
                    <a:cubicBezTo>
                      <a:pt x="64" y="797"/>
                      <a:pt x="107" y="820"/>
                      <a:pt x="121" y="829"/>
                    </a:cubicBezTo>
                    <a:cubicBezTo>
                      <a:pt x="129" y="833"/>
                      <a:pt x="135" y="842"/>
                      <a:pt x="143" y="847"/>
                    </a:cubicBezTo>
                    <a:cubicBezTo>
                      <a:pt x="146" y="843"/>
                      <a:pt x="160" y="852"/>
                      <a:pt x="164" y="854"/>
                    </a:cubicBezTo>
                    <a:cubicBezTo>
                      <a:pt x="186" y="867"/>
                      <a:pt x="210" y="875"/>
                      <a:pt x="233" y="885"/>
                    </a:cubicBezTo>
                    <a:cubicBezTo>
                      <a:pt x="233" y="885"/>
                      <a:pt x="277" y="894"/>
                      <a:pt x="281" y="895"/>
                    </a:cubicBezTo>
                    <a:cubicBezTo>
                      <a:pt x="295" y="901"/>
                      <a:pt x="312" y="907"/>
                      <a:pt x="329" y="906"/>
                    </a:cubicBezTo>
                    <a:cubicBezTo>
                      <a:pt x="329" y="906"/>
                      <a:pt x="329" y="906"/>
                      <a:pt x="330" y="906"/>
                    </a:cubicBezTo>
                    <a:cubicBezTo>
                      <a:pt x="332" y="903"/>
                      <a:pt x="332" y="897"/>
                      <a:pt x="333" y="895"/>
                    </a:cubicBezTo>
                    <a:cubicBezTo>
                      <a:pt x="338" y="885"/>
                      <a:pt x="350" y="876"/>
                      <a:pt x="354" y="866"/>
                    </a:cubicBezTo>
                    <a:cubicBezTo>
                      <a:pt x="358" y="856"/>
                      <a:pt x="347" y="799"/>
                      <a:pt x="342" y="787"/>
                    </a:cubicBezTo>
                    <a:cubicBezTo>
                      <a:pt x="343" y="775"/>
                      <a:pt x="343" y="763"/>
                      <a:pt x="343" y="751"/>
                    </a:cubicBezTo>
                    <a:cubicBezTo>
                      <a:pt x="335" y="722"/>
                      <a:pt x="334" y="678"/>
                      <a:pt x="333" y="654"/>
                    </a:cubicBezTo>
                    <a:cubicBezTo>
                      <a:pt x="338" y="650"/>
                      <a:pt x="343" y="645"/>
                      <a:pt x="348" y="643"/>
                    </a:cubicBezTo>
                    <a:cubicBezTo>
                      <a:pt x="357" y="642"/>
                      <a:pt x="365" y="641"/>
                      <a:pt x="374" y="641"/>
                    </a:cubicBezTo>
                    <a:cubicBezTo>
                      <a:pt x="375" y="639"/>
                      <a:pt x="376" y="637"/>
                      <a:pt x="378" y="635"/>
                    </a:cubicBezTo>
                    <a:cubicBezTo>
                      <a:pt x="384" y="632"/>
                      <a:pt x="402" y="633"/>
                      <a:pt x="412" y="629"/>
                    </a:cubicBezTo>
                    <a:cubicBezTo>
                      <a:pt x="414" y="628"/>
                      <a:pt x="416" y="623"/>
                      <a:pt x="418" y="622"/>
                    </a:cubicBezTo>
                    <a:cubicBezTo>
                      <a:pt x="421" y="621"/>
                      <a:pt x="425" y="624"/>
                      <a:pt x="426" y="624"/>
                    </a:cubicBezTo>
                    <a:cubicBezTo>
                      <a:pt x="434" y="626"/>
                      <a:pt x="442" y="619"/>
                      <a:pt x="445" y="616"/>
                    </a:cubicBezTo>
                    <a:cubicBezTo>
                      <a:pt x="469" y="623"/>
                      <a:pt x="503" y="644"/>
                      <a:pt x="530" y="633"/>
                    </a:cubicBezTo>
                    <a:cubicBezTo>
                      <a:pt x="551" y="625"/>
                      <a:pt x="571" y="584"/>
                      <a:pt x="544" y="567"/>
                    </a:cubicBezTo>
                    <a:cubicBezTo>
                      <a:pt x="513" y="547"/>
                      <a:pt x="481" y="550"/>
                      <a:pt x="444" y="561"/>
                    </a:cubicBezTo>
                    <a:cubicBezTo>
                      <a:pt x="425" y="566"/>
                      <a:pt x="403" y="564"/>
                      <a:pt x="385" y="570"/>
                    </a:cubicBezTo>
                    <a:cubicBezTo>
                      <a:pt x="378" y="570"/>
                      <a:pt x="370" y="570"/>
                      <a:pt x="363" y="570"/>
                    </a:cubicBezTo>
                    <a:cubicBezTo>
                      <a:pt x="353" y="573"/>
                      <a:pt x="342" y="576"/>
                      <a:pt x="331" y="574"/>
                    </a:cubicBezTo>
                    <a:cubicBezTo>
                      <a:pt x="331" y="573"/>
                      <a:pt x="331" y="571"/>
                      <a:pt x="331" y="570"/>
                    </a:cubicBezTo>
                    <a:cubicBezTo>
                      <a:pt x="337" y="566"/>
                      <a:pt x="342" y="560"/>
                      <a:pt x="348" y="557"/>
                    </a:cubicBezTo>
                    <a:cubicBezTo>
                      <a:pt x="355" y="557"/>
                      <a:pt x="362" y="556"/>
                      <a:pt x="369" y="556"/>
                    </a:cubicBezTo>
                    <a:cubicBezTo>
                      <a:pt x="388" y="547"/>
                      <a:pt x="412" y="528"/>
                      <a:pt x="422" y="509"/>
                    </a:cubicBezTo>
                    <a:cubicBezTo>
                      <a:pt x="425" y="503"/>
                      <a:pt x="439" y="492"/>
                      <a:pt x="434" y="481"/>
                    </a:cubicBezTo>
                    <a:cubicBezTo>
                      <a:pt x="434" y="479"/>
                      <a:pt x="406" y="461"/>
                      <a:pt x="402" y="460"/>
                    </a:cubicBezTo>
                    <a:cubicBezTo>
                      <a:pt x="379" y="462"/>
                      <a:pt x="355" y="465"/>
                      <a:pt x="331" y="467"/>
                    </a:cubicBezTo>
                    <a:cubicBezTo>
                      <a:pt x="323" y="467"/>
                      <a:pt x="315" y="467"/>
                      <a:pt x="306" y="467"/>
                    </a:cubicBezTo>
                    <a:cubicBezTo>
                      <a:pt x="304" y="468"/>
                      <a:pt x="303" y="472"/>
                      <a:pt x="300" y="473"/>
                    </a:cubicBezTo>
                    <a:cubicBezTo>
                      <a:pt x="299" y="472"/>
                      <a:pt x="297" y="471"/>
                      <a:pt x="296" y="471"/>
                    </a:cubicBezTo>
                    <a:cubicBezTo>
                      <a:pt x="296" y="469"/>
                      <a:pt x="296" y="468"/>
                      <a:pt x="296" y="467"/>
                    </a:cubicBezTo>
                    <a:cubicBezTo>
                      <a:pt x="313" y="460"/>
                      <a:pt x="327" y="443"/>
                      <a:pt x="342" y="436"/>
                    </a:cubicBezTo>
                    <a:cubicBezTo>
                      <a:pt x="346" y="435"/>
                      <a:pt x="350" y="435"/>
                      <a:pt x="353" y="434"/>
                    </a:cubicBezTo>
                    <a:cubicBezTo>
                      <a:pt x="357" y="432"/>
                      <a:pt x="364" y="424"/>
                      <a:pt x="368" y="423"/>
                    </a:cubicBezTo>
                    <a:cubicBezTo>
                      <a:pt x="370" y="424"/>
                      <a:pt x="373" y="425"/>
                      <a:pt x="375" y="426"/>
                    </a:cubicBezTo>
                    <a:cubicBezTo>
                      <a:pt x="398" y="416"/>
                      <a:pt x="434" y="410"/>
                      <a:pt x="459" y="401"/>
                    </a:cubicBezTo>
                    <a:cubicBezTo>
                      <a:pt x="464" y="401"/>
                      <a:pt x="469" y="401"/>
                      <a:pt x="474" y="401"/>
                    </a:cubicBezTo>
                    <a:cubicBezTo>
                      <a:pt x="510" y="389"/>
                      <a:pt x="552" y="379"/>
                      <a:pt x="586" y="364"/>
                    </a:cubicBezTo>
                    <a:cubicBezTo>
                      <a:pt x="616" y="350"/>
                      <a:pt x="649" y="340"/>
                      <a:pt x="648" y="299"/>
                    </a:cubicBezTo>
                    <a:cubicBezTo>
                      <a:pt x="622" y="273"/>
                      <a:pt x="543" y="293"/>
                      <a:pt x="513" y="305"/>
                    </a:cubicBezTo>
                    <a:close/>
                    <a:moveTo>
                      <a:pt x="244" y="294"/>
                    </a:moveTo>
                    <a:cubicBezTo>
                      <a:pt x="258" y="272"/>
                      <a:pt x="266" y="246"/>
                      <a:pt x="279" y="228"/>
                    </a:cubicBezTo>
                    <a:cubicBezTo>
                      <a:pt x="294" y="236"/>
                      <a:pt x="252" y="291"/>
                      <a:pt x="244" y="294"/>
                    </a:cubicBezTo>
                    <a:close/>
                    <a:moveTo>
                      <a:pt x="349" y="250"/>
                    </a:moveTo>
                    <a:cubicBezTo>
                      <a:pt x="345" y="246"/>
                      <a:pt x="341" y="242"/>
                      <a:pt x="336" y="238"/>
                    </a:cubicBezTo>
                    <a:cubicBezTo>
                      <a:pt x="326" y="215"/>
                      <a:pt x="352" y="193"/>
                      <a:pt x="362" y="178"/>
                    </a:cubicBezTo>
                    <a:cubicBezTo>
                      <a:pt x="363" y="178"/>
                      <a:pt x="363" y="178"/>
                      <a:pt x="364" y="178"/>
                    </a:cubicBezTo>
                    <a:cubicBezTo>
                      <a:pt x="361" y="199"/>
                      <a:pt x="359" y="255"/>
                      <a:pt x="365" y="272"/>
                    </a:cubicBezTo>
                    <a:cubicBezTo>
                      <a:pt x="356" y="271"/>
                      <a:pt x="353" y="256"/>
                      <a:pt x="349" y="250"/>
                    </a:cubicBezTo>
                    <a:close/>
                    <a:moveTo>
                      <a:pt x="385" y="229"/>
                    </a:moveTo>
                    <a:cubicBezTo>
                      <a:pt x="385" y="210"/>
                      <a:pt x="385" y="192"/>
                      <a:pt x="385" y="174"/>
                    </a:cubicBezTo>
                    <a:cubicBezTo>
                      <a:pt x="387" y="172"/>
                      <a:pt x="389" y="170"/>
                      <a:pt x="391" y="168"/>
                    </a:cubicBezTo>
                    <a:cubicBezTo>
                      <a:pt x="398" y="153"/>
                      <a:pt x="399" y="137"/>
                      <a:pt x="412" y="129"/>
                    </a:cubicBezTo>
                    <a:cubicBezTo>
                      <a:pt x="411" y="129"/>
                      <a:pt x="411" y="128"/>
                      <a:pt x="411" y="127"/>
                    </a:cubicBezTo>
                    <a:cubicBezTo>
                      <a:pt x="414" y="128"/>
                      <a:pt x="414" y="127"/>
                      <a:pt x="416" y="129"/>
                    </a:cubicBezTo>
                    <a:cubicBezTo>
                      <a:pt x="416" y="129"/>
                      <a:pt x="417" y="129"/>
                      <a:pt x="417" y="128"/>
                    </a:cubicBezTo>
                    <a:cubicBezTo>
                      <a:pt x="415" y="132"/>
                      <a:pt x="413" y="135"/>
                      <a:pt x="411" y="138"/>
                    </a:cubicBezTo>
                    <a:cubicBezTo>
                      <a:pt x="410" y="142"/>
                      <a:pt x="412" y="147"/>
                      <a:pt x="413" y="149"/>
                    </a:cubicBezTo>
                    <a:cubicBezTo>
                      <a:pt x="405" y="157"/>
                      <a:pt x="397" y="234"/>
                      <a:pt x="410" y="246"/>
                    </a:cubicBezTo>
                    <a:cubicBezTo>
                      <a:pt x="410" y="257"/>
                      <a:pt x="398" y="268"/>
                      <a:pt x="389" y="270"/>
                    </a:cubicBezTo>
                    <a:cubicBezTo>
                      <a:pt x="389" y="271"/>
                      <a:pt x="389" y="271"/>
                      <a:pt x="390" y="272"/>
                    </a:cubicBezTo>
                    <a:cubicBezTo>
                      <a:pt x="381" y="265"/>
                      <a:pt x="385" y="243"/>
                      <a:pt x="385" y="229"/>
                    </a:cubicBezTo>
                    <a:close/>
                    <a:moveTo>
                      <a:pt x="584" y="329"/>
                    </a:moveTo>
                    <a:cubicBezTo>
                      <a:pt x="538" y="360"/>
                      <a:pt x="476" y="375"/>
                      <a:pt x="414" y="388"/>
                    </a:cubicBezTo>
                    <a:cubicBezTo>
                      <a:pt x="407" y="369"/>
                      <a:pt x="428" y="364"/>
                      <a:pt x="433" y="353"/>
                    </a:cubicBezTo>
                    <a:cubicBezTo>
                      <a:pt x="433" y="351"/>
                      <a:pt x="433" y="348"/>
                      <a:pt x="433" y="346"/>
                    </a:cubicBezTo>
                    <a:cubicBezTo>
                      <a:pt x="433" y="346"/>
                      <a:pt x="434" y="346"/>
                      <a:pt x="434" y="347"/>
                    </a:cubicBezTo>
                    <a:cubicBezTo>
                      <a:pt x="434" y="346"/>
                      <a:pt x="434" y="346"/>
                      <a:pt x="434" y="345"/>
                    </a:cubicBezTo>
                    <a:cubicBezTo>
                      <a:pt x="435" y="344"/>
                      <a:pt x="468" y="333"/>
                      <a:pt x="470" y="334"/>
                    </a:cubicBezTo>
                    <a:cubicBezTo>
                      <a:pt x="476" y="337"/>
                      <a:pt x="493" y="329"/>
                      <a:pt x="500" y="326"/>
                    </a:cubicBezTo>
                    <a:cubicBezTo>
                      <a:pt x="505" y="329"/>
                      <a:pt x="562" y="313"/>
                      <a:pt x="569" y="310"/>
                    </a:cubicBezTo>
                    <a:cubicBezTo>
                      <a:pt x="579" y="307"/>
                      <a:pt x="586" y="310"/>
                      <a:pt x="592" y="305"/>
                    </a:cubicBezTo>
                    <a:cubicBezTo>
                      <a:pt x="600" y="304"/>
                      <a:pt x="625" y="305"/>
                      <a:pt x="626" y="306"/>
                    </a:cubicBezTo>
                    <a:cubicBezTo>
                      <a:pt x="627" y="306"/>
                      <a:pt x="628" y="306"/>
                      <a:pt x="629" y="306"/>
                    </a:cubicBezTo>
                    <a:cubicBezTo>
                      <a:pt x="622" y="316"/>
                      <a:pt x="595" y="322"/>
                      <a:pt x="584" y="329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等线"/>
                  <a:ea typeface="+mn-ea"/>
                  <a:cs typeface="+mn-cs"/>
                </a:endParaRPr>
              </a:p>
            </p:txBody>
          </p:sp>
          <p:sp>
            <p:nvSpPr>
              <p:cNvPr id="51" name="iṩḷîḑé">
                <a:extLst>
                  <a:ext uri="{FF2B5EF4-FFF2-40B4-BE49-F238E27FC236}">
                    <a16:creationId xmlns:a16="http://schemas.microsoft.com/office/drawing/2014/main" id="{10D9767E-C2E8-21C6-4099-82D28DB1FDE0}"/>
                  </a:ext>
                </a:extLst>
              </p:cNvPr>
              <p:cNvSpPr/>
              <p:nvPr/>
            </p:nvSpPr>
            <p:spPr bwMode="auto">
              <a:xfrm>
                <a:off x="6967538" y="4999035"/>
                <a:ext cx="112713" cy="184150"/>
              </a:xfrm>
              <a:custGeom>
                <a:avLst/>
                <a:gdLst>
                  <a:gd name="T0" fmla="*/ 4 w 111"/>
                  <a:gd name="T1" fmla="*/ 181 h 181"/>
                  <a:gd name="T2" fmla="*/ 16 w 111"/>
                  <a:gd name="T3" fmla="*/ 163 h 181"/>
                  <a:gd name="T4" fmla="*/ 87 w 111"/>
                  <a:gd name="T5" fmla="*/ 91 h 181"/>
                  <a:gd name="T6" fmla="*/ 106 w 111"/>
                  <a:gd name="T7" fmla="*/ 60 h 181"/>
                  <a:gd name="T8" fmla="*/ 93 w 111"/>
                  <a:gd name="T9" fmla="*/ 0 h 181"/>
                  <a:gd name="T10" fmla="*/ 90 w 111"/>
                  <a:gd name="T11" fmla="*/ 0 h 181"/>
                  <a:gd name="T12" fmla="*/ 46 w 111"/>
                  <a:gd name="T13" fmla="*/ 94 h 181"/>
                  <a:gd name="T14" fmla="*/ 0 w 111"/>
                  <a:gd name="T15" fmla="*/ 177 h 181"/>
                  <a:gd name="T16" fmla="*/ 3 w 111"/>
                  <a:gd name="T17" fmla="*/ 181 h 181"/>
                  <a:gd name="T18" fmla="*/ 4 w 111"/>
                  <a:gd name="T19" fmla="*/ 181 h 18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</a:cxnLst>
                <a:rect l="0" t="0" r="r" b="b"/>
                <a:pathLst>
                  <a:path w="111" h="181">
                    <a:moveTo>
                      <a:pt x="4" y="181"/>
                    </a:moveTo>
                    <a:cubicBezTo>
                      <a:pt x="10" y="176"/>
                      <a:pt x="11" y="168"/>
                      <a:pt x="16" y="163"/>
                    </a:cubicBezTo>
                    <a:cubicBezTo>
                      <a:pt x="40" y="141"/>
                      <a:pt x="63" y="115"/>
                      <a:pt x="87" y="91"/>
                    </a:cubicBezTo>
                    <a:cubicBezTo>
                      <a:pt x="91" y="87"/>
                      <a:pt x="108" y="64"/>
                      <a:pt x="106" y="60"/>
                    </a:cubicBezTo>
                    <a:cubicBezTo>
                      <a:pt x="111" y="37"/>
                      <a:pt x="108" y="12"/>
                      <a:pt x="93" y="0"/>
                    </a:cubicBezTo>
                    <a:cubicBezTo>
                      <a:pt x="92" y="0"/>
                      <a:pt x="91" y="0"/>
                      <a:pt x="90" y="0"/>
                    </a:cubicBezTo>
                    <a:cubicBezTo>
                      <a:pt x="70" y="27"/>
                      <a:pt x="59" y="65"/>
                      <a:pt x="46" y="94"/>
                    </a:cubicBezTo>
                    <a:cubicBezTo>
                      <a:pt x="32" y="124"/>
                      <a:pt x="11" y="143"/>
                      <a:pt x="0" y="177"/>
                    </a:cubicBezTo>
                    <a:cubicBezTo>
                      <a:pt x="1" y="179"/>
                      <a:pt x="2" y="180"/>
                      <a:pt x="3" y="181"/>
                    </a:cubicBezTo>
                    <a:cubicBezTo>
                      <a:pt x="3" y="181"/>
                      <a:pt x="4" y="181"/>
                      <a:pt x="4" y="181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等线"/>
                  <a:ea typeface="+mn-ea"/>
                  <a:cs typeface="+mn-cs"/>
                </a:endParaRPr>
              </a:p>
            </p:txBody>
          </p:sp>
          <p:sp>
            <p:nvSpPr>
              <p:cNvPr id="52" name="ïṧlïḋè">
                <a:extLst>
                  <a:ext uri="{FF2B5EF4-FFF2-40B4-BE49-F238E27FC236}">
                    <a16:creationId xmlns:a16="http://schemas.microsoft.com/office/drawing/2014/main" id="{0F20128D-E5B4-9916-D90D-34588168D286}"/>
                  </a:ext>
                </a:extLst>
              </p:cNvPr>
              <p:cNvSpPr/>
              <p:nvPr/>
            </p:nvSpPr>
            <p:spPr bwMode="auto">
              <a:xfrm>
                <a:off x="7018338" y="5157785"/>
                <a:ext cx="57150" cy="71437"/>
              </a:xfrm>
              <a:custGeom>
                <a:avLst/>
                <a:gdLst>
                  <a:gd name="T0" fmla="*/ 1 w 56"/>
                  <a:gd name="T1" fmla="*/ 65 h 70"/>
                  <a:gd name="T2" fmla="*/ 5 w 56"/>
                  <a:gd name="T3" fmla="*/ 70 h 70"/>
                  <a:gd name="T4" fmla="*/ 52 w 56"/>
                  <a:gd name="T5" fmla="*/ 48 h 70"/>
                  <a:gd name="T6" fmla="*/ 55 w 56"/>
                  <a:gd name="T7" fmla="*/ 26 h 70"/>
                  <a:gd name="T8" fmla="*/ 11 w 56"/>
                  <a:gd name="T9" fmla="*/ 0 h 70"/>
                  <a:gd name="T10" fmla="*/ 4 w 56"/>
                  <a:gd name="T11" fmla="*/ 30 h 70"/>
                  <a:gd name="T12" fmla="*/ 6 w 56"/>
                  <a:gd name="T13" fmla="*/ 46 h 70"/>
                  <a:gd name="T14" fmla="*/ 1 w 56"/>
                  <a:gd name="T15" fmla="*/ 65 h 7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</a:cxnLst>
                <a:rect l="0" t="0" r="r" b="b"/>
                <a:pathLst>
                  <a:path w="56" h="70">
                    <a:moveTo>
                      <a:pt x="1" y="65"/>
                    </a:moveTo>
                    <a:cubicBezTo>
                      <a:pt x="2" y="67"/>
                      <a:pt x="3" y="68"/>
                      <a:pt x="5" y="70"/>
                    </a:cubicBezTo>
                    <a:cubicBezTo>
                      <a:pt x="23" y="67"/>
                      <a:pt x="36" y="52"/>
                      <a:pt x="52" y="48"/>
                    </a:cubicBezTo>
                    <a:cubicBezTo>
                      <a:pt x="56" y="41"/>
                      <a:pt x="55" y="33"/>
                      <a:pt x="55" y="26"/>
                    </a:cubicBezTo>
                    <a:cubicBezTo>
                      <a:pt x="42" y="15"/>
                      <a:pt x="31" y="1"/>
                      <a:pt x="11" y="0"/>
                    </a:cubicBezTo>
                    <a:cubicBezTo>
                      <a:pt x="7" y="4"/>
                      <a:pt x="0" y="19"/>
                      <a:pt x="4" y="30"/>
                    </a:cubicBezTo>
                    <a:cubicBezTo>
                      <a:pt x="5" y="32"/>
                      <a:pt x="8" y="41"/>
                      <a:pt x="6" y="46"/>
                    </a:cubicBezTo>
                    <a:cubicBezTo>
                      <a:pt x="4" y="50"/>
                      <a:pt x="1" y="59"/>
                      <a:pt x="1" y="65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等线"/>
                  <a:ea typeface="+mn-ea"/>
                  <a:cs typeface="+mn-cs"/>
                </a:endParaRPr>
              </a:p>
            </p:txBody>
          </p:sp>
          <p:sp>
            <p:nvSpPr>
              <p:cNvPr id="53" name="íṩḷïdè">
                <a:extLst>
                  <a:ext uri="{FF2B5EF4-FFF2-40B4-BE49-F238E27FC236}">
                    <a16:creationId xmlns:a16="http://schemas.microsoft.com/office/drawing/2014/main" id="{B48A4C60-C6CA-8023-D422-E49C746F1057}"/>
                  </a:ext>
                </a:extLst>
              </p:cNvPr>
              <p:cNvSpPr/>
              <p:nvPr/>
            </p:nvSpPr>
            <p:spPr bwMode="auto">
              <a:xfrm>
                <a:off x="6881813" y="5394322"/>
                <a:ext cx="50800" cy="155575"/>
              </a:xfrm>
              <a:custGeom>
                <a:avLst/>
                <a:gdLst>
                  <a:gd name="T0" fmla="*/ 31 w 50"/>
                  <a:gd name="T1" fmla="*/ 148 h 154"/>
                  <a:gd name="T2" fmla="*/ 40 w 50"/>
                  <a:gd name="T3" fmla="*/ 89 h 154"/>
                  <a:gd name="T4" fmla="*/ 39 w 50"/>
                  <a:gd name="T5" fmla="*/ 58 h 154"/>
                  <a:gd name="T6" fmla="*/ 48 w 50"/>
                  <a:gd name="T7" fmla="*/ 3 h 154"/>
                  <a:gd name="T8" fmla="*/ 42 w 50"/>
                  <a:gd name="T9" fmla="*/ 0 h 154"/>
                  <a:gd name="T10" fmla="*/ 11 w 50"/>
                  <a:gd name="T11" fmla="*/ 56 h 154"/>
                  <a:gd name="T12" fmla="*/ 12 w 50"/>
                  <a:gd name="T13" fmla="*/ 70 h 154"/>
                  <a:gd name="T14" fmla="*/ 6 w 50"/>
                  <a:gd name="T15" fmla="*/ 79 h 154"/>
                  <a:gd name="T16" fmla="*/ 6 w 50"/>
                  <a:gd name="T17" fmla="*/ 102 h 154"/>
                  <a:gd name="T18" fmla="*/ 10 w 50"/>
                  <a:gd name="T19" fmla="*/ 154 h 154"/>
                  <a:gd name="T20" fmla="*/ 31 w 50"/>
                  <a:gd name="T21" fmla="*/ 148 h 15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</a:cxnLst>
                <a:rect l="0" t="0" r="r" b="b"/>
                <a:pathLst>
                  <a:path w="50" h="154">
                    <a:moveTo>
                      <a:pt x="31" y="148"/>
                    </a:moveTo>
                    <a:cubicBezTo>
                      <a:pt x="39" y="134"/>
                      <a:pt x="40" y="109"/>
                      <a:pt x="40" y="89"/>
                    </a:cubicBezTo>
                    <a:cubicBezTo>
                      <a:pt x="40" y="78"/>
                      <a:pt x="40" y="68"/>
                      <a:pt x="39" y="58"/>
                    </a:cubicBezTo>
                    <a:cubicBezTo>
                      <a:pt x="48" y="47"/>
                      <a:pt x="50" y="22"/>
                      <a:pt x="48" y="3"/>
                    </a:cubicBezTo>
                    <a:cubicBezTo>
                      <a:pt x="45" y="1"/>
                      <a:pt x="46" y="1"/>
                      <a:pt x="42" y="0"/>
                    </a:cubicBezTo>
                    <a:cubicBezTo>
                      <a:pt x="34" y="19"/>
                      <a:pt x="20" y="36"/>
                      <a:pt x="11" y="56"/>
                    </a:cubicBezTo>
                    <a:cubicBezTo>
                      <a:pt x="12" y="61"/>
                      <a:pt x="12" y="66"/>
                      <a:pt x="12" y="70"/>
                    </a:cubicBezTo>
                    <a:cubicBezTo>
                      <a:pt x="11" y="73"/>
                      <a:pt x="7" y="76"/>
                      <a:pt x="6" y="79"/>
                    </a:cubicBezTo>
                    <a:cubicBezTo>
                      <a:pt x="6" y="86"/>
                      <a:pt x="6" y="94"/>
                      <a:pt x="6" y="102"/>
                    </a:cubicBezTo>
                    <a:cubicBezTo>
                      <a:pt x="0" y="114"/>
                      <a:pt x="0" y="139"/>
                      <a:pt x="10" y="154"/>
                    </a:cubicBezTo>
                    <a:cubicBezTo>
                      <a:pt x="22" y="154"/>
                      <a:pt x="23" y="150"/>
                      <a:pt x="31" y="148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等线"/>
                  <a:ea typeface="+mn-ea"/>
                  <a:cs typeface="+mn-cs"/>
                </a:endParaRPr>
              </a:p>
            </p:txBody>
          </p:sp>
        </p:grpSp>
        <p:grpSp>
          <p:nvGrpSpPr>
            <p:cNvPr id="45" name="iṩ1ídè">
              <a:extLst>
                <a:ext uri="{FF2B5EF4-FFF2-40B4-BE49-F238E27FC236}">
                  <a16:creationId xmlns:a16="http://schemas.microsoft.com/office/drawing/2014/main" id="{515513E6-6F54-39FB-248D-9791EA990953}"/>
                </a:ext>
              </a:extLst>
            </p:cNvPr>
            <p:cNvGrpSpPr/>
            <p:nvPr/>
          </p:nvGrpSpPr>
          <p:grpSpPr>
            <a:xfrm>
              <a:off x="7273918" y="2792408"/>
              <a:ext cx="599342" cy="855718"/>
              <a:chOff x="6115050" y="4976810"/>
              <a:chExt cx="560388" cy="800100"/>
            </a:xfrm>
            <a:grpFill/>
          </p:grpSpPr>
          <p:sp>
            <p:nvSpPr>
              <p:cNvPr id="48" name="íśḷíďê">
                <a:extLst>
                  <a:ext uri="{FF2B5EF4-FFF2-40B4-BE49-F238E27FC236}">
                    <a16:creationId xmlns:a16="http://schemas.microsoft.com/office/drawing/2014/main" id="{6020C662-C592-16B9-8862-A23F0A455219}"/>
                  </a:ext>
                </a:extLst>
              </p:cNvPr>
              <p:cNvSpPr/>
              <p:nvPr/>
            </p:nvSpPr>
            <p:spPr bwMode="auto">
              <a:xfrm>
                <a:off x="6115050" y="4976810"/>
                <a:ext cx="477838" cy="792162"/>
              </a:xfrm>
              <a:custGeom>
                <a:avLst/>
                <a:gdLst>
                  <a:gd name="T0" fmla="*/ 471 w 471"/>
                  <a:gd name="T1" fmla="*/ 354 h 778"/>
                  <a:gd name="T2" fmla="*/ 358 w 471"/>
                  <a:gd name="T3" fmla="*/ 323 h 778"/>
                  <a:gd name="T4" fmla="*/ 351 w 471"/>
                  <a:gd name="T5" fmla="*/ 337 h 778"/>
                  <a:gd name="T6" fmla="*/ 384 w 471"/>
                  <a:gd name="T7" fmla="*/ 358 h 778"/>
                  <a:gd name="T8" fmla="*/ 366 w 471"/>
                  <a:gd name="T9" fmla="*/ 387 h 778"/>
                  <a:gd name="T10" fmla="*/ 288 w 471"/>
                  <a:gd name="T11" fmla="*/ 435 h 778"/>
                  <a:gd name="T12" fmla="*/ 288 w 471"/>
                  <a:gd name="T13" fmla="*/ 418 h 778"/>
                  <a:gd name="T14" fmla="*/ 288 w 471"/>
                  <a:gd name="T15" fmla="*/ 403 h 778"/>
                  <a:gd name="T16" fmla="*/ 305 w 471"/>
                  <a:gd name="T17" fmla="*/ 352 h 778"/>
                  <a:gd name="T18" fmla="*/ 305 w 471"/>
                  <a:gd name="T19" fmla="*/ 336 h 778"/>
                  <a:gd name="T20" fmla="*/ 315 w 471"/>
                  <a:gd name="T21" fmla="*/ 315 h 778"/>
                  <a:gd name="T22" fmla="*/ 316 w 471"/>
                  <a:gd name="T23" fmla="*/ 291 h 778"/>
                  <a:gd name="T24" fmla="*/ 326 w 471"/>
                  <a:gd name="T25" fmla="*/ 223 h 778"/>
                  <a:gd name="T26" fmla="*/ 329 w 471"/>
                  <a:gd name="T27" fmla="*/ 170 h 778"/>
                  <a:gd name="T28" fmla="*/ 346 w 471"/>
                  <a:gd name="T29" fmla="*/ 98 h 778"/>
                  <a:gd name="T30" fmla="*/ 356 w 471"/>
                  <a:gd name="T31" fmla="*/ 26 h 778"/>
                  <a:gd name="T32" fmla="*/ 303 w 471"/>
                  <a:gd name="T33" fmla="*/ 0 h 778"/>
                  <a:gd name="T34" fmla="*/ 288 w 471"/>
                  <a:gd name="T35" fmla="*/ 47 h 778"/>
                  <a:gd name="T36" fmla="*/ 292 w 471"/>
                  <a:gd name="T37" fmla="*/ 60 h 778"/>
                  <a:gd name="T38" fmla="*/ 288 w 471"/>
                  <a:gd name="T39" fmla="*/ 135 h 778"/>
                  <a:gd name="T40" fmla="*/ 281 w 471"/>
                  <a:gd name="T41" fmla="*/ 178 h 778"/>
                  <a:gd name="T42" fmla="*/ 283 w 471"/>
                  <a:gd name="T43" fmla="*/ 191 h 778"/>
                  <a:gd name="T44" fmla="*/ 276 w 471"/>
                  <a:gd name="T45" fmla="*/ 215 h 778"/>
                  <a:gd name="T46" fmla="*/ 277 w 471"/>
                  <a:gd name="T47" fmla="*/ 245 h 778"/>
                  <a:gd name="T48" fmla="*/ 246 w 471"/>
                  <a:gd name="T49" fmla="*/ 391 h 778"/>
                  <a:gd name="T50" fmla="*/ 247 w 471"/>
                  <a:gd name="T51" fmla="*/ 405 h 778"/>
                  <a:gd name="T52" fmla="*/ 240 w 471"/>
                  <a:gd name="T53" fmla="*/ 414 h 778"/>
                  <a:gd name="T54" fmla="*/ 224 w 471"/>
                  <a:gd name="T55" fmla="*/ 470 h 778"/>
                  <a:gd name="T56" fmla="*/ 141 w 471"/>
                  <a:gd name="T57" fmla="*/ 533 h 778"/>
                  <a:gd name="T58" fmla="*/ 106 w 471"/>
                  <a:gd name="T59" fmla="*/ 563 h 778"/>
                  <a:gd name="T60" fmla="*/ 63 w 471"/>
                  <a:gd name="T61" fmla="*/ 583 h 778"/>
                  <a:gd name="T62" fmla="*/ 57 w 471"/>
                  <a:gd name="T63" fmla="*/ 591 h 778"/>
                  <a:gd name="T64" fmla="*/ 71 w 471"/>
                  <a:gd name="T65" fmla="*/ 619 h 778"/>
                  <a:gd name="T66" fmla="*/ 78 w 471"/>
                  <a:gd name="T67" fmla="*/ 623 h 778"/>
                  <a:gd name="T68" fmla="*/ 117 w 471"/>
                  <a:gd name="T69" fmla="*/ 598 h 778"/>
                  <a:gd name="T70" fmla="*/ 140 w 471"/>
                  <a:gd name="T71" fmla="*/ 577 h 778"/>
                  <a:gd name="T72" fmla="*/ 152 w 471"/>
                  <a:gd name="T73" fmla="*/ 563 h 778"/>
                  <a:gd name="T74" fmla="*/ 169 w 471"/>
                  <a:gd name="T75" fmla="*/ 554 h 778"/>
                  <a:gd name="T76" fmla="*/ 181 w 471"/>
                  <a:gd name="T77" fmla="*/ 539 h 778"/>
                  <a:gd name="T78" fmla="*/ 192 w 471"/>
                  <a:gd name="T79" fmla="*/ 537 h 778"/>
                  <a:gd name="T80" fmla="*/ 206 w 471"/>
                  <a:gd name="T81" fmla="*/ 522 h 778"/>
                  <a:gd name="T82" fmla="*/ 211 w 471"/>
                  <a:gd name="T83" fmla="*/ 524 h 778"/>
                  <a:gd name="T84" fmla="*/ 186 w 471"/>
                  <a:gd name="T85" fmla="*/ 584 h 778"/>
                  <a:gd name="T86" fmla="*/ 86 w 471"/>
                  <a:gd name="T87" fmla="*/ 703 h 778"/>
                  <a:gd name="T88" fmla="*/ 77 w 471"/>
                  <a:gd name="T89" fmla="*/ 703 h 778"/>
                  <a:gd name="T90" fmla="*/ 35 w 471"/>
                  <a:gd name="T91" fmla="*/ 720 h 778"/>
                  <a:gd name="T92" fmla="*/ 10 w 471"/>
                  <a:gd name="T93" fmla="*/ 720 h 778"/>
                  <a:gd name="T94" fmla="*/ 0 w 471"/>
                  <a:gd name="T95" fmla="*/ 728 h 778"/>
                  <a:gd name="T96" fmla="*/ 11 w 471"/>
                  <a:gd name="T97" fmla="*/ 746 h 778"/>
                  <a:gd name="T98" fmla="*/ 143 w 471"/>
                  <a:gd name="T99" fmla="*/ 731 h 778"/>
                  <a:gd name="T100" fmla="*/ 235 w 471"/>
                  <a:gd name="T101" fmla="*/ 584 h 778"/>
                  <a:gd name="T102" fmla="*/ 270 w 471"/>
                  <a:gd name="T103" fmla="*/ 489 h 778"/>
                  <a:gd name="T104" fmla="*/ 327 w 471"/>
                  <a:gd name="T105" fmla="*/ 452 h 778"/>
                  <a:gd name="T106" fmla="*/ 471 w 471"/>
                  <a:gd name="T107" fmla="*/ 354 h 77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  <a:cxn ang="0">
                    <a:pos x="T90" y="T91"/>
                  </a:cxn>
                  <a:cxn ang="0">
                    <a:pos x="T92" y="T93"/>
                  </a:cxn>
                  <a:cxn ang="0">
                    <a:pos x="T94" y="T95"/>
                  </a:cxn>
                  <a:cxn ang="0">
                    <a:pos x="T96" y="T97"/>
                  </a:cxn>
                  <a:cxn ang="0">
                    <a:pos x="T98" y="T99"/>
                  </a:cxn>
                  <a:cxn ang="0">
                    <a:pos x="T100" y="T101"/>
                  </a:cxn>
                  <a:cxn ang="0">
                    <a:pos x="T102" y="T103"/>
                  </a:cxn>
                  <a:cxn ang="0">
                    <a:pos x="T104" y="T105"/>
                  </a:cxn>
                  <a:cxn ang="0">
                    <a:pos x="T106" y="T107"/>
                  </a:cxn>
                </a:cxnLst>
                <a:rect l="0" t="0" r="r" b="b"/>
                <a:pathLst>
                  <a:path w="471" h="778">
                    <a:moveTo>
                      <a:pt x="471" y="354"/>
                    </a:moveTo>
                    <a:cubicBezTo>
                      <a:pt x="467" y="329"/>
                      <a:pt x="390" y="322"/>
                      <a:pt x="358" y="323"/>
                    </a:cubicBezTo>
                    <a:cubicBezTo>
                      <a:pt x="355" y="327"/>
                      <a:pt x="351" y="330"/>
                      <a:pt x="351" y="337"/>
                    </a:cubicBezTo>
                    <a:cubicBezTo>
                      <a:pt x="362" y="342"/>
                      <a:pt x="370" y="356"/>
                      <a:pt x="384" y="358"/>
                    </a:cubicBezTo>
                    <a:cubicBezTo>
                      <a:pt x="396" y="375"/>
                      <a:pt x="379" y="381"/>
                      <a:pt x="366" y="387"/>
                    </a:cubicBezTo>
                    <a:cubicBezTo>
                      <a:pt x="358" y="391"/>
                      <a:pt x="288" y="433"/>
                      <a:pt x="288" y="435"/>
                    </a:cubicBezTo>
                    <a:cubicBezTo>
                      <a:pt x="276" y="432"/>
                      <a:pt x="287" y="422"/>
                      <a:pt x="288" y="418"/>
                    </a:cubicBezTo>
                    <a:cubicBezTo>
                      <a:pt x="288" y="413"/>
                      <a:pt x="288" y="408"/>
                      <a:pt x="288" y="403"/>
                    </a:cubicBezTo>
                    <a:cubicBezTo>
                      <a:pt x="296" y="386"/>
                      <a:pt x="299" y="370"/>
                      <a:pt x="305" y="352"/>
                    </a:cubicBezTo>
                    <a:cubicBezTo>
                      <a:pt x="305" y="347"/>
                      <a:pt x="305" y="341"/>
                      <a:pt x="305" y="336"/>
                    </a:cubicBezTo>
                    <a:cubicBezTo>
                      <a:pt x="308" y="331"/>
                      <a:pt x="313" y="321"/>
                      <a:pt x="315" y="315"/>
                    </a:cubicBezTo>
                    <a:cubicBezTo>
                      <a:pt x="316" y="307"/>
                      <a:pt x="316" y="299"/>
                      <a:pt x="316" y="291"/>
                    </a:cubicBezTo>
                    <a:cubicBezTo>
                      <a:pt x="323" y="271"/>
                      <a:pt x="319" y="240"/>
                      <a:pt x="326" y="223"/>
                    </a:cubicBezTo>
                    <a:cubicBezTo>
                      <a:pt x="326" y="223"/>
                      <a:pt x="327" y="173"/>
                      <a:pt x="329" y="170"/>
                    </a:cubicBezTo>
                    <a:cubicBezTo>
                      <a:pt x="337" y="151"/>
                      <a:pt x="340" y="120"/>
                      <a:pt x="346" y="98"/>
                    </a:cubicBezTo>
                    <a:cubicBezTo>
                      <a:pt x="350" y="82"/>
                      <a:pt x="363" y="37"/>
                      <a:pt x="356" y="26"/>
                    </a:cubicBezTo>
                    <a:cubicBezTo>
                      <a:pt x="345" y="9"/>
                      <a:pt x="322" y="5"/>
                      <a:pt x="303" y="0"/>
                    </a:cubicBezTo>
                    <a:cubicBezTo>
                      <a:pt x="295" y="12"/>
                      <a:pt x="287" y="27"/>
                      <a:pt x="288" y="47"/>
                    </a:cubicBezTo>
                    <a:cubicBezTo>
                      <a:pt x="289" y="52"/>
                      <a:pt x="294" y="54"/>
                      <a:pt x="292" y="60"/>
                    </a:cubicBezTo>
                    <a:cubicBezTo>
                      <a:pt x="286" y="78"/>
                      <a:pt x="284" y="111"/>
                      <a:pt x="288" y="135"/>
                    </a:cubicBezTo>
                    <a:cubicBezTo>
                      <a:pt x="284" y="143"/>
                      <a:pt x="283" y="165"/>
                      <a:pt x="281" y="178"/>
                    </a:cubicBezTo>
                    <a:cubicBezTo>
                      <a:pt x="281" y="182"/>
                      <a:pt x="282" y="186"/>
                      <a:pt x="283" y="191"/>
                    </a:cubicBezTo>
                    <a:cubicBezTo>
                      <a:pt x="280" y="198"/>
                      <a:pt x="278" y="209"/>
                      <a:pt x="276" y="215"/>
                    </a:cubicBezTo>
                    <a:cubicBezTo>
                      <a:pt x="276" y="225"/>
                      <a:pt x="276" y="235"/>
                      <a:pt x="277" y="245"/>
                    </a:cubicBezTo>
                    <a:cubicBezTo>
                      <a:pt x="263" y="290"/>
                      <a:pt x="265" y="349"/>
                      <a:pt x="246" y="391"/>
                    </a:cubicBezTo>
                    <a:cubicBezTo>
                      <a:pt x="247" y="396"/>
                      <a:pt x="247" y="400"/>
                      <a:pt x="247" y="405"/>
                    </a:cubicBezTo>
                    <a:cubicBezTo>
                      <a:pt x="246" y="407"/>
                      <a:pt x="241" y="411"/>
                      <a:pt x="240" y="414"/>
                    </a:cubicBezTo>
                    <a:cubicBezTo>
                      <a:pt x="235" y="430"/>
                      <a:pt x="236" y="460"/>
                      <a:pt x="224" y="470"/>
                    </a:cubicBezTo>
                    <a:cubicBezTo>
                      <a:pt x="200" y="491"/>
                      <a:pt x="168" y="515"/>
                      <a:pt x="141" y="533"/>
                    </a:cubicBezTo>
                    <a:cubicBezTo>
                      <a:pt x="129" y="541"/>
                      <a:pt x="118" y="556"/>
                      <a:pt x="106" y="563"/>
                    </a:cubicBezTo>
                    <a:cubicBezTo>
                      <a:pt x="95" y="570"/>
                      <a:pt x="65" y="570"/>
                      <a:pt x="63" y="583"/>
                    </a:cubicBezTo>
                    <a:cubicBezTo>
                      <a:pt x="58" y="584"/>
                      <a:pt x="58" y="585"/>
                      <a:pt x="57" y="591"/>
                    </a:cubicBezTo>
                    <a:cubicBezTo>
                      <a:pt x="62" y="597"/>
                      <a:pt x="69" y="610"/>
                      <a:pt x="71" y="619"/>
                    </a:cubicBezTo>
                    <a:cubicBezTo>
                      <a:pt x="73" y="621"/>
                      <a:pt x="75" y="622"/>
                      <a:pt x="78" y="623"/>
                    </a:cubicBezTo>
                    <a:cubicBezTo>
                      <a:pt x="94" y="623"/>
                      <a:pt x="108" y="607"/>
                      <a:pt x="117" y="598"/>
                    </a:cubicBezTo>
                    <a:cubicBezTo>
                      <a:pt x="124" y="591"/>
                      <a:pt x="132" y="584"/>
                      <a:pt x="140" y="577"/>
                    </a:cubicBezTo>
                    <a:cubicBezTo>
                      <a:pt x="143" y="574"/>
                      <a:pt x="147" y="566"/>
                      <a:pt x="152" y="563"/>
                    </a:cubicBezTo>
                    <a:cubicBezTo>
                      <a:pt x="158" y="560"/>
                      <a:pt x="163" y="557"/>
                      <a:pt x="169" y="554"/>
                    </a:cubicBezTo>
                    <a:cubicBezTo>
                      <a:pt x="173" y="549"/>
                      <a:pt x="177" y="544"/>
                      <a:pt x="181" y="539"/>
                    </a:cubicBezTo>
                    <a:cubicBezTo>
                      <a:pt x="185" y="538"/>
                      <a:pt x="188" y="537"/>
                      <a:pt x="192" y="537"/>
                    </a:cubicBezTo>
                    <a:cubicBezTo>
                      <a:pt x="195" y="534"/>
                      <a:pt x="203" y="526"/>
                      <a:pt x="206" y="522"/>
                    </a:cubicBezTo>
                    <a:cubicBezTo>
                      <a:pt x="208" y="523"/>
                      <a:pt x="209" y="523"/>
                      <a:pt x="211" y="524"/>
                    </a:cubicBezTo>
                    <a:cubicBezTo>
                      <a:pt x="211" y="549"/>
                      <a:pt x="195" y="565"/>
                      <a:pt x="186" y="584"/>
                    </a:cubicBezTo>
                    <a:cubicBezTo>
                      <a:pt x="168" y="625"/>
                      <a:pt x="122" y="683"/>
                      <a:pt x="86" y="703"/>
                    </a:cubicBezTo>
                    <a:cubicBezTo>
                      <a:pt x="83" y="703"/>
                      <a:pt x="80" y="703"/>
                      <a:pt x="77" y="703"/>
                    </a:cubicBezTo>
                    <a:cubicBezTo>
                      <a:pt x="66" y="707"/>
                      <a:pt x="47" y="714"/>
                      <a:pt x="35" y="720"/>
                    </a:cubicBezTo>
                    <a:cubicBezTo>
                      <a:pt x="27" y="720"/>
                      <a:pt x="18" y="720"/>
                      <a:pt x="10" y="720"/>
                    </a:cubicBezTo>
                    <a:cubicBezTo>
                      <a:pt x="7" y="722"/>
                      <a:pt x="4" y="725"/>
                      <a:pt x="0" y="728"/>
                    </a:cubicBezTo>
                    <a:cubicBezTo>
                      <a:pt x="0" y="739"/>
                      <a:pt x="6" y="740"/>
                      <a:pt x="11" y="746"/>
                    </a:cubicBezTo>
                    <a:cubicBezTo>
                      <a:pt x="42" y="778"/>
                      <a:pt x="124" y="759"/>
                      <a:pt x="143" y="731"/>
                    </a:cubicBezTo>
                    <a:cubicBezTo>
                      <a:pt x="175" y="683"/>
                      <a:pt x="208" y="637"/>
                      <a:pt x="235" y="584"/>
                    </a:cubicBezTo>
                    <a:cubicBezTo>
                      <a:pt x="250" y="552"/>
                      <a:pt x="254" y="521"/>
                      <a:pt x="270" y="489"/>
                    </a:cubicBezTo>
                    <a:cubicBezTo>
                      <a:pt x="275" y="480"/>
                      <a:pt x="317" y="460"/>
                      <a:pt x="327" y="452"/>
                    </a:cubicBezTo>
                    <a:cubicBezTo>
                      <a:pt x="374" y="417"/>
                      <a:pt x="424" y="388"/>
                      <a:pt x="471" y="35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等线"/>
                  <a:ea typeface="+mn-ea"/>
                  <a:cs typeface="+mn-cs"/>
                </a:endParaRPr>
              </a:p>
            </p:txBody>
          </p:sp>
          <p:sp>
            <p:nvSpPr>
              <p:cNvPr id="49" name="íšľíḑê">
                <a:extLst>
                  <a:ext uri="{FF2B5EF4-FFF2-40B4-BE49-F238E27FC236}">
                    <a16:creationId xmlns:a16="http://schemas.microsoft.com/office/drawing/2014/main" id="{C58D8BC0-BFC4-010E-69CB-9DDBCB39A22D}"/>
                  </a:ext>
                </a:extLst>
              </p:cNvPr>
              <p:cNvSpPr/>
              <p:nvPr/>
            </p:nvSpPr>
            <p:spPr bwMode="auto">
              <a:xfrm>
                <a:off x="6384925" y="5484810"/>
                <a:ext cx="290513" cy="292100"/>
              </a:xfrm>
              <a:custGeom>
                <a:avLst/>
                <a:gdLst>
                  <a:gd name="T0" fmla="*/ 229 w 286"/>
                  <a:gd name="T1" fmla="*/ 216 h 287"/>
                  <a:gd name="T2" fmla="*/ 225 w 286"/>
                  <a:gd name="T3" fmla="*/ 211 h 287"/>
                  <a:gd name="T4" fmla="*/ 210 w 286"/>
                  <a:gd name="T5" fmla="*/ 210 h 287"/>
                  <a:gd name="T6" fmla="*/ 206 w 286"/>
                  <a:gd name="T7" fmla="*/ 205 h 287"/>
                  <a:gd name="T8" fmla="*/ 194 w 286"/>
                  <a:gd name="T9" fmla="*/ 205 h 287"/>
                  <a:gd name="T10" fmla="*/ 171 w 286"/>
                  <a:gd name="T11" fmla="*/ 192 h 287"/>
                  <a:gd name="T12" fmla="*/ 151 w 286"/>
                  <a:gd name="T13" fmla="*/ 169 h 287"/>
                  <a:gd name="T14" fmla="*/ 117 w 286"/>
                  <a:gd name="T15" fmla="*/ 142 h 287"/>
                  <a:gd name="T16" fmla="*/ 107 w 286"/>
                  <a:gd name="T17" fmla="*/ 120 h 287"/>
                  <a:gd name="T18" fmla="*/ 66 w 286"/>
                  <a:gd name="T19" fmla="*/ 56 h 287"/>
                  <a:gd name="T20" fmla="*/ 14 w 286"/>
                  <a:gd name="T21" fmla="*/ 0 h 287"/>
                  <a:gd name="T22" fmla="*/ 40 w 286"/>
                  <a:gd name="T23" fmla="*/ 118 h 287"/>
                  <a:gd name="T24" fmla="*/ 65 w 286"/>
                  <a:gd name="T25" fmla="*/ 182 h 287"/>
                  <a:gd name="T26" fmla="*/ 66 w 286"/>
                  <a:gd name="T27" fmla="*/ 204 h 287"/>
                  <a:gd name="T28" fmla="*/ 88 w 286"/>
                  <a:gd name="T29" fmla="*/ 257 h 287"/>
                  <a:gd name="T30" fmla="*/ 103 w 286"/>
                  <a:gd name="T31" fmla="*/ 268 h 287"/>
                  <a:gd name="T32" fmla="*/ 151 w 286"/>
                  <a:gd name="T33" fmla="*/ 276 h 287"/>
                  <a:gd name="T34" fmla="*/ 172 w 286"/>
                  <a:gd name="T35" fmla="*/ 276 h 287"/>
                  <a:gd name="T36" fmla="*/ 183 w 286"/>
                  <a:gd name="T37" fmla="*/ 270 h 287"/>
                  <a:gd name="T38" fmla="*/ 232 w 286"/>
                  <a:gd name="T39" fmla="*/ 269 h 287"/>
                  <a:gd name="T40" fmla="*/ 286 w 286"/>
                  <a:gd name="T41" fmla="*/ 238 h 287"/>
                  <a:gd name="T42" fmla="*/ 229 w 286"/>
                  <a:gd name="T43" fmla="*/ 216 h 28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</a:cxnLst>
                <a:rect l="0" t="0" r="r" b="b"/>
                <a:pathLst>
                  <a:path w="286" h="287">
                    <a:moveTo>
                      <a:pt x="229" y="216"/>
                    </a:moveTo>
                    <a:cubicBezTo>
                      <a:pt x="228" y="214"/>
                      <a:pt x="226" y="212"/>
                      <a:pt x="225" y="211"/>
                    </a:cubicBezTo>
                    <a:cubicBezTo>
                      <a:pt x="220" y="210"/>
                      <a:pt x="215" y="210"/>
                      <a:pt x="210" y="210"/>
                    </a:cubicBezTo>
                    <a:cubicBezTo>
                      <a:pt x="209" y="208"/>
                      <a:pt x="208" y="206"/>
                      <a:pt x="206" y="205"/>
                    </a:cubicBezTo>
                    <a:cubicBezTo>
                      <a:pt x="202" y="205"/>
                      <a:pt x="198" y="205"/>
                      <a:pt x="194" y="205"/>
                    </a:cubicBezTo>
                    <a:cubicBezTo>
                      <a:pt x="201" y="202"/>
                      <a:pt x="175" y="194"/>
                      <a:pt x="171" y="192"/>
                    </a:cubicBezTo>
                    <a:cubicBezTo>
                      <a:pt x="164" y="184"/>
                      <a:pt x="157" y="177"/>
                      <a:pt x="151" y="169"/>
                    </a:cubicBezTo>
                    <a:cubicBezTo>
                      <a:pt x="142" y="158"/>
                      <a:pt x="125" y="155"/>
                      <a:pt x="117" y="142"/>
                    </a:cubicBezTo>
                    <a:cubicBezTo>
                      <a:pt x="119" y="141"/>
                      <a:pt x="109" y="123"/>
                      <a:pt x="107" y="120"/>
                    </a:cubicBezTo>
                    <a:cubicBezTo>
                      <a:pt x="94" y="107"/>
                      <a:pt x="75" y="72"/>
                      <a:pt x="66" y="56"/>
                    </a:cubicBezTo>
                    <a:cubicBezTo>
                      <a:pt x="55" y="37"/>
                      <a:pt x="41" y="2"/>
                      <a:pt x="14" y="0"/>
                    </a:cubicBezTo>
                    <a:cubicBezTo>
                      <a:pt x="0" y="23"/>
                      <a:pt x="32" y="95"/>
                      <a:pt x="40" y="118"/>
                    </a:cubicBezTo>
                    <a:cubicBezTo>
                      <a:pt x="48" y="141"/>
                      <a:pt x="55" y="165"/>
                      <a:pt x="65" y="182"/>
                    </a:cubicBezTo>
                    <a:cubicBezTo>
                      <a:pt x="65" y="189"/>
                      <a:pt x="66" y="197"/>
                      <a:pt x="66" y="204"/>
                    </a:cubicBezTo>
                    <a:cubicBezTo>
                      <a:pt x="74" y="223"/>
                      <a:pt x="78" y="242"/>
                      <a:pt x="88" y="257"/>
                    </a:cubicBezTo>
                    <a:cubicBezTo>
                      <a:pt x="93" y="261"/>
                      <a:pt x="98" y="264"/>
                      <a:pt x="103" y="268"/>
                    </a:cubicBezTo>
                    <a:cubicBezTo>
                      <a:pt x="122" y="278"/>
                      <a:pt x="128" y="287"/>
                      <a:pt x="151" y="276"/>
                    </a:cubicBezTo>
                    <a:cubicBezTo>
                      <a:pt x="158" y="276"/>
                      <a:pt x="165" y="276"/>
                      <a:pt x="172" y="276"/>
                    </a:cubicBezTo>
                    <a:cubicBezTo>
                      <a:pt x="175" y="274"/>
                      <a:pt x="179" y="272"/>
                      <a:pt x="183" y="270"/>
                    </a:cubicBezTo>
                    <a:cubicBezTo>
                      <a:pt x="199" y="269"/>
                      <a:pt x="216" y="269"/>
                      <a:pt x="232" y="269"/>
                    </a:cubicBezTo>
                    <a:cubicBezTo>
                      <a:pt x="258" y="256"/>
                      <a:pt x="267" y="261"/>
                      <a:pt x="286" y="238"/>
                    </a:cubicBezTo>
                    <a:cubicBezTo>
                      <a:pt x="272" y="217"/>
                      <a:pt x="250" y="226"/>
                      <a:pt x="229" y="216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等线"/>
                  <a:ea typeface="+mn-ea"/>
                  <a:cs typeface="+mn-cs"/>
                </a:endParaRPr>
              </a:p>
            </p:txBody>
          </p:sp>
        </p:grpSp>
        <p:sp>
          <p:nvSpPr>
            <p:cNvPr id="46" name="ïšḻîḍe">
              <a:extLst>
                <a:ext uri="{FF2B5EF4-FFF2-40B4-BE49-F238E27FC236}">
                  <a16:creationId xmlns:a16="http://schemas.microsoft.com/office/drawing/2014/main" id="{D1326809-EE9F-27E6-DB1C-972CA2CEDC2D}"/>
                </a:ext>
              </a:extLst>
            </p:cNvPr>
            <p:cNvSpPr/>
            <p:nvPr/>
          </p:nvSpPr>
          <p:spPr bwMode="auto">
            <a:xfrm>
              <a:off x="6615743" y="3000099"/>
              <a:ext cx="425964" cy="517912"/>
            </a:xfrm>
            <a:custGeom>
              <a:avLst/>
              <a:gdLst>
                <a:gd name="T0" fmla="*/ 20 w 354"/>
                <a:gd name="T1" fmla="*/ 276 h 430"/>
                <a:gd name="T2" fmla="*/ 22 w 354"/>
                <a:gd name="T3" fmla="*/ 302 h 430"/>
                <a:gd name="T4" fmla="*/ 27 w 354"/>
                <a:gd name="T5" fmla="*/ 307 h 430"/>
                <a:gd name="T6" fmla="*/ 25 w 354"/>
                <a:gd name="T7" fmla="*/ 328 h 430"/>
                <a:gd name="T8" fmla="*/ 49 w 354"/>
                <a:gd name="T9" fmla="*/ 418 h 430"/>
                <a:gd name="T10" fmla="*/ 68 w 354"/>
                <a:gd name="T11" fmla="*/ 408 h 430"/>
                <a:gd name="T12" fmla="*/ 70 w 354"/>
                <a:gd name="T13" fmla="*/ 387 h 430"/>
                <a:gd name="T14" fmla="*/ 83 w 354"/>
                <a:gd name="T15" fmla="*/ 331 h 430"/>
                <a:gd name="T16" fmla="*/ 50 w 354"/>
                <a:gd name="T17" fmla="*/ 251 h 430"/>
                <a:gd name="T18" fmla="*/ 50 w 354"/>
                <a:gd name="T19" fmla="*/ 237 h 430"/>
                <a:gd name="T20" fmla="*/ 44 w 354"/>
                <a:gd name="T21" fmla="*/ 232 h 430"/>
                <a:gd name="T22" fmla="*/ 50 w 354"/>
                <a:gd name="T23" fmla="*/ 196 h 430"/>
                <a:gd name="T24" fmla="*/ 79 w 354"/>
                <a:gd name="T25" fmla="*/ 177 h 430"/>
                <a:gd name="T26" fmla="*/ 85 w 354"/>
                <a:gd name="T27" fmla="*/ 169 h 430"/>
                <a:gd name="T28" fmla="*/ 111 w 354"/>
                <a:gd name="T29" fmla="*/ 152 h 430"/>
                <a:gd name="T30" fmla="*/ 168 w 354"/>
                <a:gd name="T31" fmla="*/ 99 h 430"/>
                <a:gd name="T32" fmla="*/ 193 w 354"/>
                <a:gd name="T33" fmla="*/ 85 h 430"/>
                <a:gd name="T34" fmla="*/ 293 w 354"/>
                <a:gd name="T35" fmla="*/ 47 h 430"/>
                <a:gd name="T36" fmla="*/ 272 w 354"/>
                <a:gd name="T37" fmla="*/ 101 h 430"/>
                <a:gd name="T38" fmla="*/ 241 w 354"/>
                <a:gd name="T39" fmla="*/ 177 h 430"/>
                <a:gd name="T40" fmla="*/ 241 w 354"/>
                <a:gd name="T41" fmla="*/ 190 h 430"/>
                <a:gd name="T42" fmla="*/ 230 w 354"/>
                <a:gd name="T43" fmla="*/ 208 h 430"/>
                <a:gd name="T44" fmla="*/ 230 w 354"/>
                <a:gd name="T45" fmla="*/ 225 h 430"/>
                <a:gd name="T46" fmla="*/ 218 w 354"/>
                <a:gd name="T47" fmla="*/ 245 h 430"/>
                <a:gd name="T48" fmla="*/ 218 w 354"/>
                <a:gd name="T49" fmla="*/ 263 h 430"/>
                <a:gd name="T50" fmla="*/ 213 w 354"/>
                <a:gd name="T51" fmla="*/ 267 h 430"/>
                <a:gd name="T52" fmla="*/ 210 w 354"/>
                <a:gd name="T53" fmla="*/ 279 h 430"/>
                <a:gd name="T54" fmla="*/ 210 w 354"/>
                <a:gd name="T55" fmla="*/ 281 h 430"/>
                <a:gd name="T56" fmla="*/ 193 w 354"/>
                <a:gd name="T57" fmla="*/ 248 h 430"/>
                <a:gd name="T58" fmla="*/ 106 w 354"/>
                <a:gd name="T59" fmla="*/ 189 h 430"/>
                <a:gd name="T60" fmla="*/ 103 w 354"/>
                <a:gd name="T61" fmla="*/ 267 h 430"/>
                <a:gd name="T62" fmla="*/ 131 w 354"/>
                <a:gd name="T63" fmla="*/ 332 h 430"/>
                <a:gd name="T64" fmla="*/ 112 w 354"/>
                <a:gd name="T65" fmla="*/ 365 h 430"/>
                <a:gd name="T66" fmla="*/ 90 w 354"/>
                <a:gd name="T67" fmla="*/ 396 h 430"/>
                <a:gd name="T68" fmla="*/ 85 w 354"/>
                <a:gd name="T69" fmla="*/ 407 h 430"/>
                <a:gd name="T70" fmla="*/ 89 w 354"/>
                <a:gd name="T71" fmla="*/ 412 h 430"/>
                <a:gd name="T72" fmla="*/ 143 w 354"/>
                <a:gd name="T73" fmla="*/ 366 h 430"/>
                <a:gd name="T74" fmla="*/ 154 w 354"/>
                <a:gd name="T75" fmla="*/ 366 h 430"/>
                <a:gd name="T76" fmla="*/ 208 w 354"/>
                <a:gd name="T77" fmla="*/ 430 h 430"/>
                <a:gd name="T78" fmla="*/ 213 w 354"/>
                <a:gd name="T79" fmla="*/ 430 h 430"/>
                <a:gd name="T80" fmla="*/ 260 w 354"/>
                <a:gd name="T81" fmla="*/ 289 h 430"/>
                <a:gd name="T82" fmla="*/ 282 w 354"/>
                <a:gd name="T83" fmla="*/ 224 h 430"/>
                <a:gd name="T84" fmla="*/ 281 w 354"/>
                <a:gd name="T85" fmla="*/ 214 h 430"/>
                <a:gd name="T86" fmla="*/ 292 w 354"/>
                <a:gd name="T87" fmla="*/ 186 h 430"/>
                <a:gd name="T88" fmla="*/ 294 w 354"/>
                <a:gd name="T89" fmla="*/ 170 h 430"/>
                <a:gd name="T90" fmla="*/ 311 w 354"/>
                <a:gd name="T91" fmla="*/ 138 h 430"/>
                <a:gd name="T92" fmla="*/ 317 w 354"/>
                <a:gd name="T93" fmla="*/ 111 h 430"/>
                <a:gd name="T94" fmla="*/ 330 w 354"/>
                <a:gd name="T95" fmla="*/ 92 h 430"/>
                <a:gd name="T96" fmla="*/ 343 w 354"/>
                <a:gd name="T97" fmla="*/ 40 h 430"/>
                <a:gd name="T98" fmla="*/ 291 w 354"/>
                <a:gd name="T99" fmla="*/ 0 h 430"/>
                <a:gd name="T100" fmla="*/ 272 w 354"/>
                <a:gd name="T101" fmla="*/ 8 h 430"/>
                <a:gd name="T102" fmla="*/ 210 w 354"/>
                <a:gd name="T103" fmla="*/ 31 h 430"/>
                <a:gd name="T104" fmla="*/ 176 w 354"/>
                <a:gd name="T105" fmla="*/ 53 h 430"/>
                <a:gd name="T106" fmla="*/ 168 w 354"/>
                <a:gd name="T107" fmla="*/ 52 h 430"/>
                <a:gd name="T108" fmla="*/ 162 w 354"/>
                <a:gd name="T109" fmla="*/ 59 h 430"/>
                <a:gd name="T110" fmla="*/ 143 w 354"/>
                <a:gd name="T111" fmla="*/ 65 h 430"/>
                <a:gd name="T112" fmla="*/ 75 w 354"/>
                <a:gd name="T113" fmla="*/ 109 h 430"/>
                <a:gd name="T114" fmla="*/ 26 w 354"/>
                <a:gd name="T115" fmla="*/ 155 h 430"/>
                <a:gd name="T116" fmla="*/ 25 w 354"/>
                <a:gd name="T117" fmla="*/ 222 h 430"/>
                <a:gd name="T118" fmla="*/ 7 w 354"/>
                <a:gd name="T119" fmla="*/ 227 h 430"/>
                <a:gd name="T120" fmla="*/ 15 w 354"/>
                <a:gd name="T121" fmla="*/ 269 h 430"/>
                <a:gd name="T122" fmla="*/ 20 w 354"/>
                <a:gd name="T123" fmla="*/ 276 h 43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  <a:cxn ang="0">
                  <a:pos x="T118" y="T119"/>
                </a:cxn>
                <a:cxn ang="0">
                  <a:pos x="T120" y="T121"/>
                </a:cxn>
                <a:cxn ang="0">
                  <a:pos x="T122" y="T123"/>
                </a:cxn>
              </a:cxnLst>
              <a:rect l="0" t="0" r="r" b="b"/>
              <a:pathLst>
                <a:path w="354" h="430">
                  <a:moveTo>
                    <a:pt x="20" y="276"/>
                  </a:moveTo>
                  <a:cubicBezTo>
                    <a:pt x="21" y="285"/>
                    <a:pt x="22" y="293"/>
                    <a:pt x="22" y="302"/>
                  </a:cubicBezTo>
                  <a:cubicBezTo>
                    <a:pt x="24" y="304"/>
                    <a:pt x="25" y="305"/>
                    <a:pt x="27" y="307"/>
                  </a:cubicBezTo>
                  <a:cubicBezTo>
                    <a:pt x="27" y="314"/>
                    <a:pt x="26" y="321"/>
                    <a:pt x="25" y="328"/>
                  </a:cubicBezTo>
                  <a:cubicBezTo>
                    <a:pt x="33" y="356"/>
                    <a:pt x="27" y="403"/>
                    <a:pt x="49" y="418"/>
                  </a:cubicBezTo>
                  <a:cubicBezTo>
                    <a:pt x="56" y="425"/>
                    <a:pt x="65" y="412"/>
                    <a:pt x="68" y="408"/>
                  </a:cubicBezTo>
                  <a:cubicBezTo>
                    <a:pt x="68" y="401"/>
                    <a:pt x="69" y="394"/>
                    <a:pt x="70" y="387"/>
                  </a:cubicBezTo>
                  <a:cubicBezTo>
                    <a:pt x="76" y="375"/>
                    <a:pt x="86" y="354"/>
                    <a:pt x="83" y="331"/>
                  </a:cubicBezTo>
                  <a:cubicBezTo>
                    <a:pt x="78" y="299"/>
                    <a:pt x="61" y="276"/>
                    <a:pt x="50" y="251"/>
                  </a:cubicBezTo>
                  <a:cubicBezTo>
                    <a:pt x="50" y="246"/>
                    <a:pt x="50" y="242"/>
                    <a:pt x="50" y="237"/>
                  </a:cubicBezTo>
                  <a:cubicBezTo>
                    <a:pt x="48" y="235"/>
                    <a:pt x="46" y="234"/>
                    <a:pt x="44" y="232"/>
                  </a:cubicBezTo>
                  <a:cubicBezTo>
                    <a:pt x="39" y="222"/>
                    <a:pt x="50" y="209"/>
                    <a:pt x="50" y="196"/>
                  </a:cubicBezTo>
                  <a:cubicBezTo>
                    <a:pt x="59" y="186"/>
                    <a:pt x="66" y="184"/>
                    <a:pt x="79" y="177"/>
                  </a:cubicBezTo>
                  <a:cubicBezTo>
                    <a:pt x="81" y="174"/>
                    <a:pt x="83" y="172"/>
                    <a:pt x="85" y="169"/>
                  </a:cubicBezTo>
                  <a:cubicBezTo>
                    <a:pt x="94" y="164"/>
                    <a:pt x="102" y="158"/>
                    <a:pt x="111" y="152"/>
                  </a:cubicBezTo>
                  <a:cubicBezTo>
                    <a:pt x="126" y="142"/>
                    <a:pt x="158" y="112"/>
                    <a:pt x="168" y="99"/>
                  </a:cubicBezTo>
                  <a:cubicBezTo>
                    <a:pt x="169" y="101"/>
                    <a:pt x="188" y="88"/>
                    <a:pt x="193" y="85"/>
                  </a:cubicBezTo>
                  <a:cubicBezTo>
                    <a:pt x="222" y="70"/>
                    <a:pt x="248" y="46"/>
                    <a:pt x="293" y="47"/>
                  </a:cubicBezTo>
                  <a:cubicBezTo>
                    <a:pt x="292" y="59"/>
                    <a:pt x="278" y="86"/>
                    <a:pt x="272" y="101"/>
                  </a:cubicBezTo>
                  <a:cubicBezTo>
                    <a:pt x="259" y="128"/>
                    <a:pt x="255" y="152"/>
                    <a:pt x="241" y="177"/>
                  </a:cubicBezTo>
                  <a:cubicBezTo>
                    <a:pt x="241" y="181"/>
                    <a:pt x="241" y="186"/>
                    <a:pt x="241" y="190"/>
                  </a:cubicBezTo>
                  <a:cubicBezTo>
                    <a:pt x="239" y="194"/>
                    <a:pt x="232" y="203"/>
                    <a:pt x="230" y="208"/>
                  </a:cubicBezTo>
                  <a:cubicBezTo>
                    <a:pt x="230" y="213"/>
                    <a:pt x="230" y="219"/>
                    <a:pt x="230" y="225"/>
                  </a:cubicBezTo>
                  <a:cubicBezTo>
                    <a:pt x="228" y="232"/>
                    <a:pt x="221" y="238"/>
                    <a:pt x="218" y="245"/>
                  </a:cubicBezTo>
                  <a:cubicBezTo>
                    <a:pt x="218" y="251"/>
                    <a:pt x="218" y="257"/>
                    <a:pt x="218" y="263"/>
                  </a:cubicBezTo>
                  <a:cubicBezTo>
                    <a:pt x="216" y="265"/>
                    <a:pt x="214" y="266"/>
                    <a:pt x="213" y="267"/>
                  </a:cubicBezTo>
                  <a:cubicBezTo>
                    <a:pt x="212" y="270"/>
                    <a:pt x="213" y="276"/>
                    <a:pt x="210" y="279"/>
                  </a:cubicBezTo>
                  <a:cubicBezTo>
                    <a:pt x="210" y="280"/>
                    <a:pt x="210" y="280"/>
                    <a:pt x="210" y="281"/>
                  </a:cubicBezTo>
                  <a:cubicBezTo>
                    <a:pt x="201" y="277"/>
                    <a:pt x="199" y="257"/>
                    <a:pt x="193" y="248"/>
                  </a:cubicBezTo>
                  <a:cubicBezTo>
                    <a:pt x="175" y="223"/>
                    <a:pt x="147" y="190"/>
                    <a:pt x="106" y="189"/>
                  </a:cubicBezTo>
                  <a:cubicBezTo>
                    <a:pt x="89" y="206"/>
                    <a:pt x="93" y="245"/>
                    <a:pt x="103" y="267"/>
                  </a:cubicBezTo>
                  <a:cubicBezTo>
                    <a:pt x="106" y="275"/>
                    <a:pt x="133" y="322"/>
                    <a:pt x="131" y="332"/>
                  </a:cubicBezTo>
                  <a:cubicBezTo>
                    <a:pt x="128" y="344"/>
                    <a:pt x="118" y="357"/>
                    <a:pt x="112" y="365"/>
                  </a:cubicBezTo>
                  <a:cubicBezTo>
                    <a:pt x="106" y="374"/>
                    <a:pt x="102" y="394"/>
                    <a:pt x="90" y="396"/>
                  </a:cubicBezTo>
                  <a:cubicBezTo>
                    <a:pt x="85" y="402"/>
                    <a:pt x="86" y="401"/>
                    <a:pt x="85" y="407"/>
                  </a:cubicBezTo>
                  <a:cubicBezTo>
                    <a:pt x="86" y="409"/>
                    <a:pt x="88" y="410"/>
                    <a:pt x="89" y="412"/>
                  </a:cubicBezTo>
                  <a:cubicBezTo>
                    <a:pt x="106" y="411"/>
                    <a:pt x="136" y="378"/>
                    <a:pt x="143" y="366"/>
                  </a:cubicBezTo>
                  <a:cubicBezTo>
                    <a:pt x="147" y="366"/>
                    <a:pt x="151" y="366"/>
                    <a:pt x="154" y="366"/>
                  </a:cubicBezTo>
                  <a:cubicBezTo>
                    <a:pt x="173" y="387"/>
                    <a:pt x="194" y="406"/>
                    <a:pt x="208" y="430"/>
                  </a:cubicBezTo>
                  <a:cubicBezTo>
                    <a:pt x="209" y="430"/>
                    <a:pt x="211" y="430"/>
                    <a:pt x="213" y="430"/>
                  </a:cubicBezTo>
                  <a:cubicBezTo>
                    <a:pt x="249" y="405"/>
                    <a:pt x="244" y="337"/>
                    <a:pt x="260" y="289"/>
                  </a:cubicBezTo>
                  <a:cubicBezTo>
                    <a:pt x="266" y="271"/>
                    <a:pt x="275" y="244"/>
                    <a:pt x="282" y="224"/>
                  </a:cubicBezTo>
                  <a:cubicBezTo>
                    <a:pt x="281" y="221"/>
                    <a:pt x="281" y="217"/>
                    <a:pt x="281" y="214"/>
                  </a:cubicBezTo>
                  <a:cubicBezTo>
                    <a:pt x="284" y="206"/>
                    <a:pt x="290" y="191"/>
                    <a:pt x="292" y="186"/>
                  </a:cubicBezTo>
                  <a:cubicBezTo>
                    <a:pt x="292" y="181"/>
                    <a:pt x="293" y="176"/>
                    <a:pt x="294" y="170"/>
                  </a:cubicBezTo>
                  <a:cubicBezTo>
                    <a:pt x="298" y="161"/>
                    <a:pt x="309" y="149"/>
                    <a:pt x="311" y="138"/>
                  </a:cubicBezTo>
                  <a:cubicBezTo>
                    <a:pt x="313" y="130"/>
                    <a:pt x="313" y="122"/>
                    <a:pt x="317" y="111"/>
                  </a:cubicBezTo>
                  <a:cubicBezTo>
                    <a:pt x="318" y="114"/>
                    <a:pt x="329" y="94"/>
                    <a:pt x="330" y="92"/>
                  </a:cubicBezTo>
                  <a:cubicBezTo>
                    <a:pt x="337" y="75"/>
                    <a:pt x="337" y="57"/>
                    <a:pt x="343" y="40"/>
                  </a:cubicBezTo>
                  <a:cubicBezTo>
                    <a:pt x="354" y="9"/>
                    <a:pt x="317" y="0"/>
                    <a:pt x="291" y="0"/>
                  </a:cubicBezTo>
                  <a:cubicBezTo>
                    <a:pt x="287" y="8"/>
                    <a:pt x="280" y="5"/>
                    <a:pt x="272" y="8"/>
                  </a:cubicBezTo>
                  <a:cubicBezTo>
                    <a:pt x="261" y="12"/>
                    <a:pt x="217" y="31"/>
                    <a:pt x="210" y="31"/>
                  </a:cubicBezTo>
                  <a:cubicBezTo>
                    <a:pt x="200" y="37"/>
                    <a:pt x="187" y="48"/>
                    <a:pt x="176" y="53"/>
                  </a:cubicBezTo>
                  <a:cubicBezTo>
                    <a:pt x="173" y="53"/>
                    <a:pt x="170" y="53"/>
                    <a:pt x="168" y="52"/>
                  </a:cubicBezTo>
                  <a:cubicBezTo>
                    <a:pt x="166" y="55"/>
                    <a:pt x="164" y="57"/>
                    <a:pt x="162" y="59"/>
                  </a:cubicBezTo>
                  <a:cubicBezTo>
                    <a:pt x="155" y="63"/>
                    <a:pt x="149" y="61"/>
                    <a:pt x="143" y="65"/>
                  </a:cubicBezTo>
                  <a:cubicBezTo>
                    <a:pt x="122" y="78"/>
                    <a:pt x="97" y="95"/>
                    <a:pt x="75" y="109"/>
                  </a:cubicBezTo>
                  <a:cubicBezTo>
                    <a:pt x="58" y="120"/>
                    <a:pt x="34" y="135"/>
                    <a:pt x="26" y="155"/>
                  </a:cubicBezTo>
                  <a:cubicBezTo>
                    <a:pt x="20" y="173"/>
                    <a:pt x="24" y="201"/>
                    <a:pt x="25" y="222"/>
                  </a:cubicBezTo>
                  <a:cubicBezTo>
                    <a:pt x="22" y="224"/>
                    <a:pt x="10" y="224"/>
                    <a:pt x="7" y="227"/>
                  </a:cubicBezTo>
                  <a:cubicBezTo>
                    <a:pt x="0" y="233"/>
                    <a:pt x="11" y="261"/>
                    <a:pt x="15" y="269"/>
                  </a:cubicBezTo>
                  <a:cubicBezTo>
                    <a:pt x="16" y="271"/>
                    <a:pt x="18" y="274"/>
                    <a:pt x="20" y="276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/>
                <a:ea typeface="+mn-ea"/>
                <a:cs typeface="+mn-cs"/>
              </a:endParaRPr>
            </a:p>
          </p:txBody>
        </p:sp>
        <p:sp>
          <p:nvSpPr>
            <p:cNvPr id="47" name="î$ḷiďê">
              <a:extLst>
                <a:ext uri="{FF2B5EF4-FFF2-40B4-BE49-F238E27FC236}">
                  <a16:creationId xmlns:a16="http://schemas.microsoft.com/office/drawing/2014/main" id="{F2941B70-B72A-E5A0-305E-B4BF1110FB3D}"/>
                </a:ext>
              </a:extLst>
            </p:cNvPr>
            <p:cNvSpPr/>
            <p:nvPr/>
          </p:nvSpPr>
          <p:spPr bwMode="auto">
            <a:xfrm>
              <a:off x="6527548" y="3450476"/>
              <a:ext cx="514159" cy="247697"/>
            </a:xfrm>
            <a:custGeom>
              <a:avLst/>
              <a:gdLst>
                <a:gd name="T0" fmla="*/ 365 w 428"/>
                <a:gd name="T1" fmla="*/ 1 h 206"/>
                <a:gd name="T2" fmla="*/ 278 w 428"/>
                <a:gd name="T3" fmla="*/ 25 h 206"/>
                <a:gd name="T4" fmla="*/ 257 w 428"/>
                <a:gd name="T5" fmla="*/ 24 h 206"/>
                <a:gd name="T6" fmla="*/ 249 w 428"/>
                <a:gd name="T7" fmla="*/ 30 h 206"/>
                <a:gd name="T8" fmla="*/ 233 w 428"/>
                <a:gd name="T9" fmla="*/ 30 h 206"/>
                <a:gd name="T10" fmla="*/ 225 w 428"/>
                <a:gd name="T11" fmla="*/ 36 h 206"/>
                <a:gd name="T12" fmla="*/ 213 w 428"/>
                <a:gd name="T13" fmla="*/ 36 h 206"/>
                <a:gd name="T14" fmla="*/ 206 w 428"/>
                <a:gd name="T15" fmla="*/ 43 h 206"/>
                <a:gd name="T16" fmla="*/ 196 w 428"/>
                <a:gd name="T17" fmla="*/ 42 h 206"/>
                <a:gd name="T18" fmla="*/ 178 w 428"/>
                <a:gd name="T19" fmla="*/ 54 h 206"/>
                <a:gd name="T20" fmla="*/ 163 w 428"/>
                <a:gd name="T21" fmla="*/ 55 h 206"/>
                <a:gd name="T22" fmla="*/ 157 w 428"/>
                <a:gd name="T23" fmla="*/ 62 h 206"/>
                <a:gd name="T24" fmla="*/ 131 w 428"/>
                <a:gd name="T25" fmla="*/ 68 h 206"/>
                <a:gd name="T26" fmla="*/ 111 w 428"/>
                <a:gd name="T27" fmla="*/ 80 h 206"/>
                <a:gd name="T28" fmla="*/ 104 w 428"/>
                <a:gd name="T29" fmla="*/ 78 h 206"/>
                <a:gd name="T30" fmla="*/ 77 w 428"/>
                <a:gd name="T31" fmla="*/ 91 h 206"/>
                <a:gd name="T32" fmla="*/ 57 w 428"/>
                <a:gd name="T33" fmla="*/ 96 h 206"/>
                <a:gd name="T34" fmla="*/ 7 w 428"/>
                <a:gd name="T35" fmla="*/ 106 h 206"/>
                <a:gd name="T36" fmla="*/ 5 w 428"/>
                <a:gd name="T37" fmla="*/ 144 h 206"/>
                <a:gd name="T38" fmla="*/ 51 w 428"/>
                <a:gd name="T39" fmla="*/ 206 h 206"/>
                <a:gd name="T40" fmla="*/ 103 w 428"/>
                <a:gd name="T41" fmla="*/ 170 h 206"/>
                <a:gd name="T42" fmla="*/ 122 w 428"/>
                <a:gd name="T43" fmla="*/ 154 h 206"/>
                <a:gd name="T44" fmla="*/ 141 w 428"/>
                <a:gd name="T45" fmla="*/ 136 h 206"/>
                <a:gd name="T46" fmla="*/ 216 w 428"/>
                <a:gd name="T47" fmla="*/ 95 h 206"/>
                <a:gd name="T48" fmla="*/ 312 w 428"/>
                <a:gd name="T49" fmla="*/ 68 h 206"/>
                <a:gd name="T50" fmla="*/ 315 w 428"/>
                <a:gd name="T51" fmla="*/ 69 h 206"/>
                <a:gd name="T52" fmla="*/ 318 w 428"/>
                <a:gd name="T53" fmla="*/ 69 h 206"/>
                <a:gd name="T54" fmla="*/ 282 w 428"/>
                <a:gd name="T55" fmla="*/ 97 h 206"/>
                <a:gd name="T56" fmla="*/ 278 w 428"/>
                <a:gd name="T57" fmla="*/ 110 h 206"/>
                <a:gd name="T58" fmla="*/ 320 w 428"/>
                <a:gd name="T59" fmla="*/ 95 h 206"/>
                <a:gd name="T60" fmla="*/ 335 w 428"/>
                <a:gd name="T61" fmla="*/ 95 h 206"/>
                <a:gd name="T62" fmla="*/ 427 w 428"/>
                <a:gd name="T63" fmla="*/ 42 h 206"/>
                <a:gd name="T64" fmla="*/ 365 w 428"/>
                <a:gd name="T65" fmla="*/ 1 h 20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</a:cxnLst>
              <a:rect l="0" t="0" r="r" b="b"/>
              <a:pathLst>
                <a:path w="428" h="206">
                  <a:moveTo>
                    <a:pt x="365" y="1"/>
                  </a:moveTo>
                  <a:cubicBezTo>
                    <a:pt x="356" y="12"/>
                    <a:pt x="297" y="17"/>
                    <a:pt x="278" y="25"/>
                  </a:cubicBezTo>
                  <a:cubicBezTo>
                    <a:pt x="271" y="24"/>
                    <a:pt x="264" y="24"/>
                    <a:pt x="257" y="24"/>
                  </a:cubicBezTo>
                  <a:cubicBezTo>
                    <a:pt x="254" y="26"/>
                    <a:pt x="252" y="28"/>
                    <a:pt x="249" y="30"/>
                  </a:cubicBezTo>
                  <a:cubicBezTo>
                    <a:pt x="244" y="30"/>
                    <a:pt x="238" y="30"/>
                    <a:pt x="233" y="30"/>
                  </a:cubicBezTo>
                  <a:cubicBezTo>
                    <a:pt x="230" y="32"/>
                    <a:pt x="227" y="34"/>
                    <a:pt x="225" y="36"/>
                  </a:cubicBezTo>
                  <a:cubicBezTo>
                    <a:pt x="221" y="36"/>
                    <a:pt x="217" y="36"/>
                    <a:pt x="213" y="36"/>
                  </a:cubicBezTo>
                  <a:cubicBezTo>
                    <a:pt x="211" y="39"/>
                    <a:pt x="208" y="41"/>
                    <a:pt x="206" y="43"/>
                  </a:cubicBezTo>
                  <a:cubicBezTo>
                    <a:pt x="202" y="43"/>
                    <a:pt x="199" y="43"/>
                    <a:pt x="196" y="42"/>
                  </a:cubicBezTo>
                  <a:cubicBezTo>
                    <a:pt x="192" y="44"/>
                    <a:pt x="183" y="50"/>
                    <a:pt x="178" y="54"/>
                  </a:cubicBezTo>
                  <a:cubicBezTo>
                    <a:pt x="173" y="54"/>
                    <a:pt x="168" y="55"/>
                    <a:pt x="163" y="55"/>
                  </a:cubicBezTo>
                  <a:cubicBezTo>
                    <a:pt x="161" y="57"/>
                    <a:pt x="159" y="59"/>
                    <a:pt x="157" y="62"/>
                  </a:cubicBezTo>
                  <a:cubicBezTo>
                    <a:pt x="147" y="66"/>
                    <a:pt x="140" y="64"/>
                    <a:pt x="131" y="68"/>
                  </a:cubicBezTo>
                  <a:cubicBezTo>
                    <a:pt x="123" y="71"/>
                    <a:pt x="117" y="78"/>
                    <a:pt x="111" y="80"/>
                  </a:cubicBezTo>
                  <a:cubicBezTo>
                    <a:pt x="109" y="80"/>
                    <a:pt x="106" y="79"/>
                    <a:pt x="104" y="78"/>
                  </a:cubicBezTo>
                  <a:cubicBezTo>
                    <a:pt x="96" y="82"/>
                    <a:pt x="85" y="88"/>
                    <a:pt x="77" y="91"/>
                  </a:cubicBezTo>
                  <a:cubicBezTo>
                    <a:pt x="67" y="95"/>
                    <a:pt x="63" y="90"/>
                    <a:pt x="57" y="96"/>
                  </a:cubicBezTo>
                  <a:cubicBezTo>
                    <a:pt x="48" y="90"/>
                    <a:pt x="15" y="98"/>
                    <a:pt x="7" y="106"/>
                  </a:cubicBezTo>
                  <a:cubicBezTo>
                    <a:pt x="0" y="113"/>
                    <a:pt x="2" y="136"/>
                    <a:pt x="5" y="144"/>
                  </a:cubicBezTo>
                  <a:cubicBezTo>
                    <a:pt x="14" y="168"/>
                    <a:pt x="36" y="185"/>
                    <a:pt x="51" y="206"/>
                  </a:cubicBezTo>
                  <a:cubicBezTo>
                    <a:pt x="61" y="205"/>
                    <a:pt x="97" y="178"/>
                    <a:pt x="103" y="170"/>
                  </a:cubicBezTo>
                  <a:cubicBezTo>
                    <a:pt x="105" y="166"/>
                    <a:pt x="117" y="158"/>
                    <a:pt x="122" y="154"/>
                  </a:cubicBezTo>
                  <a:cubicBezTo>
                    <a:pt x="129" y="148"/>
                    <a:pt x="135" y="142"/>
                    <a:pt x="141" y="136"/>
                  </a:cubicBezTo>
                  <a:cubicBezTo>
                    <a:pt x="164" y="121"/>
                    <a:pt x="189" y="105"/>
                    <a:pt x="216" y="95"/>
                  </a:cubicBezTo>
                  <a:cubicBezTo>
                    <a:pt x="231" y="90"/>
                    <a:pt x="308" y="72"/>
                    <a:pt x="312" y="68"/>
                  </a:cubicBezTo>
                  <a:cubicBezTo>
                    <a:pt x="315" y="68"/>
                    <a:pt x="314" y="67"/>
                    <a:pt x="315" y="69"/>
                  </a:cubicBezTo>
                  <a:cubicBezTo>
                    <a:pt x="316" y="69"/>
                    <a:pt x="317" y="69"/>
                    <a:pt x="318" y="69"/>
                  </a:cubicBezTo>
                  <a:cubicBezTo>
                    <a:pt x="313" y="77"/>
                    <a:pt x="292" y="95"/>
                    <a:pt x="282" y="97"/>
                  </a:cubicBezTo>
                  <a:cubicBezTo>
                    <a:pt x="279" y="101"/>
                    <a:pt x="278" y="102"/>
                    <a:pt x="278" y="110"/>
                  </a:cubicBezTo>
                  <a:cubicBezTo>
                    <a:pt x="291" y="119"/>
                    <a:pt x="309" y="101"/>
                    <a:pt x="320" y="95"/>
                  </a:cubicBezTo>
                  <a:cubicBezTo>
                    <a:pt x="325" y="95"/>
                    <a:pt x="330" y="95"/>
                    <a:pt x="335" y="95"/>
                  </a:cubicBezTo>
                  <a:cubicBezTo>
                    <a:pt x="364" y="76"/>
                    <a:pt x="411" y="71"/>
                    <a:pt x="427" y="42"/>
                  </a:cubicBezTo>
                  <a:cubicBezTo>
                    <a:pt x="428" y="16"/>
                    <a:pt x="390" y="0"/>
                    <a:pt x="365" y="1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/>
                <a:ea typeface="+mn-ea"/>
                <a:cs typeface="+mn-cs"/>
              </a:endParaRPr>
            </a:p>
          </p:txBody>
        </p:sp>
      </p:grpSp>
      <p:sp>
        <p:nvSpPr>
          <p:cNvPr id="8" name="文本框 7">
            <a:extLst>
              <a:ext uri="{FF2B5EF4-FFF2-40B4-BE49-F238E27FC236}">
                <a16:creationId xmlns:a16="http://schemas.microsoft.com/office/drawing/2014/main" id="{A81A81E7-D61D-D310-81D1-FF35D0434300}"/>
              </a:ext>
            </a:extLst>
          </p:cNvPr>
          <p:cNvSpPr txBox="1"/>
          <p:nvPr/>
        </p:nvSpPr>
        <p:spPr>
          <a:xfrm>
            <a:off x="948457" y="2316915"/>
            <a:ext cx="5138817" cy="122084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just" defTabSz="914400" rtl="0" eaLnBrk="1" fontAlgn="auto" latinLnBrk="0" hangingPunct="1">
              <a:lnSpc>
                <a:spcPts val="22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2000" b="1" i="0" u="none" strike="noStrike" kern="1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理论模型：</a:t>
            </a:r>
            <a:r>
              <a:rPr kumimoji="0" lang="zh-CN" altLang="en-US" b="0" i="0" u="none" strike="noStrike" kern="1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反事实中介分析框架</a:t>
            </a:r>
            <a:endParaRPr kumimoji="0" lang="en-US" altLang="zh-CN" b="0" i="0" u="none" strike="noStrike" kern="1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cs"/>
            </a:endParaRPr>
          </a:p>
          <a:p>
            <a:pPr marL="0" marR="0" lvl="0" indent="0" algn="just" defTabSz="914400" rtl="0" eaLnBrk="1" fontAlgn="auto" latinLnBrk="0" hangingPunct="1">
              <a:lnSpc>
                <a:spcPts val="22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altLang="zh-CN" sz="2000" b="0" i="0" u="none" strike="noStrike" kern="1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cs"/>
            </a:endParaRPr>
          </a:p>
          <a:p>
            <a:pPr marL="0" marR="0" lvl="0" indent="0" algn="just" defTabSz="914400" rtl="0" eaLnBrk="1" fontAlgn="auto" latinLnBrk="0" hangingPunct="1">
              <a:lnSpc>
                <a:spcPts val="22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2000" b="0" i="0" u="none" strike="noStrike" kern="1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￼</a:t>
            </a:r>
            <a:endParaRPr kumimoji="0" lang="en-US" altLang="zh-CN" sz="2000" b="0" i="0" u="none" strike="noStrike" kern="1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cs"/>
            </a:endParaRPr>
          </a:p>
          <a:p>
            <a:pPr marL="0" marR="0" lvl="0" indent="0" algn="just" defTabSz="914400" rtl="0" eaLnBrk="1" fontAlgn="auto" latinLnBrk="0" hangingPunct="1">
              <a:lnSpc>
                <a:spcPts val="22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2000" b="1" i="0" u="none" strike="noStrike" kern="1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潜在结果定义</a:t>
            </a:r>
            <a:r>
              <a:rPr kumimoji="0" lang="en-US" altLang="zh-CN" sz="2000" b="1" i="0" u="none" strike="noStrike" kern="1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:</a:t>
            </a:r>
            <a:endParaRPr kumimoji="0" lang="en-US" altLang="zh-CN" sz="2000" b="0" i="0" u="none" strike="noStrike" kern="1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cs"/>
            </a:endParaRPr>
          </a:p>
        </p:txBody>
      </p:sp>
      <p:sp>
        <p:nvSpPr>
          <p:cNvPr id="111" name="文本框 110">
            <a:extLst>
              <a:ext uri="{FF2B5EF4-FFF2-40B4-BE49-F238E27FC236}">
                <a16:creationId xmlns:a16="http://schemas.microsoft.com/office/drawing/2014/main" id="{29375250-1C77-FB59-C82B-B9FC5AFEF783}"/>
              </a:ext>
            </a:extLst>
          </p:cNvPr>
          <p:cNvSpPr txBox="1"/>
          <p:nvPr/>
        </p:nvSpPr>
        <p:spPr>
          <a:xfrm>
            <a:off x="948458" y="707458"/>
            <a:ext cx="10817455" cy="122084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just" defTabSz="914400" rtl="0" eaLnBrk="1" fontAlgn="auto" latinLnBrk="0" hangingPunct="1">
              <a:lnSpc>
                <a:spcPts val="22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altLang="zh-CN" sz="1600" b="0" i="0" u="none" strike="noStrike" kern="1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cs"/>
            </a:endParaRPr>
          </a:p>
          <a:p>
            <a:pPr marL="0" marR="0" lvl="0" indent="0" algn="just" defTabSz="914400" rtl="0" eaLnBrk="1" fontAlgn="auto" latinLnBrk="0" hangingPunct="1">
              <a:lnSpc>
                <a:spcPts val="22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2000" b="1" i="0" u="none" strike="noStrike" kern="1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传统方法的局限性：</a:t>
            </a:r>
            <a:endParaRPr kumimoji="0" lang="en-US" altLang="zh-CN" b="1" i="0" u="none" strike="noStrike" kern="1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cs"/>
            </a:endParaRPr>
          </a:p>
          <a:p>
            <a:pPr marL="0" marR="0" lvl="0" indent="0" algn="just" defTabSz="914400" rtl="0" eaLnBrk="1" fontAlgn="auto" latinLnBrk="0" hangingPunct="1">
              <a:lnSpc>
                <a:spcPts val="22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b="0" i="0" u="none" strike="noStrike" kern="1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• ￼</a:t>
            </a:r>
            <a:r>
              <a:rPr kumimoji="0" lang="zh-CN" altLang="en-US" b="0" i="0" u="none" strike="noStrike" kern="1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未充分考虑混杂因素</a:t>
            </a:r>
            <a:r>
              <a:rPr kumimoji="0" lang="en-US" altLang="zh-CN" b="0" i="0" u="none" strike="noStrike" kern="1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￼</a:t>
            </a:r>
          </a:p>
          <a:p>
            <a:pPr marL="0" marR="0" lvl="0" indent="0" algn="just" defTabSz="914400" rtl="0" eaLnBrk="1" fontAlgn="auto" latinLnBrk="0" hangingPunct="1">
              <a:lnSpc>
                <a:spcPts val="22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b="0" i="0" u="none" strike="noStrike" kern="1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• ￼</a:t>
            </a:r>
            <a:r>
              <a:rPr kumimoji="0" lang="zh-CN" altLang="en-US" b="0" i="0" u="none" strike="noStrike" kern="1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存在“暴露</a:t>
            </a:r>
            <a:r>
              <a:rPr kumimoji="0" lang="en-US" altLang="zh-CN" b="0" i="0" u="none" strike="noStrike" kern="1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-</a:t>
            </a:r>
            <a:r>
              <a:rPr kumimoji="0" lang="zh-CN" altLang="en-US" b="0" i="0" u="none" strike="noStrike" kern="1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中介交互”（即暴露效应随中介水平变化而变化）时，其线性假设可能失效</a:t>
            </a:r>
          </a:p>
        </p:txBody>
      </p:sp>
      <p:sp>
        <p:nvSpPr>
          <p:cNvPr id="113" name="文本框 112">
            <a:extLst>
              <a:ext uri="{FF2B5EF4-FFF2-40B4-BE49-F238E27FC236}">
                <a16:creationId xmlns:a16="http://schemas.microsoft.com/office/drawing/2014/main" id="{32F784FD-9AE4-ED38-28EF-4ADF02014497}"/>
              </a:ext>
            </a:extLst>
          </p:cNvPr>
          <p:cNvSpPr txBox="1"/>
          <p:nvPr/>
        </p:nvSpPr>
        <p:spPr>
          <a:xfrm>
            <a:off x="7954711" y="5080883"/>
            <a:ext cx="5262071" cy="37446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just" defTabSz="914400" rtl="0" eaLnBrk="1" fontAlgn="auto" latinLnBrk="0" hangingPunct="1">
              <a:lnSpc>
                <a:spcPts val="22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2400" b="1" i="0" u="none" strike="noStrike" kern="1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总因果效应</a:t>
            </a:r>
            <a:endParaRPr kumimoji="0" lang="zh-CN" altLang="en-US" sz="2400" b="0" i="0" u="none" strike="noStrike" kern="100" cap="none" spc="0" normalizeH="0" baseline="0" noProof="0" dirty="0">
              <a:ln>
                <a:noFill/>
              </a:ln>
              <a:solidFill>
                <a:srgbClr val="FF0000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cs"/>
            </a:endParaRPr>
          </a:p>
        </p:txBody>
      </p:sp>
      <p:pic>
        <p:nvPicPr>
          <p:cNvPr id="4" name="图片 3" descr="图片包含 文本&#10;&#10;AI 生成的内容可能不正确。">
            <a:extLst>
              <a:ext uri="{FF2B5EF4-FFF2-40B4-BE49-F238E27FC236}">
                <a16:creationId xmlns:a16="http://schemas.microsoft.com/office/drawing/2014/main" id="{01DC5EC5-7438-07B1-D0A0-7E8E809AA41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139522" y="2845796"/>
            <a:ext cx="5973009" cy="962159"/>
          </a:xfrm>
          <a:prstGeom prst="rect">
            <a:avLst/>
          </a:prstGeom>
        </p:spPr>
      </p:pic>
      <p:sp>
        <p:nvSpPr>
          <p:cNvPr id="5" name="椭圆 4">
            <a:extLst>
              <a:ext uri="{FF2B5EF4-FFF2-40B4-BE49-F238E27FC236}">
                <a16:creationId xmlns:a16="http://schemas.microsoft.com/office/drawing/2014/main" id="{497E583A-337F-D562-B076-9357D8FF2EA4}"/>
              </a:ext>
            </a:extLst>
          </p:cNvPr>
          <p:cNvSpPr/>
          <p:nvPr/>
        </p:nvSpPr>
        <p:spPr>
          <a:xfrm>
            <a:off x="10334269" y="3982484"/>
            <a:ext cx="1308508" cy="1273143"/>
          </a:xfrm>
          <a:prstGeom prst="ellipse">
            <a:avLst/>
          </a:prstGeom>
          <a:solidFill>
            <a:srgbClr val="1B4489"/>
          </a:solidFill>
          <a:ln w="0" cap="flat" cmpd="sng" algn="ctr">
            <a:noFill/>
            <a:prstDash val="solid"/>
            <a:miter lim="800000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  <p:sp>
        <p:nvSpPr>
          <p:cNvPr id="11" name="文本框 10">
            <a:extLst>
              <a:ext uri="{FF2B5EF4-FFF2-40B4-BE49-F238E27FC236}">
                <a16:creationId xmlns:a16="http://schemas.microsoft.com/office/drawing/2014/main" id="{2E208B98-C990-59CA-CF5D-E7EF38D89753}"/>
              </a:ext>
            </a:extLst>
          </p:cNvPr>
          <p:cNvSpPr txBox="1"/>
          <p:nvPr/>
        </p:nvSpPr>
        <p:spPr>
          <a:xfrm>
            <a:off x="10448891" y="4157679"/>
            <a:ext cx="1105779" cy="9233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zh-CN" altLang="en-US" b="1" kern="1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自然直接效应</a:t>
            </a:r>
            <a:r>
              <a:rPr lang="en-US" altLang="zh-CN" b="1" kern="1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(NDE)</a:t>
            </a:r>
            <a:endParaRPr lang="zh-CN" altLang="en-US" b="1" kern="100" dirty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4" name="文本框 13">
            <a:extLst>
              <a:ext uri="{FF2B5EF4-FFF2-40B4-BE49-F238E27FC236}">
                <a16:creationId xmlns:a16="http://schemas.microsoft.com/office/drawing/2014/main" id="{C625179C-3002-DCF6-0F6F-16A769AC5020}"/>
              </a:ext>
            </a:extLst>
          </p:cNvPr>
          <p:cNvSpPr txBox="1"/>
          <p:nvPr/>
        </p:nvSpPr>
        <p:spPr>
          <a:xfrm rot="10800000">
            <a:off x="8230794" y="4483284"/>
            <a:ext cx="2269539" cy="15696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sz="9600" b="1" kern="100" dirty="0">
                <a:solidFill>
                  <a:schemeClr val="accent4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&gt;</a:t>
            </a:r>
            <a:endParaRPr lang="zh-CN" altLang="en-US" sz="9600" b="1" dirty="0">
              <a:solidFill>
                <a:schemeClr val="accent4"/>
              </a:solidFill>
            </a:endParaRPr>
          </a:p>
        </p:txBody>
      </p:sp>
      <p:sp>
        <p:nvSpPr>
          <p:cNvPr id="15" name="椭圆 14">
            <a:extLst>
              <a:ext uri="{FF2B5EF4-FFF2-40B4-BE49-F238E27FC236}">
                <a16:creationId xmlns:a16="http://schemas.microsoft.com/office/drawing/2014/main" id="{D5670989-7899-925C-A4A4-88C221040348}"/>
              </a:ext>
            </a:extLst>
          </p:cNvPr>
          <p:cNvSpPr/>
          <p:nvPr/>
        </p:nvSpPr>
        <p:spPr>
          <a:xfrm>
            <a:off x="10347526" y="5354097"/>
            <a:ext cx="1308507" cy="1273143"/>
          </a:xfrm>
          <a:prstGeom prst="ellipse">
            <a:avLst/>
          </a:prstGeom>
          <a:solidFill>
            <a:srgbClr val="1B4489"/>
          </a:solidFill>
          <a:ln w="0" cap="flat" cmpd="sng" algn="ctr">
            <a:noFill/>
            <a:prstDash val="solid"/>
            <a:miter lim="800000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  <p:sp>
        <p:nvSpPr>
          <p:cNvPr id="16" name="文本框 15">
            <a:extLst>
              <a:ext uri="{FF2B5EF4-FFF2-40B4-BE49-F238E27FC236}">
                <a16:creationId xmlns:a16="http://schemas.microsoft.com/office/drawing/2014/main" id="{864E615A-4B93-3B71-0710-02D22DE73495}"/>
              </a:ext>
            </a:extLst>
          </p:cNvPr>
          <p:cNvSpPr txBox="1"/>
          <p:nvPr/>
        </p:nvSpPr>
        <p:spPr>
          <a:xfrm>
            <a:off x="10435634" y="5600170"/>
            <a:ext cx="1105779" cy="9233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zh-CN" altLang="en-US" b="1" kern="1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自然间接效应</a:t>
            </a:r>
            <a:r>
              <a:rPr lang="en-US" altLang="zh-CN" b="1" kern="1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(NIE)</a:t>
            </a:r>
            <a:endParaRPr lang="zh-CN" altLang="en-US" b="1" kern="100" dirty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22" name="文本框 21">
            <a:extLst>
              <a:ext uri="{FF2B5EF4-FFF2-40B4-BE49-F238E27FC236}">
                <a16:creationId xmlns:a16="http://schemas.microsoft.com/office/drawing/2014/main" id="{093118AB-ADE2-64EE-C18B-E8E8D35AF6C4}"/>
              </a:ext>
            </a:extLst>
          </p:cNvPr>
          <p:cNvSpPr txBox="1"/>
          <p:nvPr/>
        </p:nvSpPr>
        <p:spPr>
          <a:xfrm>
            <a:off x="921290" y="3926372"/>
            <a:ext cx="7454084" cy="233910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z="2000" b="1" kern="100" dirty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模型构建与效应估算：</a:t>
            </a:r>
            <a:endParaRPr lang="en-US" altLang="zh-CN" sz="2000" b="1" kern="100" dirty="0">
              <a:solidFill>
                <a:prstClr val="black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r>
              <a:rPr lang="zh-CN" altLang="en-US" kern="100" dirty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研究利用 </a:t>
            </a:r>
            <a:r>
              <a:rPr lang="en-US" altLang="zh-CN" kern="100" dirty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Cochran–Armitage </a:t>
            </a:r>
            <a:r>
              <a:rPr lang="zh-CN" altLang="en-US" kern="100" dirty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检验确认了</a:t>
            </a:r>
            <a:r>
              <a:rPr lang="en-US" altLang="zh-CN" kern="100" dirty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SES </a:t>
            </a:r>
            <a:r>
              <a:rPr lang="zh-CN" altLang="en-US" kern="100" dirty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指标与疼痛结局之间存在线性趋势，利用 </a:t>
            </a:r>
            <a:r>
              <a:rPr lang="en-US" altLang="zh-CN" kern="100" dirty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Wald </a:t>
            </a:r>
            <a:r>
              <a:rPr lang="zh-CN" altLang="en-US" kern="100" dirty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检验证实年龄与性别无效应修饰作用</a:t>
            </a:r>
            <a:endParaRPr lang="en-US" altLang="zh-CN" kern="100" dirty="0">
              <a:solidFill>
                <a:prstClr val="black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endParaRPr lang="en-US" altLang="zh-CN" kern="100" dirty="0">
              <a:solidFill>
                <a:prstClr val="black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r>
              <a:rPr lang="en-US" altLang="zh-CN" b="1" kern="100" dirty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  1. </a:t>
            </a:r>
            <a:r>
              <a:rPr lang="zh-CN" altLang="en-US" b="1" kern="100" dirty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结局预测模型：</a:t>
            </a:r>
            <a:r>
              <a:rPr lang="zh-CN" altLang="en-US" kern="100" dirty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估计给定暴露、中介及协变量 </a:t>
            </a:r>
            <a:r>
              <a:rPr lang="en-US" altLang="zh-CN" kern="100" dirty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(</a:t>
            </a:r>
            <a:r>
              <a:rPr lang="zh-CN" altLang="en-US" kern="100" dirty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𝐶</a:t>
            </a:r>
            <a:r>
              <a:rPr lang="en-US" altLang="zh-CN" kern="100" dirty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) </a:t>
            </a:r>
            <a:r>
              <a:rPr lang="zh-CN" altLang="en-US" kern="100" dirty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下的结局期望</a:t>
            </a:r>
            <a:endParaRPr lang="en-US" altLang="zh-CN" kern="100" dirty="0">
              <a:solidFill>
                <a:prstClr val="black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r>
              <a:rPr lang="en-US" altLang="zh-CN" b="1" kern="100" dirty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  2. </a:t>
            </a:r>
            <a:r>
              <a:rPr lang="zh-CN" altLang="en-US" b="1" kern="100" dirty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中介预测模型：</a:t>
            </a:r>
            <a:r>
              <a:rPr lang="zh-CN" altLang="en-US" kern="100" dirty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估计给定暴露及协变量下的中介变量期望 </a:t>
            </a:r>
            <a:endParaRPr lang="en-US" altLang="zh-CN" kern="100" dirty="0">
              <a:solidFill>
                <a:prstClr val="black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endParaRPr lang="en-US" altLang="zh-CN" kern="100" dirty="0">
              <a:solidFill>
                <a:prstClr val="black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r>
              <a:rPr lang="zh-CN" altLang="en-US" kern="100" dirty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基于回归系数计算边际总效应 </a:t>
            </a:r>
            <a:r>
              <a:rPr lang="en-US" altLang="zh-CN" kern="100" dirty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(MTE)</a:t>
            </a:r>
            <a:r>
              <a:rPr lang="zh-CN" altLang="en-US" kern="100" dirty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、</a:t>
            </a:r>
            <a:r>
              <a:rPr lang="en-US" altLang="zh-CN" kern="100" dirty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NDE</a:t>
            </a:r>
            <a:r>
              <a:rPr lang="zh-CN" altLang="en-US" kern="100" dirty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、</a:t>
            </a:r>
            <a:r>
              <a:rPr lang="en-US" altLang="zh-CN" kern="100" dirty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NIE </a:t>
            </a:r>
            <a:r>
              <a:rPr lang="zh-CN" altLang="en-US" kern="100" dirty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以及中介比例 </a:t>
            </a:r>
            <a:r>
              <a:rPr lang="en-US" altLang="zh-CN" kern="100" dirty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(PM)1</a:t>
            </a:r>
            <a:endParaRPr lang="zh-CN" altLang="en-US" kern="100" dirty="0">
              <a:solidFill>
                <a:prstClr val="black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4169493603"/>
      </p:ext>
    </p:extLst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xmlns:p14="http://schemas.microsoft.com/office/powerpoint/2010/main" spd="slow" p14:dur="1250">
        <p15:prstTrans prst="peelOff"/>
      </p:transition>
    </mc:Choice>
    <mc:Fallback xmlns="">
      <p:transition spd="slow">
        <p:fade/>
      </p:transition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2" name="组合 31"/>
          <p:cNvGrpSpPr/>
          <p:nvPr/>
        </p:nvGrpSpPr>
        <p:grpSpPr>
          <a:xfrm>
            <a:off x="528706" y="867990"/>
            <a:ext cx="11158794" cy="0"/>
            <a:chOff x="528706" y="867990"/>
            <a:chExt cx="11158794" cy="0"/>
          </a:xfrm>
        </p:grpSpPr>
        <p:cxnSp>
          <p:nvCxnSpPr>
            <p:cNvPr id="33" name="直接连接符 32"/>
            <p:cNvCxnSpPr/>
            <p:nvPr/>
          </p:nvCxnSpPr>
          <p:spPr>
            <a:xfrm>
              <a:off x="528706" y="867990"/>
              <a:ext cx="11158794" cy="0"/>
            </a:xfrm>
            <a:prstGeom prst="line">
              <a:avLst/>
            </a:prstGeom>
            <a:ln>
              <a:solidFill>
                <a:schemeClr val="bg1">
                  <a:lumMod val="6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4" name="直接连接符 33"/>
            <p:cNvCxnSpPr/>
            <p:nvPr/>
          </p:nvCxnSpPr>
          <p:spPr>
            <a:xfrm>
              <a:off x="528706" y="867990"/>
              <a:ext cx="589713" cy="0"/>
            </a:xfrm>
            <a:prstGeom prst="line">
              <a:avLst/>
            </a:prstGeom>
            <a:ln w="38100">
              <a:solidFill>
                <a:srgbClr val="2257AE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35" name="文本占位符 43"/>
          <p:cNvSpPr txBox="1"/>
          <p:nvPr/>
        </p:nvSpPr>
        <p:spPr>
          <a:xfrm>
            <a:off x="126642" y="116187"/>
            <a:ext cx="6498064" cy="662554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lang="zh-CN" altLang="en-US" sz="2000" b="1" kern="1200" dirty="0">
                <a:solidFill>
                  <a:schemeClr val="accent2"/>
                </a:solidFill>
                <a:latin typeface="思源宋体 CN Heavy" panose="02020900000000000000" pitchFamily="18" charset="-122"/>
                <a:ea typeface="思源宋体 CN Heavy" panose="02020900000000000000" pitchFamily="18" charset="-122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lvl="0" algn="ctr">
              <a:lnSpc>
                <a:spcPct val="150000"/>
              </a:lnSpc>
              <a:spcBef>
                <a:spcPts val="1560"/>
              </a:spcBef>
              <a:spcAft>
                <a:spcPts val="780"/>
              </a:spcAft>
              <a:buClr>
                <a:srgbClr val="000000"/>
              </a:buClr>
            </a:pPr>
            <a:r>
              <a:rPr lang="zh-CN" altLang="en-US" sz="2800" b="0" dirty="0">
                <a:solidFill>
                  <a:schemeClr val="tx1">
                    <a:lumMod val="85000"/>
                    <a:lumOff val="1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研究发现：社会梯度的路径差异详析</a:t>
            </a:r>
          </a:p>
        </p:txBody>
      </p:sp>
      <p:grpSp>
        <p:nvGrpSpPr>
          <p:cNvPr id="36" name="组合 35" descr="本素材由iSlide™ 提供&#10;iSlide™尊重知识产权并注重保护用户享有的各项权利。郑重提醒您：&#10;iSlide™插件中提供的任何信息内容的所有权、知识产权归其原始权利人或权利受让人所有，您免费/购买获得的是信息内容的使用权，并受下述条款的约束；&#10;1. 您仅可以个人非商业用途使用该等信息内容，不可将信息内容的全部或部分用于出售，或以出租、出借、转让、分销、发布等其他任何方式供他人使用；&#10;2. 禁止在接入互联网或移动互联网的任何网站、平台、应用或程序上以任何方式为他人提供iSlide™插件资源内容的下载。&#10;The resource is supplied by iSlide™.&#10;iSlide™ respects all intellectual property rights and protects all the rights its users acquired.Solemnly remind you:&#10;The ownership and intellectual property of the resources supplied in iSlide Add-in belongs to its owner or the assignee of this ownership.you only acquired the usage of the resources supplied in iSlide Add-in, as well as respected the following restrain terms:&#10;1.You are only allowed to use such resource for personal and non-commercial aim, not allowed to use such resource or part of it for the sale; or rent, lend, transfer to others; or distribution or release it in any way.&#10;2.You are not permitted to provide the resource of iSlide Add-in in any website, platform, application access to the Internet or mobile Internet." title="iSlide™ 版权声明  COPYRIGHT NOTICE"/>
          <p:cNvGrpSpPr/>
          <p:nvPr/>
        </p:nvGrpSpPr>
        <p:grpSpPr>
          <a:xfrm>
            <a:off x="10057711" y="318848"/>
            <a:ext cx="1455743" cy="455862"/>
            <a:chOff x="3366076" y="2566750"/>
            <a:chExt cx="5459848" cy="1709738"/>
          </a:xfrm>
          <a:solidFill>
            <a:srgbClr val="2257AE"/>
          </a:solidFill>
        </p:grpSpPr>
        <p:sp>
          <p:nvSpPr>
            <p:cNvPr id="37" name="iSḻîďê"/>
            <p:cNvSpPr/>
            <p:nvPr/>
          </p:nvSpPr>
          <p:spPr bwMode="auto">
            <a:xfrm>
              <a:off x="3647919" y="2850292"/>
              <a:ext cx="1142655" cy="1142655"/>
            </a:xfrm>
            <a:custGeom>
              <a:avLst/>
              <a:gdLst>
                <a:gd name="T0" fmla="*/ 429 w 858"/>
                <a:gd name="T1" fmla="*/ 0 h 857"/>
                <a:gd name="T2" fmla="*/ 858 w 858"/>
                <a:gd name="T3" fmla="*/ 428 h 857"/>
                <a:gd name="T4" fmla="*/ 429 w 858"/>
                <a:gd name="T5" fmla="*/ 857 h 857"/>
                <a:gd name="T6" fmla="*/ 0 w 858"/>
                <a:gd name="T7" fmla="*/ 428 h 857"/>
                <a:gd name="T8" fmla="*/ 429 w 858"/>
                <a:gd name="T9" fmla="*/ 0 h 857"/>
                <a:gd name="T10" fmla="*/ 429 w 858"/>
                <a:gd name="T11" fmla="*/ 24 h 857"/>
                <a:gd name="T12" fmla="*/ 25 w 858"/>
                <a:gd name="T13" fmla="*/ 428 h 857"/>
                <a:gd name="T14" fmla="*/ 429 w 858"/>
                <a:gd name="T15" fmla="*/ 833 h 857"/>
                <a:gd name="T16" fmla="*/ 834 w 858"/>
                <a:gd name="T17" fmla="*/ 428 h 857"/>
                <a:gd name="T18" fmla="*/ 429 w 858"/>
                <a:gd name="T19" fmla="*/ 24 h 85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858" h="857">
                  <a:moveTo>
                    <a:pt x="429" y="0"/>
                  </a:moveTo>
                  <a:cubicBezTo>
                    <a:pt x="665" y="0"/>
                    <a:pt x="858" y="192"/>
                    <a:pt x="858" y="428"/>
                  </a:cubicBezTo>
                  <a:cubicBezTo>
                    <a:pt x="858" y="665"/>
                    <a:pt x="665" y="857"/>
                    <a:pt x="429" y="857"/>
                  </a:cubicBezTo>
                  <a:cubicBezTo>
                    <a:pt x="193" y="857"/>
                    <a:pt x="0" y="665"/>
                    <a:pt x="0" y="428"/>
                  </a:cubicBezTo>
                  <a:cubicBezTo>
                    <a:pt x="0" y="192"/>
                    <a:pt x="193" y="0"/>
                    <a:pt x="429" y="0"/>
                  </a:cubicBezTo>
                  <a:close/>
                  <a:moveTo>
                    <a:pt x="429" y="24"/>
                  </a:moveTo>
                  <a:cubicBezTo>
                    <a:pt x="207" y="24"/>
                    <a:pt x="25" y="206"/>
                    <a:pt x="25" y="428"/>
                  </a:cubicBezTo>
                  <a:cubicBezTo>
                    <a:pt x="25" y="651"/>
                    <a:pt x="207" y="833"/>
                    <a:pt x="429" y="833"/>
                  </a:cubicBezTo>
                  <a:cubicBezTo>
                    <a:pt x="652" y="833"/>
                    <a:pt x="834" y="651"/>
                    <a:pt x="834" y="428"/>
                  </a:cubicBezTo>
                  <a:cubicBezTo>
                    <a:pt x="834" y="206"/>
                    <a:pt x="652" y="24"/>
                    <a:pt x="429" y="2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38" name="iśliḍê"/>
            <p:cNvSpPr/>
            <p:nvPr/>
          </p:nvSpPr>
          <p:spPr bwMode="auto">
            <a:xfrm>
              <a:off x="3366076" y="2566750"/>
              <a:ext cx="1708039" cy="1709738"/>
            </a:xfrm>
            <a:custGeom>
              <a:avLst/>
              <a:gdLst>
                <a:gd name="T0" fmla="*/ 641 w 1283"/>
                <a:gd name="T1" fmla="*/ 0 h 1283"/>
                <a:gd name="T2" fmla="*/ 1283 w 1283"/>
                <a:gd name="T3" fmla="*/ 641 h 1283"/>
                <a:gd name="T4" fmla="*/ 641 w 1283"/>
                <a:gd name="T5" fmla="*/ 1283 h 1283"/>
                <a:gd name="T6" fmla="*/ 0 w 1283"/>
                <a:gd name="T7" fmla="*/ 641 h 1283"/>
                <a:gd name="T8" fmla="*/ 641 w 1283"/>
                <a:gd name="T9" fmla="*/ 0 h 1283"/>
                <a:gd name="T10" fmla="*/ 641 w 1283"/>
                <a:gd name="T11" fmla="*/ 24 h 1283"/>
                <a:gd name="T12" fmla="*/ 24 w 1283"/>
                <a:gd name="T13" fmla="*/ 641 h 1283"/>
                <a:gd name="T14" fmla="*/ 641 w 1283"/>
                <a:gd name="T15" fmla="*/ 1259 h 1283"/>
                <a:gd name="T16" fmla="*/ 1258 w 1283"/>
                <a:gd name="T17" fmla="*/ 641 h 1283"/>
                <a:gd name="T18" fmla="*/ 641 w 1283"/>
                <a:gd name="T19" fmla="*/ 24 h 128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1283" h="1283">
                  <a:moveTo>
                    <a:pt x="641" y="0"/>
                  </a:moveTo>
                  <a:cubicBezTo>
                    <a:pt x="995" y="0"/>
                    <a:pt x="1283" y="288"/>
                    <a:pt x="1283" y="641"/>
                  </a:cubicBezTo>
                  <a:cubicBezTo>
                    <a:pt x="1283" y="995"/>
                    <a:pt x="995" y="1283"/>
                    <a:pt x="641" y="1283"/>
                  </a:cubicBezTo>
                  <a:cubicBezTo>
                    <a:pt x="288" y="1283"/>
                    <a:pt x="0" y="995"/>
                    <a:pt x="0" y="641"/>
                  </a:cubicBezTo>
                  <a:cubicBezTo>
                    <a:pt x="0" y="288"/>
                    <a:pt x="288" y="0"/>
                    <a:pt x="641" y="0"/>
                  </a:cubicBezTo>
                  <a:close/>
                  <a:moveTo>
                    <a:pt x="641" y="24"/>
                  </a:moveTo>
                  <a:cubicBezTo>
                    <a:pt x="301" y="24"/>
                    <a:pt x="24" y="302"/>
                    <a:pt x="24" y="641"/>
                  </a:cubicBezTo>
                  <a:cubicBezTo>
                    <a:pt x="24" y="981"/>
                    <a:pt x="301" y="1259"/>
                    <a:pt x="641" y="1259"/>
                  </a:cubicBezTo>
                  <a:cubicBezTo>
                    <a:pt x="981" y="1259"/>
                    <a:pt x="1258" y="981"/>
                    <a:pt x="1258" y="641"/>
                  </a:cubicBezTo>
                  <a:cubicBezTo>
                    <a:pt x="1258" y="302"/>
                    <a:pt x="981" y="24"/>
                    <a:pt x="641" y="2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39" name="ïšlîḋè"/>
            <p:cNvSpPr/>
            <p:nvPr/>
          </p:nvSpPr>
          <p:spPr bwMode="auto">
            <a:xfrm>
              <a:off x="3433990" y="2634664"/>
              <a:ext cx="1573909" cy="1071345"/>
            </a:xfrm>
            <a:custGeom>
              <a:avLst/>
              <a:gdLst>
                <a:gd name="T0" fmla="*/ 46 w 1182"/>
                <a:gd name="T1" fmla="*/ 693 h 803"/>
                <a:gd name="T2" fmla="*/ 46 w 1182"/>
                <a:gd name="T3" fmla="*/ 715 h 803"/>
                <a:gd name="T4" fmla="*/ 139 w 1182"/>
                <a:gd name="T5" fmla="*/ 703 h 803"/>
                <a:gd name="T6" fmla="*/ 51 w 1182"/>
                <a:gd name="T7" fmla="*/ 781 h 803"/>
                <a:gd name="T8" fmla="*/ 82 w 1182"/>
                <a:gd name="T9" fmla="*/ 547 h 803"/>
                <a:gd name="T10" fmla="*/ 22 w 1182"/>
                <a:gd name="T11" fmla="*/ 647 h 803"/>
                <a:gd name="T12" fmla="*/ 22 w 1182"/>
                <a:gd name="T13" fmla="*/ 616 h 803"/>
                <a:gd name="T14" fmla="*/ 4 w 1182"/>
                <a:gd name="T15" fmla="*/ 574 h 803"/>
                <a:gd name="T16" fmla="*/ 136 w 1182"/>
                <a:gd name="T17" fmla="*/ 477 h 803"/>
                <a:gd name="T18" fmla="*/ 143 w 1182"/>
                <a:gd name="T19" fmla="*/ 477 h 803"/>
                <a:gd name="T20" fmla="*/ 24 w 1182"/>
                <a:gd name="T21" fmla="*/ 490 h 803"/>
                <a:gd name="T22" fmla="*/ 156 w 1182"/>
                <a:gd name="T23" fmla="*/ 330 h 803"/>
                <a:gd name="T24" fmla="*/ 193 w 1182"/>
                <a:gd name="T25" fmla="*/ 355 h 803"/>
                <a:gd name="T26" fmla="*/ 143 w 1182"/>
                <a:gd name="T27" fmla="*/ 368 h 803"/>
                <a:gd name="T28" fmla="*/ 159 w 1182"/>
                <a:gd name="T29" fmla="*/ 414 h 803"/>
                <a:gd name="T30" fmla="*/ 186 w 1182"/>
                <a:gd name="T31" fmla="*/ 304 h 803"/>
                <a:gd name="T32" fmla="*/ 228 w 1182"/>
                <a:gd name="T33" fmla="*/ 266 h 803"/>
                <a:gd name="T34" fmla="*/ 236 w 1182"/>
                <a:gd name="T35" fmla="*/ 121 h 803"/>
                <a:gd name="T36" fmla="*/ 271 w 1182"/>
                <a:gd name="T37" fmla="*/ 193 h 803"/>
                <a:gd name="T38" fmla="*/ 224 w 1182"/>
                <a:gd name="T39" fmla="*/ 274 h 803"/>
                <a:gd name="T40" fmla="*/ 500 w 1182"/>
                <a:gd name="T41" fmla="*/ 26 h 803"/>
                <a:gd name="T42" fmla="*/ 417 w 1182"/>
                <a:gd name="T43" fmla="*/ 112 h 803"/>
                <a:gd name="T44" fmla="*/ 447 w 1182"/>
                <a:gd name="T45" fmla="*/ 21 h 803"/>
                <a:gd name="T46" fmla="*/ 492 w 1182"/>
                <a:gd name="T47" fmla="*/ 31 h 803"/>
                <a:gd name="T48" fmla="*/ 532 w 1182"/>
                <a:gd name="T49" fmla="*/ 125 h 803"/>
                <a:gd name="T50" fmla="*/ 573 w 1182"/>
                <a:gd name="T51" fmla="*/ 0 h 803"/>
                <a:gd name="T52" fmla="*/ 662 w 1182"/>
                <a:gd name="T53" fmla="*/ 0 h 803"/>
                <a:gd name="T54" fmla="*/ 557 w 1182"/>
                <a:gd name="T55" fmla="*/ 29 h 803"/>
                <a:gd name="T56" fmla="*/ 727 w 1182"/>
                <a:gd name="T57" fmla="*/ 143 h 803"/>
                <a:gd name="T58" fmla="*/ 753 w 1182"/>
                <a:gd name="T59" fmla="*/ 22 h 803"/>
                <a:gd name="T60" fmla="*/ 662 w 1182"/>
                <a:gd name="T61" fmla="*/ 130 h 803"/>
                <a:gd name="T62" fmla="*/ 892 w 1182"/>
                <a:gd name="T63" fmla="*/ 83 h 803"/>
                <a:gd name="T64" fmla="*/ 773 w 1182"/>
                <a:gd name="T65" fmla="*/ 30 h 803"/>
                <a:gd name="T66" fmla="*/ 812 w 1182"/>
                <a:gd name="T67" fmla="*/ 74 h 803"/>
                <a:gd name="T68" fmla="*/ 855 w 1182"/>
                <a:gd name="T69" fmla="*/ 67 h 803"/>
                <a:gd name="T70" fmla="*/ 864 w 1182"/>
                <a:gd name="T71" fmla="*/ 193 h 803"/>
                <a:gd name="T72" fmla="*/ 951 w 1182"/>
                <a:gd name="T73" fmla="*/ 241 h 803"/>
                <a:gd name="T74" fmla="*/ 924 w 1182"/>
                <a:gd name="T75" fmla="*/ 226 h 803"/>
                <a:gd name="T76" fmla="*/ 965 w 1182"/>
                <a:gd name="T77" fmla="*/ 144 h 803"/>
                <a:gd name="T78" fmla="*/ 920 w 1182"/>
                <a:gd name="T79" fmla="*/ 102 h 803"/>
                <a:gd name="T80" fmla="*/ 1051 w 1182"/>
                <a:gd name="T81" fmla="*/ 244 h 803"/>
                <a:gd name="T82" fmla="*/ 1007 w 1182"/>
                <a:gd name="T83" fmla="*/ 277 h 803"/>
                <a:gd name="T84" fmla="*/ 934 w 1182"/>
                <a:gd name="T85" fmla="*/ 272 h 803"/>
                <a:gd name="T86" fmla="*/ 1070 w 1182"/>
                <a:gd name="T87" fmla="*/ 246 h 803"/>
                <a:gd name="T88" fmla="*/ 1121 w 1182"/>
                <a:gd name="T89" fmla="*/ 427 h 803"/>
                <a:gd name="T90" fmla="*/ 1143 w 1182"/>
                <a:gd name="T91" fmla="*/ 373 h 803"/>
                <a:gd name="T92" fmla="*/ 1024 w 1182"/>
                <a:gd name="T93" fmla="*/ 422 h 803"/>
                <a:gd name="T94" fmla="*/ 1011 w 1182"/>
                <a:gd name="T95" fmla="*/ 391 h 803"/>
                <a:gd name="T96" fmla="*/ 1099 w 1182"/>
                <a:gd name="T97" fmla="*/ 389 h 803"/>
                <a:gd name="T98" fmla="*/ 1055 w 1182"/>
                <a:gd name="T99" fmla="*/ 527 h 803"/>
                <a:gd name="T100" fmla="*/ 1146 w 1182"/>
                <a:gd name="T101" fmla="*/ 454 h 803"/>
                <a:gd name="T102" fmla="*/ 1171 w 1182"/>
                <a:gd name="T103" fmla="*/ 496 h 803"/>
                <a:gd name="T104" fmla="*/ 1075 w 1182"/>
                <a:gd name="T105" fmla="*/ 597 h 803"/>
                <a:gd name="T106" fmla="*/ 1180 w 1182"/>
                <a:gd name="T107" fmla="*/ 523 h 803"/>
                <a:gd name="T108" fmla="*/ 1056 w 1182"/>
                <a:gd name="T109" fmla="*/ 548 h 803"/>
                <a:gd name="T110" fmla="*/ 1146 w 1182"/>
                <a:gd name="T111" fmla="*/ 793 h 803"/>
                <a:gd name="T112" fmla="*/ 1036 w 1182"/>
                <a:gd name="T113" fmla="*/ 737 h 803"/>
                <a:gd name="T114" fmla="*/ 1091 w 1182"/>
                <a:gd name="T115" fmla="*/ 699 h 803"/>
                <a:gd name="T116" fmla="*/ 1160 w 1182"/>
                <a:gd name="T117" fmla="*/ 728 h 803"/>
                <a:gd name="T118" fmla="*/ 1128 w 1182"/>
                <a:gd name="T119" fmla="*/ 755 h 80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  <a:cxn ang="0">
                  <a:pos x="T118" y="T119"/>
                </a:cxn>
              </a:cxnLst>
              <a:rect l="0" t="0" r="r" b="b"/>
              <a:pathLst>
                <a:path w="1182" h="803">
                  <a:moveTo>
                    <a:pt x="42" y="801"/>
                  </a:moveTo>
                  <a:cubicBezTo>
                    <a:pt x="38" y="803"/>
                    <a:pt x="38" y="803"/>
                    <a:pt x="38" y="803"/>
                  </a:cubicBezTo>
                  <a:cubicBezTo>
                    <a:pt x="8" y="699"/>
                    <a:pt x="8" y="699"/>
                    <a:pt x="8" y="699"/>
                  </a:cubicBezTo>
                  <a:cubicBezTo>
                    <a:pt x="45" y="688"/>
                    <a:pt x="45" y="688"/>
                    <a:pt x="45" y="688"/>
                  </a:cubicBezTo>
                  <a:cubicBezTo>
                    <a:pt x="46" y="693"/>
                    <a:pt x="46" y="693"/>
                    <a:pt x="46" y="693"/>
                  </a:cubicBezTo>
                  <a:cubicBezTo>
                    <a:pt x="25" y="701"/>
                    <a:pt x="19" y="717"/>
                    <a:pt x="27" y="741"/>
                  </a:cubicBezTo>
                  <a:cubicBezTo>
                    <a:pt x="29" y="752"/>
                    <a:pt x="34" y="755"/>
                    <a:pt x="40" y="753"/>
                  </a:cubicBezTo>
                  <a:cubicBezTo>
                    <a:pt x="82" y="740"/>
                    <a:pt x="82" y="740"/>
                    <a:pt x="82" y="740"/>
                  </a:cubicBezTo>
                  <a:cubicBezTo>
                    <a:pt x="79" y="723"/>
                    <a:pt x="67" y="716"/>
                    <a:pt x="47" y="720"/>
                  </a:cubicBezTo>
                  <a:cubicBezTo>
                    <a:pt x="46" y="715"/>
                    <a:pt x="46" y="715"/>
                    <a:pt x="46" y="715"/>
                  </a:cubicBezTo>
                  <a:cubicBezTo>
                    <a:pt x="107" y="698"/>
                    <a:pt x="107" y="698"/>
                    <a:pt x="107" y="698"/>
                  </a:cubicBezTo>
                  <a:cubicBezTo>
                    <a:pt x="109" y="703"/>
                    <a:pt x="109" y="703"/>
                    <a:pt x="109" y="703"/>
                  </a:cubicBezTo>
                  <a:cubicBezTo>
                    <a:pt x="89" y="709"/>
                    <a:pt x="83" y="721"/>
                    <a:pt x="89" y="739"/>
                  </a:cubicBezTo>
                  <a:cubicBezTo>
                    <a:pt x="131" y="726"/>
                    <a:pt x="131" y="726"/>
                    <a:pt x="131" y="726"/>
                  </a:cubicBezTo>
                  <a:cubicBezTo>
                    <a:pt x="141" y="725"/>
                    <a:pt x="143" y="717"/>
                    <a:pt x="139" y="703"/>
                  </a:cubicBezTo>
                  <a:cubicBezTo>
                    <a:pt x="143" y="701"/>
                    <a:pt x="143" y="701"/>
                    <a:pt x="143" y="701"/>
                  </a:cubicBezTo>
                  <a:cubicBezTo>
                    <a:pt x="162" y="767"/>
                    <a:pt x="162" y="767"/>
                    <a:pt x="162" y="767"/>
                  </a:cubicBezTo>
                  <a:cubicBezTo>
                    <a:pt x="158" y="768"/>
                    <a:pt x="158" y="768"/>
                    <a:pt x="158" y="768"/>
                  </a:cubicBezTo>
                  <a:cubicBezTo>
                    <a:pt x="154" y="757"/>
                    <a:pt x="148" y="752"/>
                    <a:pt x="139" y="756"/>
                  </a:cubicBezTo>
                  <a:cubicBezTo>
                    <a:pt x="51" y="781"/>
                    <a:pt x="51" y="781"/>
                    <a:pt x="51" y="781"/>
                  </a:cubicBezTo>
                  <a:cubicBezTo>
                    <a:pt x="42" y="783"/>
                    <a:pt x="39" y="790"/>
                    <a:pt x="42" y="801"/>
                  </a:cubicBezTo>
                  <a:close/>
                  <a:moveTo>
                    <a:pt x="0" y="532"/>
                  </a:moveTo>
                  <a:cubicBezTo>
                    <a:pt x="4" y="532"/>
                    <a:pt x="4" y="532"/>
                    <a:pt x="4" y="532"/>
                  </a:cubicBezTo>
                  <a:cubicBezTo>
                    <a:pt x="5" y="543"/>
                    <a:pt x="10" y="548"/>
                    <a:pt x="21" y="547"/>
                  </a:cubicBezTo>
                  <a:cubicBezTo>
                    <a:pt x="82" y="547"/>
                    <a:pt x="82" y="547"/>
                    <a:pt x="82" y="547"/>
                  </a:cubicBezTo>
                  <a:cubicBezTo>
                    <a:pt x="99" y="547"/>
                    <a:pt x="111" y="551"/>
                    <a:pt x="118" y="557"/>
                  </a:cubicBezTo>
                  <a:cubicBezTo>
                    <a:pt x="126" y="566"/>
                    <a:pt x="131" y="578"/>
                    <a:pt x="131" y="594"/>
                  </a:cubicBezTo>
                  <a:cubicBezTo>
                    <a:pt x="131" y="611"/>
                    <a:pt x="128" y="624"/>
                    <a:pt x="121" y="633"/>
                  </a:cubicBezTo>
                  <a:cubicBezTo>
                    <a:pt x="114" y="643"/>
                    <a:pt x="102" y="647"/>
                    <a:pt x="86" y="647"/>
                  </a:cubicBezTo>
                  <a:cubicBezTo>
                    <a:pt x="22" y="647"/>
                    <a:pt x="22" y="647"/>
                    <a:pt x="22" y="647"/>
                  </a:cubicBezTo>
                  <a:cubicBezTo>
                    <a:pt x="10" y="646"/>
                    <a:pt x="4" y="651"/>
                    <a:pt x="4" y="662"/>
                  </a:cubicBezTo>
                  <a:cubicBezTo>
                    <a:pt x="0" y="662"/>
                    <a:pt x="0" y="662"/>
                    <a:pt x="0" y="662"/>
                  </a:cubicBezTo>
                  <a:cubicBezTo>
                    <a:pt x="0" y="597"/>
                    <a:pt x="0" y="597"/>
                    <a:pt x="0" y="597"/>
                  </a:cubicBezTo>
                  <a:cubicBezTo>
                    <a:pt x="4" y="597"/>
                    <a:pt x="4" y="597"/>
                    <a:pt x="4" y="597"/>
                  </a:cubicBezTo>
                  <a:cubicBezTo>
                    <a:pt x="3" y="611"/>
                    <a:pt x="9" y="617"/>
                    <a:pt x="22" y="616"/>
                  </a:cubicBezTo>
                  <a:cubicBezTo>
                    <a:pt x="86" y="616"/>
                    <a:pt x="86" y="616"/>
                    <a:pt x="86" y="616"/>
                  </a:cubicBezTo>
                  <a:cubicBezTo>
                    <a:pt x="110" y="616"/>
                    <a:pt x="123" y="607"/>
                    <a:pt x="123" y="588"/>
                  </a:cubicBezTo>
                  <a:cubicBezTo>
                    <a:pt x="123" y="565"/>
                    <a:pt x="109" y="554"/>
                    <a:pt x="82" y="555"/>
                  </a:cubicBezTo>
                  <a:cubicBezTo>
                    <a:pt x="24" y="555"/>
                    <a:pt x="24" y="555"/>
                    <a:pt x="24" y="555"/>
                  </a:cubicBezTo>
                  <a:cubicBezTo>
                    <a:pt x="11" y="554"/>
                    <a:pt x="4" y="560"/>
                    <a:pt x="4" y="574"/>
                  </a:cubicBezTo>
                  <a:cubicBezTo>
                    <a:pt x="0" y="574"/>
                    <a:pt x="0" y="574"/>
                    <a:pt x="0" y="574"/>
                  </a:cubicBezTo>
                  <a:cubicBezTo>
                    <a:pt x="0" y="532"/>
                    <a:pt x="0" y="532"/>
                    <a:pt x="0" y="532"/>
                  </a:cubicBezTo>
                  <a:close/>
                  <a:moveTo>
                    <a:pt x="31" y="461"/>
                  </a:moveTo>
                  <a:cubicBezTo>
                    <a:pt x="123" y="485"/>
                    <a:pt x="123" y="485"/>
                    <a:pt x="123" y="485"/>
                  </a:cubicBezTo>
                  <a:cubicBezTo>
                    <a:pt x="130" y="488"/>
                    <a:pt x="135" y="485"/>
                    <a:pt x="136" y="477"/>
                  </a:cubicBezTo>
                  <a:cubicBezTo>
                    <a:pt x="144" y="453"/>
                    <a:pt x="128" y="435"/>
                    <a:pt x="90" y="426"/>
                  </a:cubicBezTo>
                  <a:cubicBezTo>
                    <a:pt x="53" y="417"/>
                    <a:pt x="32" y="424"/>
                    <a:pt x="25" y="447"/>
                  </a:cubicBezTo>
                  <a:cubicBezTo>
                    <a:pt x="23" y="455"/>
                    <a:pt x="25" y="460"/>
                    <a:pt x="31" y="461"/>
                  </a:cubicBezTo>
                  <a:close/>
                  <a:moveTo>
                    <a:pt x="128" y="535"/>
                  </a:moveTo>
                  <a:cubicBezTo>
                    <a:pt x="143" y="477"/>
                    <a:pt x="143" y="477"/>
                    <a:pt x="143" y="477"/>
                  </a:cubicBezTo>
                  <a:cubicBezTo>
                    <a:pt x="153" y="433"/>
                    <a:pt x="137" y="405"/>
                    <a:pt x="97" y="393"/>
                  </a:cubicBezTo>
                  <a:cubicBezTo>
                    <a:pt x="58" y="384"/>
                    <a:pt x="31" y="402"/>
                    <a:pt x="19" y="445"/>
                  </a:cubicBezTo>
                  <a:cubicBezTo>
                    <a:pt x="4" y="501"/>
                    <a:pt x="4" y="501"/>
                    <a:pt x="4" y="501"/>
                  </a:cubicBezTo>
                  <a:cubicBezTo>
                    <a:pt x="8" y="502"/>
                    <a:pt x="8" y="502"/>
                    <a:pt x="8" y="502"/>
                  </a:cubicBezTo>
                  <a:cubicBezTo>
                    <a:pt x="11" y="492"/>
                    <a:pt x="17" y="488"/>
                    <a:pt x="24" y="490"/>
                  </a:cubicBezTo>
                  <a:cubicBezTo>
                    <a:pt x="116" y="515"/>
                    <a:pt x="116" y="515"/>
                    <a:pt x="116" y="515"/>
                  </a:cubicBezTo>
                  <a:cubicBezTo>
                    <a:pt x="124" y="517"/>
                    <a:pt x="126" y="523"/>
                    <a:pt x="124" y="533"/>
                  </a:cubicBezTo>
                  <a:cubicBezTo>
                    <a:pt x="128" y="535"/>
                    <a:pt x="128" y="535"/>
                    <a:pt x="128" y="535"/>
                  </a:cubicBezTo>
                  <a:close/>
                  <a:moveTo>
                    <a:pt x="137" y="362"/>
                  </a:moveTo>
                  <a:cubicBezTo>
                    <a:pt x="156" y="330"/>
                    <a:pt x="156" y="330"/>
                    <a:pt x="156" y="330"/>
                  </a:cubicBezTo>
                  <a:cubicBezTo>
                    <a:pt x="106" y="323"/>
                    <a:pt x="106" y="323"/>
                    <a:pt x="106" y="323"/>
                  </a:cubicBezTo>
                  <a:cubicBezTo>
                    <a:pt x="137" y="362"/>
                    <a:pt x="137" y="362"/>
                    <a:pt x="137" y="362"/>
                  </a:cubicBezTo>
                  <a:close/>
                  <a:moveTo>
                    <a:pt x="220" y="300"/>
                  </a:moveTo>
                  <a:cubicBezTo>
                    <a:pt x="224" y="302"/>
                    <a:pt x="224" y="302"/>
                    <a:pt x="224" y="302"/>
                  </a:cubicBezTo>
                  <a:cubicBezTo>
                    <a:pt x="193" y="355"/>
                    <a:pt x="193" y="355"/>
                    <a:pt x="193" y="355"/>
                  </a:cubicBezTo>
                  <a:cubicBezTo>
                    <a:pt x="189" y="353"/>
                    <a:pt x="189" y="353"/>
                    <a:pt x="189" y="353"/>
                  </a:cubicBezTo>
                  <a:cubicBezTo>
                    <a:pt x="189" y="353"/>
                    <a:pt x="189" y="352"/>
                    <a:pt x="190" y="351"/>
                  </a:cubicBezTo>
                  <a:cubicBezTo>
                    <a:pt x="194" y="342"/>
                    <a:pt x="195" y="337"/>
                    <a:pt x="190" y="336"/>
                  </a:cubicBezTo>
                  <a:cubicBezTo>
                    <a:pt x="186" y="334"/>
                    <a:pt x="177" y="332"/>
                    <a:pt x="164" y="331"/>
                  </a:cubicBezTo>
                  <a:cubicBezTo>
                    <a:pt x="143" y="368"/>
                    <a:pt x="143" y="368"/>
                    <a:pt x="143" y="368"/>
                  </a:cubicBezTo>
                  <a:cubicBezTo>
                    <a:pt x="151" y="380"/>
                    <a:pt x="157" y="387"/>
                    <a:pt x="159" y="388"/>
                  </a:cubicBezTo>
                  <a:cubicBezTo>
                    <a:pt x="163" y="390"/>
                    <a:pt x="168" y="387"/>
                    <a:pt x="174" y="379"/>
                  </a:cubicBezTo>
                  <a:cubicBezTo>
                    <a:pt x="174" y="378"/>
                    <a:pt x="174" y="378"/>
                    <a:pt x="174" y="378"/>
                  </a:cubicBezTo>
                  <a:cubicBezTo>
                    <a:pt x="178" y="380"/>
                    <a:pt x="178" y="380"/>
                    <a:pt x="178" y="380"/>
                  </a:cubicBezTo>
                  <a:cubicBezTo>
                    <a:pt x="159" y="414"/>
                    <a:pt x="159" y="414"/>
                    <a:pt x="159" y="414"/>
                  </a:cubicBezTo>
                  <a:cubicBezTo>
                    <a:pt x="155" y="412"/>
                    <a:pt x="155" y="412"/>
                    <a:pt x="155" y="412"/>
                  </a:cubicBezTo>
                  <a:cubicBezTo>
                    <a:pt x="159" y="405"/>
                    <a:pt x="156" y="396"/>
                    <a:pt x="145" y="385"/>
                  </a:cubicBezTo>
                  <a:cubicBezTo>
                    <a:pt x="75" y="295"/>
                    <a:pt x="75" y="295"/>
                    <a:pt x="75" y="295"/>
                  </a:cubicBezTo>
                  <a:cubicBezTo>
                    <a:pt x="78" y="291"/>
                    <a:pt x="78" y="291"/>
                    <a:pt x="78" y="291"/>
                  </a:cubicBezTo>
                  <a:cubicBezTo>
                    <a:pt x="186" y="304"/>
                    <a:pt x="186" y="304"/>
                    <a:pt x="186" y="304"/>
                  </a:cubicBezTo>
                  <a:cubicBezTo>
                    <a:pt x="208" y="308"/>
                    <a:pt x="219" y="306"/>
                    <a:pt x="220" y="300"/>
                  </a:cubicBezTo>
                  <a:close/>
                  <a:moveTo>
                    <a:pt x="225" y="301"/>
                  </a:moveTo>
                  <a:cubicBezTo>
                    <a:pt x="257" y="271"/>
                    <a:pt x="257" y="271"/>
                    <a:pt x="257" y="271"/>
                  </a:cubicBezTo>
                  <a:cubicBezTo>
                    <a:pt x="254" y="268"/>
                    <a:pt x="254" y="268"/>
                    <a:pt x="254" y="268"/>
                  </a:cubicBezTo>
                  <a:cubicBezTo>
                    <a:pt x="244" y="277"/>
                    <a:pt x="236" y="276"/>
                    <a:pt x="228" y="266"/>
                  </a:cubicBezTo>
                  <a:cubicBezTo>
                    <a:pt x="176" y="211"/>
                    <a:pt x="176" y="211"/>
                    <a:pt x="176" y="211"/>
                  </a:cubicBezTo>
                  <a:cubicBezTo>
                    <a:pt x="308" y="227"/>
                    <a:pt x="308" y="227"/>
                    <a:pt x="308" y="227"/>
                  </a:cubicBezTo>
                  <a:cubicBezTo>
                    <a:pt x="311" y="224"/>
                    <a:pt x="311" y="224"/>
                    <a:pt x="311" y="224"/>
                  </a:cubicBezTo>
                  <a:cubicBezTo>
                    <a:pt x="236" y="143"/>
                    <a:pt x="236" y="143"/>
                    <a:pt x="236" y="143"/>
                  </a:cubicBezTo>
                  <a:cubicBezTo>
                    <a:pt x="228" y="136"/>
                    <a:pt x="229" y="129"/>
                    <a:pt x="236" y="121"/>
                  </a:cubicBezTo>
                  <a:cubicBezTo>
                    <a:pt x="233" y="118"/>
                    <a:pt x="233" y="118"/>
                    <a:pt x="233" y="118"/>
                  </a:cubicBezTo>
                  <a:cubicBezTo>
                    <a:pt x="203" y="146"/>
                    <a:pt x="203" y="146"/>
                    <a:pt x="203" y="146"/>
                  </a:cubicBezTo>
                  <a:cubicBezTo>
                    <a:pt x="206" y="149"/>
                    <a:pt x="206" y="149"/>
                    <a:pt x="206" y="149"/>
                  </a:cubicBezTo>
                  <a:cubicBezTo>
                    <a:pt x="216" y="140"/>
                    <a:pt x="224" y="141"/>
                    <a:pt x="232" y="151"/>
                  </a:cubicBezTo>
                  <a:cubicBezTo>
                    <a:pt x="271" y="193"/>
                    <a:pt x="271" y="193"/>
                    <a:pt x="271" y="193"/>
                  </a:cubicBezTo>
                  <a:cubicBezTo>
                    <a:pt x="167" y="179"/>
                    <a:pt x="167" y="179"/>
                    <a:pt x="167" y="179"/>
                  </a:cubicBezTo>
                  <a:cubicBezTo>
                    <a:pt x="138" y="206"/>
                    <a:pt x="138" y="206"/>
                    <a:pt x="138" y="206"/>
                  </a:cubicBezTo>
                  <a:cubicBezTo>
                    <a:pt x="141" y="209"/>
                    <a:pt x="141" y="209"/>
                    <a:pt x="141" y="209"/>
                  </a:cubicBezTo>
                  <a:cubicBezTo>
                    <a:pt x="143" y="207"/>
                    <a:pt x="150" y="207"/>
                    <a:pt x="163" y="208"/>
                  </a:cubicBezTo>
                  <a:cubicBezTo>
                    <a:pt x="224" y="274"/>
                    <a:pt x="224" y="274"/>
                    <a:pt x="224" y="274"/>
                  </a:cubicBezTo>
                  <a:cubicBezTo>
                    <a:pt x="232" y="281"/>
                    <a:pt x="231" y="289"/>
                    <a:pt x="222" y="298"/>
                  </a:cubicBezTo>
                  <a:cubicBezTo>
                    <a:pt x="225" y="301"/>
                    <a:pt x="225" y="301"/>
                    <a:pt x="225" y="301"/>
                  </a:cubicBezTo>
                  <a:close/>
                  <a:moveTo>
                    <a:pt x="509" y="2"/>
                  </a:moveTo>
                  <a:cubicBezTo>
                    <a:pt x="510" y="7"/>
                    <a:pt x="510" y="7"/>
                    <a:pt x="510" y="7"/>
                  </a:cubicBezTo>
                  <a:cubicBezTo>
                    <a:pt x="500" y="10"/>
                    <a:pt x="496" y="16"/>
                    <a:pt x="500" y="26"/>
                  </a:cubicBezTo>
                  <a:cubicBezTo>
                    <a:pt x="513" y="86"/>
                    <a:pt x="513" y="86"/>
                    <a:pt x="513" y="86"/>
                  </a:cubicBezTo>
                  <a:cubicBezTo>
                    <a:pt x="517" y="103"/>
                    <a:pt x="516" y="115"/>
                    <a:pt x="511" y="123"/>
                  </a:cubicBezTo>
                  <a:cubicBezTo>
                    <a:pt x="505" y="133"/>
                    <a:pt x="494" y="140"/>
                    <a:pt x="478" y="144"/>
                  </a:cubicBezTo>
                  <a:cubicBezTo>
                    <a:pt x="461" y="148"/>
                    <a:pt x="448" y="147"/>
                    <a:pt x="438" y="143"/>
                  </a:cubicBezTo>
                  <a:cubicBezTo>
                    <a:pt x="427" y="138"/>
                    <a:pt x="420" y="128"/>
                    <a:pt x="417" y="112"/>
                  </a:cubicBezTo>
                  <a:cubicBezTo>
                    <a:pt x="403" y="50"/>
                    <a:pt x="403" y="50"/>
                    <a:pt x="403" y="50"/>
                  </a:cubicBezTo>
                  <a:cubicBezTo>
                    <a:pt x="401" y="38"/>
                    <a:pt x="394" y="33"/>
                    <a:pt x="383" y="36"/>
                  </a:cubicBezTo>
                  <a:cubicBezTo>
                    <a:pt x="382" y="32"/>
                    <a:pt x="382" y="32"/>
                    <a:pt x="382" y="32"/>
                  </a:cubicBezTo>
                  <a:cubicBezTo>
                    <a:pt x="446" y="17"/>
                    <a:pt x="446" y="17"/>
                    <a:pt x="446" y="17"/>
                  </a:cubicBezTo>
                  <a:cubicBezTo>
                    <a:pt x="447" y="21"/>
                    <a:pt x="447" y="21"/>
                    <a:pt x="447" y="21"/>
                  </a:cubicBezTo>
                  <a:cubicBezTo>
                    <a:pt x="433" y="23"/>
                    <a:pt x="428" y="30"/>
                    <a:pt x="432" y="43"/>
                  </a:cubicBezTo>
                  <a:cubicBezTo>
                    <a:pt x="447" y="105"/>
                    <a:pt x="447" y="105"/>
                    <a:pt x="447" y="105"/>
                  </a:cubicBezTo>
                  <a:cubicBezTo>
                    <a:pt x="452" y="129"/>
                    <a:pt x="463" y="139"/>
                    <a:pt x="482" y="135"/>
                  </a:cubicBezTo>
                  <a:cubicBezTo>
                    <a:pt x="505" y="130"/>
                    <a:pt x="512" y="114"/>
                    <a:pt x="505" y="87"/>
                  </a:cubicBezTo>
                  <a:cubicBezTo>
                    <a:pt x="492" y="31"/>
                    <a:pt x="492" y="31"/>
                    <a:pt x="492" y="31"/>
                  </a:cubicBezTo>
                  <a:cubicBezTo>
                    <a:pt x="490" y="18"/>
                    <a:pt x="483" y="13"/>
                    <a:pt x="470" y="16"/>
                  </a:cubicBezTo>
                  <a:cubicBezTo>
                    <a:pt x="469" y="12"/>
                    <a:pt x="469" y="12"/>
                    <a:pt x="469" y="12"/>
                  </a:cubicBezTo>
                  <a:cubicBezTo>
                    <a:pt x="509" y="2"/>
                    <a:pt x="509" y="2"/>
                    <a:pt x="509" y="2"/>
                  </a:cubicBezTo>
                  <a:close/>
                  <a:moveTo>
                    <a:pt x="532" y="129"/>
                  </a:moveTo>
                  <a:cubicBezTo>
                    <a:pt x="532" y="125"/>
                    <a:pt x="532" y="125"/>
                    <a:pt x="532" y="125"/>
                  </a:cubicBezTo>
                  <a:cubicBezTo>
                    <a:pt x="544" y="124"/>
                    <a:pt x="550" y="119"/>
                    <a:pt x="549" y="109"/>
                  </a:cubicBezTo>
                  <a:cubicBezTo>
                    <a:pt x="549" y="19"/>
                    <a:pt x="549" y="19"/>
                    <a:pt x="549" y="19"/>
                  </a:cubicBezTo>
                  <a:cubicBezTo>
                    <a:pt x="541" y="9"/>
                    <a:pt x="535" y="4"/>
                    <a:pt x="533" y="5"/>
                  </a:cubicBezTo>
                  <a:cubicBezTo>
                    <a:pt x="533" y="0"/>
                    <a:pt x="533" y="0"/>
                    <a:pt x="533" y="0"/>
                  </a:cubicBezTo>
                  <a:cubicBezTo>
                    <a:pt x="573" y="0"/>
                    <a:pt x="573" y="0"/>
                    <a:pt x="573" y="0"/>
                  </a:cubicBezTo>
                  <a:cubicBezTo>
                    <a:pt x="639" y="82"/>
                    <a:pt x="639" y="82"/>
                    <a:pt x="639" y="82"/>
                  </a:cubicBezTo>
                  <a:cubicBezTo>
                    <a:pt x="639" y="24"/>
                    <a:pt x="639" y="24"/>
                    <a:pt x="639" y="24"/>
                  </a:cubicBezTo>
                  <a:cubicBezTo>
                    <a:pt x="640" y="12"/>
                    <a:pt x="634" y="5"/>
                    <a:pt x="621" y="5"/>
                  </a:cubicBezTo>
                  <a:cubicBezTo>
                    <a:pt x="621" y="0"/>
                    <a:pt x="621" y="0"/>
                    <a:pt x="621" y="0"/>
                  </a:cubicBezTo>
                  <a:cubicBezTo>
                    <a:pt x="662" y="0"/>
                    <a:pt x="662" y="0"/>
                    <a:pt x="662" y="0"/>
                  </a:cubicBezTo>
                  <a:cubicBezTo>
                    <a:pt x="662" y="5"/>
                    <a:pt x="662" y="5"/>
                    <a:pt x="662" y="5"/>
                  </a:cubicBezTo>
                  <a:cubicBezTo>
                    <a:pt x="651" y="6"/>
                    <a:pt x="646" y="11"/>
                    <a:pt x="647" y="21"/>
                  </a:cubicBezTo>
                  <a:cubicBezTo>
                    <a:pt x="647" y="132"/>
                    <a:pt x="647" y="132"/>
                    <a:pt x="647" y="132"/>
                  </a:cubicBezTo>
                  <a:cubicBezTo>
                    <a:pt x="642" y="132"/>
                    <a:pt x="642" y="132"/>
                    <a:pt x="642" y="132"/>
                  </a:cubicBezTo>
                  <a:cubicBezTo>
                    <a:pt x="557" y="29"/>
                    <a:pt x="557" y="29"/>
                    <a:pt x="557" y="29"/>
                  </a:cubicBezTo>
                  <a:cubicBezTo>
                    <a:pt x="557" y="105"/>
                    <a:pt x="557" y="105"/>
                    <a:pt x="557" y="105"/>
                  </a:cubicBezTo>
                  <a:cubicBezTo>
                    <a:pt x="556" y="118"/>
                    <a:pt x="562" y="125"/>
                    <a:pt x="575" y="125"/>
                  </a:cubicBezTo>
                  <a:cubicBezTo>
                    <a:pt x="575" y="129"/>
                    <a:pt x="575" y="129"/>
                    <a:pt x="575" y="129"/>
                  </a:cubicBezTo>
                  <a:cubicBezTo>
                    <a:pt x="532" y="129"/>
                    <a:pt x="532" y="129"/>
                    <a:pt x="532" y="129"/>
                  </a:cubicBezTo>
                  <a:close/>
                  <a:moveTo>
                    <a:pt x="727" y="143"/>
                  </a:moveTo>
                  <a:cubicBezTo>
                    <a:pt x="714" y="141"/>
                    <a:pt x="709" y="135"/>
                    <a:pt x="712" y="126"/>
                  </a:cubicBezTo>
                  <a:cubicBezTo>
                    <a:pt x="731" y="36"/>
                    <a:pt x="731" y="36"/>
                    <a:pt x="731" y="36"/>
                  </a:cubicBezTo>
                  <a:cubicBezTo>
                    <a:pt x="732" y="27"/>
                    <a:pt x="739" y="23"/>
                    <a:pt x="751" y="26"/>
                  </a:cubicBezTo>
                  <a:cubicBezTo>
                    <a:pt x="751" y="26"/>
                    <a:pt x="752" y="26"/>
                    <a:pt x="752" y="26"/>
                  </a:cubicBezTo>
                  <a:cubicBezTo>
                    <a:pt x="753" y="22"/>
                    <a:pt x="753" y="22"/>
                    <a:pt x="753" y="22"/>
                  </a:cubicBezTo>
                  <a:cubicBezTo>
                    <a:pt x="687" y="8"/>
                    <a:pt x="687" y="8"/>
                    <a:pt x="687" y="8"/>
                  </a:cubicBezTo>
                  <a:cubicBezTo>
                    <a:pt x="686" y="12"/>
                    <a:pt x="686" y="12"/>
                    <a:pt x="686" y="12"/>
                  </a:cubicBezTo>
                  <a:cubicBezTo>
                    <a:pt x="699" y="15"/>
                    <a:pt x="703" y="21"/>
                    <a:pt x="701" y="30"/>
                  </a:cubicBezTo>
                  <a:cubicBezTo>
                    <a:pt x="682" y="119"/>
                    <a:pt x="682" y="119"/>
                    <a:pt x="682" y="119"/>
                  </a:cubicBezTo>
                  <a:cubicBezTo>
                    <a:pt x="681" y="128"/>
                    <a:pt x="674" y="132"/>
                    <a:pt x="662" y="130"/>
                  </a:cubicBezTo>
                  <a:cubicBezTo>
                    <a:pt x="661" y="134"/>
                    <a:pt x="661" y="134"/>
                    <a:pt x="661" y="134"/>
                  </a:cubicBezTo>
                  <a:cubicBezTo>
                    <a:pt x="726" y="148"/>
                    <a:pt x="726" y="148"/>
                    <a:pt x="726" y="148"/>
                  </a:cubicBezTo>
                  <a:cubicBezTo>
                    <a:pt x="727" y="143"/>
                    <a:pt x="727" y="143"/>
                    <a:pt x="727" y="143"/>
                  </a:cubicBezTo>
                  <a:close/>
                  <a:moveTo>
                    <a:pt x="894" y="79"/>
                  </a:moveTo>
                  <a:cubicBezTo>
                    <a:pt x="892" y="83"/>
                    <a:pt x="892" y="83"/>
                    <a:pt x="892" y="83"/>
                  </a:cubicBezTo>
                  <a:cubicBezTo>
                    <a:pt x="885" y="80"/>
                    <a:pt x="878" y="82"/>
                    <a:pt x="870" y="91"/>
                  </a:cubicBezTo>
                  <a:cubicBezTo>
                    <a:pt x="786" y="174"/>
                    <a:pt x="786" y="174"/>
                    <a:pt x="786" y="174"/>
                  </a:cubicBezTo>
                  <a:cubicBezTo>
                    <a:pt x="781" y="172"/>
                    <a:pt x="781" y="172"/>
                    <a:pt x="781" y="172"/>
                  </a:cubicBezTo>
                  <a:cubicBezTo>
                    <a:pt x="783" y="49"/>
                    <a:pt x="783" y="49"/>
                    <a:pt x="783" y="49"/>
                  </a:cubicBezTo>
                  <a:cubicBezTo>
                    <a:pt x="783" y="40"/>
                    <a:pt x="780" y="33"/>
                    <a:pt x="773" y="30"/>
                  </a:cubicBezTo>
                  <a:cubicBezTo>
                    <a:pt x="775" y="26"/>
                    <a:pt x="775" y="26"/>
                    <a:pt x="775" y="26"/>
                  </a:cubicBezTo>
                  <a:cubicBezTo>
                    <a:pt x="833" y="52"/>
                    <a:pt x="833" y="52"/>
                    <a:pt x="833" y="52"/>
                  </a:cubicBezTo>
                  <a:cubicBezTo>
                    <a:pt x="832" y="56"/>
                    <a:pt x="832" y="56"/>
                    <a:pt x="832" y="56"/>
                  </a:cubicBezTo>
                  <a:cubicBezTo>
                    <a:pt x="820" y="51"/>
                    <a:pt x="814" y="52"/>
                    <a:pt x="813" y="57"/>
                  </a:cubicBezTo>
                  <a:cubicBezTo>
                    <a:pt x="812" y="60"/>
                    <a:pt x="812" y="66"/>
                    <a:pt x="812" y="74"/>
                  </a:cubicBezTo>
                  <a:cubicBezTo>
                    <a:pt x="810" y="140"/>
                    <a:pt x="810" y="140"/>
                    <a:pt x="810" y="140"/>
                  </a:cubicBezTo>
                  <a:cubicBezTo>
                    <a:pt x="858" y="92"/>
                    <a:pt x="858" y="92"/>
                    <a:pt x="858" y="92"/>
                  </a:cubicBezTo>
                  <a:cubicBezTo>
                    <a:pt x="858" y="92"/>
                    <a:pt x="859" y="91"/>
                    <a:pt x="860" y="90"/>
                  </a:cubicBezTo>
                  <a:cubicBezTo>
                    <a:pt x="864" y="86"/>
                    <a:pt x="866" y="84"/>
                    <a:pt x="867" y="82"/>
                  </a:cubicBezTo>
                  <a:cubicBezTo>
                    <a:pt x="870" y="77"/>
                    <a:pt x="866" y="72"/>
                    <a:pt x="855" y="67"/>
                  </a:cubicBezTo>
                  <a:cubicBezTo>
                    <a:pt x="857" y="63"/>
                    <a:pt x="857" y="63"/>
                    <a:pt x="857" y="63"/>
                  </a:cubicBezTo>
                  <a:cubicBezTo>
                    <a:pt x="894" y="79"/>
                    <a:pt x="894" y="79"/>
                    <a:pt x="894" y="79"/>
                  </a:cubicBezTo>
                  <a:close/>
                  <a:moveTo>
                    <a:pt x="920" y="102"/>
                  </a:moveTo>
                  <a:cubicBezTo>
                    <a:pt x="929" y="110"/>
                    <a:pt x="930" y="117"/>
                    <a:pt x="924" y="124"/>
                  </a:cubicBezTo>
                  <a:cubicBezTo>
                    <a:pt x="864" y="193"/>
                    <a:pt x="864" y="193"/>
                    <a:pt x="864" y="193"/>
                  </a:cubicBezTo>
                  <a:cubicBezTo>
                    <a:pt x="859" y="201"/>
                    <a:pt x="851" y="200"/>
                    <a:pt x="842" y="193"/>
                  </a:cubicBezTo>
                  <a:cubicBezTo>
                    <a:pt x="839" y="196"/>
                    <a:pt x="839" y="196"/>
                    <a:pt x="839" y="196"/>
                  </a:cubicBezTo>
                  <a:cubicBezTo>
                    <a:pt x="923" y="269"/>
                    <a:pt x="923" y="269"/>
                    <a:pt x="923" y="269"/>
                  </a:cubicBezTo>
                  <a:cubicBezTo>
                    <a:pt x="954" y="244"/>
                    <a:pt x="954" y="244"/>
                    <a:pt x="954" y="244"/>
                  </a:cubicBezTo>
                  <a:cubicBezTo>
                    <a:pt x="951" y="241"/>
                    <a:pt x="951" y="241"/>
                    <a:pt x="951" y="241"/>
                  </a:cubicBezTo>
                  <a:cubicBezTo>
                    <a:pt x="928" y="252"/>
                    <a:pt x="909" y="250"/>
                    <a:pt x="891" y="234"/>
                  </a:cubicBezTo>
                  <a:cubicBezTo>
                    <a:pt x="882" y="226"/>
                    <a:pt x="880" y="220"/>
                    <a:pt x="885" y="215"/>
                  </a:cubicBezTo>
                  <a:cubicBezTo>
                    <a:pt x="916" y="180"/>
                    <a:pt x="916" y="180"/>
                    <a:pt x="916" y="180"/>
                  </a:cubicBezTo>
                  <a:cubicBezTo>
                    <a:pt x="931" y="192"/>
                    <a:pt x="933" y="206"/>
                    <a:pt x="920" y="223"/>
                  </a:cubicBezTo>
                  <a:cubicBezTo>
                    <a:pt x="924" y="226"/>
                    <a:pt x="924" y="226"/>
                    <a:pt x="924" y="226"/>
                  </a:cubicBezTo>
                  <a:cubicBezTo>
                    <a:pt x="966" y="177"/>
                    <a:pt x="966" y="177"/>
                    <a:pt x="966" y="177"/>
                  </a:cubicBezTo>
                  <a:cubicBezTo>
                    <a:pt x="962" y="174"/>
                    <a:pt x="962" y="174"/>
                    <a:pt x="962" y="174"/>
                  </a:cubicBezTo>
                  <a:cubicBezTo>
                    <a:pt x="948" y="189"/>
                    <a:pt x="934" y="189"/>
                    <a:pt x="920" y="175"/>
                  </a:cubicBezTo>
                  <a:cubicBezTo>
                    <a:pt x="949" y="142"/>
                    <a:pt x="949" y="142"/>
                    <a:pt x="949" y="142"/>
                  </a:cubicBezTo>
                  <a:cubicBezTo>
                    <a:pt x="953" y="136"/>
                    <a:pt x="958" y="137"/>
                    <a:pt x="965" y="144"/>
                  </a:cubicBezTo>
                  <a:cubicBezTo>
                    <a:pt x="987" y="161"/>
                    <a:pt x="991" y="179"/>
                    <a:pt x="978" y="196"/>
                  </a:cubicBezTo>
                  <a:cubicBezTo>
                    <a:pt x="981" y="200"/>
                    <a:pt x="981" y="200"/>
                    <a:pt x="981" y="200"/>
                  </a:cubicBezTo>
                  <a:cubicBezTo>
                    <a:pt x="1006" y="171"/>
                    <a:pt x="1006" y="171"/>
                    <a:pt x="1006" y="171"/>
                  </a:cubicBezTo>
                  <a:cubicBezTo>
                    <a:pt x="923" y="99"/>
                    <a:pt x="923" y="99"/>
                    <a:pt x="923" y="99"/>
                  </a:cubicBezTo>
                  <a:cubicBezTo>
                    <a:pt x="920" y="102"/>
                    <a:pt x="920" y="102"/>
                    <a:pt x="920" y="102"/>
                  </a:cubicBezTo>
                  <a:close/>
                  <a:moveTo>
                    <a:pt x="1051" y="244"/>
                  </a:moveTo>
                  <a:cubicBezTo>
                    <a:pt x="1011" y="273"/>
                    <a:pt x="1011" y="273"/>
                    <a:pt x="1011" y="273"/>
                  </a:cubicBezTo>
                  <a:cubicBezTo>
                    <a:pt x="1026" y="294"/>
                    <a:pt x="1040" y="298"/>
                    <a:pt x="1056" y="284"/>
                  </a:cubicBezTo>
                  <a:cubicBezTo>
                    <a:pt x="1070" y="273"/>
                    <a:pt x="1073" y="261"/>
                    <a:pt x="1064" y="249"/>
                  </a:cubicBezTo>
                  <a:cubicBezTo>
                    <a:pt x="1059" y="241"/>
                    <a:pt x="1055" y="239"/>
                    <a:pt x="1051" y="244"/>
                  </a:cubicBezTo>
                  <a:close/>
                  <a:moveTo>
                    <a:pt x="1013" y="377"/>
                  </a:moveTo>
                  <a:cubicBezTo>
                    <a:pt x="1009" y="379"/>
                    <a:pt x="1009" y="379"/>
                    <a:pt x="1009" y="379"/>
                  </a:cubicBezTo>
                  <a:cubicBezTo>
                    <a:pt x="986" y="348"/>
                    <a:pt x="986" y="348"/>
                    <a:pt x="986" y="348"/>
                  </a:cubicBezTo>
                  <a:cubicBezTo>
                    <a:pt x="1010" y="281"/>
                    <a:pt x="1010" y="281"/>
                    <a:pt x="1010" y="281"/>
                  </a:cubicBezTo>
                  <a:cubicBezTo>
                    <a:pt x="1007" y="277"/>
                    <a:pt x="1007" y="277"/>
                    <a:pt x="1007" y="277"/>
                  </a:cubicBezTo>
                  <a:cubicBezTo>
                    <a:pt x="977" y="299"/>
                    <a:pt x="977" y="299"/>
                    <a:pt x="977" y="299"/>
                  </a:cubicBezTo>
                  <a:cubicBezTo>
                    <a:pt x="967" y="305"/>
                    <a:pt x="965" y="313"/>
                    <a:pt x="973" y="323"/>
                  </a:cubicBezTo>
                  <a:cubicBezTo>
                    <a:pt x="969" y="326"/>
                    <a:pt x="969" y="326"/>
                    <a:pt x="969" y="326"/>
                  </a:cubicBezTo>
                  <a:cubicBezTo>
                    <a:pt x="930" y="275"/>
                    <a:pt x="930" y="275"/>
                    <a:pt x="930" y="275"/>
                  </a:cubicBezTo>
                  <a:cubicBezTo>
                    <a:pt x="934" y="272"/>
                    <a:pt x="934" y="272"/>
                    <a:pt x="934" y="272"/>
                  </a:cubicBezTo>
                  <a:cubicBezTo>
                    <a:pt x="941" y="282"/>
                    <a:pt x="949" y="283"/>
                    <a:pt x="958" y="274"/>
                  </a:cubicBezTo>
                  <a:cubicBezTo>
                    <a:pt x="1025" y="224"/>
                    <a:pt x="1025" y="224"/>
                    <a:pt x="1025" y="224"/>
                  </a:cubicBezTo>
                  <a:cubicBezTo>
                    <a:pt x="1036" y="217"/>
                    <a:pt x="1038" y="209"/>
                    <a:pt x="1030" y="200"/>
                  </a:cubicBezTo>
                  <a:cubicBezTo>
                    <a:pt x="1033" y="197"/>
                    <a:pt x="1033" y="197"/>
                    <a:pt x="1033" y="197"/>
                  </a:cubicBezTo>
                  <a:cubicBezTo>
                    <a:pt x="1070" y="246"/>
                    <a:pt x="1070" y="246"/>
                    <a:pt x="1070" y="246"/>
                  </a:cubicBezTo>
                  <a:cubicBezTo>
                    <a:pt x="1091" y="274"/>
                    <a:pt x="1093" y="295"/>
                    <a:pt x="1076" y="309"/>
                  </a:cubicBezTo>
                  <a:cubicBezTo>
                    <a:pt x="1063" y="319"/>
                    <a:pt x="1049" y="317"/>
                    <a:pt x="1032" y="305"/>
                  </a:cubicBezTo>
                  <a:cubicBezTo>
                    <a:pt x="1011" y="368"/>
                    <a:pt x="1011" y="368"/>
                    <a:pt x="1011" y="368"/>
                  </a:cubicBezTo>
                  <a:cubicBezTo>
                    <a:pt x="1011" y="372"/>
                    <a:pt x="1011" y="375"/>
                    <a:pt x="1013" y="377"/>
                  </a:cubicBezTo>
                  <a:close/>
                  <a:moveTo>
                    <a:pt x="1121" y="427"/>
                  </a:moveTo>
                  <a:cubicBezTo>
                    <a:pt x="1159" y="412"/>
                    <a:pt x="1159" y="412"/>
                    <a:pt x="1159" y="412"/>
                  </a:cubicBezTo>
                  <a:cubicBezTo>
                    <a:pt x="1157" y="406"/>
                    <a:pt x="1157" y="406"/>
                    <a:pt x="1157" y="406"/>
                  </a:cubicBezTo>
                  <a:cubicBezTo>
                    <a:pt x="1152" y="407"/>
                    <a:pt x="1149" y="406"/>
                    <a:pt x="1148" y="403"/>
                  </a:cubicBezTo>
                  <a:cubicBezTo>
                    <a:pt x="1148" y="402"/>
                    <a:pt x="1147" y="399"/>
                    <a:pt x="1147" y="395"/>
                  </a:cubicBezTo>
                  <a:cubicBezTo>
                    <a:pt x="1147" y="386"/>
                    <a:pt x="1145" y="378"/>
                    <a:pt x="1143" y="373"/>
                  </a:cubicBezTo>
                  <a:cubicBezTo>
                    <a:pt x="1133" y="348"/>
                    <a:pt x="1116" y="340"/>
                    <a:pt x="1092" y="348"/>
                  </a:cubicBezTo>
                  <a:cubicBezTo>
                    <a:pt x="1077" y="353"/>
                    <a:pt x="1069" y="368"/>
                    <a:pt x="1067" y="393"/>
                  </a:cubicBezTo>
                  <a:cubicBezTo>
                    <a:pt x="1066" y="407"/>
                    <a:pt x="1066" y="407"/>
                    <a:pt x="1066" y="407"/>
                  </a:cubicBezTo>
                  <a:cubicBezTo>
                    <a:pt x="1066" y="423"/>
                    <a:pt x="1062" y="433"/>
                    <a:pt x="1052" y="436"/>
                  </a:cubicBezTo>
                  <a:cubicBezTo>
                    <a:pt x="1039" y="440"/>
                    <a:pt x="1030" y="435"/>
                    <a:pt x="1024" y="422"/>
                  </a:cubicBezTo>
                  <a:cubicBezTo>
                    <a:pt x="1017" y="403"/>
                    <a:pt x="1024" y="386"/>
                    <a:pt x="1046" y="370"/>
                  </a:cubicBezTo>
                  <a:cubicBezTo>
                    <a:pt x="1045" y="365"/>
                    <a:pt x="1045" y="365"/>
                    <a:pt x="1045" y="365"/>
                  </a:cubicBezTo>
                  <a:cubicBezTo>
                    <a:pt x="1002" y="382"/>
                    <a:pt x="1002" y="382"/>
                    <a:pt x="1002" y="382"/>
                  </a:cubicBezTo>
                  <a:cubicBezTo>
                    <a:pt x="1004" y="387"/>
                    <a:pt x="1004" y="387"/>
                    <a:pt x="1004" y="387"/>
                  </a:cubicBezTo>
                  <a:cubicBezTo>
                    <a:pt x="1008" y="387"/>
                    <a:pt x="1010" y="388"/>
                    <a:pt x="1011" y="391"/>
                  </a:cubicBezTo>
                  <a:cubicBezTo>
                    <a:pt x="1012" y="392"/>
                    <a:pt x="1013" y="395"/>
                    <a:pt x="1013" y="399"/>
                  </a:cubicBezTo>
                  <a:cubicBezTo>
                    <a:pt x="1014" y="408"/>
                    <a:pt x="1016" y="416"/>
                    <a:pt x="1019" y="423"/>
                  </a:cubicBezTo>
                  <a:cubicBezTo>
                    <a:pt x="1031" y="450"/>
                    <a:pt x="1049" y="460"/>
                    <a:pt x="1072" y="452"/>
                  </a:cubicBezTo>
                  <a:cubicBezTo>
                    <a:pt x="1087" y="446"/>
                    <a:pt x="1095" y="436"/>
                    <a:pt x="1097" y="420"/>
                  </a:cubicBezTo>
                  <a:cubicBezTo>
                    <a:pt x="1099" y="389"/>
                    <a:pt x="1099" y="389"/>
                    <a:pt x="1099" y="389"/>
                  </a:cubicBezTo>
                  <a:cubicBezTo>
                    <a:pt x="1100" y="373"/>
                    <a:pt x="1104" y="364"/>
                    <a:pt x="1113" y="362"/>
                  </a:cubicBezTo>
                  <a:cubicBezTo>
                    <a:pt x="1123" y="358"/>
                    <a:pt x="1131" y="362"/>
                    <a:pt x="1137" y="374"/>
                  </a:cubicBezTo>
                  <a:cubicBezTo>
                    <a:pt x="1143" y="391"/>
                    <a:pt x="1137" y="407"/>
                    <a:pt x="1119" y="422"/>
                  </a:cubicBezTo>
                  <a:cubicBezTo>
                    <a:pt x="1121" y="427"/>
                    <a:pt x="1121" y="427"/>
                    <a:pt x="1121" y="427"/>
                  </a:cubicBezTo>
                  <a:close/>
                  <a:moveTo>
                    <a:pt x="1055" y="527"/>
                  </a:moveTo>
                  <a:cubicBezTo>
                    <a:pt x="1051" y="528"/>
                    <a:pt x="1051" y="528"/>
                    <a:pt x="1051" y="528"/>
                  </a:cubicBezTo>
                  <a:cubicBezTo>
                    <a:pt x="1035" y="463"/>
                    <a:pt x="1035" y="463"/>
                    <a:pt x="1035" y="463"/>
                  </a:cubicBezTo>
                  <a:cubicBezTo>
                    <a:pt x="1039" y="462"/>
                    <a:pt x="1039" y="462"/>
                    <a:pt x="1039" y="462"/>
                  </a:cubicBezTo>
                  <a:cubicBezTo>
                    <a:pt x="1043" y="474"/>
                    <a:pt x="1049" y="479"/>
                    <a:pt x="1057" y="476"/>
                  </a:cubicBezTo>
                  <a:cubicBezTo>
                    <a:pt x="1146" y="454"/>
                    <a:pt x="1146" y="454"/>
                    <a:pt x="1146" y="454"/>
                  </a:cubicBezTo>
                  <a:cubicBezTo>
                    <a:pt x="1155" y="452"/>
                    <a:pt x="1159" y="445"/>
                    <a:pt x="1155" y="433"/>
                  </a:cubicBezTo>
                  <a:cubicBezTo>
                    <a:pt x="1160" y="432"/>
                    <a:pt x="1160" y="432"/>
                    <a:pt x="1160" y="432"/>
                  </a:cubicBezTo>
                  <a:cubicBezTo>
                    <a:pt x="1176" y="497"/>
                    <a:pt x="1176" y="497"/>
                    <a:pt x="1176" y="497"/>
                  </a:cubicBezTo>
                  <a:cubicBezTo>
                    <a:pt x="1172" y="498"/>
                    <a:pt x="1172" y="498"/>
                    <a:pt x="1172" y="498"/>
                  </a:cubicBezTo>
                  <a:cubicBezTo>
                    <a:pt x="1172" y="497"/>
                    <a:pt x="1171" y="497"/>
                    <a:pt x="1171" y="496"/>
                  </a:cubicBezTo>
                  <a:cubicBezTo>
                    <a:pt x="1168" y="485"/>
                    <a:pt x="1163" y="480"/>
                    <a:pt x="1153" y="483"/>
                  </a:cubicBezTo>
                  <a:cubicBezTo>
                    <a:pt x="1065" y="505"/>
                    <a:pt x="1065" y="505"/>
                    <a:pt x="1065" y="505"/>
                  </a:cubicBezTo>
                  <a:cubicBezTo>
                    <a:pt x="1055" y="507"/>
                    <a:pt x="1052" y="514"/>
                    <a:pt x="1055" y="527"/>
                  </a:cubicBezTo>
                  <a:close/>
                  <a:moveTo>
                    <a:pt x="1057" y="616"/>
                  </a:moveTo>
                  <a:cubicBezTo>
                    <a:pt x="1056" y="602"/>
                    <a:pt x="1062" y="596"/>
                    <a:pt x="1075" y="597"/>
                  </a:cubicBezTo>
                  <a:cubicBezTo>
                    <a:pt x="1175" y="595"/>
                    <a:pt x="1175" y="595"/>
                    <a:pt x="1175" y="595"/>
                  </a:cubicBezTo>
                  <a:cubicBezTo>
                    <a:pt x="1176" y="617"/>
                    <a:pt x="1166" y="630"/>
                    <a:pt x="1144" y="632"/>
                  </a:cubicBezTo>
                  <a:cubicBezTo>
                    <a:pt x="1144" y="638"/>
                    <a:pt x="1144" y="638"/>
                    <a:pt x="1144" y="638"/>
                  </a:cubicBezTo>
                  <a:cubicBezTo>
                    <a:pt x="1182" y="637"/>
                    <a:pt x="1182" y="637"/>
                    <a:pt x="1182" y="637"/>
                  </a:cubicBezTo>
                  <a:cubicBezTo>
                    <a:pt x="1180" y="523"/>
                    <a:pt x="1180" y="523"/>
                    <a:pt x="1180" y="523"/>
                  </a:cubicBezTo>
                  <a:cubicBezTo>
                    <a:pt x="1142" y="523"/>
                    <a:pt x="1142" y="523"/>
                    <a:pt x="1142" y="523"/>
                  </a:cubicBezTo>
                  <a:cubicBezTo>
                    <a:pt x="1142" y="528"/>
                    <a:pt x="1142" y="528"/>
                    <a:pt x="1142" y="528"/>
                  </a:cubicBezTo>
                  <a:cubicBezTo>
                    <a:pt x="1164" y="530"/>
                    <a:pt x="1175" y="542"/>
                    <a:pt x="1175" y="565"/>
                  </a:cubicBezTo>
                  <a:cubicBezTo>
                    <a:pt x="1074" y="566"/>
                    <a:pt x="1074" y="566"/>
                    <a:pt x="1074" y="566"/>
                  </a:cubicBezTo>
                  <a:cubicBezTo>
                    <a:pt x="1061" y="568"/>
                    <a:pt x="1055" y="562"/>
                    <a:pt x="1056" y="548"/>
                  </a:cubicBezTo>
                  <a:cubicBezTo>
                    <a:pt x="1051" y="548"/>
                    <a:pt x="1051" y="548"/>
                    <a:pt x="1051" y="548"/>
                  </a:cubicBezTo>
                  <a:cubicBezTo>
                    <a:pt x="1053" y="616"/>
                    <a:pt x="1053" y="616"/>
                    <a:pt x="1053" y="616"/>
                  </a:cubicBezTo>
                  <a:cubicBezTo>
                    <a:pt x="1057" y="616"/>
                    <a:pt x="1057" y="616"/>
                    <a:pt x="1057" y="616"/>
                  </a:cubicBezTo>
                  <a:close/>
                  <a:moveTo>
                    <a:pt x="1151" y="794"/>
                  </a:moveTo>
                  <a:cubicBezTo>
                    <a:pt x="1146" y="793"/>
                    <a:pt x="1146" y="793"/>
                    <a:pt x="1146" y="793"/>
                  </a:cubicBezTo>
                  <a:cubicBezTo>
                    <a:pt x="1146" y="793"/>
                    <a:pt x="1146" y="793"/>
                    <a:pt x="1146" y="792"/>
                  </a:cubicBezTo>
                  <a:cubicBezTo>
                    <a:pt x="1147" y="787"/>
                    <a:pt x="1145" y="782"/>
                    <a:pt x="1142" y="779"/>
                  </a:cubicBezTo>
                  <a:cubicBezTo>
                    <a:pt x="1091" y="731"/>
                    <a:pt x="1091" y="731"/>
                    <a:pt x="1091" y="731"/>
                  </a:cubicBezTo>
                  <a:cubicBezTo>
                    <a:pt x="1057" y="724"/>
                    <a:pt x="1057" y="724"/>
                    <a:pt x="1057" y="724"/>
                  </a:cubicBezTo>
                  <a:cubicBezTo>
                    <a:pt x="1045" y="720"/>
                    <a:pt x="1038" y="724"/>
                    <a:pt x="1036" y="737"/>
                  </a:cubicBezTo>
                  <a:cubicBezTo>
                    <a:pt x="1031" y="736"/>
                    <a:pt x="1031" y="736"/>
                    <a:pt x="1031" y="736"/>
                  </a:cubicBezTo>
                  <a:cubicBezTo>
                    <a:pt x="1045" y="671"/>
                    <a:pt x="1045" y="671"/>
                    <a:pt x="1045" y="671"/>
                  </a:cubicBezTo>
                  <a:cubicBezTo>
                    <a:pt x="1049" y="672"/>
                    <a:pt x="1049" y="672"/>
                    <a:pt x="1049" y="672"/>
                  </a:cubicBezTo>
                  <a:cubicBezTo>
                    <a:pt x="1046" y="685"/>
                    <a:pt x="1051" y="692"/>
                    <a:pt x="1063" y="693"/>
                  </a:cubicBezTo>
                  <a:cubicBezTo>
                    <a:pt x="1091" y="699"/>
                    <a:pt x="1091" y="699"/>
                    <a:pt x="1091" y="699"/>
                  </a:cubicBezTo>
                  <a:cubicBezTo>
                    <a:pt x="1160" y="678"/>
                    <a:pt x="1160" y="678"/>
                    <a:pt x="1160" y="678"/>
                  </a:cubicBezTo>
                  <a:cubicBezTo>
                    <a:pt x="1167" y="676"/>
                    <a:pt x="1171" y="672"/>
                    <a:pt x="1173" y="665"/>
                  </a:cubicBezTo>
                  <a:cubicBezTo>
                    <a:pt x="1178" y="666"/>
                    <a:pt x="1178" y="666"/>
                    <a:pt x="1178" y="666"/>
                  </a:cubicBezTo>
                  <a:cubicBezTo>
                    <a:pt x="1164" y="729"/>
                    <a:pt x="1164" y="729"/>
                    <a:pt x="1164" y="729"/>
                  </a:cubicBezTo>
                  <a:cubicBezTo>
                    <a:pt x="1160" y="728"/>
                    <a:pt x="1160" y="728"/>
                    <a:pt x="1160" y="728"/>
                  </a:cubicBezTo>
                  <a:cubicBezTo>
                    <a:pt x="1163" y="716"/>
                    <a:pt x="1162" y="711"/>
                    <a:pt x="1157" y="711"/>
                  </a:cubicBezTo>
                  <a:cubicBezTo>
                    <a:pt x="1155" y="711"/>
                    <a:pt x="1152" y="711"/>
                    <a:pt x="1148" y="713"/>
                  </a:cubicBezTo>
                  <a:cubicBezTo>
                    <a:pt x="1147" y="713"/>
                    <a:pt x="1146" y="714"/>
                    <a:pt x="1146" y="714"/>
                  </a:cubicBezTo>
                  <a:cubicBezTo>
                    <a:pt x="1097" y="727"/>
                    <a:pt x="1097" y="727"/>
                    <a:pt x="1097" y="727"/>
                  </a:cubicBezTo>
                  <a:cubicBezTo>
                    <a:pt x="1128" y="755"/>
                    <a:pt x="1128" y="755"/>
                    <a:pt x="1128" y="755"/>
                  </a:cubicBezTo>
                  <a:cubicBezTo>
                    <a:pt x="1133" y="760"/>
                    <a:pt x="1138" y="764"/>
                    <a:pt x="1143" y="765"/>
                  </a:cubicBezTo>
                  <a:cubicBezTo>
                    <a:pt x="1148" y="767"/>
                    <a:pt x="1152" y="763"/>
                    <a:pt x="1155" y="752"/>
                  </a:cubicBezTo>
                  <a:cubicBezTo>
                    <a:pt x="1159" y="753"/>
                    <a:pt x="1159" y="753"/>
                    <a:pt x="1159" y="753"/>
                  </a:cubicBezTo>
                  <a:lnTo>
                    <a:pt x="1151" y="794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40" name="íṥļiďè"/>
            <p:cNvSpPr/>
            <p:nvPr/>
          </p:nvSpPr>
          <p:spPr bwMode="auto">
            <a:xfrm>
              <a:off x="4260844" y="4031997"/>
              <a:ext cx="147714" cy="178275"/>
            </a:xfrm>
            <a:custGeom>
              <a:avLst/>
              <a:gdLst>
                <a:gd name="T0" fmla="*/ 4 w 111"/>
                <a:gd name="T1" fmla="*/ 78 h 133"/>
                <a:gd name="T2" fmla="*/ 1 w 111"/>
                <a:gd name="T3" fmla="*/ 41 h 133"/>
                <a:gd name="T4" fmla="*/ 14 w 111"/>
                <a:gd name="T5" fmla="*/ 16 h 133"/>
                <a:gd name="T6" fmla="*/ 40 w 111"/>
                <a:gd name="T7" fmla="*/ 3 h 133"/>
                <a:gd name="T8" fmla="*/ 63 w 111"/>
                <a:gd name="T9" fmla="*/ 1 h 133"/>
                <a:gd name="T10" fmla="*/ 82 w 111"/>
                <a:gd name="T11" fmla="*/ 9 h 133"/>
                <a:gd name="T12" fmla="*/ 96 w 111"/>
                <a:gd name="T13" fmla="*/ 26 h 133"/>
                <a:gd name="T14" fmla="*/ 106 w 111"/>
                <a:gd name="T15" fmla="*/ 54 h 133"/>
                <a:gd name="T16" fmla="*/ 109 w 111"/>
                <a:gd name="T17" fmla="*/ 91 h 133"/>
                <a:gd name="T18" fmla="*/ 97 w 111"/>
                <a:gd name="T19" fmla="*/ 115 h 133"/>
                <a:gd name="T20" fmla="*/ 70 w 111"/>
                <a:gd name="T21" fmla="*/ 129 h 133"/>
                <a:gd name="T22" fmla="*/ 31 w 111"/>
                <a:gd name="T23" fmla="*/ 125 h 133"/>
                <a:gd name="T24" fmla="*/ 4 w 111"/>
                <a:gd name="T25" fmla="*/ 78 h 133"/>
                <a:gd name="T26" fmla="*/ 24 w 111"/>
                <a:gd name="T27" fmla="*/ 73 h 133"/>
                <a:gd name="T28" fmla="*/ 42 w 111"/>
                <a:gd name="T29" fmla="*/ 112 h 133"/>
                <a:gd name="T30" fmla="*/ 67 w 111"/>
                <a:gd name="T31" fmla="*/ 117 h 133"/>
                <a:gd name="T32" fmla="*/ 87 w 111"/>
                <a:gd name="T33" fmla="*/ 101 h 133"/>
                <a:gd name="T34" fmla="*/ 87 w 111"/>
                <a:gd name="T35" fmla="*/ 59 h 133"/>
                <a:gd name="T36" fmla="*/ 68 w 111"/>
                <a:gd name="T37" fmla="*/ 20 h 133"/>
                <a:gd name="T38" fmla="*/ 43 w 111"/>
                <a:gd name="T39" fmla="*/ 15 h 133"/>
                <a:gd name="T40" fmla="*/ 24 w 111"/>
                <a:gd name="T41" fmla="*/ 29 h 133"/>
                <a:gd name="T42" fmla="*/ 24 w 111"/>
                <a:gd name="T43" fmla="*/ 73 h 13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</a:cxnLst>
              <a:rect l="0" t="0" r="r" b="b"/>
              <a:pathLst>
                <a:path w="111" h="133">
                  <a:moveTo>
                    <a:pt x="4" y="78"/>
                  </a:moveTo>
                  <a:cubicBezTo>
                    <a:pt x="0" y="63"/>
                    <a:pt x="0" y="51"/>
                    <a:pt x="1" y="41"/>
                  </a:cubicBezTo>
                  <a:cubicBezTo>
                    <a:pt x="3" y="31"/>
                    <a:pt x="7" y="23"/>
                    <a:pt x="14" y="16"/>
                  </a:cubicBezTo>
                  <a:cubicBezTo>
                    <a:pt x="20" y="10"/>
                    <a:pt x="29" y="5"/>
                    <a:pt x="40" y="3"/>
                  </a:cubicBezTo>
                  <a:cubicBezTo>
                    <a:pt x="49" y="1"/>
                    <a:pt x="56" y="0"/>
                    <a:pt x="63" y="1"/>
                  </a:cubicBezTo>
                  <a:cubicBezTo>
                    <a:pt x="70" y="3"/>
                    <a:pt x="77" y="5"/>
                    <a:pt x="82" y="9"/>
                  </a:cubicBezTo>
                  <a:cubicBezTo>
                    <a:pt x="87" y="13"/>
                    <a:pt x="92" y="19"/>
                    <a:pt x="96" y="26"/>
                  </a:cubicBezTo>
                  <a:cubicBezTo>
                    <a:pt x="100" y="32"/>
                    <a:pt x="104" y="42"/>
                    <a:pt x="106" y="54"/>
                  </a:cubicBezTo>
                  <a:cubicBezTo>
                    <a:pt x="110" y="69"/>
                    <a:pt x="111" y="81"/>
                    <a:pt x="109" y="91"/>
                  </a:cubicBezTo>
                  <a:cubicBezTo>
                    <a:pt x="107" y="101"/>
                    <a:pt x="103" y="109"/>
                    <a:pt x="97" y="115"/>
                  </a:cubicBezTo>
                  <a:cubicBezTo>
                    <a:pt x="90" y="122"/>
                    <a:pt x="81" y="127"/>
                    <a:pt x="70" y="129"/>
                  </a:cubicBezTo>
                  <a:cubicBezTo>
                    <a:pt x="55" y="133"/>
                    <a:pt x="42" y="131"/>
                    <a:pt x="31" y="125"/>
                  </a:cubicBezTo>
                  <a:cubicBezTo>
                    <a:pt x="18" y="117"/>
                    <a:pt x="9" y="101"/>
                    <a:pt x="4" y="78"/>
                  </a:cubicBezTo>
                  <a:close/>
                  <a:moveTo>
                    <a:pt x="24" y="73"/>
                  </a:moveTo>
                  <a:cubicBezTo>
                    <a:pt x="28" y="94"/>
                    <a:pt x="35" y="106"/>
                    <a:pt x="42" y="112"/>
                  </a:cubicBezTo>
                  <a:cubicBezTo>
                    <a:pt x="50" y="117"/>
                    <a:pt x="58" y="119"/>
                    <a:pt x="67" y="117"/>
                  </a:cubicBezTo>
                  <a:cubicBezTo>
                    <a:pt x="76" y="115"/>
                    <a:pt x="82" y="110"/>
                    <a:pt x="87" y="101"/>
                  </a:cubicBezTo>
                  <a:cubicBezTo>
                    <a:pt x="91" y="93"/>
                    <a:pt x="91" y="79"/>
                    <a:pt x="87" y="59"/>
                  </a:cubicBezTo>
                  <a:cubicBezTo>
                    <a:pt x="82" y="38"/>
                    <a:pt x="76" y="25"/>
                    <a:pt x="68" y="20"/>
                  </a:cubicBezTo>
                  <a:cubicBezTo>
                    <a:pt x="60" y="15"/>
                    <a:pt x="52" y="13"/>
                    <a:pt x="43" y="15"/>
                  </a:cubicBezTo>
                  <a:cubicBezTo>
                    <a:pt x="34" y="17"/>
                    <a:pt x="28" y="22"/>
                    <a:pt x="24" y="29"/>
                  </a:cubicBezTo>
                  <a:cubicBezTo>
                    <a:pt x="19" y="38"/>
                    <a:pt x="19" y="53"/>
                    <a:pt x="24" y="73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41" name="ïşḻiḋe"/>
            <p:cNvSpPr/>
            <p:nvPr/>
          </p:nvSpPr>
          <p:spPr bwMode="auto">
            <a:xfrm>
              <a:off x="4540989" y="3911449"/>
              <a:ext cx="162994" cy="191858"/>
            </a:xfrm>
            <a:custGeom>
              <a:avLst/>
              <a:gdLst>
                <a:gd name="T0" fmla="*/ 21 w 123"/>
                <a:gd name="T1" fmla="*/ 125 h 144"/>
                <a:gd name="T2" fmla="*/ 40 w 123"/>
                <a:gd name="T3" fmla="*/ 115 h 144"/>
                <a:gd name="T4" fmla="*/ 58 w 123"/>
                <a:gd name="T5" fmla="*/ 127 h 144"/>
                <a:gd name="T6" fmla="*/ 79 w 123"/>
                <a:gd name="T7" fmla="*/ 125 h 144"/>
                <a:gd name="T8" fmla="*/ 99 w 123"/>
                <a:gd name="T9" fmla="*/ 107 h 144"/>
                <a:gd name="T10" fmla="*/ 99 w 123"/>
                <a:gd name="T11" fmla="*/ 82 h 144"/>
                <a:gd name="T12" fmla="*/ 81 w 123"/>
                <a:gd name="T13" fmla="*/ 67 h 144"/>
                <a:gd name="T14" fmla="*/ 54 w 123"/>
                <a:gd name="T15" fmla="*/ 70 h 144"/>
                <a:gd name="T16" fmla="*/ 39 w 123"/>
                <a:gd name="T17" fmla="*/ 80 h 144"/>
                <a:gd name="T18" fmla="*/ 31 w 123"/>
                <a:gd name="T19" fmla="*/ 93 h 144"/>
                <a:gd name="T20" fmla="*/ 13 w 123"/>
                <a:gd name="T21" fmla="*/ 99 h 144"/>
                <a:gd name="T22" fmla="*/ 0 w 123"/>
                <a:gd name="T23" fmla="*/ 33 h 144"/>
                <a:gd name="T24" fmla="*/ 76 w 123"/>
                <a:gd name="T25" fmla="*/ 0 h 144"/>
                <a:gd name="T26" fmla="*/ 83 w 123"/>
                <a:gd name="T27" fmla="*/ 14 h 144"/>
                <a:gd name="T28" fmla="*/ 22 w 123"/>
                <a:gd name="T29" fmla="*/ 40 h 144"/>
                <a:gd name="T30" fmla="*/ 28 w 123"/>
                <a:gd name="T31" fmla="*/ 75 h 144"/>
                <a:gd name="T32" fmla="*/ 53 w 123"/>
                <a:gd name="T33" fmla="*/ 55 h 144"/>
                <a:gd name="T34" fmla="*/ 92 w 123"/>
                <a:gd name="T35" fmla="*/ 51 h 144"/>
                <a:gd name="T36" fmla="*/ 118 w 123"/>
                <a:gd name="T37" fmla="*/ 73 h 144"/>
                <a:gd name="T38" fmla="*/ 119 w 123"/>
                <a:gd name="T39" fmla="*/ 105 h 144"/>
                <a:gd name="T40" fmla="*/ 85 w 123"/>
                <a:gd name="T41" fmla="*/ 136 h 144"/>
                <a:gd name="T42" fmla="*/ 47 w 123"/>
                <a:gd name="T43" fmla="*/ 142 h 144"/>
                <a:gd name="T44" fmla="*/ 21 w 123"/>
                <a:gd name="T45" fmla="*/ 125 h 14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</a:cxnLst>
              <a:rect l="0" t="0" r="r" b="b"/>
              <a:pathLst>
                <a:path w="123" h="144">
                  <a:moveTo>
                    <a:pt x="21" y="125"/>
                  </a:moveTo>
                  <a:cubicBezTo>
                    <a:pt x="40" y="115"/>
                    <a:pt x="40" y="115"/>
                    <a:pt x="40" y="115"/>
                  </a:cubicBezTo>
                  <a:cubicBezTo>
                    <a:pt x="45" y="122"/>
                    <a:pt x="51" y="126"/>
                    <a:pt x="58" y="127"/>
                  </a:cubicBezTo>
                  <a:cubicBezTo>
                    <a:pt x="65" y="129"/>
                    <a:pt x="72" y="128"/>
                    <a:pt x="79" y="125"/>
                  </a:cubicBezTo>
                  <a:cubicBezTo>
                    <a:pt x="89" y="121"/>
                    <a:pt x="95" y="115"/>
                    <a:pt x="99" y="107"/>
                  </a:cubicBezTo>
                  <a:cubicBezTo>
                    <a:pt x="103" y="99"/>
                    <a:pt x="103" y="91"/>
                    <a:pt x="99" y="82"/>
                  </a:cubicBezTo>
                  <a:cubicBezTo>
                    <a:pt x="95" y="74"/>
                    <a:pt x="89" y="69"/>
                    <a:pt x="81" y="67"/>
                  </a:cubicBezTo>
                  <a:cubicBezTo>
                    <a:pt x="73" y="65"/>
                    <a:pt x="64" y="66"/>
                    <a:pt x="54" y="70"/>
                  </a:cubicBezTo>
                  <a:cubicBezTo>
                    <a:pt x="48" y="72"/>
                    <a:pt x="43" y="76"/>
                    <a:pt x="39" y="80"/>
                  </a:cubicBezTo>
                  <a:cubicBezTo>
                    <a:pt x="35" y="84"/>
                    <a:pt x="33" y="89"/>
                    <a:pt x="31" y="93"/>
                  </a:cubicBezTo>
                  <a:cubicBezTo>
                    <a:pt x="13" y="99"/>
                    <a:pt x="13" y="99"/>
                    <a:pt x="13" y="99"/>
                  </a:cubicBezTo>
                  <a:cubicBezTo>
                    <a:pt x="0" y="33"/>
                    <a:pt x="0" y="33"/>
                    <a:pt x="0" y="33"/>
                  </a:cubicBezTo>
                  <a:cubicBezTo>
                    <a:pt x="76" y="0"/>
                    <a:pt x="76" y="0"/>
                    <a:pt x="76" y="0"/>
                  </a:cubicBezTo>
                  <a:cubicBezTo>
                    <a:pt x="83" y="14"/>
                    <a:pt x="83" y="14"/>
                    <a:pt x="83" y="14"/>
                  </a:cubicBezTo>
                  <a:cubicBezTo>
                    <a:pt x="22" y="40"/>
                    <a:pt x="22" y="40"/>
                    <a:pt x="22" y="40"/>
                  </a:cubicBezTo>
                  <a:cubicBezTo>
                    <a:pt x="28" y="75"/>
                    <a:pt x="28" y="75"/>
                    <a:pt x="28" y="75"/>
                  </a:cubicBezTo>
                  <a:cubicBezTo>
                    <a:pt x="35" y="66"/>
                    <a:pt x="43" y="59"/>
                    <a:pt x="53" y="55"/>
                  </a:cubicBezTo>
                  <a:cubicBezTo>
                    <a:pt x="67" y="49"/>
                    <a:pt x="79" y="48"/>
                    <a:pt x="92" y="51"/>
                  </a:cubicBezTo>
                  <a:cubicBezTo>
                    <a:pt x="104" y="54"/>
                    <a:pt x="113" y="62"/>
                    <a:pt x="118" y="73"/>
                  </a:cubicBezTo>
                  <a:cubicBezTo>
                    <a:pt x="123" y="83"/>
                    <a:pt x="123" y="94"/>
                    <a:pt x="119" y="105"/>
                  </a:cubicBezTo>
                  <a:cubicBezTo>
                    <a:pt x="113" y="119"/>
                    <a:pt x="102" y="129"/>
                    <a:pt x="85" y="136"/>
                  </a:cubicBezTo>
                  <a:cubicBezTo>
                    <a:pt x="71" y="142"/>
                    <a:pt x="58" y="144"/>
                    <a:pt x="47" y="142"/>
                  </a:cubicBezTo>
                  <a:cubicBezTo>
                    <a:pt x="35" y="140"/>
                    <a:pt x="27" y="134"/>
                    <a:pt x="21" y="125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42" name="iśḷiḍê"/>
            <p:cNvSpPr/>
            <p:nvPr/>
          </p:nvSpPr>
          <p:spPr bwMode="auto">
            <a:xfrm>
              <a:off x="3953533" y="4011623"/>
              <a:ext cx="156202" cy="176577"/>
            </a:xfrm>
            <a:custGeom>
              <a:avLst/>
              <a:gdLst>
                <a:gd name="T0" fmla="*/ 1 w 117"/>
                <a:gd name="T1" fmla="*/ 84 h 132"/>
                <a:gd name="T2" fmla="*/ 20 w 117"/>
                <a:gd name="T3" fmla="*/ 88 h 132"/>
                <a:gd name="T4" fmla="*/ 25 w 117"/>
                <a:gd name="T5" fmla="*/ 106 h 132"/>
                <a:gd name="T6" fmla="*/ 40 w 117"/>
                <a:gd name="T7" fmla="*/ 115 h 132"/>
                <a:gd name="T8" fmla="*/ 57 w 117"/>
                <a:gd name="T9" fmla="*/ 117 h 132"/>
                <a:gd name="T10" fmla="*/ 70 w 117"/>
                <a:gd name="T11" fmla="*/ 112 h 132"/>
                <a:gd name="T12" fmla="*/ 81 w 117"/>
                <a:gd name="T13" fmla="*/ 100 h 132"/>
                <a:gd name="T14" fmla="*/ 90 w 117"/>
                <a:gd name="T15" fmla="*/ 82 h 132"/>
                <a:gd name="T16" fmla="*/ 91 w 117"/>
                <a:gd name="T17" fmla="*/ 79 h 132"/>
                <a:gd name="T18" fmla="*/ 71 w 117"/>
                <a:gd name="T19" fmla="*/ 86 h 132"/>
                <a:gd name="T20" fmla="*/ 49 w 117"/>
                <a:gd name="T21" fmla="*/ 84 h 132"/>
                <a:gd name="T22" fmla="*/ 19 w 117"/>
                <a:gd name="T23" fmla="*/ 63 h 132"/>
                <a:gd name="T24" fmla="*/ 15 w 117"/>
                <a:gd name="T25" fmla="*/ 30 h 132"/>
                <a:gd name="T26" fmla="*/ 38 w 117"/>
                <a:gd name="T27" fmla="*/ 5 h 132"/>
                <a:gd name="T28" fmla="*/ 76 w 117"/>
                <a:gd name="T29" fmla="*/ 4 h 132"/>
                <a:gd name="T30" fmla="*/ 102 w 117"/>
                <a:gd name="T31" fmla="*/ 19 h 132"/>
                <a:gd name="T32" fmla="*/ 115 w 117"/>
                <a:gd name="T33" fmla="*/ 43 h 132"/>
                <a:gd name="T34" fmla="*/ 112 w 117"/>
                <a:gd name="T35" fmla="*/ 79 h 132"/>
                <a:gd name="T36" fmla="*/ 94 w 117"/>
                <a:gd name="T37" fmla="*/ 114 h 132"/>
                <a:gd name="T38" fmla="*/ 68 w 117"/>
                <a:gd name="T39" fmla="*/ 129 h 132"/>
                <a:gd name="T40" fmla="*/ 36 w 117"/>
                <a:gd name="T41" fmla="*/ 128 h 132"/>
                <a:gd name="T42" fmla="*/ 9 w 117"/>
                <a:gd name="T43" fmla="*/ 111 h 132"/>
                <a:gd name="T44" fmla="*/ 1 w 117"/>
                <a:gd name="T45" fmla="*/ 84 h 132"/>
                <a:gd name="T46" fmla="*/ 96 w 117"/>
                <a:gd name="T47" fmla="*/ 54 h 132"/>
                <a:gd name="T48" fmla="*/ 93 w 117"/>
                <a:gd name="T49" fmla="*/ 31 h 132"/>
                <a:gd name="T50" fmla="*/ 75 w 117"/>
                <a:gd name="T51" fmla="*/ 17 h 132"/>
                <a:gd name="T52" fmla="*/ 50 w 117"/>
                <a:gd name="T53" fmla="*/ 18 h 132"/>
                <a:gd name="T54" fmla="*/ 34 w 117"/>
                <a:gd name="T55" fmla="*/ 37 h 132"/>
                <a:gd name="T56" fmla="*/ 37 w 117"/>
                <a:gd name="T57" fmla="*/ 58 h 132"/>
                <a:gd name="T58" fmla="*/ 57 w 117"/>
                <a:gd name="T59" fmla="*/ 72 h 132"/>
                <a:gd name="T60" fmla="*/ 81 w 117"/>
                <a:gd name="T61" fmla="*/ 72 h 132"/>
                <a:gd name="T62" fmla="*/ 96 w 117"/>
                <a:gd name="T63" fmla="*/ 54 h 13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</a:cxnLst>
              <a:rect l="0" t="0" r="r" b="b"/>
              <a:pathLst>
                <a:path w="117" h="132">
                  <a:moveTo>
                    <a:pt x="1" y="84"/>
                  </a:moveTo>
                  <a:cubicBezTo>
                    <a:pt x="20" y="88"/>
                    <a:pt x="20" y="88"/>
                    <a:pt x="20" y="88"/>
                  </a:cubicBezTo>
                  <a:cubicBezTo>
                    <a:pt x="20" y="96"/>
                    <a:pt x="21" y="101"/>
                    <a:pt x="25" y="106"/>
                  </a:cubicBezTo>
                  <a:cubicBezTo>
                    <a:pt x="28" y="110"/>
                    <a:pt x="33" y="113"/>
                    <a:pt x="40" y="115"/>
                  </a:cubicBezTo>
                  <a:cubicBezTo>
                    <a:pt x="46" y="117"/>
                    <a:pt x="51" y="118"/>
                    <a:pt x="57" y="117"/>
                  </a:cubicBezTo>
                  <a:cubicBezTo>
                    <a:pt x="62" y="116"/>
                    <a:pt x="66" y="114"/>
                    <a:pt x="70" y="112"/>
                  </a:cubicBezTo>
                  <a:cubicBezTo>
                    <a:pt x="74" y="109"/>
                    <a:pt x="78" y="105"/>
                    <a:pt x="81" y="100"/>
                  </a:cubicBezTo>
                  <a:cubicBezTo>
                    <a:pt x="85" y="94"/>
                    <a:pt x="88" y="88"/>
                    <a:pt x="90" y="82"/>
                  </a:cubicBezTo>
                  <a:cubicBezTo>
                    <a:pt x="90" y="82"/>
                    <a:pt x="90" y="81"/>
                    <a:pt x="91" y="79"/>
                  </a:cubicBezTo>
                  <a:cubicBezTo>
                    <a:pt x="85" y="83"/>
                    <a:pt x="79" y="85"/>
                    <a:pt x="71" y="86"/>
                  </a:cubicBezTo>
                  <a:cubicBezTo>
                    <a:pt x="64" y="87"/>
                    <a:pt x="56" y="86"/>
                    <a:pt x="49" y="84"/>
                  </a:cubicBezTo>
                  <a:cubicBezTo>
                    <a:pt x="36" y="80"/>
                    <a:pt x="26" y="73"/>
                    <a:pt x="19" y="63"/>
                  </a:cubicBezTo>
                  <a:cubicBezTo>
                    <a:pt x="12" y="53"/>
                    <a:pt x="11" y="42"/>
                    <a:pt x="15" y="30"/>
                  </a:cubicBezTo>
                  <a:cubicBezTo>
                    <a:pt x="18" y="18"/>
                    <a:pt x="26" y="9"/>
                    <a:pt x="38" y="5"/>
                  </a:cubicBezTo>
                  <a:cubicBezTo>
                    <a:pt x="49" y="0"/>
                    <a:pt x="62" y="0"/>
                    <a:pt x="76" y="4"/>
                  </a:cubicBezTo>
                  <a:cubicBezTo>
                    <a:pt x="86" y="7"/>
                    <a:pt x="95" y="12"/>
                    <a:pt x="102" y="19"/>
                  </a:cubicBezTo>
                  <a:cubicBezTo>
                    <a:pt x="109" y="25"/>
                    <a:pt x="113" y="33"/>
                    <a:pt x="115" y="43"/>
                  </a:cubicBezTo>
                  <a:cubicBezTo>
                    <a:pt x="117" y="52"/>
                    <a:pt x="116" y="64"/>
                    <a:pt x="112" y="79"/>
                  </a:cubicBezTo>
                  <a:cubicBezTo>
                    <a:pt x="107" y="94"/>
                    <a:pt x="101" y="106"/>
                    <a:pt x="94" y="114"/>
                  </a:cubicBezTo>
                  <a:cubicBezTo>
                    <a:pt x="87" y="122"/>
                    <a:pt x="78" y="127"/>
                    <a:pt x="68" y="129"/>
                  </a:cubicBezTo>
                  <a:cubicBezTo>
                    <a:pt x="58" y="132"/>
                    <a:pt x="47" y="131"/>
                    <a:pt x="36" y="128"/>
                  </a:cubicBezTo>
                  <a:cubicBezTo>
                    <a:pt x="24" y="124"/>
                    <a:pt x="15" y="118"/>
                    <a:pt x="9" y="111"/>
                  </a:cubicBezTo>
                  <a:cubicBezTo>
                    <a:pt x="2" y="103"/>
                    <a:pt x="0" y="94"/>
                    <a:pt x="1" y="84"/>
                  </a:cubicBezTo>
                  <a:close/>
                  <a:moveTo>
                    <a:pt x="96" y="54"/>
                  </a:moveTo>
                  <a:cubicBezTo>
                    <a:pt x="98" y="45"/>
                    <a:pt x="98" y="38"/>
                    <a:pt x="93" y="31"/>
                  </a:cubicBezTo>
                  <a:cubicBezTo>
                    <a:pt x="89" y="24"/>
                    <a:pt x="83" y="19"/>
                    <a:pt x="75" y="17"/>
                  </a:cubicBezTo>
                  <a:cubicBezTo>
                    <a:pt x="66" y="14"/>
                    <a:pt x="58" y="15"/>
                    <a:pt x="50" y="18"/>
                  </a:cubicBezTo>
                  <a:cubicBezTo>
                    <a:pt x="42" y="22"/>
                    <a:pt x="37" y="28"/>
                    <a:pt x="34" y="37"/>
                  </a:cubicBezTo>
                  <a:cubicBezTo>
                    <a:pt x="32" y="44"/>
                    <a:pt x="33" y="52"/>
                    <a:pt x="37" y="58"/>
                  </a:cubicBezTo>
                  <a:cubicBezTo>
                    <a:pt x="42" y="65"/>
                    <a:pt x="48" y="70"/>
                    <a:pt x="57" y="72"/>
                  </a:cubicBezTo>
                  <a:cubicBezTo>
                    <a:pt x="66" y="75"/>
                    <a:pt x="74" y="75"/>
                    <a:pt x="81" y="72"/>
                  </a:cubicBezTo>
                  <a:cubicBezTo>
                    <a:pt x="88" y="68"/>
                    <a:pt x="93" y="63"/>
                    <a:pt x="96" y="5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43" name="ïŝļíďê"/>
            <p:cNvSpPr/>
            <p:nvPr/>
          </p:nvSpPr>
          <p:spPr bwMode="auto">
            <a:xfrm>
              <a:off x="3731115" y="3918241"/>
              <a:ext cx="115454" cy="151109"/>
            </a:xfrm>
            <a:custGeom>
              <a:avLst/>
              <a:gdLst>
                <a:gd name="T0" fmla="*/ 16 w 87"/>
                <a:gd name="T1" fmla="*/ 114 h 114"/>
                <a:gd name="T2" fmla="*/ 0 w 87"/>
                <a:gd name="T3" fmla="*/ 103 h 114"/>
                <a:gd name="T4" fmla="*/ 55 w 87"/>
                <a:gd name="T5" fmla="*/ 20 h 114"/>
                <a:gd name="T6" fmla="*/ 34 w 87"/>
                <a:gd name="T7" fmla="*/ 18 h 114"/>
                <a:gd name="T8" fmla="*/ 12 w 87"/>
                <a:gd name="T9" fmla="*/ 13 h 114"/>
                <a:gd name="T10" fmla="*/ 20 w 87"/>
                <a:gd name="T11" fmla="*/ 1 h 114"/>
                <a:gd name="T12" fmla="*/ 52 w 87"/>
                <a:gd name="T13" fmla="*/ 4 h 114"/>
                <a:gd name="T14" fmla="*/ 77 w 87"/>
                <a:gd name="T15" fmla="*/ 0 h 114"/>
                <a:gd name="T16" fmla="*/ 87 w 87"/>
                <a:gd name="T17" fmla="*/ 7 h 114"/>
                <a:gd name="T18" fmla="*/ 16 w 87"/>
                <a:gd name="T19" fmla="*/ 114 h 11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87" h="114">
                  <a:moveTo>
                    <a:pt x="16" y="114"/>
                  </a:moveTo>
                  <a:cubicBezTo>
                    <a:pt x="0" y="103"/>
                    <a:pt x="0" y="103"/>
                    <a:pt x="0" y="103"/>
                  </a:cubicBezTo>
                  <a:cubicBezTo>
                    <a:pt x="55" y="20"/>
                    <a:pt x="55" y="20"/>
                    <a:pt x="55" y="20"/>
                  </a:cubicBezTo>
                  <a:cubicBezTo>
                    <a:pt x="49" y="20"/>
                    <a:pt x="42" y="19"/>
                    <a:pt x="34" y="18"/>
                  </a:cubicBezTo>
                  <a:cubicBezTo>
                    <a:pt x="25" y="17"/>
                    <a:pt x="18" y="15"/>
                    <a:pt x="12" y="13"/>
                  </a:cubicBezTo>
                  <a:cubicBezTo>
                    <a:pt x="20" y="1"/>
                    <a:pt x="20" y="1"/>
                    <a:pt x="20" y="1"/>
                  </a:cubicBezTo>
                  <a:cubicBezTo>
                    <a:pt x="32" y="3"/>
                    <a:pt x="42" y="5"/>
                    <a:pt x="52" y="4"/>
                  </a:cubicBezTo>
                  <a:cubicBezTo>
                    <a:pt x="63" y="4"/>
                    <a:pt x="71" y="3"/>
                    <a:pt x="77" y="0"/>
                  </a:cubicBezTo>
                  <a:cubicBezTo>
                    <a:pt x="87" y="7"/>
                    <a:pt x="87" y="7"/>
                    <a:pt x="87" y="7"/>
                  </a:cubicBezTo>
                  <a:lnTo>
                    <a:pt x="16" y="114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44" name="ïšľîdê"/>
            <p:cNvSpPr/>
            <p:nvPr/>
          </p:nvSpPr>
          <p:spPr bwMode="auto">
            <a:xfrm>
              <a:off x="3720928" y="2868968"/>
              <a:ext cx="927027" cy="1069647"/>
            </a:xfrm>
            <a:custGeom>
              <a:avLst/>
              <a:gdLst>
                <a:gd name="T0" fmla="*/ 278 w 696"/>
                <a:gd name="T1" fmla="*/ 294 h 802"/>
                <a:gd name="T2" fmla="*/ 355 w 696"/>
                <a:gd name="T3" fmla="*/ 253 h 802"/>
                <a:gd name="T4" fmla="*/ 351 w 696"/>
                <a:gd name="T5" fmla="*/ 199 h 802"/>
                <a:gd name="T6" fmla="*/ 293 w 696"/>
                <a:gd name="T7" fmla="*/ 184 h 802"/>
                <a:gd name="T8" fmla="*/ 402 w 696"/>
                <a:gd name="T9" fmla="*/ 0 h 802"/>
                <a:gd name="T10" fmla="*/ 425 w 696"/>
                <a:gd name="T11" fmla="*/ 167 h 802"/>
                <a:gd name="T12" fmla="*/ 690 w 696"/>
                <a:gd name="T13" fmla="*/ 189 h 802"/>
                <a:gd name="T14" fmla="*/ 453 w 696"/>
                <a:gd name="T15" fmla="*/ 208 h 802"/>
                <a:gd name="T16" fmla="*/ 405 w 696"/>
                <a:gd name="T17" fmla="*/ 353 h 802"/>
                <a:gd name="T18" fmla="*/ 365 w 696"/>
                <a:gd name="T19" fmla="*/ 493 h 802"/>
                <a:gd name="T20" fmla="*/ 359 w 696"/>
                <a:gd name="T21" fmla="*/ 724 h 802"/>
                <a:gd name="T22" fmla="*/ 342 w 696"/>
                <a:gd name="T23" fmla="*/ 799 h 802"/>
                <a:gd name="T24" fmla="*/ 298 w 696"/>
                <a:gd name="T25" fmla="*/ 622 h 802"/>
                <a:gd name="T26" fmla="*/ 51 w 696"/>
                <a:gd name="T27" fmla="*/ 588 h 802"/>
                <a:gd name="T28" fmla="*/ 0 w 696"/>
                <a:gd name="T29" fmla="*/ 586 h 802"/>
                <a:gd name="T30" fmla="*/ 306 w 696"/>
                <a:gd name="T31" fmla="*/ 546 h 802"/>
                <a:gd name="T32" fmla="*/ 361 w 696"/>
                <a:gd name="T33" fmla="*/ 325 h 802"/>
                <a:gd name="T34" fmla="*/ 302 w 696"/>
                <a:gd name="T35" fmla="*/ 364 h 802"/>
                <a:gd name="T36" fmla="*/ 283 w 696"/>
                <a:gd name="T37" fmla="*/ 417 h 802"/>
                <a:gd name="T38" fmla="*/ 104 w 696"/>
                <a:gd name="T39" fmla="*/ 502 h 802"/>
                <a:gd name="T40" fmla="*/ 23 w 696"/>
                <a:gd name="T41" fmla="*/ 325 h 802"/>
                <a:gd name="T42" fmla="*/ 239 w 696"/>
                <a:gd name="T43" fmla="*/ 204 h 802"/>
                <a:gd name="T44" fmla="*/ 453 w 696"/>
                <a:gd name="T45" fmla="*/ 491 h 802"/>
                <a:gd name="T46" fmla="*/ 500 w 696"/>
                <a:gd name="T47" fmla="*/ 530 h 802"/>
                <a:gd name="T48" fmla="*/ 395 w 696"/>
                <a:gd name="T49" fmla="*/ 572 h 802"/>
                <a:gd name="T50" fmla="*/ 502 w 696"/>
                <a:gd name="T51" fmla="*/ 587 h 802"/>
                <a:gd name="T52" fmla="*/ 513 w 696"/>
                <a:gd name="T53" fmla="*/ 616 h 802"/>
                <a:gd name="T54" fmla="*/ 406 w 696"/>
                <a:gd name="T55" fmla="*/ 690 h 802"/>
                <a:gd name="T56" fmla="*/ 560 w 696"/>
                <a:gd name="T57" fmla="*/ 745 h 802"/>
                <a:gd name="T58" fmla="*/ 559 w 696"/>
                <a:gd name="T59" fmla="*/ 667 h 802"/>
                <a:gd name="T60" fmla="*/ 608 w 696"/>
                <a:gd name="T61" fmla="*/ 646 h 802"/>
                <a:gd name="T62" fmla="*/ 663 w 696"/>
                <a:gd name="T63" fmla="*/ 601 h 802"/>
                <a:gd name="T64" fmla="*/ 668 w 696"/>
                <a:gd name="T65" fmla="*/ 557 h 802"/>
                <a:gd name="T66" fmla="*/ 667 w 696"/>
                <a:gd name="T67" fmla="*/ 489 h 802"/>
                <a:gd name="T68" fmla="*/ 639 w 696"/>
                <a:gd name="T69" fmla="*/ 514 h 802"/>
                <a:gd name="T70" fmla="*/ 572 w 696"/>
                <a:gd name="T71" fmla="*/ 517 h 802"/>
                <a:gd name="T72" fmla="*/ 533 w 696"/>
                <a:gd name="T73" fmla="*/ 490 h 802"/>
                <a:gd name="T74" fmla="*/ 453 w 696"/>
                <a:gd name="T75" fmla="*/ 491 h 802"/>
                <a:gd name="T76" fmla="*/ 556 w 696"/>
                <a:gd name="T77" fmla="*/ 584 h 802"/>
                <a:gd name="T78" fmla="*/ 624 w 696"/>
                <a:gd name="T79" fmla="*/ 584 h 802"/>
                <a:gd name="T80" fmla="*/ 513 w 696"/>
                <a:gd name="T81" fmla="*/ 357 h 802"/>
                <a:gd name="T82" fmla="*/ 488 w 696"/>
                <a:gd name="T83" fmla="*/ 461 h 802"/>
                <a:gd name="T84" fmla="*/ 679 w 696"/>
                <a:gd name="T85" fmla="*/ 422 h 802"/>
                <a:gd name="T86" fmla="*/ 513 w 696"/>
                <a:gd name="T87" fmla="*/ 357 h 802"/>
                <a:gd name="T88" fmla="*/ 480 w 696"/>
                <a:gd name="T89" fmla="*/ 410 h 802"/>
                <a:gd name="T90" fmla="*/ 575 w 696"/>
                <a:gd name="T91" fmla="*/ 433 h 802"/>
                <a:gd name="T92" fmla="*/ 581 w 696"/>
                <a:gd name="T93" fmla="*/ 389 h 802"/>
                <a:gd name="T94" fmla="*/ 524 w 696"/>
                <a:gd name="T95" fmla="*/ 234 h 802"/>
                <a:gd name="T96" fmla="*/ 493 w 696"/>
                <a:gd name="T97" fmla="*/ 341 h 802"/>
                <a:gd name="T98" fmla="*/ 694 w 696"/>
                <a:gd name="T99" fmla="*/ 293 h 802"/>
                <a:gd name="T100" fmla="*/ 524 w 696"/>
                <a:gd name="T101" fmla="*/ 234 h 802"/>
                <a:gd name="T102" fmla="*/ 492 w 696"/>
                <a:gd name="T103" fmla="*/ 291 h 802"/>
                <a:gd name="T104" fmla="*/ 587 w 696"/>
                <a:gd name="T105" fmla="*/ 311 h 802"/>
                <a:gd name="T106" fmla="*/ 593 w 696"/>
                <a:gd name="T107" fmla="*/ 270 h 802"/>
                <a:gd name="T108" fmla="*/ 87 w 696"/>
                <a:gd name="T109" fmla="*/ 375 h 802"/>
                <a:gd name="T110" fmla="*/ 106 w 696"/>
                <a:gd name="T111" fmla="*/ 443 h 802"/>
                <a:gd name="T112" fmla="*/ 199 w 696"/>
                <a:gd name="T113" fmla="*/ 455 h 802"/>
                <a:gd name="T114" fmla="*/ 225 w 696"/>
                <a:gd name="T115" fmla="*/ 371 h 802"/>
                <a:gd name="T116" fmla="*/ 225 w 696"/>
                <a:gd name="T117" fmla="*/ 322 h 802"/>
                <a:gd name="T118" fmla="*/ 170 w 696"/>
                <a:gd name="T119" fmla="*/ 241 h 802"/>
                <a:gd name="T120" fmla="*/ 76 w 696"/>
                <a:gd name="T121" fmla="*/ 327 h 80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  <a:cxn ang="0">
                  <a:pos x="T118" y="T119"/>
                </a:cxn>
                <a:cxn ang="0">
                  <a:pos x="T120" y="T121"/>
                </a:cxn>
              </a:cxnLst>
              <a:rect l="0" t="0" r="r" b="b"/>
              <a:pathLst>
                <a:path w="696" h="802">
                  <a:moveTo>
                    <a:pt x="274" y="278"/>
                  </a:moveTo>
                  <a:cubicBezTo>
                    <a:pt x="276" y="283"/>
                    <a:pt x="277" y="289"/>
                    <a:pt x="278" y="294"/>
                  </a:cubicBezTo>
                  <a:cubicBezTo>
                    <a:pt x="285" y="301"/>
                    <a:pt x="295" y="302"/>
                    <a:pt x="309" y="295"/>
                  </a:cubicBezTo>
                  <a:cubicBezTo>
                    <a:pt x="329" y="282"/>
                    <a:pt x="343" y="268"/>
                    <a:pt x="355" y="253"/>
                  </a:cubicBezTo>
                  <a:cubicBezTo>
                    <a:pt x="367" y="234"/>
                    <a:pt x="370" y="216"/>
                    <a:pt x="362" y="197"/>
                  </a:cubicBezTo>
                  <a:cubicBezTo>
                    <a:pt x="360" y="196"/>
                    <a:pt x="356" y="196"/>
                    <a:pt x="351" y="199"/>
                  </a:cubicBezTo>
                  <a:cubicBezTo>
                    <a:pt x="343" y="204"/>
                    <a:pt x="336" y="210"/>
                    <a:pt x="328" y="216"/>
                  </a:cubicBezTo>
                  <a:cubicBezTo>
                    <a:pt x="303" y="235"/>
                    <a:pt x="269" y="211"/>
                    <a:pt x="293" y="184"/>
                  </a:cubicBezTo>
                  <a:cubicBezTo>
                    <a:pt x="293" y="184"/>
                    <a:pt x="344" y="134"/>
                    <a:pt x="366" y="113"/>
                  </a:cubicBezTo>
                  <a:cubicBezTo>
                    <a:pt x="387" y="92"/>
                    <a:pt x="402" y="0"/>
                    <a:pt x="402" y="0"/>
                  </a:cubicBezTo>
                  <a:cubicBezTo>
                    <a:pt x="434" y="7"/>
                    <a:pt x="457" y="58"/>
                    <a:pt x="394" y="131"/>
                  </a:cubicBezTo>
                  <a:cubicBezTo>
                    <a:pt x="404" y="143"/>
                    <a:pt x="415" y="155"/>
                    <a:pt x="425" y="167"/>
                  </a:cubicBezTo>
                  <a:cubicBezTo>
                    <a:pt x="477" y="161"/>
                    <a:pt x="523" y="155"/>
                    <a:pt x="572" y="155"/>
                  </a:cubicBezTo>
                  <a:cubicBezTo>
                    <a:pt x="646" y="154"/>
                    <a:pt x="682" y="167"/>
                    <a:pt x="690" y="189"/>
                  </a:cubicBezTo>
                  <a:cubicBezTo>
                    <a:pt x="696" y="206"/>
                    <a:pt x="683" y="206"/>
                    <a:pt x="669" y="206"/>
                  </a:cubicBezTo>
                  <a:cubicBezTo>
                    <a:pt x="603" y="207"/>
                    <a:pt x="530" y="208"/>
                    <a:pt x="453" y="208"/>
                  </a:cubicBezTo>
                  <a:cubicBezTo>
                    <a:pt x="437" y="208"/>
                    <a:pt x="409" y="206"/>
                    <a:pt x="409" y="235"/>
                  </a:cubicBezTo>
                  <a:cubicBezTo>
                    <a:pt x="414" y="276"/>
                    <a:pt x="414" y="311"/>
                    <a:pt x="405" y="353"/>
                  </a:cubicBezTo>
                  <a:cubicBezTo>
                    <a:pt x="399" y="380"/>
                    <a:pt x="390" y="407"/>
                    <a:pt x="377" y="441"/>
                  </a:cubicBezTo>
                  <a:cubicBezTo>
                    <a:pt x="371" y="457"/>
                    <a:pt x="366" y="476"/>
                    <a:pt x="365" y="493"/>
                  </a:cubicBezTo>
                  <a:cubicBezTo>
                    <a:pt x="364" y="503"/>
                    <a:pt x="362" y="517"/>
                    <a:pt x="360" y="527"/>
                  </a:cubicBezTo>
                  <a:cubicBezTo>
                    <a:pt x="348" y="597"/>
                    <a:pt x="349" y="662"/>
                    <a:pt x="359" y="724"/>
                  </a:cubicBezTo>
                  <a:cubicBezTo>
                    <a:pt x="364" y="759"/>
                    <a:pt x="366" y="786"/>
                    <a:pt x="357" y="796"/>
                  </a:cubicBezTo>
                  <a:cubicBezTo>
                    <a:pt x="352" y="801"/>
                    <a:pt x="348" y="802"/>
                    <a:pt x="342" y="799"/>
                  </a:cubicBezTo>
                  <a:cubicBezTo>
                    <a:pt x="325" y="790"/>
                    <a:pt x="306" y="751"/>
                    <a:pt x="304" y="726"/>
                  </a:cubicBezTo>
                  <a:cubicBezTo>
                    <a:pt x="302" y="691"/>
                    <a:pt x="300" y="657"/>
                    <a:pt x="298" y="622"/>
                  </a:cubicBezTo>
                  <a:cubicBezTo>
                    <a:pt x="299" y="603"/>
                    <a:pt x="294" y="596"/>
                    <a:pt x="278" y="595"/>
                  </a:cubicBezTo>
                  <a:cubicBezTo>
                    <a:pt x="203" y="592"/>
                    <a:pt x="127" y="591"/>
                    <a:pt x="51" y="588"/>
                  </a:cubicBezTo>
                  <a:cubicBezTo>
                    <a:pt x="31" y="587"/>
                    <a:pt x="19" y="599"/>
                    <a:pt x="7" y="614"/>
                  </a:cubicBezTo>
                  <a:cubicBezTo>
                    <a:pt x="5" y="604"/>
                    <a:pt x="3" y="595"/>
                    <a:pt x="0" y="586"/>
                  </a:cubicBezTo>
                  <a:cubicBezTo>
                    <a:pt x="23" y="569"/>
                    <a:pt x="42" y="551"/>
                    <a:pt x="75" y="551"/>
                  </a:cubicBezTo>
                  <a:cubicBezTo>
                    <a:pt x="152" y="549"/>
                    <a:pt x="229" y="548"/>
                    <a:pt x="306" y="546"/>
                  </a:cubicBezTo>
                  <a:cubicBezTo>
                    <a:pt x="315" y="507"/>
                    <a:pt x="324" y="469"/>
                    <a:pt x="333" y="430"/>
                  </a:cubicBezTo>
                  <a:cubicBezTo>
                    <a:pt x="343" y="395"/>
                    <a:pt x="352" y="360"/>
                    <a:pt x="361" y="325"/>
                  </a:cubicBezTo>
                  <a:cubicBezTo>
                    <a:pt x="358" y="321"/>
                    <a:pt x="355" y="318"/>
                    <a:pt x="352" y="314"/>
                  </a:cubicBezTo>
                  <a:cubicBezTo>
                    <a:pt x="335" y="331"/>
                    <a:pt x="319" y="347"/>
                    <a:pt x="302" y="364"/>
                  </a:cubicBezTo>
                  <a:cubicBezTo>
                    <a:pt x="296" y="377"/>
                    <a:pt x="290" y="390"/>
                    <a:pt x="284" y="403"/>
                  </a:cubicBezTo>
                  <a:cubicBezTo>
                    <a:pt x="284" y="408"/>
                    <a:pt x="284" y="412"/>
                    <a:pt x="283" y="417"/>
                  </a:cubicBezTo>
                  <a:cubicBezTo>
                    <a:pt x="276" y="474"/>
                    <a:pt x="259" y="498"/>
                    <a:pt x="217" y="504"/>
                  </a:cubicBezTo>
                  <a:cubicBezTo>
                    <a:pt x="180" y="509"/>
                    <a:pt x="144" y="506"/>
                    <a:pt x="104" y="502"/>
                  </a:cubicBezTo>
                  <a:cubicBezTo>
                    <a:pt x="61" y="497"/>
                    <a:pt x="37" y="466"/>
                    <a:pt x="28" y="425"/>
                  </a:cubicBezTo>
                  <a:cubicBezTo>
                    <a:pt x="21" y="390"/>
                    <a:pt x="23" y="359"/>
                    <a:pt x="23" y="325"/>
                  </a:cubicBezTo>
                  <a:cubicBezTo>
                    <a:pt x="23" y="292"/>
                    <a:pt x="60" y="214"/>
                    <a:pt x="108" y="199"/>
                  </a:cubicBezTo>
                  <a:cubicBezTo>
                    <a:pt x="152" y="185"/>
                    <a:pt x="207" y="180"/>
                    <a:pt x="239" y="204"/>
                  </a:cubicBezTo>
                  <a:cubicBezTo>
                    <a:pt x="252" y="216"/>
                    <a:pt x="266" y="242"/>
                    <a:pt x="274" y="278"/>
                  </a:cubicBezTo>
                  <a:close/>
                  <a:moveTo>
                    <a:pt x="453" y="491"/>
                  </a:moveTo>
                  <a:cubicBezTo>
                    <a:pt x="439" y="497"/>
                    <a:pt x="428" y="508"/>
                    <a:pt x="427" y="515"/>
                  </a:cubicBezTo>
                  <a:cubicBezTo>
                    <a:pt x="420" y="536"/>
                    <a:pt x="464" y="528"/>
                    <a:pt x="500" y="530"/>
                  </a:cubicBezTo>
                  <a:cubicBezTo>
                    <a:pt x="521" y="530"/>
                    <a:pt x="531" y="547"/>
                    <a:pt x="507" y="556"/>
                  </a:cubicBezTo>
                  <a:cubicBezTo>
                    <a:pt x="470" y="561"/>
                    <a:pt x="432" y="567"/>
                    <a:pt x="395" y="572"/>
                  </a:cubicBezTo>
                  <a:cubicBezTo>
                    <a:pt x="377" y="574"/>
                    <a:pt x="362" y="604"/>
                    <a:pt x="390" y="606"/>
                  </a:cubicBezTo>
                  <a:cubicBezTo>
                    <a:pt x="411" y="607"/>
                    <a:pt x="457" y="597"/>
                    <a:pt x="502" y="587"/>
                  </a:cubicBezTo>
                  <a:cubicBezTo>
                    <a:pt x="507" y="586"/>
                    <a:pt x="513" y="587"/>
                    <a:pt x="514" y="592"/>
                  </a:cubicBezTo>
                  <a:cubicBezTo>
                    <a:pt x="515" y="601"/>
                    <a:pt x="514" y="610"/>
                    <a:pt x="513" y="616"/>
                  </a:cubicBezTo>
                  <a:cubicBezTo>
                    <a:pt x="493" y="622"/>
                    <a:pt x="405" y="655"/>
                    <a:pt x="387" y="662"/>
                  </a:cubicBezTo>
                  <a:cubicBezTo>
                    <a:pt x="372" y="668"/>
                    <a:pt x="368" y="692"/>
                    <a:pt x="406" y="690"/>
                  </a:cubicBezTo>
                  <a:cubicBezTo>
                    <a:pt x="439" y="686"/>
                    <a:pt x="476" y="675"/>
                    <a:pt x="514" y="663"/>
                  </a:cubicBezTo>
                  <a:cubicBezTo>
                    <a:pt x="520" y="699"/>
                    <a:pt x="533" y="726"/>
                    <a:pt x="560" y="745"/>
                  </a:cubicBezTo>
                  <a:cubicBezTo>
                    <a:pt x="574" y="751"/>
                    <a:pt x="585" y="748"/>
                    <a:pt x="582" y="722"/>
                  </a:cubicBezTo>
                  <a:cubicBezTo>
                    <a:pt x="568" y="693"/>
                    <a:pt x="560" y="678"/>
                    <a:pt x="559" y="667"/>
                  </a:cubicBezTo>
                  <a:cubicBezTo>
                    <a:pt x="556" y="654"/>
                    <a:pt x="561" y="648"/>
                    <a:pt x="576" y="648"/>
                  </a:cubicBezTo>
                  <a:cubicBezTo>
                    <a:pt x="587" y="647"/>
                    <a:pt x="598" y="647"/>
                    <a:pt x="608" y="646"/>
                  </a:cubicBezTo>
                  <a:cubicBezTo>
                    <a:pt x="614" y="647"/>
                    <a:pt x="621" y="646"/>
                    <a:pt x="627" y="642"/>
                  </a:cubicBezTo>
                  <a:cubicBezTo>
                    <a:pt x="637" y="635"/>
                    <a:pt x="658" y="610"/>
                    <a:pt x="663" y="601"/>
                  </a:cubicBezTo>
                  <a:cubicBezTo>
                    <a:pt x="664" y="589"/>
                    <a:pt x="662" y="586"/>
                    <a:pt x="663" y="575"/>
                  </a:cubicBezTo>
                  <a:cubicBezTo>
                    <a:pt x="664" y="569"/>
                    <a:pt x="665" y="563"/>
                    <a:pt x="668" y="557"/>
                  </a:cubicBezTo>
                  <a:cubicBezTo>
                    <a:pt x="670" y="553"/>
                    <a:pt x="674" y="552"/>
                    <a:pt x="675" y="546"/>
                  </a:cubicBezTo>
                  <a:cubicBezTo>
                    <a:pt x="670" y="528"/>
                    <a:pt x="669" y="509"/>
                    <a:pt x="667" y="489"/>
                  </a:cubicBezTo>
                  <a:cubicBezTo>
                    <a:pt x="664" y="473"/>
                    <a:pt x="643" y="474"/>
                    <a:pt x="640" y="487"/>
                  </a:cubicBezTo>
                  <a:cubicBezTo>
                    <a:pt x="639" y="496"/>
                    <a:pt x="640" y="505"/>
                    <a:pt x="639" y="514"/>
                  </a:cubicBezTo>
                  <a:cubicBezTo>
                    <a:pt x="635" y="536"/>
                    <a:pt x="618" y="537"/>
                    <a:pt x="603" y="537"/>
                  </a:cubicBezTo>
                  <a:cubicBezTo>
                    <a:pt x="590" y="537"/>
                    <a:pt x="562" y="537"/>
                    <a:pt x="572" y="517"/>
                  </a:cubicBezTo>
                  <a:cubicBezTo>
                    <a:pt x="585" y="498"/>
                    <a:pt x="581" y="483"/>
                    <a:pt x="561" y="485"/>
                  </a:cubicBezTo>
                  <a:cubicBezTo>
                    <a:pt x="552" y="486"/>
                    <a:pt x="543" y="489"/>
                    <a:pt x="533" y="490"/>
                  </a:cubicBezTo>
                  <a:cubicBezTo>
                    <a:pt x="522" y="491"/>
                    <a:pt x="492" y="486"/>
                    <a:pt x="475" y="487"/>
                  </a:cubicBezTo>
                  <a:cubicBezTo>
                    <a:pt x="466" y="487"/>
                    <a:pt x="464" y="486"/>
                    <a:pt x="453" y="491"/>
                  </a:cubicBezTo>
                  <a:close/>
                  <a:moveTo>
                    <a:pt x="591" y="563"/>
                  </a:moveTo>
                  <a:cubicBezTo>
                    <a:pt x="572" y="563"/>
                    <a:pt x="559" y="573"/>
                    <a:pt x="556" y="584"/>
                  </a:cubicBezTo>
                  <a:cubicBezTo>
                    <a:pt x="553" y="597"/>
                    <a:pt x="563" y="607"/>
                    <a:pt x="591" y="603"/>
                  </a:cubicBezTo>
                  <a:cubicBezTo>
                    <a:pt x="615" y="600"/>
                    <a:pt x="623" y="596"/>
                    <a:pt x="624" y="584"/>
                  </a:cubicBezTo>
                  <a:cubicBezTo>
                    <a:pt x="624" y="569"/>
                    <a:pt x="610" y="563"/>
                    <a:pt x="591" y="563"/>
                  </a:cubicBezTo>
                  <a:close/>
                  <a:moveTo>
                    <a:pt x="513" y="357"/>
                  </a:moveTo>
                  <a:cubicBezTo>
                    <a:pt x="468" y="353"/>
                    <a:pt x="427" y="380"/>
                    <a:pt x="427" y="411"/>
                  </a:cubicBezTo>
                  <a:cubicBezTo>
                    <a:pt x="426" y="438"/>
                    <a:pt x="447" y="455"/>
                    <a:pt x="488" y="461"/>
                  </a:cubicBezTo>
                  <a:cubicBezTo>
                    <a:pt x="533" y="467"/>
                    <a:pt x="560" y="469"/>
                    <a:pt x="604" y="470"/>
                  </a:cubicBezTo>
                  <a:cubicBezTo>
                    <a:pt x="640" y="470"/>
                    <a:pt x="678" y="453"/>
                    <a:pt x="679" y="422"/>
                  </a:cubicBezTo>
                  <a:cubicBezTo>
                    <a:pt x="681" y="376"/>
                    <a:pt x="647" y="365"/>
                    <a:pt x="603" y="361"/>
                  </a:cubicBezTo>
                  <a:cubicBezTo>
                    <a:pt x="603" y="361"/>
                    <a:pt x="513" y="357"/>
                    <a:pt x="513" y="357"/>
                  </a:cubicBezTo>
                  <a:close/>
                  <a:moveTo>
                    <a:pt x="530" y="389"/>
                  </a:moveTo>
                  <a:cubicBezTo>
                    <a:pt x="488" y="388"/>
                    <a:pt x="480" y="399"/>
                    <a:pt x="480" y="410"/>
                  </a:cubicBezTo>
                  <a:cubicBezTo>
                    <a:pt x="479" y="420"/>
                    <a:pt x="490" y="427"/>
                    <a:pt x="513" y="430"/>
                  </a:cubicBezTo>
                  <a:cubicBezTo>
                    <a:pt x="537" y="433"/>
                    <a:pt x="550" y="434"/>
                    <a:pt x="575" y="433"/>
                  </a:cubicBezTo>
                  <a:cubicBezTo>
                    <a:pt x="595" y="433"/>
                    <a:pt x="637" y="425"/>
                    <a:pt x="638" y="410"/>
                  </a:cubicBezTo>
                  <a:cubicBezTo>
                    <a:pt x="640" y="392"/>
                    <a:pt x="605" y="390"/>
                    <a:pt x="581" y="389"/>
                  </a:cubicBezTo>
                  <a:cubicBezTo>
                    <a:pt x="581" y="389"/>
                    <a:pt x="530" y="389"/>
                    <a:pt x="530" y="389"/>
                  </a:cubicBezTo>
                  <a:close/>
                  <a:moveTo>
                    <a:pt x="524" y="234"/>
                  </a:moveTo>
                  <a:cubicBezTo>
                    <a:pt x="462" y="235"/>
                    <a:pt x="439" y="261"/>
                    <a:pt x="438" y="292"/>
                  </a:cubicBezTo>
                  <a:cubicBezTo>
                    <a:pt x="437" y="319"/>
                    <a:pt x="452" y="337"/>
                    <a:pt x="493" y="341"/>
                  </a:cubicBezTo>
                  <a:cubicBezTo>
                    <a:pt x="537" y="341"/>
                    <a:pt x="582" y="342"/>
                    <a:pt x="626" y="341"/>
                  </a:cubicBezTo>
                  <a:cubicBezTo>
                    <a:pt x="662" y="340"/>
                    <a:pt x="694" y="324"/>
                    <a:pt x="694" y="293"/>
                  </a:cubicBezTo>
                  <a:cubicBezTo>
                    <a:pt x="694" y="244"/>
                    <a:pt x="658" y="237"/>
                    <a:pt x="615" y="235"/>
                  </a:cubicBezTo>
                  <a:cubicBezTo>
                    <a:pt x="615" y="235"/>
                    <a:pt x="525" y="235"/>
                    <a:pt x="524" y="234"/>
                  </a:cubicBezTo>
                  <a:close/>
                  <a:moveTo>
                    <a:pt x="543" y="270"/>
                  </a:moveTo>
                  <a:cubicBezTo>
                    <a:pt x="501" y="269"/>
                    <a:pt x="493" y="280"/>
                    <a:pt x="492" y="291"/>
                  </a:cubicBezTo>
                  <a:cubicBezTo>
                    <a:pt x="492" y="301"/>
                    <a:pt x="502" y="310"/>
                    <a:pt x="525" y="311"/>
                  </a:cubicBezTo>
                  <a:cubicBezTo>
                    <a:pt x="550" y="311"/>
                    <a:pt x="562" y="311"/>
                    <a:pt x="587" y="311"/>
                  </a:cubicBezTo>
                  <a:cubicBezTo>
                    <a:pt x="607" y="311"/>
                    <a:pt x="635" y="299"/>
                    <a:pt x="635" y="288"/>
                  </a:cubicBezTo>
                  <a:cubicBezTo>
                    <a:pt x="635" y="270"/>
                    <a:pt x="618" y="271"/>
                    <a:pt x="593" y="270"/>
                  </a:cubicBezTo>
                  <a:cubicBezTo>
                    <a:pt x="593" y="270"/>
                    <a:pt x="543" y="270"/>
                    <a:pt x="543" y="270"/>
                  </a:cubicBezTo>
                  <a:close/>
                  <a:moveTo>
                    <a:pt x="87" y="375"/>
                  </a:moveTo>
                  <a:cubicBezTo>
                    <a:pt x="73" y="376"/>
                    <a:pt x="70" y="379"/>
                    <a:pt x="72" y="390"/>
                  </a:cubicBezTo>
                  <a:cubicBezTo>
                    <a:pt x="80" y="408"/>
                    <a:pt x="86" y="428"/>
                    <a:pt x="106" y="443"/>
                  </a:cubicBezTo>
                  <a:cubicBezTo>
                    <a:pt x="123" y="456"/>
                    <a:pt x="134" y="458"/>
                    <a:pt x="155" y="458"/>
                  </a:cubicBezTo>
                  <a:cubicBezTo>
                    <a:pt x="174" y="458"/>
                    <a:pt x="187" y="457"/>
                    <a:pt x="199" y="455"/>
                  </a:cubicBezTo>
                  <a:cubicBezTo>
                    <a:pt x="213" y="452"/>
                    <a:pt x="224" y="442"/>
                    <a:pt x="227" y="425"/>
                  </a:cubicBezTo>
                  <a:cubicBezTo>
                    <a:pt x="229" y="407"/>
                    <a:pt x="228" y="382"/>
                    <a:pt x="225" y="371"/>
                  </a:cubicBezTo>
                  <a:cubicBezTo>
                    <a:pt x="177" y="372"/>
                    <a:pt x="135" y="373"/>
                    <a:pt x="87" y="375"/>
                  </a:cubicBezTo>
                  <a:close/>
                  <a:moveTo>
                    <a:pt x="225" y="322"/>
                  </a:moveTo>
                  <a:cubicBezTo>
                    <a:pt x="225" y="307"/>
                    <a:pt x="225" y="298"/>
                    <a:pt x="224" y="283"/>
                  </a:cubicBezTo>
                  <a:cubicBezTo>
                    <a:pt x="222" y="255"/>
                    <a:pt x="195" y="240"/>
                    <a:pt x="170" y="241"/>
                  </a:cubicBezTo>
                  <a:cubicBezTo>
                    <a:pt x="132" y="241"/>
                    <a:pt x="98" y="248"/>
                    <a:pt x="88" y="269"/>
                  </a:cubicBezTo>
                  <a:cubicBezTo>
                    <a:pt x="80" y="286"/>
                    <a:pt x="76" y="303"/>
                    <a:pt x="76" y="327"/>
                  </a:cubicBezTo>
                  <a:cubicBezTo>
                    <a:pt x="127" y="323"/>
                    <a:pt x="176" y="321"/>
                    <a:pt x="225" y="322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grpSp>
          <p:nvGrpSpPr>
            <p:cNvPr id="45" name="îsľïde"/>
            <p:cNvGrpSpPr/>
            <p:nvPr/>
          </p:nvGrpSpPr>
          <p:grpSpPr>
            <a:xfrm>
              <a:off x="5491155" y="3891242"/>
              <a:ext cx="3281937" cy="380319"/>
              <a:chOff x="5459413" y="4016376"/>
              <a:chExt cx="3068637" cy="355601"/>
            </a:xfrm>
            <a:grpFill/>
          </p:grpSpPr>
          <p:sp>
            <p:nvSpPr>
              <p:cNvPr id="59" name="îsļiḋê"/>
              <p:cNvSpPr/>
              <p:nvPr/>
            </p:nvSpPr>
            <p:spPr bwMode="auto">
              <a:xfrm>
                <a:off x="5459413" y="4022726"/>
                <a:ext cx="236537" cy="284163"/>
              </a:xfrm>
              <a:custGeom>
                <a:avLst/>
                <a:gdLst>
                  <a:gd name="T0" fmla="*/ 43 w 45"/>
                  <a:gd name="T1" fmla="*/ 13 h 52"/>
                  <a:gd name="T2" fmla="*/ 26 w 45"/>
                  <a:gd name="T3" fmla="*/ 2 h 52"/>
                  <a:gd name="T4" fmla="*/ 23 w 45"/>
                  <a:gd name="T5" fmla="*/ 2 h 52"/>
                  <a:gd name="T6" fmla="*/ 16 w 45"/>
                  <a:gd name="T7" fmla="*/ 8 h 52"/>
                  <a:gd name="T8" fmla="*/ 16 w 45"/>
                  <a:gd name="T9" fmla="*/ 24 h 52"/>
                  <a:gd name="T10" fmla="*/ 23 w 45"/>
                  <a:gd name="T11" fmla="*/ 24 h 52"/>
                  <a:gd name="T12" fmla="*/ 31 w 45"/>
                  <a:gd name="T13" fmla="*/ 17 h 52"/>
                  <a:gd name="T14" fmla="*/ 31 w 45"/>
                  <a:gd name="T15" fmla="*/ 15 h 52"/>
                  <a:gd name="T16" fmla="*/ 33 w 45"/>
                  <a:gd name="T17" fmla="*/ 15 h 52"/>
                  <a:gd name="T18" fmla="*/ 33 w 45"/>
                  <a:gd name="T19" fmla="*/ 36 h 52"/>
                  <a:gd name="T20" fmla="*/ 31 w 45"/>
                  <a:gd name="T21" fmla="*/ 36 h 52"/>
                  <a:gd name="T22" fmla="*/ 31 w 45"/>
                  <a:gd name="T23" fmla="*/ 34 h 52"/>
                  <a:gd name="T24" fmla="*/ 24 w 45"/>
                  <a:gd name="T25" fmla="*/ 26 h 52"/>
                  <a:gd name="T26" fmla="*/ 16 w 45"/>
                  <a:gd name="T27" fmla="*/ 26 h 52"/>
                  <a:gd name="T28" fmla="*/ 16 w 45"/>
                  <a:gd name="T29" fmla="*/ 45 h 52"/>
                  <a:gd name="T30" fmla="*/ 21 w 45"/>
                  <a:gd name="T31" fmla="*/ 50 h 52"/>
                  <a:gd name="T32" fmla="*/ 25 w 45"/>
                  <a:gd name="T33" fmla="*/ 50 h 52"/>
                  <a:gd name="T34" fmla="*/ 25 w 45"/>
                  <a:gd name="T35" fmla="*/ 52 h 52"/>
                  <a:gd name="T36" fmla="*/ 0 w 45"/>
                  <a:gd name="T37" fmla="*/ 52 h 52"/>
                  <a:gd name="T38" fmla="*/ 0 w 45"/>
                  <a:gd name="T39" fmla="*/ 50 h 52"/>
                  <a:gd name="T40" fmla="*/ 3 w 45"/>
                  <a:gd name="T41" fmla="*/ 50 h 52"/>
                  <a:gd name="T42" fmla="*/ 8 w 45"/>
                  <a:gd name="T43" fmla="*/ 45 h 52"/>
                  <a:gd name="T44" fmla="*/ 8 w 45"/>
                  <a:gd name="T45" fmla="*/ 8 h 52"/>
                  <a:gd name="T46" fmla="*/ 2 w 45"/>
                  <a:gd name="T47" fmla="*/ 2 h 52"/>
                  <a:gd name="T48" fmla="*/ 0 w 45"/>
                  <a:gd name="T49" fmla="*/ 2 h 52"/>
                  <a:gd name="T50" fmla="*/ 0 w 45"/>
                  <a:gd name="T51" fmla="*/ 0 h 52"/>
                  <a:gd name="T52" fmla="*/ 41 w 45"/>
                  <a:gd name="T53" fmla="*/ 0 h 52"/>
                  <a:gd name="T54" fmla="*/ 45 w 45"/>
                  <a:gd name="T55" fmla="*/ 12 h 52"/>
                  <a:gd name="T56" fmla="*/ 43 w 45"/>
                  <a:gd name="T57" fmla="*/ 13 h 5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</a:cxnLst>
                <a:rect l="0" t="0" r="r" b="b"/>
                <a:pathLst>
                  <a:path w="45" h="52">
                    <a:moveTo>
                      <a:pt x="43" y="13"/>
                    </a:moveTo>
                    <a:cubicBezTo>
                      <a:pt x="41" y="9"/>
                      <a:pt x="37" y="2"/>
                      <a:pt x="26" y="2"/>
                    </a:cubicBezTo>
                    <a:cubicBezTo>
                      <a:pt x="23" y="2"/>
                      <a:pt x="23" y="2"/>
                      <a:pt x="23" y="2"/>
                    </a:cubicBezTo>
                    <a:cubicBezTo>
                      <a:pt x="19" y="2"/>
                      <a:pt x="16" y="4"/>
                      <a:pt x="16" y="8"/>
                    </a:cubicBezTo>
                    <a:cubicBezTo>
                      <a:pt x="16" y="24"/>
                      <a:pt x="16" y="24"/>
                      <a:pt x="16" y="24"/>
                    </a:cubicBezTo>
                    <a:cubicBezTo>
                      <a:pt x="23" y="24"/>
                      <a:pt x="23" y="24"/>
                      <a:pt x="23" y="24"/>
                    </a:cubicBezTo>
                    <a:cubicBezTo>
                      <a:pt x="27" y="24"/>
                      <a:pt x="31" y="21"/>
                      <a:pt x="31" y="17"/>
                    </a:cubicBezTo>
                    <a:cubicBezTo>
                      <a:pt x="31" y="15"/>
                      <a:pt x="31" y="15"/>
                      <a:pt x="31" y="15"/>
                    </a:cubicBezTo>
                    <a:cubicBezTo>
                      <a:pt x="33" y="15"/>
                      <a:pt x="33" y="15"/>
                      <a:pt x="33" y="15"/>
                    </a:cubicBezTo>
                    <a:cubicBezTo>
                      <a:pt x="33" y="36"/>
                      <a:pt x="33" y="36"/>
                      <a:pt x="33" y="36"/>
                    </a:cubicBezTo>
                    <a:cubicBezTo>
                      <a:pt x="31" y="36"/>
                      <a:pt x="31" y="36"/>
                      <a:pt x="31" y="36"/>
                    </a:cubicBezTo>
                    <a:cubicBezTo>
                      <a:pt x="31" y="34"/>
                      <a:pt x="31" y="34"/>
                      <a:pt x="31" y="34"/>
                    </a:cubicBezTo>
                    <a:cubicBezTo>
                      <a:pt x="31" y="31"/>
                      <a:pt x="28" y="26"/>
                      <a:pt x="24" y="26"/>
                    </a:cubicBezTo>
                    <a:cubicBezTo>
                      <a:pt x="16" y="26"/>
                      <a:pt x="16" y="26"/>
                      <a:pt x="16" y="26"/>
                    </a:cubicBezTo>
                    <a:cubicBezTo>
                      <a:pt x="16" y="45"/>
                      <a:pt x="16" y="45"/>
                      <a:pt x="16" y="45"/>
                    </a:cubicBezTo>
                    <a:cubicBezTo>
                      <a:pt x="16" y="48"/>
                      <a:pt x="18" y="50"/>
                      <a:pt x="21" y="50"/>
                    </a:cubicBezTo>
                    <a:cubicBezTo>
                      <a:pt x="25" y="50"/>
                      <a:pt x="25" y="50"/>
                      <a:pt x="25" y="50"/>
                    </a:cubicBezTo>
                    <a:cubicBezTo>
                      <a:pt x="25" y="52"/>
                      <a:pt x="25" y="52"/>
                      <a:pt x="25" y="52"/>
                    </a:cubicBezTo>
                    <a:cubicBezTo>
                      <a:pt x="0" y="52"/>
                      <a:pt x="0" y="52"/>
                      <a:pt x="0" y="52"/>
                    </a:cubicBezTo>
                    <a:cubicBezTo>
                      <a:pt x="0" y="50"/>
                      <a:pt x="0" y="50"/>
                      <a:pt x="0" y="50"/>
                    </a:cubicBezTo>
                    <a:cubicBezTo>
                      <a:pt x="3" y="50"/>
                      <a:pt x="3" y="50"/>
                      <a:pt x="3" y="50"/>
                    </a:cubicBezTo>
                    <a:cubicBezTo>
                      <a:pt x="6" y="50"/>
                      <a:pt x="8" y="49"/>
                      <a:pt x="8" y="45"/>
                    </a:cubicBezTo>
                    <a:cubicBezTo>
                      <a:pt x="8" y="8"/>
                      <a:pt x="8" y="8"/>
                      <a:pt x="8" y="8"/>
                    </a:cubicBezTo>
                    <a:cubicBezTo>
                      <a:pt x="8" y="5"/>
                      <a:pt x="6" y="2"/>
                      <a:pt x="2" y="2"/>
                    </a:cubicBezTo>
                    <a:cubicBezTo>
                      <a:pt x="0" y="2"/>
                      <a:pt x="0" y="2"/>
                      <a:pt x="0" y="2"/>
                    </a:cubicBezTo>
                    <a:cubicBezTo>
                      <a:pt x="0" y="0"/>
                      <a:pt x="0" y="0"/>
                      <a:pt x="0" y="0"/>
                    </a:cubicBezTo>
                    <a:cubicBezTo>
                      <a:pt x="41" y="0"/>
                      <a:pt x="41" y="0"/>
                      <a:pt x="41" y="0"/>
                    </a:cubicBezTo>
                    <a:cubicBezTo>
                      <a:pt x="45" y="12"/>
                      <a:pt x="45" y="12"/>
                      <a:pt x="45" y="12"/>
                    </a:cubicBezTo>
                    <a:lnTo>
                      <a:pt x="43" y="13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60" name="íš1îḓe"/>
              <p:cNvSpPr/>
              <p:nvPr/>
            </p:nvSpPr>
            <p:spPr bwMode="auto">
              <a:xfrm>
                <a:off x="5716588" y="4114801"/>
                <a:ext cx="193675" cy="201613"/>
              </a:xfrm>
              <a:custGeom>
                <a:avLst/>
                <a:gdLst>
                  <a:gd name="T0" fmla="*/ 0 w 37"/>
                  <a:gd name="T1" fmla="*/ 3 h 37"/>
                  <a:gd name="T2" fmla="*/ 12 w 37"/>
                  <a:gd name="T3" fmla="*/ 0 h 37"/>
                  <a:gd name="T4" fmla="*/ 12 w 37"/>
                  <a:gd name="T5" fmla="*/ 25 h 37"/>
                  <a:gd name="T6" fmla="*/ 18 w 37"/>
                  <a:gd name="T7" fmla="*/ 32 h 37"/>
                  <a:gd name="T8" fmla="*/ 24 w 37"/>
                  <a:gd name="T9" fmla="*/ 28 h 37"/>
                  <a:gd name="T10" fmla="*/ 24 w 37"/>
                  <a:gd name="T11" fmla="*/ 7 h 37"/>
                  <a:gd name="T12" fmla="*/ 22 w 37"/>
                  <a:gd name="T13" fmla="*/ 4 h 37"/>
                  <a:gd name="T14" fmla="*/ 19 w 37"/>
                  <a:gd name="T15" fmla="*/ 4 h 37"/>
                  <a:gd name="T16" fmla="*/ 19 w 37"/>
                  <a:gd name="T17" fmla="*/ 3 h 37"/>
                  <a:gd name="T18" fmla="*/ 32 w 37"/>
                  <a:gd name="T19" fmla="*/ 0 h 37"/>
                  <a:gd name="T20" fmla="*/ 32 w 37"/>
                  <a:gd name="T21" fmla="*/ 29 h 37"/>
                  <a:gd name="T22" fmla="*/ 35 w 37"/>
                  <a:gd name="T23" fmla="*/ 33 h 37"/>
                  <a:gd name="T24" fmla="*/ 37 w 37"/>
                  <a:gd name="T25" fmla="*/ 33 h 37"/>
                  <a:gd name="T26" fmla="*/ 37 w 37"/>
                  <a:gd name="T27" fmla="*/ 35 h 37"/>
                  <a:gd name="T28" fmla="*/ 24 w 37"/>
                  <a:gd name="T29" fmla="*/ 35 h 37"/>
                  <a:gd name="T30" fmla="*/ 24 w 37"/>
                  <a:gd name="T31" fmla="*/ 31 h 37"/>
                  <a:gd name="T32" fmla="*/ 15 w 37"/>
                  <a:gd name="T33" fmla="*/ 37 h 37"/>
                  <a:gd name="T34" fmla="*/ 5 w 37"/>
                  <a:gd name="T35" fmla="*/ 26 h 37"/>
                  <a:gd name="T36" fmla="*/ 5 w 37"/>
                  <a:gd name="T37" fmla="*/ 7 h 37"/>
                  <a:gd name="T38" fmla="*/ 2 w 37"/>
                  <a:gd name="T39" fmla="*/ 4 h 37"/>
                  <a:gd name="T40" fmla="*/ 0 w 37"/>
                  <a:gd name="T41" fmla="*/ 4 h 37"/>
                  <a:gd name="T42" fmla="*/ 0 w 37"/>
                  <a:gd name="T43" fmla="*/ 3 h 3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</a:cxnLst>
                <a:rect l="0" t="0" r="r" b="b"/>
                <a:pathLst>
                  <a:path w="37" h="37">
                    <a:moveTo>
                      <a:pt x="0" y="3"/>
                    </a:moveTo>
                    <a:cubicBezTo>
                      <a:pt x="12" y="0"/>
                      <a:pt x="12" y="0"/>
                      <a:pt x="12" y="0"/>
                    </a:cubicBezTo>
                    <a:cubicBezTo>
                      <a:pt x="12" y="25"/>
                      <a:pt x="12" y="25"/>
                      <a:pt x="12" y="25"/>
                    </a:cubicBezTo>
                    <a:cubicBezTo>
                      <a:pt x="12" y="28"/>
                      <a:pt x="14" y="32"/>
                      <a:pt x="18" y="32"/>
                    </a:cubicBezTo>
                    <a:cubicBezTo>
                      <a:pt x="21" y="32"/>
                      <a:pt x="23" y="30"/>
                      <a:pt x="24" y="28"/>
                    </a:cubicBezTo>
                    <a:cubicBezTo>
                      <a:pt x="24" y="7"/>
                      <a:pt x="24" y="7"/>
                      <a:pt x="24" y="7"/>
                    </a:cubicBezTo>
                    <a:cubicBezTo>
                      <a:pt x="24" y="5"/>
                      <a:pt x="24" y="4"/>
                      <a:pt x="22" y="4"/>
                    </a:cubicBezTo>
                    <a:cubicBezTo>
                      <a:pt x="21" y="4"/>
                      <a:pt x="20" y="4"/>
                      <a:pt x="19" y="4"/>
                    </a:cubicBezTo>
                    <a:cubicBezTo>
                      <a:pt x="19" y="3"/>
                      <a:pt x="19" y="3"/>
                      <a:pt x="19" y="3"/>
                    </a:cubicBezTo>
                    <a:cubicBezTo>
                      <a:pt x="32" y="0"/>
                      <a:pt x="32" y="0"/>
                      <a:pt x="32" y="0"/>
                    </a:cubicBezTo>
                    <a:cubicBezTo>
                      <a:pt x="32" y="29"/>
                      <a:pt x="32" y="29"/>
                      <a:pt x="32" y="29"/>
                    </a:cubicBezTo>
                    <a:cubicBezTo>
                      <a:pt x="32" y="32"/>
                      <a:pt x="33" y="33"/>
                      <a:pt x="35" y="33"/>
                    </a:cubicBezTo>
                    <a:cubicBezTo>
                      <a:pt x="37" y="33"/>
                      <a:pt x="37" y="33"/>
                      <a:pt x="37" y="33"/>
                    </a:cubicBezTo>
                    <a:cubicBezTo>
                      <a:pt x="37" y="35"/>
                      <a:pt x="37" y="35"/>
                      <a:pt x="37" y="35"/>
                    </a:cubicBezTo>
                    <a:cubicBezTo>
                      <a:pt x="24" y="35"/>
                      <a:pt x="24" y="35"/>
                      <a:pt x="24" y="35"/>
                    </a:cubicBezTo>
                    <a:cubicBezTo>
                      <a:pt x="24" y="31"/>
                      <a:pt x="24" y="31"/>
                      <a:pt x="24" y="31"/>
                    </a:cubicBezTo>
                    <a:cubicBezTo>
                      <a:pt x="23" y="33"/>
                      <a:pt x="20" y="37"/>
                      <a:pt x="15" y="37"/>
                    </a:cubicBezTo>
                    <a:cubicBezTo>
                      <a:pt x="10" y="37"/>
                      <a:pt x="5" y="34"/>
                      <a:pt x="5" y="26"/>
                    </a:cubicBezTo>
                    <a:cubicBezTo>
                      <a:pt x="5" y="7"/>
                      <a:pt x="5" y="7"/>
                      <a:pt x="5" y="7"/>
                    </a:cubicBezTo>
                    <a:cubicBezTo>
                      <a:pt x="5" y="6"/>
                      <a:pt x="4" y="4"/>
                      <a:pt x="2" y="4"/>
                    </a:cubicBezTo>
                    <a:cubicBezTo>
                      <a:pt x="2" y="4"/>
                      <a:pt x="1" y="4"/>
                      <a:pt x="0" y="4"/>
                    </a:cubicBezTo>
                    <a:lnTo>
                      <a:pt x="0" y="3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61" name="iš1iďe"/>
              <p:cNvSpPr/>
              <p:nvPr/>
            </p:nvSpPr>
            <p:spPr bwMode="auto">
              <a:xfrm>
                <a:off x="5937250" y="4016376"/>
                <a:ext cx="193675" cy="300038"/>
              </a:xfrm>
              <a:custGeom>
                <a:avLst/>
                <a:gdLst>
                  <a:gd name="T0" fmla="*/ 23 w 37"/>
                  <a:gd name="T1" fmla="*/ 53 h 55"/>
                  <a:gd name="T2" fmla="*/ 23 w 37"/>
                  <a:gd name="T3" fmla="*/ 50 h 55"/>
                  <a:gd name="T4" fmla="*/ 14 w 37"/>
                  <a:gd name="T5" fmla="*/ 55 h 55"/>
                  <a:gd name="T6" fmla="*/ 0 w 37"/>
                  <a:gd name="T7" fmla="*/ 36 h 55"/>
                  <a:gd name="T8" fmla="*/ 15 w 37"/>
                  <a:gd name="T9" fmla="*/ 18 h 55"/>
                  <a:gd name="T10" fmla="*/ 23 w 37"/>
                  <a:gd name="T11" fmla="*/ 21 h 55"/>
                  <a:gd name="T12" fmla="*/ 23 w 37"/>
                  <a:gd name="T13" fmla="*/ 7 h 55"/>
                  <a:gd name="T14" fmla="*/ 20 w 37"/>
                  <a:gd name="T15" fmla="*/ 4 h 55"/>
                  <a:gd name="T16" fmla="*/ 17 w 37"/>
                  <a:gd name="T17" fmla="*/ 5 h 55"/>
                  <a:gd name="T18" fmla="*/ 16 w 37"/>
                  <a:gd name="T19" fmla="*/ 3 h 55"/>
                  <a:gd name="T20" fmla="*/ 31 w 37"/>
                  <a:gd name="T21" fmla="*/ 0 h 55"/>
                  <a:gd name="T22" fmla="*/ 31 w 37"/>
                  <a:gd name="T23" fmla="*/ 48 h 55"/>
                  <a:gd name="T24" fmla="*/ 35 w 37"/>
                  <a:gd name="T25" fmla="*/ 51 h 55"/>
                  <a:gd name="T26" fmla="*/ 37 w 37"/>
                  <a:gd name="T27" fmla="*/ 51 h 55"/>
                  <a:gd name="T28" fmla="*/ 37 w 37"/>
                  <a:gd name="T29" fmla="*/ 53 h 55"/>
                  <a:gd name="T30" fmla="*/ 23 w 37"/>
                  <a:gd name="T31" fmla="*/ 53 h 55"/>
                  <a:gd name="T32" fmla="*/ 23 w 37"/>
                  <a:gd name="T33" fmla="*/ 24 h 55"/>
                  <a:gd name="T34" fmla="*/ 17 w 37"/>
                  <a:gd name="T35" fmla="*/ 21 h 55"/>
                  <a:gd name="T36" fmla="*/ 8 w 37"/>
                  <a:gd name="T37" fmla="*/ 37 h 55"/>
                  <a:gd name="T38" fmla="*/ 17 w 37"/>
                  <a:gd name="T39" fmla="*/ 51 h 55"/>
                  <a:gd name="T40" fmla="*/ 23 w 37"/>
                  <a:gd name="T41" fmla="*/ 48 h 55"/>
                  <a:gd name="T42" fmla="*/ 23 w 37"/>
                  <a:gd name="T43" fmla="*/ 24 h 55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</a:cxnLst>
                <a:rect l="0" t="0" r="r" b="b"/>
                <a:pathLst>
                  <a:path w="37" h="55">
                    <a:moveTo>
                      <a:pt x="23" y="53"/>
                    </a:moveTo>
                    <a:cubicBezTo>
                      <a:pt x="23" y="50"/>
                      <a:pt x="23" y="50"/>
                      <a:pt x="23" y="50"/>
                    </a:cubicBezTo>
                    <a:cubicBezTo>
                      <a:pt x="22" y="52"/>
                      <a:pt x="20" y="55"/>
                      <a:pt x="14" y="55"/>
                    </a:cubicBezTo>
                    <a:cubicBezTo>
                      <a:pt x="5" y="55"/>
                      <a:pt x="0" y="45"/>
                      <a:pt x="0" y="36"/>
                    </a:cubicBezTo>
                    <a:cubicBezTo>
                      <a:pt x="0" y="26"/>
                      <a:pt x="6" y="18"/>
                      <a:pt x="15" y="18"/>
                    </a:cubicBezTo>
                    <a:cubicBezTo>
                      <a:pt x="19" y="18"/>
                      <a:pt x="21" y="19"/>
                      <a:pt x="23" y="21"/>
                    </a:cubicBezTo>
                    <a:cubicBezTo>
                      <a:pt x="23" y="7"/>
                      <a:pt x="23" y="7"/>
                      <a:pt x="23" y="7"/>
                    </a:cubicBezTo>
                    <a:cubicBezTo>
                      <a:pt x="23" y="6"/>
                      <a:pt x="22" y="4"/>
                      <a:pt x="20" y="4"/>
                    </a:cubicBezTo>
                    <a:cubicBezTo>
                      <a:pt x="19" y="4"/>
                      <a:pt x="18" y="5"/>
                      <a:pt x="17" y="5"/>
                    </a:cubicBezTo>
                    <a:cubicBezTo>
                      <a:pt x="16" y="3"/>
                      <a:pt x="16" y="3"/>
                      <a:pt x="16" y="3"/>
                    </a:cubicBezTo>
                    <a:cubicBezTo>
                      <a:pt x="31" y="0"/>
                      <a:pt x="31" y="0"/>
                      <a:pt x="31" y="0"/>
                    </a:cubicBezTo>
                    <a:cubicBezTo>
                      <a:pt x="31" y="48"/>
                      <a:pt x="31" y="48"/>
                      <a:pt x="31" y="48"/>
                    </a:cubicBezTo>
                    <a:cubicBezTo>
                      <a:pt x="31" y="50"/>
                      <a:pt x="32" y="51"/>
                      <a:pt x="35" y="51"/>
                    </a:cubicBezTo>
                    <a:cubicBezTo>
                      <a:pt x="37" y="51"/>
                      <a:pt x="37" y="51"/>
                      <a:pt x="37" y="51"/>
                    </a:cubicBezTo>
                    <a:cubicBezTo>
                      <a:pt x="37" y="53"/>
                      <a:pt x="37" y="53"/>
                      <a:pt x="37" y="53"/>
                    </a:cubicBezTo>
                    <a:lnTo>
                      <a:pt x="23" y="53"/>
                    </a:lnTo>
                    <a:close/>
                    <a:moveTo>
                      <a:pt x="23" y="24"/>
                    </a:moveTo>
                    <a:cubicBezTo>
                      <a:pt x="22" y="22"/>
                      <a:pt x="21" y="21"/>
                      <a:pt x="17" y="21"/>
                    </a:cubicBezTo>
                    <a:cubicBezTo>
                      <a:pt x="10" y="21"/>
                      <a:pt x="8" y="30"/>
                      <a:pt x="8" y="37"/>
                    </a:cubicBezTo>
                    <a:cubicBezTo>
                      <a:pt x="8" y="45"/>
                      <a:pt x="12" y="51"/>
                      <a:pt x="17" y="51"/>
                    </a:cubicBezTo>
                    <a:cubicBezTo>
                      <a:pt x="20" y="51"/>
                      <a:pt x="22" y="49"/>
                      <a:pt x="23" y="48"/>
                    </a:cubicBezTo>
                    <a:lnTo>
                      <a:pt x="23" y="24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62" name="iŝļíḓè"/>
              <p:cNvSpPr/>
              <p:nvPr/>
            </p:nvSpPr>
            <p:spPr bwMode="auto">
              <a:xfrm>
                <a:off x="6153150" y="4114801"/>
                <a:ext cx="173037" cy="201613"/>
              </a:xfrm>
              <a:custGeom>
                <a:avLst/>
                <a:gdLst>
                  <a:gd name="T0" fmla="*/ 25 w 33"/>
                  <a:gd name="T1" fmla="*/ 37 h 37"/>
                  <a:gd name="T2" fmla="*/ 19 w 33"/>
                  <a:gd name="T3" fmla="*/ 33 h 37"/>
                  <a:gd name="T4" fmla="*/ 9 w 33"/>
                  <a:gd name="T5" fmla="*/ 37 h 37"/>
                  <a:gd name="T6" fmla="*/ 0 w 33"/>
                  <a:gd name="T7" fmla="*/ 29 h 37"/>
                  <a:gd name="T8" fmla="*/ 3 w 33"/>
                  <a:gd name="T9" fmla="*/ 24 h 37"/>
                  <a:gd name="T10" fmla="*/ 19 w 33"/>
                  <a:gd name="T11" fmla="*/ 15 h 37"/>
                  <a:gd name="T12" fmla="*/ 19 w 33"/>
                  <a:gd name="T13" fmla="*/ 6 h 37"/>
                  <a:gd name="T14" fmla="*/ 15 w 33"/>
                  <a:gd name="T15" fmla="*/ 2 h 37"/>
                  <a:gd name="T16" fmla="*/ 11 w 33"/>
                  <a:gd name="T17" fmla="*/ 6 h 37"/>
                  <a:gd name="T18" fmla="*/ 6 w 33"/>
                  <a:gd name="T19" fmla="*/ 12 h 37"/>
                  <a:gd name="T20" fmla="*/ 1 w 33"/>
                  <a:gd name="T21" fmla="*/ 7 h 37"/>
                  <a:gd name="T22" fmla="*/ 3 w 33"/>
                  <a:gd name="T23" fmla="*/ 3 h 37"/>
                  <a:gd name="T24" fmla="*/ 15 w 33"/>
                  <a:gd name="T25" fmla="*/ 0 h 37"/>
                  <a:gd name="T26" fmla="*/ 26 w 33"/>
                  <a:gd name="T27" fmla="*/ 3 h 37"/>
                  <a:gd name="T28" fmla="*/ 27 w 33"/>
                  <a:gd name="T29" fmla="*/ 9 h 37"/>
                  <a:gd name="T30" fmla="*/ 27 w 33"/>
                  <a:gd name="T31" fmla="*/ 28 h 37"/>
                  <a:gd name="T32" fmla="*/ 29 w 33"/>
                  <a:gd name="T33" fmla="*/ 33 h 37"/>
                  <a:gd name="T34" fmla="*/ 32 w 33"/>
                  <a:gd name="T35" fmla="*/ 31 h 37"/>
                  <a:gd name="T36" fmla="*/ 33 w 33"/>
                  <a:gd name="T37" fmla="*/ 32 h 37"/>
                  <a:gd name="T38" fmla="*/ 25 w 33"/>
                  <a:gd name="T39" fmla="*/ 37 h 37"/>
                  <a:gd name="T40" fmla="*/ 19 w 33"/>
                  <a:gd name="T41" fmla="*/ 17 h 37"/>
                  <a:gd name="T42" fmla="*/ 9 w 33"/>
                  <a:gd name="T43" fmla="*/ 28 h 37"/>
                  <a:gd name="T44" fmla="*/ 14 w 33"/>
                  <a:gd name="T45" fmla="*/ 33 h 37"/>
                  <a:gd name="T46" fmla="*/ 19 w 33"/>
                  <a:gd name="T47" fmla="*/ 31 h 37"/>
                  <a:gd name="T48" fmla="*/ 19 w 33"/>
                  <a:gd name="T49" fmla="*/ 17 h 3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</a:cxnLst>
                <a:rect l="0" t="0" r="r" b="b"/>
                <a:pathLst>
                  <a:path w="33" h="37">
                    <a:moveTo>
                      <a:pt x="25" y="37"/>
                    </a:moveTo>
                    <a:cubicBezTo>
                      <a:pt x="23" y="37"/>
                      <a:pt x="20" y="35"/>
                      <a:pt x="19" y="33"/>
                    </a:cubicBezTo>
                    <a:cubicBezTo>
                      <a:pt x="17" y="34"/>
                      <a:pt x="14" y="37"/>
                      <a:pt x="9" y="37"/>
                    </a:cubicBezTo>
                    <a:cubicBezTo>
                      <a:pt x="3" y="37"/>
                      <a:pt x="0" y="33"/>
                      <a:pt x="0" y="29"/>
                    </a:cubicBezTo>
                    <a:cubicBezTo>
                      <a:pt x="0" y="28"/>
                      <a:pt x="1" y="26"/>
                      <a:pt x="3" y="24"/>
                    </a:cubicBezTo>
                    <a:cubicBezTo>
                      <a:pt x="7" y="18"/>
                      <a:pt x="14" y="16"/>
                      <a:pt x="19" y="15"/>
                    </a:cubicBezTo>
                    <a:cubicBezTo>
                      <a:pt x="19" y="6"/>
                      <a:pt x="19" y="6"/>
                      <a:pt x="19" y="6"/>
                    </a:cubicBezTo>
                    <a:cubicBezTo>
                      <a:pt x="19" y="5"/>
                      <a:pt x="19" y="2"/>
                      <a:pt x="15" y="2"/>
                    </a:cubicBezTo>
                    <a:cubicBezTo>
                      <a:pt x="11" y="2"/>
                      <a:pt x="11" y="5"/>
                      <a:pt x="11" y="6"/>
                    </a:cubicBezTo>
                    <a:cubicBezTo>
                      <a:pt x="10" y="8"/>
                      <a:pt x="10" y="12"/>
                      <a:pt x="6" y="12"/>
                    </a:cubicBezTo>
                    <a:cubicBezTo>
                      <a:pt x="3" y="12"/>
                      <a:pt x="1" y="10"/>
                      <a:pt x="1" y="7"/>
                    </a:cubicBezTo>
                    <a:cubicBezTo>
                      <a:pt x="1" y="6"/>
                      <a:pt x="2" y="4"/>
                      <a:pt x="3" y="3"/>
                    </a:cubicBezTo>
                    <a:cubicBezTo>
                      <a:pt x="7" y="0"/>
                      <a:pt x="14" y="0"/>
                      <a:pt x="15" y="0"/>
                    </a:cubicBezTo>
                    <a:cubicBezTo>
                      <a:pt x="17" y="0"/>
                      <a:pt x="24" y="0"/>
                      <a:pt x="26" y="3"/>
                    </a:cubicBezTo>
                    <a:cubicBezTo>
                      <a:pt x="27" y="5"/>
                      <a:pt x="27" y="8"/>
                      <a:pt x="27" y="9"/>
                    </a:cubicBezTo>
                    <a:cubicBezTo>
                      <a:pt x="27" y="28"/>
                      <a:pt x="27" y="28"/>
                      <a:pt x="27" y="28"/>
                    </a:cubicBezTo>
                    <a:cubicBezTo>
                      <a:pt x="27" y="30"/>
                      <a:pt x="27" y="33"/>
                      <a:pt x="29" y="33"/>
                    </a:cubicBezTo>
                    <a:cubicBezTo>
                      <a:pt x="31" y="33"/>
                      <a:pt x="32" y="32"/>
                      <a:pt x="32" y="31"/>
                    </a:cubicBezTo>
                    <a:cubicBezTo>
                      <a:pt x="33" y="32"/>
                      <a:pt x="33" y="32"/>
                      <a:pt x="33" y="32"/>
                    </a:cubicBezTo>
                    <a:cubicBezTo>
                      <a:pt x="30" y="37"/>
                      <a:pt x="26" y="37"/>
                      <a:pt x="25" y="37"/>
                    </a:cubicBezTo>
                    <a:close/>
                    <a:moveTo>
                      <a:pt x="19" y="17"/>
                    </a:moveTo>
                    <a:cubicBezTo>
                      <a:pt x="16" y="18"/>
                      <a:pt x="9" y="22"/>
                      <a:pt x="9" y="28"/>
                    </a:cubicBezTo>
                    <a:cubicBezTo>
                      <a:pt x="9" y="33"/>
                      <a:pt x="13" y="33"/>
                      <a:pt x="14" y="33"/>
                    </a:cubicBezTo>
                    <a:cubicBezTo>
                      <a:pt x="16" y="33"/>
                      <a:pt x="18" y="33"/>
                      <a:pt x="19" y="31"/>
                    </a:cubicBezTo>
                    <a:lnTo>
                      <a:pt x="19" y="17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63" name="îšļîḋê"/>
              <p:cNvSpPr/>
              <p:nvPr/>
            </p:nvSpPr>
            <p:spPr bwMode="auto">
              <a:xfrm>
                <a:off x="6337300" y="4114801"/>
                <a:ext cx="198437" cy="192088"/>
              </a:xfrm>
              <a:custGeom>
                <a:avLst/>
                <a:gdLst>
                  <a:gd name="T0" fmla="*/ 0 w 38"/>
                  <a:gd name="T1" fmla="*/ 33 h 35"/>
                  <a:gd name="T2" fmla="*/ 5 w 38"/>
                  <a:gd name="T3" fmla="*/ 29 h 35"/>
                  <a:gd name="T4" fmla="*/ 5 w 38"/>
                  <a:gd name="T5" fmla="*/ 7 h 35"/>
                  <a:gd name="T6" fmla="*/ 3 w 38"/>
                  <a:gd name="T7" fmla="*/ 4 h 35"/>
                  <a:gd name="T8" fmla="*/ 0 w 38"/>
                  <a:gd name="T9" fmla="*/ 4 h 35"/>
                  <a:gd name="T10" fmla="*/ 0 w 38"/>
                  <a:gd name="T11" fmla="*/ 2 h 35"/>
                  <a:gd name="T12" fmla="*/ 12 w 38"/>
                  <a:gd name="T13" fmla="*/ 0 h 35"/>
                  <a:gd name="T14" fmla="*/ 12 w 38"/>
                  <a:gd name="T15" fmla="*/ 6 h 35"/>
                  <a:gd name="T16" fmla="*/ 24 w 38"/>
                  <a:gd name="T17" fmla="*/ 0 h 35"/>
                  <a:gd name="T18" fmla="*/ 33 w 38"/>
                  <a:gd name="T19" fmla="*/ 10 h 35"/>
                  <a:gd name="T20" fmla="*/ 33 w 38"/>
                  <a:gd name="T21" fmla="*/ 29 h 35"/>
                  <a:gd name="T22" fmla="*/ 36 w 38"/>
                  <a:gd name="T23" fmla="*/ 33 h 35"/>
                  <a:gd name="T24" fmla="*/ 38 w 38"/>
                  <a:gd name="T25" fmla="*/ 33 h 35"/>
                  <a:gd name="T26" fmla="*/ 38 w 38"/>
                  <a:gd name="T27" fmla="*/ 35 h 35"/>
                  <a:gd name="T28" fmla="*/ 25 w 38"/>
                  <a:gd name="T29" fmla="*/ 35 h 35"/>
                  <a:gd name="T30" fmla="*/ 25 w 38"/>
                  <a:gd name="T31" fmla="*/ 11 h 35"/>
                  <a:gd name="T32" fmla="*/ 20 w 38"/>
                  <a:gd name="T33" fmla="*/ 4 h 35"/>
                  <a:gd name="T34" fmla="*/ 12 w 38"/>
                  <a:gd name="T35" fmla="*/ 9 h 35"/>
                  <a:gd name="T36" fmla="*/ 12 w 38"/>
                  <a:gd name="T37" fmla="*/ 29 h 35"/>
                  <a:gd name="T38" fmla="*/ 17 w 38"/>
                  <a:gd name="T39" fmla="*/ 33 h 35"/>
                  <a:gd name="T40" fmla="*/ 17 w 38"/>
                  <a:gd name="T41" fmla="*/ 35 h 35"/>
                  <a:gd name="T42" fmla="*/ 0 w 38"/>
                  <a:gd name="T43" fmla="*/ 35 h 35"/>
                  <a:gd name="T44" fmla="*/ 0 w 38"/>
                  <a:gd name="T45" fmla="*/ 33 h 35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</a:cxnLst>
                <a:rect l="0" t="0" r="r" b="b"/>
                <a:pathLst>
                  <a:path w="38" h="35">
                    <a:moveTo>
                      <a:pt x="0" y="33"/>
                    </a:moveTo>
                    <a:cubicBezTo>
                      <a:pt x="3" y="33"/>
                      <a:pt x="5" y="33"/>
                      <a:pt x="5" y="29"/>
                    </a:cubicBezTo>
                    <a:cubicBezTo>
                      <a:pt x="5" y="7"/>
                      <a:pt x="5" y="7"/>
                      <a:pt x="5" y="7"/>
                    </a:cubicBezTo>
                    <a:cubicBezTo>
                      <a:pt x="5" y="6"/>
                      <a:pt x="5" y="4"/>
                      <a:pt x="3" y="4"/>
                    </a:cubicBezTo>
                    <a:cubicBezTo>
                      <a:pt x="2" y="4"/>
                      <a:pt x="1" y="4"/>
                      <a:pt x="0" y="4"/>
                    </a:cubicBezTo>
                    <a:cubicBezTo>
                      <a:pt x="0" y="2"/>
                      <a:pt x="0" y="2"/>
                      <a:pt x="0" y="2"/>
                    </a:cubicBezTo>
                    <a:cubicBezTo>
                      <a:pt x="12" y="0"/>
                      <a:pt x="12" y="0"/>
                      <a:pt x="12" y="0"/>
                    </a:cubicBezTo>
                    <a:cubicBezTo>
                      <a:pt x="12" y="6"/>
                      <a:pt x="12" y="6"/>
                      <a:pt x="12" y="6"/>
                    </a:cubicBezTo>
                    <a:cubicBezTo>
                      <a:pt x="14" y="4"/>
                      <a:pt x="18" y="0"/>
                      <a:pt x="24" y="0"/>
                    </a:cubicBezTo>
                    <a:cubicBezTo>
                      <a:pt x="29" y="0"/>
                      <a:pt x="33" y="4"/>
                      <a:pt x="33" y="10"/>
                    </a:cubicBezTo>
                    <a:cubicBezTo>
                      <a:pt x="33" y="29"/>
                      <a:pt x="33" y="29"/>
                      <a:pt x="33" y="29"/>
                    </a:cubicBezTo>
                    <a:cubicBezTo>
                      <a:pt x="33" y="31"/>
                      <a:pt x="34" y="33"/>
                      <a:pt x="36" y="33"/>
                    </a:cubicBezTo>
                    <a:cubicBezTo>
                      <a:pt x="38" y="33"/>
                      <a:pt x="38" y="33"/>
                      <a:pt x="38" y="33"/>
                    </a:cubicBezTo>
                    <a:cubicBezTo>
                      <a:pt x="38" y="35"/>
                      <a:pt x="38" y="35"/>
                      <a:pt x="38" y="35"/>
                    </a:cubicBezTo>
                    <a:cubicBezTo>
                      <a:pt x="25" y="35"/>
                      <a:pt x="25" y="35"/>
                      <a:pt x="25" y="35"/>
                    </a:cubicBezTo>
                    <a:cubicBezTo>
                      <a:pt x="25" y="11"/>
                      <a:pt x="25" y="11"/>
                      <a:pt x="25" y="11"/>
                    </a:cubicBezTo>
                    <a:cubicBezTo>
                      <a:pt x="25" y="6"/>
                      <a:pt x="22" y="4"/>
                      <a:pt x="20" y="4"/>
                    </a:cubicBezTo>
                    <a:cubicBezTo>
                      <a:pt x="16" y="4"/>
                      <a:pt x="13" y="8"/>
                      <a:pt x="12" y="9"/>
                    </a:cubicBezTo>
                    <a:cubicBezTo>
                      <a:pt x="12" y="29"/>
                      <a:pt x="12" y="29"/>
                      <a:pt x="12" y="29"/>
                    </a:cubicBezTo>
                    <a:cubicBezTo>
                      <a:pt x="12" y="33"/>
                      <a:pt x="15" y="33"/>
                      <a:pt x="17" y="33"/>
                    </a:cubicBezTo>
                    <a:cubicBezTo>
                      <a:pt x="17" y="35"/>
                      <a:pt x="17" y="35"/>
                      <a:pt x="17" y="35"/>
                    </a:cubicBezTo>
                    <a:cubicBezTo>
                      <a:pt x="0" y="35"/>
                      <a:pt x="0" y="35"/>
                      <a:pt x="0" y="35"/>
                    </a:cubicBezTo>
                    <a:lnTo>
                      <a:pt x="0" y="33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64" name="ïṡḻïḑe"/>
              <p:cNvSpPr/>
              <p:nvPr/>
            </p:nvSpPr>
            <p:spPr bwMode="auto">
              <a:xfrm>
                <a:off x="6683375" y="4022726"/>
                <a:ext cx="268287" cy="293688"/>
              </a:xfrm>
              <a:custGeom>
                <a:avLst/>
                <a:gdLst>
                  <a:gd name="T0" fmla="*/ 51 w 51"/>
                  <a:gd name="T1" fmla="*/ 2 h 54"/>
                  <a:gd name="T2" fmla="*/ 48 w 51"/>
                  <a:gd name="T3" fmla="*/ 2 h 54"/>
                  <a:gd name="T4" fmla="*/ 43 w 51"/>
                  <a:gd name="T5" fmla="*/ 8 h 54"/>
                  <a:gd name="T6" fmla="*/ 43 w 51"/>
                  <a:gd name="T7" fmla="*/ 36 h 54"/>
                  <a:gd name="T8" fmla="*/ 26 w 51"/>
                  <a:gd name="T9" fmla="*/ 54 h 54"/>
                  <a:gd name="T10" fmla="*/ 8 w 51"/>
                  <a:gd name="T11" fmla="*/ 36 h 54"/>
                  <a:gd name="T12" fmla="*/ 8 w 51"/>
                  <a:gd name="T13" fmla="*/ 7 h 54"/>
                  <a:gd name="T14" fmla="*/ 3 w 51"/>
                  <a:gd name="T15" fmla="*/ 2 h 54"/>
                  <a:gd name="T16" fmla="*/ 0 w 51"/>
                  <a:gd name="T17" fmla="*/ 2 h 54"/>
                  <a:gd name="T18" fmla="*/ 0 w 51"/>
                  <a:gd name="T19" fmla="*/ 0 h 54"/>
                  <a:gd name="T20" fmla="*/ 24 w 51"/>
                  <a:gd name="T21" fmla="*/ 0 h 54"/>
                  <a:gd name="T22" fmla="*/ 24 w 51"/>
                  <a:gd name="T23" fmla="*/ 2 h 54"/>
                  <a:gd name="T24" fmla="*/ 21 w 51"/>
                  <a:gd name="T25" fmla="*/ 2 h 54"/>
                  <a:gd name="T26" fmla="*/ 16 w 51"/>
                  <a:gd name="T27" fmla="*/ 7 h 54"/>
                  <a:gd name="T28" fmla="*/ 16 w 51"/>
                  <a:gd name="T29" fmla="*/ 35 h 54"/>
                  <a:gd name="T30" fmla="*/ 29 w 51"/>
                  <a:gd name="T31" fmla="*/ 51 h 54"/>
                  <a:gd name="T32" fmla="*/ 41 w 51"/>
                  <a:gd name="T33" fmla="*/ 37 h 54"/>
                  <a:gd name="T34" fmla="*/ 41 w 51"/>
                  <a:gd name="T35" fmla="*/ 8 h 54"/>
                  <a:gd name="T36" fmla="*/ 35 w 51"/>
                  <a:gd name="T37" fmla="*/ 2 h 54"/>
                  <a:gd name="T38" fmla="*/ 34 w 51"/>
                  <a:gd name="T39" fmla="*/ 2 h 54"/>
                  <a:gd name="T40" fmla="*/ 34 w 51"/>
                  <a:gd name="T41" fmla="*/ 0 h 54"/>
                  <a:gd name="T42" fmla="*/ 51 w 51"/>
                  <a:gd name="T43" fmla="*/ 0 h 54"/>
                  <a:gd name="T44" fmla="*/ 51 w 51"/>
                  <a:gd name="T45" fmla="*/ 2 h 5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</a:cxnLst>
                <a:rect l="0" t="0" r="r" b="b"/>
                <a:pathLst>
                  <a:path w="51" h="54">
                    <a:moveTo>
                      <a:pt x="51" y="2"/>
                    </a:moveTo>
                    <a:cubicBezTo>
                      <a:pt x="48" y="2"/>
                      <a:pt x="48" y="2"/>
                      <a:pt x="48" y="2"/>
                    </a:cubicBezTo>
                    <a:cubicBezTo>
                      <a:pt x="45" y="2"/>
                      <a:pt x="43" y="4"/>
                      <a:pt x="43" y="8"/>
                    </a:cubicBezTo>
                    <a:cubicBezTo>
                      <a:pt x="43" y="36"/>
                      <a:pt x="43" y="36"/>
                      <a:pt x="43" y="36"/>
                    </a:cubicBezTo>
                    <a:cubicBezTo>
                      <a:pt x="43" y="44"/>
                      <a:pt x="39" y="54"/>
                      <a:pt x="26" y="54"/>
                    </a:cubicBezTo>
                    <a:cubicBezTo>
                      <a:pt x="17" y="54"/>
                      <a:pt x="8" y="49"/>
                      <a:pt x="8" y="36"/>
                    </a:cubicBezTo>
                    <a:cubicBezTo>
                      <a:pt x="8" y="7"/>
                      <a:pt x="8" y="7"/>
                      <a:pt x="8" y="7"/>
                    </a:cubicBezTo>
                    <a:cubicBezTo>
                      <a:pt x="8" y="4"/>
                      <a:pt x="6" y="2"/>
                      <a:pt x="3" y="2"/>
                    </a:cubicBezTo>
                    <a:cubicBezTo>
                      <a:pt x="0" y="2"/>
                      <a:pt x="0" y="2"/>
                      <a:pt x="0" y="2"/>
                    </a:cubicBezTo>
                    <a:cubicBezTo>
                      <a:pt x="0" y="0"/>
                      <a:pt x="0" y="0"/>
                      <a:pt x="0" y="0"/>
                    </a:cubicBezTo>
                    <a:cubicBezTo>
                      <a:pt x="24" y="0"/>
                      <a:pt x="24" y="0"/>
                      <a:pt x="24" y="0"/>
                    </a:cubicBezTo>
                    <a:cubicBezTo>
                      <a:pt x="24" y="2"/>
                      <a:pt x="24" y="2"/>
                      <a:pt x="24" y="2"/>
                    </a:cubicBezTo>
                    <a:cubicBezTo>
                      <a:pt x="21" y="2"/>
                      <a:pt x="21" y="2"/>
                      <a:pt x="21" y="2"/>
                    </a:cubicBezTo>
                    <a:cubicBezTo>
                      <a:pt x="17" y="2"/>
                      <a:pt x="16" y="4"/>
                      <a:pt x="16" y="7"/>
                    </a:cubicBezTo>
                    <a:cubicBezTo>
                      <a:pt x="16" y="35"/>
                      <a:pt x="16" y="35"/>
                      <a:pt x="16" y="35"/>
                    </a:cubicBezTo>
                    <a:cubicBezTo>
                      <a:pt x="16" y="46"/>
                      <a:pt x="22" y="51"/>
                      <a:pt x="29" y="51"/>
                    </a:cubicBezTo>
                    <a:cubicBezTo>
                      <a:pt x="36" y="51"/>
                      <a:pt x="41" y="45"/>
                      <a:pt x="41" y="37"/>
                    </a:cubicBezTo>
                    <a:cubicBezTo>
                      <a:pt x="41" y="8"/>
                      <a:pt x="41" y="8"/>
                      <a:pt x="41" y="8"/>
                    </a:cubicBezTo>
                    <a:cubicBezTo>
                      <a:pt x="41" y="5"/>
                      <a:pt x="39" y="2"/>
                      <a:pt x="35" y="2"/>
                    </a:cubicBezTo>
                    <a:cubicBezTo>
                      <a:pt x="34" y="2"/>
                      <a:pt x="34" y="2"/>
                      <a:pt x="34" y="2"/>
                    </a:cubicBezTo>
                    <a:cubicBezTo>
                      <a:pt x="34" y="0"/>
                      <a:pt x="34" y="0"/>
                      <a:pt x="34" y="0"/>
                    </a:cubicBezTo>
                    <a:cubicBezTo>
                      <a:pt x="51" y="0"/>
                      <a:pt x="51" y="0"/>
                      <a:pt x="51" y="0"/>
                    </a:cubicBezTo>
                    <a:lnTo>
                      <a:pt x="51" y="2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65" name="íS1ïḑé"/>
              <p:cNvSpPr/>
              <p:nvPr/>
            </p:nvSpPr>
            <p:spPr bwMode="auto">
              <a:xfrm>
                <a:off x="6967538" y="4114801"/>
                <a:ext cx="200025" cy="192088"/>
              </a:xfrm>
              <a:custGeom>
                <a:avLst/>
                <a:gdLst>
                  <a:gd name="T0" fmla="*/ 1 w 38"/>
                  <a:gd name="T1" fmla="*/ 33 h 35"/>
                  <a:gd name="T2" fmla="*/ 5 w 38"/>
                  <a:gd name="T3" fmla="*/ 29 h 35"/>
                  <a:gd name="T4" fmla="*/ 5 w 38"/>
                  <a:gd name="T5" fmla="*/ 7 h 35"/>
                  <a:gd name="T6" fmla="*/ 3 w 38"/>
                  <a:gd name="T7" fmla="*/ 4 h 35"/>
                  <a:gd name="T8" fmla="*/ 1 w 38"/>
                  <a:gd name="T9" fmla="*/ 4 h 35"/>
                  <a:gd name="T10" fmla="*/ 0 w 38"/>
                  <a:gd name="T11" fmla="*/ 2 h 35"/>
                  <a:gd name="T12" fmla="*/ 13 w 38"/>
                  <a:gd name="T13" fmla="*/ 0 h 35"/>
                  <a:gd name="T14" fmla="*/ 13 w 38"/>
                  <a:gd name="T15" fmla="*/ 6 h 35"/>
                  <a:gd name="T16" fmla="*/ 24 w 38"/>
                  <a:gd name="T17" fmla="*/ 0 h 35"/>
                  <a:gd name="T18" fmla="*/ 33 w 38"/>
                  <a:gd name="T19" fmla="*/ 10 h 35"/>
                  <a:gd name="T20" fmla="*/ 33 w 38"/>
                  <a:gd name="T21" fmla="*/ 29 h 35"/>
                  <a:gd name="T22" fmla="*/ 36 w 38"/>
                  <a:gd name="T23" fmla="*/ 33 h 35"/>
                  <a:gd name="T24" fmla="*/ 38 w 38"/>
                  <a:gd name="T25" fmla="*/ 33 h 35"/>
                  <a:gd name="T26" fmla="*/ 38 w 38"/>
                  <a:gd name="T27" fmla="*/ 35 h 35"/>
                  <a:gd name="T28" fmla="*/ 26 w 38"/>
                  <a:gd name="T29" fmla="*/ 35 h 35"/>
                  <a:gd name="T30" fmla="*/ 26 w 38"/>
                  <a:gd name="T31" fmla="*/ 11 h 35"/>
                  <a:gd name="T32" fmla="*/ 20 w 38"/>
                  <a:gd name="T33" fmla="*/ 4 h 35"/>
                  <a:gd name="T34" fmla="*/ 13 w 38"/>
                  <a:gd name="T35" fmla="*/ 9 h 35"/>
                  <a:gd name="T36" fmla="*/ 13 w 38"/>
                  <a:gd name="T37" fmla="*/ 29 h 35"/>
                  <a:gd name="T38" fmla="*/ 18 w 38"/>
                  <a:gd name="T39" fmla="*/ 33 h 35"/>
                  <a:gd name="T40" fmla="*/ 18 w 38"/>
                  <a:gd name="T41" fmla="*/ 35 h 35"/>
                  <a:gd name="T42" fmla="*/ 1 w 38"/>
                  <a:gd name="T43" fmla="*/ 35 h 35"/>
                  <a:gd name="T44" fmla="*/ 1 w 38"/>
                  <a:gd name="T45" fmla="*/ 33 h 35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</a:cxnLst>
                <a:rect l="0" t="0" r="r" b="b"/>
                <a:pathLst>
                  <a:path w="38" h="35">
                    <a:moveTo>
                      <a:pt x="1" y="33"/>
                    </a:moveTo>
                    <a:cubicBezTo>
                      <a:pt x="3" y="33"/>
                      <a:pt x="5" y="33"/>
                      <a:pt x="5" y="29"/>
                    </a:cubicBezTo>
                    <a:cubicBezTo>
                      <a:pt x="5" y="7"/>
                      <a:pt x="5" y="7"/>
                      <a:pt x="5" y="7"/>
                    </a:cubicBezTo>
                    <a:cubicBezTo>
                      <a:pt x="5" y="6"/>
                      <a:pt x="5" y="4"/>
                      <a:pt x="3" y="4"/>
                    </a:cubicBezTo>
                    <a:cubicBezTo>
                      <a:pt x="2" y="4"/>
                      <a:pt x="1" y="4"/>
                      <a:pt x="1" y="4"/>
                    </a:cubicBezTo>
                    <a:cubicBezTo>
                      <a:pt x="0" y="2"/>
                      <a:pt x="0" y="2"/>
                      <a:pt x="0" y="2"/>
                    </a:cubicBezTo>
                    <a:cubicBezTo>
                      <a:pt x="13" y="0"/>
                      <a:pt x="13" y="0"/>
                      <a:pt x="13" y="0"/>
                    </a:cubicBezTo>
                    <a:cubicBezTo>
                      <a:pt x="13" y="6"/>
                      <a:pt x="13" y="6"/>
                      <a:pt x="13" y="6"/>
                    </a:cubicBezTo>
                    <a:cubicBezTo>
                      <a:pt x="15" y="4"/>
                      <a:pt x="19" y="0"/>
                      <a:pt x="24" y="0"/>
                    </a:cubicBezTo>
                    <a:cubicBezTo>
                      <a:pt x="29" y="0"/>
                      <a:pt x="33" y="4"/>
                      <a:pt x="33" y="10"/>
                    </a:cubicBezTo>
                    <a:cubicBezTo>
                      <a:pt x="33" y="29"/>
                      <a:pt x="33" y="29"/>
                      <a:pt x="33" y="29"/>
                    </a:cubicBezTo>
                    <a:cubicBezTo>
                      <a:pt x="33" y="31"/>
                      <a:pt x="34" y="33"/>
                      <a:pt x="36" y="33"/>
                    </a:cubicBezTo>
                    <a:cubicBezTo>
                      <a:pt x="38" y="33"/>
                      <a:pt x="38" y="33"/>
                      <a:pt x="38" y="33"/>
                    </a:cubicBezTo>
                    <a:cubicBezTo>
                      <a:pt x="38" y="35"/>
                      <a:pt x="38" y="35"/>
                      <a:pt x="38" y="35"/>
                    </a:cubicBezTo>
                    <a:cubicBezTo>
                      <a:pt x="26" y="35"/>
                      <a:pt x="26" y="35"/>
                      <a:pt x="26" y="35"/>
                    </a:cubicBezTo>
                    <a:cubicBezTo>
                      <a:pt x="26" y="11"/>
                      <a:pt x="26" y="11"/>
                      <a:pt x="26" y="11"/>
                    </a:cubicBezTo>
                    <a:cubicBezTo>
                      <a:pt x="26" y="6"/>
                      <a:pt x="22" y="4"/>
                      <a:pt x="20" y="4"/>
                    </a:cubicBezTo>
                    <a:cubicBezTo>
                      <a:pt x="17" y="4"/>
                      <a:pt x="14" y="8"/>
                      <a:pt x="13" y="9"/>
                    </a:cubicBezTo>
                    <a:cubicBezTo>
                      <a:pt x="13" y="29"/>
                      <a:pt x="13" y="29"/>
                      <a:pt x="13" y="29"/>
                    </a:cubicBezTo>
                    <a:cubicBezTo>
                      <a:pt x="13" y="33"/>
                      <a:pt x="16" y="33"/>
                      <a:pt x="18" y="33"/>
                    </a:cubicBezTo>
                    <a:cubicBezTo>
                      <a:pt x="18" y="35"/>
                      <a:pt x="18" y="35"/>
                      <a:pt x="18" y="35"/>
                    </a:cubicBezTo>
                    <a:cubicBezTo>
                      <a:pt x="1" y="35"/>
                      <a:pt x="1" y="35"/>
                      <a:pt x="1" y="35"/>
                    </a:cubicBezTo>
                    <a:lnTo>
                      <a:pt x="1" y="33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66" name="ï$ḻîḍe"/>
              <p:cNvSpPr/>
              <p:nvPr/>
            </p:nvSpPr>
            <p:spPr bwMode="auto">
              <a:xfrm>
                <a:off x="7188200" y="4016376"/>
                <a:ext cx="100012" cy="290513"/>
              </a:xfrm>
              <a:custGeom>
                <a:avLst/>
                <a:gdLst>
                  <a:gd name="T0" fmla="*/ 0 w 19"/>
                  <a:gd name="T1" fmla="*/ 51 h 53"/>
                  <a:gd name="T2" fmla="*/ 2 w 19"/>
                  <a:gd name="T3" fmla="*/ 51 h 53"/>
                  <a:gd name="T4" fmla="*/ 6 w 19"/>
                  <a:gd name="T5" fmla="*/ 47 h 53"/>
                  <a:gd name="T6" fmla="*/ 6 w 19"/>
                  <a:gd name="T7" fmla="*/ 26 h 53"/>
                  <a:gd name="T8" fmla="*/ 3 w 19"/>
                  <a:gd name="T9" fmla="*/ 22 h 53"/>
                  <a:gd name="T10" fmla="*/ 1 w 19"/>
                  <a:gd name="T11" fmla="*/ 23 h 53"/>
                  <a:gd name="T12" fmla="*/ 0 w 19"/>
                  <a:gd name="T13" fmla="*/ 21 h 53"/>
                  <a:gd name="T14" fmla="*/ 13 w 19"/>
                  <a:gd name="T15" fmla="*/ 18 h 53"/>
                  <a:gd name="T16" fmla="*/ 13 w 19"/>
                  <a:gd name="T17" fmla="*/ 47 h 53"/>
                  <a:gd name="T18" fmla="*/ 17 w 19"/>
                  <a:gd name="T19" fmla="*/ 51 h 53"/>
                  <a:gd name="T20" fmla="*/ 19 w 19"/>
                  <a:gd name="T21" fmla="*/ 51 h 53"/>
                  <a:gd name="T22" fmla="*/ 19 w 19"/>
                  <a:gd name="T23" fmla="*/ 53 h 53"/>
                  <a:gd name="T24" fmla="*/ 0 w 19"/>
                  <a:gd name="T25" fmla="*/ 53 h 53"/>
                  <a:gd name="T26" fmla="*/ 0 w 19"/>
                  <a:gd name="T27" fmla="*/ 51 h 53"/>
                  <a:gd name="T28" fmla="*/ 15 w 19"/>
                  <a:gd name="T29" fmla="*/ 5 h 53"/>
                  <a:gd name="T30" fmla="*/ 9 w 19"/>
                  <a:gd name="T31" fmla="*/ 10 h 53"/>
                  <a:gd name="T32" fmla="*/ 4 w 19"/>
                  <a:gd name="T33" fmla="*/ 5 h 53"/>
                  <a:gd name="T34" fmla="*/ 9 w 19"/>
                  <a:gd name="T35" fmla="*/ 0 h 53"/>
                  <a:gd name="T36" fmla="*/ 15 w 19"/>
                  <a:gd name="T37" fmla="*/ 5 h 53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</a:cxnLst>
                <a:rect l="0" t="0" r="r" b="b"/>
                <a:pathLst>
                  <a:path w="19" h="53">
                    <a:moveTo>
                      <a:pt x="0" y="51"/>
                    </a:moveTo>
                    <a:cubicBezTo>
                      <a:pt x="2" y="51"/>
                      <a:pt x="2" y="51"/>
                      <a:pt x="2" y="51"/>
                    </a:cubicBezTo>
                    <a:cubicBezTo>
                      <a:pt x="4" y="51"/>
                      <a:pt x="6" y="49"/>
                      <a:pt x="6" y="47"/>
                    </a:cubicBezTo>
                    <a:cubicBezTo>
                      <a:pt x="6" y="26"/>
                      <a:pt x="6" y="26"/>
                      <a:pt x="6" y="26"/>
                    </a:cubicBezTo>
                    <a:cubicBezTo>
                      <a:pt x="6" y="24"/>
                      <a:pt x="5" y="22"/>
                      <a:pt x="3" y="22"/>
                    </a:cubicBezTo>
                    <a:cubicBezTo>
                      <a:pt x="3" y="22"/>
                      <a:pt x="2" y="22"/>
                      <a:pt x="1" y="23"/>
                    </a:cubicBezTo>
                    <a:cubicBezTo>
                      <a:pt x="0" y="21"/>
                      <a:pt x="0" y="21"/>
                      <a:pt x="0" y="21"/>
                    </a:cubicBezTo>
                    <a:cubicBezTo>
                      <a:pt x="13" y="18"/>
                      <a:pt x="13" y="18"/>
                      <a:pt x="13" y="18"/>
                    </a:cubicBezTo>
                    <a:cubicBezTo>
                      <a:pt x="13" y="47"/>
                      <a:pt x="13" y="47"/>
                      <a:pt x="13" y="47"/>
                    </a:cubicBezTo>
                    <a:cubicBezTo>
                      <a:pt x="13" y="50"/>
                      <a:pt x="14" y="51"/>
                      <a:pt x="17" y="51"/>
                    </a:cubicBezTo>
                    <a:cubicBezTo>
                      <a:pt x="19" y="51"/>
                      <a:pt x="19" y="51"/>
                      <a:pt x="19" y="51"/>
                    </a:cubicBezTo>
                    <a:cubicBezTo>
                      <a:pt x="19" y="53"/>
                      <a:pt x="19" y="53"/>
                      <a:pt x="19" y="53"/>
                    </a:cubicBezTo>
                    <a:cubicBezTo>
                      <a:pt x="0" y="53"/>
                      <a:pt x="0" y="53"/>
                      <a:pt x="0" y="53"/>
                    </a:cubicBezTo>
                    <a:lnTo>
                      <a:pt x="0" y="51"/>
                    </a:lnTo>
                    <a:close/>
                    <a:moveTo>
                      <a:pt x="15" y="5"/>
                    </a:moveTo>
                    <a:cubicBezTo>
                      <a:pt x="15" y="7"/>
                      <a:pt x="12" y="10"/>
                      <a:pt x="9" y="10"/>
                    </a:cubicBezTo>
                    <a:cubicBezTo>
                      <a:pt x="7" y="10"/>
                      <a:pt x="4" y="7"/>
                      <a:pt x="4" y="5"/>
                    </a:cubicBezTo>
                    <a:cubicBezTo>
                      <a:pt x="4" y="2"/>
                      <a:pt x="7" y="0"/>
                      <a:pt x="9" y="0"/>
                    </a:cubicBezTo>
                    <a:cubicBezTo>
                      <a:pt x="12" y="0"/>
                      <a:pt x="15" y="2"/>
                      <a:pt x="15" y="5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67" name="ïṣ1íḍè"/>
              <p:cNvSpPr/>
              <p:nvPr/>
            </p:nvSpPr>
            <p:spPr bwMode="auto">
              <a:xfrm>
                <a:off x="7308850" y="4119564"/>
                <a:ext cx="195262" cy="196850"/>
              </a:xfrm>
              <a:custGeom>
                <a:avLst/>
                <a:gdLst>
                  <a:gd name="T0" fmla="*/ 36 w 37"/>
                  <a:gd name="T1" fmla="*/ 3 h 36"/>
                  <a:gd name="T2" fmla="*/ 31 w 37"/>
                  <a:gd name="T3" fmla="*/ 6 h 36"/>
                  <a:gd name="T4" fmla="*/ 20 w 37"/>
                  <a:gd name="T5" fmla="*/ 36 h 36"/>
                  <a:gd name="T6" fmla="*/ 18 w 37"/>
                  <a:gd name="T7" fmla="*/ 36 h 36"/>
                  <a:gd name="T8" fmla="*/ 5 w 37"/>
                  <a:gd name="T9" fmla="*/ 7 h 36"/>
                  <a:gd name="T10" fmla="*/ 0 w 37"/>
                  <a:gd name="T11" fmla="*/ 3 h 36"/>
                  <a:gd name="T12" fmla="*/ 0 w 37"/>
                  <a:gd name="T13" fmla="*/ 0 h 36"/>
                  <a:gd name="T14" fmla="*/ 16 w 37"/>
                  <a:gd name="T15" fmla="*/ 0 h 36"/>
                  <a:gd name="T16" fmla="*/ 16 w 37"/>
                  <a:gd name="T17" fmla="*/ 3 h 36"/>
                  <a:gd name="T18" fmla="*/ 15 w 37"/>
                  <a:gd name="T19" fmla="*/ 3 h 36"/>
                  <a:gd name="T20" fmla="*/ 13 w 37"/>
                  <a:gd name="T21" fmla="*/ 5 h 36"/>
                  <a:gd name="T22" fmla="*/ 13 w 37"/>
                  <a:gd name="T23" fmla="*/ 7 h 36"/>
                  <a:gd name="T24" fmla="*/ 21 w 37"/>
                  <a:gd name="T25" fmla="*/ 25 h 36"/>
                  <a:gd name="T26" fmla="*/ 29 w 37"/>
                  <a:gd name="T27" fmla="*/ 6 h 36"/>
                  <a:gd name="T28" fmla="*/ 29 w 37"/>
                  <a:gd name="T29" fmla="*/ 5 h 36"/>
                  <a:gd name="T30" fmla="*/ 27 w 37"/>
                  <a:gd name="T31" fmla="*/ 3 h 36"/>
                  <a:gd name="T32" fmla="*/ 24 w 37"/>
                  <a:gd name="T33" fmla="*/ 3 h 36"/>
                  <a:gd name="T34" fmla="*/ 24 w 37"/>
                  <a:gd name="T35" fmla="*/ 0 h 36"/>
                  <a:gd name="T36" fmla="*/ 37 w 37"/>
                  <a:gd name="T37" fmla="*/ 0 h 36"/>
                  <a:gd name="T38" fmla="*/ 37 w 37"/>
                  <a:gd name="T39" fmla="*/ 3 h 36"/>
                  <a:gd name="T40" fmla="*/ 36 w 37"/>
                  <a:gd name="T41" fmla="*/ 3 h 3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</a:cxnLst>
                <a:rect l="0" t="0" r="r" b="b"/>
                <a:pathLst>
                  <a:path w="37" h="36">
                    <a:moveTo>
                      <a:pt x="36" y="3"/>
                    </a:moveTo>
                    <a:cubicBezTo>
                      <a:pt x="33" y="3"/>
                      <a:pt x="32" y="5"/>
                      <a:pt x="31" y="6"/>
                    </a:cubicBezTo>
                    <a:cubicBezTo>
                      <a:pt x="20" y="36"/>
                      <a:pt x="20" y="36"/>
                      <a:pt x="20" y="36"/>
                    </a:cubicBezTo>
                    <a:cubicBezTo>
                      <a:pt x="18" y="36"/>
                      <a:pt x="18" y="36"/>
                      <a:pt x="18" y="36"/>
                    </a:cubicBezTo>
                    <a:cubicBezTo>
                      <a:pt x="5" y="7"/>
                      <a:pt x="5" y="7"/>
                      <a:pt x="5" y="7"/>
                    </a:cubicBezTo>
                    <a:cubicBezTo>
                      <a:pt x="3" y="3"/>
                      <a:pt x="2" y="3"/>
                      <a:pt x="0" y="3"/>
                    </a:cubicBezTo>
                    <a:cubicBezTo>
                      <a:pt x="0" y="0"/>
                      <a:pt x="0" y="0"/>
                      <a:pt x="0" y="0"/>
                    </a:cubicBezTo>
                    <a:cubicBezTo>
                      <a:pt x="16" y="0"/>
                      <a:pt x="16" y="0"/>
                      <a:pt x="16" y="0"/>
                    </a:cubicBezTo>
                    <a:cubicBezTo>
                      <a:pt x="16" y="3"/>
                      <a:pt x="16" y="3"/>
                      <a:pt x="16" y="3"/>
                    </a:cubicBezTo>
                    <a:cubicBezTo>
                      <a:pt x="15" y="3"/>
                      <a:pt x="15" y="3"/>
                      <a:pt x="15" y="3"/>
                    </a:cubicBezTo>
                    <a:cubicBezTo>
                      <a:pt x="14" y="3"/>
                      <a:pt x="13" y="3"/>
                      <a:pt x="13" y="5"/>
                    </a:cubicBezTo>
                    <a:cubicBezTo>
                      <a:pt x="13" y="6"/>
                      <a:pt x="13" y="7"/>
                      <a:pt x="13" y="7"/>
                    </a:cubicBezTo>
                    <a:cubicBezTo>
                      <a:pt x="21" y="25"/>
                      <a:pt x="21" y="25"/>
                      <a:pt x="21" y="25"/>
                    </a:cubicBezTo>
                    <a:cubicBezTo>
                      <a:pt x="29" y="6"/>
                      <a:pt x="29" y="6"/>
                      <a:pt x="29" y="6"/>
                    </a:cubicBezTo>
                    <a:cubicBezTo>
                      <a:pt x="29" y="6"/>
                      <a:pt x="29" y="5"/>
                      <a:pt x="29" y="5"/>
                    </a:cubicBezTo>
                    <a:cubicBezTo>
                      <a:pt x="29" y="4"/>
                      <a:pt x="29" y="3"/>
                      <a:pt x="27" y="3"/>
                    </a:cubicBezTo>
                    <a:cubicBezTo>
                      <a:pt x="24" y="3"/>
                      <a:pt x="24" y="3"/>
                      <a:pt x="24" y="3"/>
                    </a:cubicBezTo>
                    <a:cubicBezTo>
                      <a:pt x="24" y="0"/>
                      <a:pt x="24" y="0"/>
                      <a:pt x="24" y="0"/>
                    </a:cubicBezTo>
                    <a:cubicBezTo>
                      <a:pt x="37" y="0"/>
                      <a:pt x="37" y="0"/>
                      <a:pt x="37" y="0"/>
                    </a:cubicBezTo>
                    <a:cubicBezTo>
                      <a:pt x="37" y="3"/>
                      <a:pt x="37" y="3"/>
                      <a:pt x="37" y="3"/>
                    </a:cubicBezTo>
                    <a:lnTo>
                      <a:pt x="36" y="3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68" name="íśliḍè"/>
              <p:cNvSpPr/>
              <p:nvPr/>
            </p:nvSpPr>
            <p:spPr bwMode="auto">
              <a:xfrm>
                <a:off x="7529513" y="4114801"/>
                <a:ext cx="163512" cy="201613"/>
              </a:xfrm>
              <a:custGeom>
                <a:avLst/>
                <a:gdLst>
                  <a:gd name="T0" fmla="*/ 16 w 31"/>
                  <a:gd name="T1" fmla="*/ 37 h 37"/>
                  <a:gd name="T2" fmla="*/ 0 w 31"/>
                  <a:gd name="T3" fmla="*/ 19 h 37"/>
                  <a:gd name="T4" fmla="*/ 16 w 31"/>
                  <a:gd name="T5" fmla="*/ 0 h 37"/>
                  <a:gd name="T6" fmla="*/ 24 w 31"/>
                  <a:gd name="T7" fmla="*/ 4 h 37"/>
                  <a:gd name="T8" fmla="*/ 30 w 31"/>
                  <a:gd name="T9" fmla="*/ 16 h 37"/>
                  <a:gd name="T10" fmla="*/ 8 w 31"/>
                  <a:gd name="T11" fmla="*/ 16 h 37"/>
                  <a:gd name="T12" fmla="*/ 18 w 31"/>
                  <a:gd name="T13" fmla="*/ 33 h 37"/>
                  <a:gd name="T14" fmla="*/ 29 w 31"/>
                  <a:gd name="T15" fmla="*/ 26 h 37"/>
                  <a:gd name="T16" fmla="*/ 31 w 31"/>
                  <a:gd name="T17" fmla="*/ 27 h 37"/>
                  <a:gd name="T18" fmla="*/ 16 w 31"/>
                  <a:gd name="T19" fmla="*/ 37 h 37"/>
                  <a:gd name="T20" fmla="*/ 16 w 31"/>
                  <a:gd name="T21" fmla="*/ 2 h 37"/>
                  <a:gd name="T22" fmla="*/ 8 w 31"/>
                  <a:gd name="T23" fmla="*/ 14 h 37"/>
                  <a:gd name="T24" fmla="*/ 22 w 31"/>
                  <a:gd name="T25" fmla="*/ 14 h 37"/>
                  <a:gd name="T26" fmla="*/ 16 w 31"/>
                  <a:gd name="T27" fmla="*/ 2 h 3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</a:cxnLst>
                <a:rect l="0" t="0" r="r" b="b"/>
                <a:pathLst>
                  <a:path w="31" h="37">
                    <a:moveTo>
                      <a:pt x="16" y="37"/>
                    </a:moveTo>
                    <a:cubicBezTo>
                      <a:pt x="7" y="37"/>
                      <a:pt x="0" y="30"/>
                      <a:pt x="0" y="19"/>
                    </a:cubicBezTo>
                    <a:cubicBezTo>
                      <a:pt x="0" y="8"/>
                      <a:pt x="7" y="0"/>
                      <a:pt x="16" y="0"/>
                    </a:cubicBezTo>
                    <a:cubicBezTo>
                      <a:pt x="20" y="0"/>
                      <a:pt x="23" y="2"/>
                      <a:pt x="24" y="4"/>
                    </a:cubicBezTo>
                    <a:cubicBezTo>
                      <a:pt x="29" y="9"/>
                      <a:pt x="29" y="14"/>
                      <a:pt x="30" y="16"/>
                    </a:cubicBezTo>
                    <a:cubicBezTo>
                      <a:pt x="8" y="16"/>
                      <a:pt x="8" y="16"/>
                      <a:pt x="8" y="16"/>
                    </a:cubicBezTo>
                    <a:cubicBezTo>
                      <a:pt x="7" y="29"/>
                      <a:pt x="13" y="33"/>
                      <a:pt x="18" y="33"/>
                    </a:cubicBezTo>
                    <a:cubicBezTo>
                      <a:pt x="23" y="33"/>
                      <a:pt x="27" y="28"/>
                      <a:pt x="29" y="26"/>
                    </a:cubicBezTo>
                    <a:cubicBezTo>
                      <a:pt x="31" y="27"/>
                      <a:pt x="31" y="27"/>
                      <a:pt x="31" y="27"/>
                    </a:cubicBezTo>
                    <a:cubicBezTo>
                      <a:pt x="29" y="30"/>
                      <a:pt x="25" y="37"/>
                      <a:pt x="16" y="37"/>
                    </a:cubicBezTo>
                    <a:close/>
                    <a:moveTo>
                      <a:pt x="16" y="2"/>
                    </a:moveTo>
                    <a:cubicBezTo>
                      <a:pt x="9" y="2"/>
                      <a:pt x="8" y="11"/>
                      <a:pt x="8" y="14"/>
                    </a:cubicBezTo>
                    <a:cubicBezTo>
                      <a:pt x="22" y="14"/>
                      <a:pt x="22" y="14"/>
                      <a:pt x="22" y="14"/>
                    </a:cubicBezTo>
                    <a:cubicBezTo>
                      <a:pt x="22" y="10"/>
                      <a:pt x="21" y="2"/>
                      <a:pt x="16" y="2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69" name="íšļiḓè"/>
              <p:cNvSpPr/>
              <p:nvPr/>
            </p:nvSpPr>
            <p:spPr bwMode="auto">
              <a:xfrm>
                <a:off x="7713663" y="4114801"/>
                <a:ext cx="173037" cy="192088"/>
              </a:xfrm>
              <a:custGeom>
                <a:avLst/>
                <a:gdLst>
                  <a:gd name="T0" fmla="*/ 14 w 33"/>
                  <a:gd name="T1" fmla="*/ 7 h 35"/>
                  <a:gd name="T2" fmla="*/ 26 w 33"/>
                  <a:gd name="T3" fmla="*/ 0 h 35"/>
                  <a:gd name="T4" fmla="*/ 33 w 33"/>
                  <a:gd name="T5" fmla="*/ 5 h 35"/>
                  <a:gd name="T6" fmla="*/ 28 w 33"/>
                  <a:gd name="T7" fmla="*/ 11 h 35"/>
                  <a:gd name="T8" fmla="*/ 23 w 33"/>
                  <a:gd name="T9" fmla="*/ 6 h 35"/>
                  <a:gd name="T10" fmla="*/ 22 w 33"/>
                  <a:gd name="T11" fmla="*/ 5 h 35"/>
                  <a:gd name="T12" fmla="*/ 14 w 33"/>
                  <a:gd name="T13" fmla="*/ 14 h 35"/>
                  <a:gd name="T14" fmla="*/ 14 w 33"/>
                  <a:gd name="T15" fmla="*/ 28 h 35"/>
                  <a:gd name="T16" fmla="*/ 19 w 33"/>
                  <a:gd name="T17" fmla="*/ 33 h 35"/>
                  <a:gd name="T18" fmla="*/ 21 w 33"/>
                  <a:gd name="T19" fmla="*/ 33 h 35"/>
                  <a:gd name="T20" fmla="*/ 21 w 33"/>
                  <a:gd name="T21" fmla="*/ 35 h 35"/>
                  <a:gd name="T22" fmla="*/ 0 w 33"/>
                  <a:gd name="T23" fmla="*/ 35 h 35"/>
                  <a:gd name="T24" fmla="*/ 0 w 33"/>
                  <a:gd name="T25" fmla="*/ 33 h 35"/>
                  <a:gd name="T26" fmla="*/ 1 w 33"/>
                  <a:gd name="T27" fmla="*/ 33 h 35"/>
                  <a:gd name="T28" fmla="*/ 7 w 33"/>
                  <a:gd name="T29" fmla="*/ 28 h 35"/>
                  <a:gd name="T30" fmla="*/ 7 w 33"/>
                  <a:gd name="T31" fmla="*/ 8 h 35"/>
                  <a:gd name="T32" fmla="*/ 4 w 33"/>
                  <a:gd name="T33" fmla="*/ 5 h 35"/>
                  <a:gd name="T34" fmla="*/ 1 w 33"/>
                  <a:gd name="T35" fmla="*/ 5 h 35"/>
                  <a:gd name="T36" fmla="*/ 0 w 33"/>
                  <a:gd name="T37" fmla="*/ 4 h 35"/>
                  <a:gd name="T38" fmla="*/ 14 w 33"/>
                  <a:gd name="T39" fmla="*/ 0 h 35"/>
                  <a:gd name="T40" fmla="*/ 14 w 33"/>
                  <a:gd name="T41" fmla="*/ 7 h 35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</a:cxnLst>
                <a:rect l="0" t="0" r="r" b="b"/>
                <a:pathLst>
                  <a:path w="33" h="35">
                    <a:moveTo>
                      <a:pt x="14" y="7"/>
                    </a:moveTo>
                    <a:cubicBezTo>
                      <a:pt x="16" y="4"/>
                      <a:pt x="19" y="0"/>
                      <a:pt x="26" y="0"/>
                    </a:cubicBezTo>
                    <a:cubicBezTo>
                      <a:pt x="31" y="0"/>
                      <a:pt x="33" y="2"/>
                      <a:pt x="33" y="5"/>
                    </a:cubicBezTo>
                    <a:cubicBezTo>
                      <a:pt x="33" y="8"/>
                      <a:pt x="31" y="11"/>
                      <a:pt x="28" y="11"/>
                    </a:cubicBezTo>
                    <a:cubicBezTo>
                      <a:pt x="25" y="11"/>
                      <a:pt x="23" y="9"/>
                      <a:pt x="23" y="6"/>
                    </a:cubicBezTo>
                    <a:cubicBezTo>
                      <a:pt x="23" y="5"/>
                      <a:pt x="23" y="5"/>
                      <a:pt x="22" y="5"/>
                    </a:cubicBezTo>
                    <a:cubicBezTo>
                      <a:pt x="17" y="5"/>
                      <a:pt x="15" y="12"/>
                      <a:pt x="14" y="14"/>
                    </a:cubicBezTo>
                    <a:cubicBezTo>
                      <a:pt x="14" y="28"/>
                      <a:pt x="14" y="28"/>
                      <a:pt x="14" y="28"/>
                    </a:cubicBezTo>
                    <a:cubicBezTo>
                      <a:pt x="14" y="32"/>
                      <a:pt x="16" y="33"/>
                      <a:pt x="19" y="33"/>
                    </a:cubicBezTo>
                    <a:cubicBezTo>
                      <a:pt x="21" y="33"/>
                      <a:pt x="21" y="33"/>
                      <a:pt x="21" y="33"/>
                    </a:cubicBezTo>
                    <a:cubicBezTo>
                      <a:pt x="21" y="35"/>
                      <a:pt x="21" y="35"/>
                      <a:pt x="21" y="35"/>
                    </a:cubicBezTo>
                    <a:cubicBezTo>
                      <a:pt x="0" y="35"/>
                      <a:pt x="0" y="35"/>
                      <a:pt x="0" y="35"/>
                    </a:cubicBezTo>
                    <a:cubicBezTo>
                      <a:pt x="0" y="33"/>
                      <a:pt x="0" y="33"/>
                      <a:pt x="0" y="33"/>
                    </a:cubicBezTo>
                    <a:cubicBezTo>
                      <a:pt x="1" y="33"/>
                      <a:pt x="1" y="33"/>
                      <a:pt x="1" y="33"/>
                    </a:cubicBezTo>
                    <a:cubicBezTo>
                      <a:pt x="5" y="33"/>
                      <a:pt x="7" y="32"/>
                      <a:pt x="7" y="28"/>
                    </a:cubicBezTo>
                    <a:cubicBezTo>
                      <a:pt x="7" y="8"/>
                      <a:pt x="7" y="8"/>
                      <a:pt x="7" y="8"/>
                    </a:cubicBezTo>
                    <a:cubicBezTo>
                      <a:pt x="7" y="5"/>
                      <a:pt x="5" y="5"/>
                      <a:pt x="4" y="5"/>
                    </a:cubicBezTo>
                    <a:cubicBezTo>
                      <a:pt x="2" y="5"/>
                      <a:pt x="1" y="5"/>
                      <a:pt x="1" y="5"/>
                    </a:cubicBezTo>
                    <a:cubicBezTo>
                      <a:pt x="0" y="4"/>
                      <a:pt x="0" y="4"/>
                      <a:pt x="0" y="4"/>
                    </a:cubicBezTo>
                    <a:cubicBezTo>
                      <a:pt x="14" y="0"/>
                      <a:pt x="14" y="0"/>
                      <a:pt x="14" y="0"/>
                    </a:cubicBezTo>
                    <a:lnTo>
                      <a:pt x="14" y="7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70" name="i$lïḓê"/>
              <p:cNvSpPr/>
              <p:nvPr/>
            </p:nvSpPr>
            <p:spPr bwMode="auto">
              <a:xfrm>
                <a:off x="7902575" y="4114801"/>
                <a:ext cx="142875" cy="201613"/>
              </a:xfrm>
              <a:custGeom>
                <a:avLst/>
                <a:gdLst>
                  <a:gd name="T0" fmla="*/ 16 w 27"/>
                  <a:gd name="T1" fmla="*/ 37 h 37"/>
                  <a:gd name="T2" fmla="*/ 12 w 27"/>
                  <a:gd name="T3" fmla="*/ 36 h 37"/>
                  <a:gd name="T4" fmla="*/ 8 w 27"/>
                  <a:gd name="T5" fmla="*/ 35 h 37"/>
                  <a:gd name="T6" fmla="*/ 4 w 27"/>
                  <a:gd name="T7" fmla="*/ 37 h 37"/>
                  <a:gd name="T8" fmla="*/ 0 w 27"/>
                  <a:gd name="T9" fmla="*/ 25 h 37"/>
                  <a:gd name="T10" fmla="*/ 3 w 27"/>
                  <a:gd name="T11" fmla="*/ 24 h 37"/>
                  <a:gd name="T12" fmla="*/ 6 w 27"/>
                  <a:gd name="T13" fmla="*/ 29 h 37"/>
                  <a:gd name="T14" fmla="*/ 16 w 27"/>
                  <a:gd name="T15" fmla="*/ 34 h 37"/>
                  <a:gd name="T16" fmla="*/ 22 w 27"/>
                  <a:gd name="T17" fmla="*/ 29 h 37"/>
                  <a:gd name="T18" fmla="*/ 12 w 27"/>
                  <a:gd name="T19" fmla="*/ 21 h 37"/>
                  <a:gd name="T20" fmla="*/ 2 w 27"/>
                  <a:gd name="T21" fmla="*/ 10 h 37"/>
                  <a:gd name="T22" fmla="*/ 12 w 27"/>
                  <a:gd name="T23" fmla="*/ 0 h 37"/>
                  <a:gd name="T24" fmla="*/ 16 w 27"/>
                  <a:gd name="T25" fmla="*/ 1 h 37"/>
                  <a:gd name="T26" fmla="*/ 20 w 27"/>
                  <a:gd name="T27" fmla="*/ 1 h 37"/>
                  <a:gd name="T28" fmla="*/ 24 w 27"/>
                  <a:gd name="T29" fmla="*/ 0 h 37"/>
                  <a:gd name="T30" fmla="*/ 27 w 27"/>
                  <a:gd name="T31" fmla="*/ 11 h 37"/>
                  <a:gd name="T32" fmla="*/ 25 w 27"/>
                  <a:gd name="T33" fmla="*/ 12 h 37"/>
                  <a:gd name="T34" fmla="*/ 13 w 27"/>
                  <a:gd name="T35" fmla="*/ 3 h 37"/>
                  <a:gd name="T36" fmla="*/ 8 w 27"/>
                  <a:gd name="T37" fmla="*/ 7 h 37"/>
                  <a:gd name="T38" fmla="*/ 16 w 27"/>
                  <a:gd name="T39" fmla="*/ 14 h 37"/>
                  <a:gd name="T40" fmla="*/ 27 w 27"/>
                  <a:gd name="T41" fmla="*/ 26 h 37"/>
                  <a:gd name="T42" fmla="*/ 16 w 27"/>
                  <a:gd name="T43" fmla="*/ 37 h 3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</a:cxnLst>
                <a:rect l="0" t="0" r="r" b="b"/>
                <a:pathLst>
                  <a:path w="27" h="37">
                    <a:moveTo>
                      <a:pt x="16" y="37"/>
                    </a:moveTo>
                    <a:cubicBezTo>
                      <a:pt x="15" y="37"/>
                      <a:pt x="14" y="37"/>
                      <a:pt x="12" y="36"/>
                    </a:cubicBezTo>
                    <a:cubicBezTo>
                      <a:pt x="12" y="36"/>
                      <a:pt x="8" y="35"/>
                      <a:pt x="8" y="35"/>
                    </a:cubicBezTo>
                    <a:cubicBezTo>
                      <a:pt x="6" y="35"/>
                      <a:pt x="5" y="36"/>
                      <a:pt x="4" y="37"/>
                    </a:cubicBezTo>
                    <a:cubicBezTo>
                      <a:pt x="0" y="25"/>
                      <a:pt x="0" y="25"/>
                      <a:pt x="0" y="25"/>
                    </a:cubicBezTo>
                    <a:cubicBezTo>
                      <a:pt x="3" y="24"/>
                      <a:pt x="3" y="24"/>
                      <a:pt x="3" y="24"/>
                    </a:cubicBezTo>
                    <a:cubicBezTo>
                      <a:pt x="4" y="27"/>
                      <a:pt x="5" y="28"/>
                      <a:pt x="6" y="29"/>
                    </a:cubicBezTo>
                    <a:cubicBezTo>
                      <a:pt x="8" y="32"/>
                      <a:pt x="12" y="34"/>
                      <a:pt x="16" y="34"/>
                    </a:cubicBezTo>
                    <a:cubicBezTo>
                      <a:pt x="19" y="34"/>
                      <a:pt x="22" y="32"/>
                      <a:pt x="22" y="29"/>
                    </a:cubicBezTo>
                    <a:cubicBezTo>
                      <a:pt x="22" y="26"/>
                      <a:pt x="21" y="25"/>
                      <a:pt x="12" y="21"/>
                    </a:cubicBezTo>
                    <a:cubicBezTo>
                      <a:pt x="6" y="18"/>
                      <a:pt x="2" y="15"/>
                      <a:pt x="2" y="10"/>
                    </a:cubicBezTo>
                    <a:cubicBezTo>
                      <a:pt x="2" y="5"/>
                      <a:pt x="6" y="0"/>
                      <a:pt x="12" y="0"/>
                    </a:cubicBezTo>
                    <a:cubicBezTo>
                      <a:pt x="13" y="0"/>
                      <a:pt x="14" y="0"/>
                      <a:pt x="16" y="1"/>
                    </a:cubicBezTo>
                    <a:cubicBezTo>
                      <a:pt x="18" y="1"/>
                      <a:pt x="19" y="1"/>
                      <a:pt x="20" y="1"/>
                    </a:cubicBezTo>
                    <a:cubicBezTo>
                      <a:pt x="20" y="1"/>
                      <a:pt x="22" y="1"/>
                      <a:pt x="24" y="0"/>
                    </a:cubicBezTo>
                    <a:cubicBezTo>
                      <a:pt x="27" y="11"/>
                      <a:pt x="27" y="11"/>
                      <a:pt x="27" y="11"/>
                    </a:cubicBezTo>
                    <a:cubicBezTo>
                      <a:pt x="25" y="12"/>
                      <a:pt x="25" y="12"/>
                      <a:pt x="25" y="12"/>
                    </a:cubicBezTo>
                    <a:cubicBezTo>
                      <a:pt x="24" y="9"/>
                      <a:pt x="21" y="3"/>
                      <a:pt x="13" y="3"/>
                    </a:cubicBezTo>
                    <a:cubicBezTo>
                      <a:pt x="10" y="3"/>
                      <a:pt x="8" y="4"/>
                      <a:pt x="8" y="7"/>
                    </a:cubicBezTo>
                    <a:cubicBezTo>
                      <a:pt x="8" y="9"/>
                      <a:pt x="9" y="10"/>
                      <a:pt x="16" y="14"/>
                    </a:cubicBezTo>
                    <a:cubicBezTo>
                      <a:pt x="25" y="18"/>
                      <a:pt x="27" y="21"/>
                      <a:pt x="27" y="26"/>
                    </a:cubicBezTo>
                    <a:cubicBezTo>
                      <a:pt x="27" y="33"/>
                      <a:pt x="22" y="37"/>
                      <a:pt x="16" y="37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71" name="iś1ïḍé"/>
              <p:cNvSpPr/>
              <p:nvPr/>
            </p:nvSpPr>
            <p:spPr bwMode="auto">
              <a:xfrm>
                <a:off x="8070850" y="4016376"/>
                <a:ext cx="100012" cy="290513"/>
              </a:xfrm>
              <a:custGeom>
                <a:avLst/>
                <a:gdLst>
                  <a:gd name="T0" fmla="*/ 0 w 19"/>
                  <a:gd name="T1" fmla="*/ 51 h 53"/>
                  <a:gd name="T2" fmla="*/ 2 w 19"/>
                  <a:gd name="T3" fmla="*/ 51 h 53"/>
                  <a:gd name="T4" fmla="*/ 6 w 19"/>
                  <a:gd name="T5" fmla="*/ 47 h 53"/>
                  <a:gd name="T6" fmla="*/ 6 w 19"/>
                  <a:gd name="T7" fmla="*/ 26 h 53"/>
                  <a:gd name="T8" fmla="*/ 3 w 19"/>
                  <a:gd name="T9" fmla="*/ 22 h 53"/>
                  <a:gd name="T10" fmla="*/ 1 w 19"/>
                  <a:gd name="T11" fmla="*/ 23 h 53"/>
                  <a:gd name="T12" fmla="*/ 0 w 19"/>
                  <a:gd name="T13" fmla="*/ 21 h 53"/>
                  <a:gd name="T14" fmla="*/ 13 w 19"/>
                  <a:gd name="T15" fmla="*/ 18 h 53"/>
                  <a:gd name="T16" fmla="*/ 13 w 19"/>
                  <a:gd name="T17" fmla="*/ 47 h 53"/>
                  <a:gd name="T18" fmla="*/ 17 w 19"/>
                  <a:gd name="T19" fmla="*/ 51 h 53"/>
                  <a:gd name="T20" fmla="*/ 19 w 19"/>
                  <a:gd name="T21" fmla="*/ 51 h 53"/>
                  <a:gd name="T22" fmla="*/ 19 w 19"/>
                  <a:gd name="T23" fmla="*/ 53 h 53"/>
                  <a:gd name="T24" fmla="*/ 0 w 19"/>
                  <a:gd name="T25" fmla="*/ 53 h 53"/>
                  <a:gd name="T26" fmla="*/ 0 w 19"/>
                  <a:gd name="T27" fmla="*/ 51 h 53"/>
                  <a:gd name="T28" fmla="*/ 15 w 19"/>
                  <a:gd name="T29" fmla="*/ 5 h 53"/>
                  <a:gd name="T30" fmla="*/ 9 w 19"/>
                  <a:gd name="T31" fmla="*/ 10 h 53"/>
                  <a:gd name="T32" fmla="*/ 4 w 19"/>
                  <a:gd name="T33" fmla="*/ 5 h 53"/>
                  <a:gd name="T34" fmla="*/ 9 w 19"/>
                  <a:gd name="T35" fmla="*/ 0 h 53"/>
                  <a:gd name="T36" fmla="*/ 15 w 19"/>
                  <a:gd name="T37" fmla="*/ 5 h 53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</a:cxnLst>
                <a:rect l="0" t="0" r="r" b="b"/>
                <a:pathLst>
                  <a:path w="19" h="53">
                    <a:moveTo>
                      <a:pt x="0" y="51"/>
                    </a:moveTo>
                    <a:cubicBezTo>
                      <a:pt x="2" y="51"/>
                      <a:pt x="2" y="51"/>
                      <a:pt x="2" y="51"/>
                    </a:cubicBezTo>
                    <a:cubicBezTo>
                      <a:pt x="4" y="51"/>
                      <a:pt x="6" y="49"/>
                      <a:pt x="6" y="47"/>
                    </a:cubicBezTo>
                    <a:cubicBezTo>
                      <a:pt x="6" y="26"/>
                      <a:pt x="6" y="26"/>
                      <a:pt x="6" y="26"/>
                    </a:cubicBezTo>
                    <a:cubicBezTo>
                      <a:pt x="6" y="24"/>
                      <a:pt x="5" y="22"/>
                      <a:pt x="3" y="22"/>
                    </a:cubicBezTo>
                    <a:cubicBezTo>
                      <a:pt x="3" y="22"/>
                      <a:pt x="2" y="22"/>
                      <a:pt x="1" y="23"/>
                    </a:cubicBezTo>
                    <a:cubicBezTo>
                      <a:pt x="0" y="21"/>
                      <a:pt x="0" y="21"/>
                      <a:pt x="0" y="21"/>
                    </a:cubicBezTo>
                    <a:cubicBezTo>
                      <a:pt x="13" y="18"/>
                      <a:pt x="13" y="18"/>
                      <a:pt x="13" y="18"/>
                    </a:cubicBezTo>
                    <a:cubicBezTo>
                      <a:pt x="13" y="47"/>
                      <a:pt x="13" y="47"/>
                      <a:pt x="13" y="47"/>
                    </a:cubicBezTo>
                    <a:cubicBezTo>
                      <a:pt x="13" y="50"/>
                      <a:pt x="14" y="51"/>
                      <a:pt x="17" y="51"/>
                    </a:cubicBezTo>
                    <a:cubicBezTo>
                      <a:pt x="19" y="51"/>
                      <a:pt x="19" y="51"/>
                      <a:pt x="19" y="51"/>
                    </a:cubicBezTo>
                    <a:cubicBezTo>
                      <a:pt x="19" y="53"/>
                      <a:pt x="19" y="53"/>
                      <a:pt x="19" y="53"/>
                    </a:cubicBezTo>
                    <a:cubicBezTo>
                      <a:pt x="0" y="53"/>
                      <a:pt x="0" y="53"/>
                      <a:pt x="0" y="53"/>
                    </a:cubicBezTo>
                    <a:lnTo>
                      <a:pt x="0" y="51"/>
                    </a:lnTo>
                    <a:close/>
                    <a:moveTo>
                      <a:pt x="15" y="5"/>
                    </a:moveTo>
                    <a:cubicBezTo>
                      <a:pt x="15" y="7"/>
                      <a:pt x="12" y="10"/>
                      <a:pt x="9" y="10"/>
                    </a:cubicBezTo>
                    <a:cubicBezTo>
                      <a:pt x="7" y="10"/>
                      <a:pt x="4" y="7"/>
                      <a:pt x="4" y="5"/>
                    </a:cubicBezTo>
                    <a:cubicBezTo>
                      <a:pt x="4" y="2"/>
                      <a:pt x="7" y="0"/>
                      <a:pt x="9" y="0"/>
                    </a:cubicBezTo>
                    <a:cubicBezTo>
                      <a:pt x="12" y="0"/>
                      <a:pt x="15" y="2"/>
                      <a:pt x="15" y="5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72" name="íşļîḓé"/>
              <p:cNvSpPr/>
              <p:nvPr/>
            </p:nvSpPr>
            <p:spPr bwMode="auto">
              <a:xfrm>
                <a:off x="8186738" y="4054476"/>
                <a:ext cx="127000" cy="261938"/>
              </a:xfrm>
              <a:custGeom>
                <a:avLst/>
                <a:gdLst>
                  <a:gd name="T0" fmla="*/ 0 w 24"/>
                  <a:gd name="T1" fmla="*/ 15 h 48"/>
                  <a:gd name="T2" fmla="*/ 0 w 24"/>
                  <a:gd name="T3" fmla="*/ 12 h 48"/>
                  <a:gd name="T4" fmla="*/ 11 w 24"/>
                  <a:gd name="T5" fmla="*/ 3 h 48"/>
                  <a:gd name="T6" fmla="*/ 11 w 24"/>
                  <a:gd name="T7" fmla="*/ 0 h 48"/>
                  <a:gd name="T8" fmla="*/ 14 w 24"/>
                  <a:gd name="T9" fmla="*/ 0 h 48"/>
                  <a:gd name="T10" fmla="*/ 14 w 24"/>
                  <a:gd name="T11" fmla="*/ 12 h 48"/>
                  <a:gd name="T12" fmla="*/ 24 w 24"/>
                  <a:gd name="T13" fmla="*/ 12 h 48"/>
                  <a:gd name="T14" fmla="*/ 24 w 24"/>
                  <a:gd name="T15" fmla="*/ 15 h 48"/>
                  <a:gd name="T16" fmla="*/ 14 w 24"/>
                  <a:gd name="T17" fmla="*/ 15 h 48"/>
                  <a:gd name="T18" fmla="*/ 14 w 24"/>
                  <a:gd name="T19" fmla="*/ 39 h 48"/>
                  <a:gd name="T20" fmla="*/ 18 w 24"/>
                  <a:gd name="T21" fmla="*/ 44 h 48"/>
                  <a:gd name="T22" fmla="*/ 23 w 24"/>
                  <a:gd name="T23" fmla="*/ 41 h 48"/>
                  <a:gd name="T24" fmla="*/ 24 w 24"/>
                  <a:gd name="T25" fmla="*/ 42 h 48"/>
                  <a:gd name="T26" fmla="*/ 14 w 24"/>
                  <a:gd name="T27" fmla="*/ 48 h 48"/>
                  <a:gd name="T28" fmla="*/ 6 w 24"/>
                  <a:gd name="T29" fmla="*/ 39 h 48"/>
                  <a:gd name="T30" fmla="*/ 6 w 24"/>
                  <a:gd name="T31" fmla="*/ 15 h 48"/>
                  <a:gd name="T32" fmla="*/ 0 w 24"/>
                  <a:gd name="T33" fmla="*/ 15 h 4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</a:cxnLst>
                <a:rect l="0" t="0" r="r" b="b"/>
                <a:pathLst>
                  <a:path w="24" h="48">
                    <a:moveTo>
                      <a:pt x="0" y="15"/>
                    </a:moveTo>
                    <a:cubicBezTo>
                      <a:pt x="0" y="12"/>
                      <a:pt x="0" y="12"/>
                      <a:pt x="0" y="12"/>
                    </a:cubicBezTo>
                    <a:cubicBezTo>
                      <a:pt x="10" y="12"/>
                      <a:pt x="11" y="4"/>
                      <a:pt x="11" y="3"/>
                    </a:cubicBezTo>
                    <a:cubicBezTo>
                      <a:pt x="11" y="0"/>
                      <a:pt x="11" y="0"/>
                      <a:pt x="11" y="0"/>
                    </a:cubicBezTo>
                    <a:cubicBezTo>
                      <a:pt x="14" y="0"/>
                      <a:pt x="14" y="0"/>
                      <a:pt x="14" y="0"/>
                    </a:cubicBezTo>
                    <a:cubicBezTo>
                      <a:pt x="14" y="12"/>
                      <a:pt x="14" y="12"/>
                      <a:pt x="14" y="12"/>
                    </a:cubicBezTo>
                    <a:cubicBezTo>
                      <a:pt x="24" y="12"/>
                      <a:pt x="24" y="12"/>
                      <a:pt x="24" y="12"/>
                    </a:cubicBezTo>
                    <a:cubicBezTo>
                      <a:pt x="24" y="15"/>
                      <a:pt x="24" y="15"/>
                      <a:pt x="24" y="15"/>
                    </a:cubicBezTo>
                    <a:cubicBezTo>
                      <a:pt x="14" y="15"/>
                      <a:pt x="14" y="15"/>
                      <a:pt x="14" y="15"/>
                    </a:cubicBezTo>
                    <a:cubicBezTo>
                      <a:pt x="14" y="39"/>
                      <a:pt x="14" y="39"/>
                      <a:pt x="14" y="39"/>
                    </a:cubicBezTo>
                    <a:cubicBezTo>
                      <a:pt x="14" y="43"/>
                      <a:pt x="16" y="44"/>
                      <a:pt x="18" y="44"/>
                    </a:cubicBezTo>
                    <a:cubicBezTo>
                      <a:pt x="20" y="44"/>
                      <a:pt x="21" y="42"/>
                      <a:pt x="23" y="41"/>
                    </a:cubicBezTo>
                    <a:cubicBezTo>
                      <a:pt x="24" y="42"/>
                      <a:pt x="24" y="42"/>
                      <a:pt x="24" y="42"/>
                    </a:cubicBezTo>
                    <a:cubicBezTo>
                      <a:pt x="22" y="45"/>
                      <a:pt x="19" y="48"/>
                      <a:pt x="14" y="48"/>
                    </a:cubicBezTo>
                    <a:cubicBezTo>
                      <a:pt x="9" y="48"/>
                      <a:pt x="6" y="44"/>
                      <a:pt x="6" y="39"/>
                    </a:cubicBezTo>
                    <a:cubicBezTo>
                      <a:pt x="6" y="15"/>
                      <a:pt x="6" y="15"/>
                      <a:pt x="6" y="15"/>
                    </a:cubicBezTo>
                    <a:lnTo>
                      <a:pt x="0" y="15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73" name="ïṡḻîḑè"/>
              <p:cNvSpPr/>
              <p:nvPr/>
            </p:nvSpPr>
            <p:spPr bwMode="auto">
              <a:xfrm>
                <a:off x="8329613" y="4119564"/>
                <a:ext cx="198437" cy="252413"/>
              </a:xfrm>
              <a:custGeom>
                <a:avLst/>
                <a:gdLst>
                  <a:gd name="T0" fmla="*/ 36 w 38"/>
                  <a:gd name="T1" fmla="*/ 3 h 46"/>
                  <a:gd name="T2" fmla="*/ 31 w 38"/>
                  <a:gd name="T3" fmla="*/ 8 h 46"/>
                  <a:gd name="T4" fmla="*/ 19 w 38"/>
                  <a:gd name="T5" fmla="*/ 37 h 46"/>
                  <a:gd name="T6" fmla="*/ 7 w 38"/>
                  <a:gd name="T7" fmla="*/ 46 h 46"/>
                  <a:gd name="T8" fmla="*/ 2 w 38"/>
                  <a:gd name="T9" fmla="*/ 41 h 46"/>
                  <a:gd name="T10" fmla="*/ 7 w 38"/>
                  <a:gd name="T11" fmla="*/ 36 h 46"/>
                  <a:gd name="T12" fmla="*/ 11 w 38"/>
                  <a:gd name="T13" fmla="*/ 40 h 46"/>
                  <a:gd name="T14" fmla="*/ 12 w 38"/>
                  <a:gd name="T15" fmla="*/ 41 h 46"/>
                  <a:gd name="T16" fmla="*/ 17 w 38"/>
                  <a:gd name="T17" fmla="*/ 35 h 46"/>
                  <a:gd name="T18" fmla="*/ 18 w 38"/>
                  <a:gd name="T19" fmla="*/ 34 h 46"/>
                  <a:gd name="T20" fmla="*/ 6 w 38"/>
                  <a:gd name="T21" fmla="*/ 7 h 46"/>
                  <a:gd name="T22" fmla="*/ 1 w 38"/>
                  <a:gd name="T23" fmla="*/ 3 h 46"/>
                  <a:gd name="T24" fmla="*/ 0 w 38"/>
                  <a:gd name="T25" fmla="*/ 3 h 46"/>
                  <a:gd name="T26" fmla="*/ 0 w 38"/>
                  <a:gd name="T27" fmla="*/ 0 h 46"/>
                  <a:gd name="T28" fmla="*/ 18 w 38"/>
                  <a:gd name="T29" fmla="*/ 0 h 46"/>
                  <a:gd name="T30" fmla="*/ 18 w 38"/>
                  <a:gd name="T31" fmla="*/ 3 h 46"/>
                  <a:gd name="T32" fmla="*/ 16 w 38"/>
                  <a:gd name="T33" fmla="*/ 3 h 46"/>
                  <a:gd name="T34" fmla="*/ 14 w 38"/>
                  <a:gd name="T35" fmla="*/ 5 h 46"/>
                  <a:gd name="T36" fmla="*/ 15 w 38"/>
                  <a:gd name="T37" fmla="*/ 8 h 46"/>
                  <a:gd name="T38" fmla="*/ 22 w 38"/>
                  <a:gd name="T39" fmla="*/ 24 h 46"/>
                  <a:gd name="T40" fmla="*/ 28 w 38"/>
                  <a:gd name="T41" fmla="*/ 8 h 46"/>
                  <a:gd name="T42" fmla="*/ 29 w 38"/>
                  <a:gd name="T43" fmla="*/ 5 h 46"/>
                  <a:gd name="T44" fmla="*/ 26 w 38"/>
                  <a:gd name="T45" fmla="*/ 3 h 46"/>
                  <a:gd name="T46" fmla="*/ 23 w 38"/>
                  <a:gd name="T47" fmla="*/ 3 h 46"/>
                  <a:gd name="T48" fmla="*/ 23 w 38"/>
                  <a:gd name="T49" fmla="*/ 0 h 46"/>
                  <a:gd name="T50" fmla="*/ 38 w 38"/>
                  <a:gd name="T51" fmla="*/ 0 h 46"/>
                  <a:gd name="T52" fmla="*/ 38 w 38"/>
                  <a:gd name="T53" fmla="*/ 3 h 46"/>
                  <a:gd name="T54" fmla="*/ 36 w 38"/>
                  <a:gd name="T55" fmla="*/ 3 h 4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</a:cxnLst>
                <a:rect l="0" t="0" r="r" b="b"/>
                <a:pathLst>
                  <a:path w="38" h="46">
                    <a:moveTo>
                      <a:pt x="36" y="3"/>
                    </a:moveTo>
                    <a:cubicBezTo>
                      <a:pt x="33" y="3"/>
                      <a:pt x="32" y="6"/>
                      <a:pt x="31" y="8"/>
                    </a:cubicBezTo>
                    <a:cubicBezTo>
                      <a:pt x="19" y="37"/>
                      <a:pt x="19" y="37"/>
                      <a:pt x="19" y="37"/>
                    </a:cubicBezTo>
                    <a:cubicBezTo>
                      <a:pt x="17" y="42"/>
                      <a:pt x="12" y="46"/>
                      <a:pt x="7" y="46"/>
                    </a:cubicBezTo>
                    <a:cubicBezTo>
                      <a:pt x="4" y="46"/>
                      <a:pt x="2" y="44"/>
                      <a:pt x="2" y="41"/>
                    </a:cubicBezTo>
                    <a:cubicBezTo>
                      <a:pt x="2" y="38"/>
                      <a:pt x="4" y="36"/>
                      <a:pt x="7" y="36"/>
                    </a:cubicBezTo>
                    <a:cubicBezTo>
                      <a:pt x="10" y="36"/>
                      <a:pt x="10" y="38"/>
                      <a:pt x="11" y="40"/>
                    </a:cubicBezTo>
                    <a:cubicBezTo>
                      <a:pt x="12" y="41"/>
                      <a:pt x="12" y="41"/>
                      <a:pt x="12" y="41"/>
                    </a:cubicBezTo>
                    <a:cubicBezTo>
                      <a:pt x="14" y="41"/>
                      <a:pt x="17" y="37"/>
                      <a:pt x="17" y="35"/>
                    </a:cubicBezTo>
                    <a:cubicBezTo>
                      <a:pt x="18" y="34"/>
                      <a:pt x="18" y="34"/>
                      <a:pt x="18" y="34"/>
                    </a:cubicBezTo>
                    <a:cubicBezTo>
                      <a:pt x="6" y="7"/>
                      <a:pt x="6" y="7"/>
                      <a:pt x="6" y="7"/>
                    </a:cubicBezTo>
                    <a:cubicBezTo>
                      <a:pt x="5" y="4"/>
                      <a:pt x="3" y="3"/>
                      <a:pt x="1" y="3"/>
                    </a:cubicBezTo>
                    <a:cubicBezTo>
                      <a:pt x="0" y="3"/>
                      <a:pt x="0" y="3"/>
                      <a:pt x="0" y="3"/>
                    </a:cubicBezTo>
                    <a:cubicBezTo>
                      <a:pt x="0" y="0"/>
                      <a:pt x="0" y="0"/>
                      <a:pt x="0" y="0"/>
                    </a:cubicBezTo>
                    <a:cubicBezTo>
                      <a:pt x="18" y="0"/>
                      <a:pt x="18" y="0"/>
                      <a:pt x="18" y="0"/>
                    </a:cubicBezTo>
                    <a:cubicBezTo>
                      <a:pt x="18" y="3"/>
                      <a:pt x="18" y="3"/>
                      <a:pt x="18" y="3"/>
                    </a:cubicBezTo>
                    <a:cubicBezTo>
                      <a:pt x="16" y="3"/>
                      <a:pt x="16" y="3"/>
                      <a:pt x="16" y="3"/>
                    </a:cubicBezTo>
                    <a:cubicBezTo>
                      <a:pt x="15" y="3"/>
                      <a:pt x="14" y="4"/>
                      <a:pt x="14" y="5"/>
                    </a:cubicBezTo>
                    <a:cubicBezTo>
                      <a:pt x="14" y="6"/>
                      <a:pt x="14" y="7"/>
                      <a:pt x="15" y="8"/>
                    </a:cubicBezTo>
                    <a:cubicBezTo>
                      <a:pt x="22" y="24"/>
                      <a:pt x="22" y="24"/>
                      <a:pt x="22" y="24"/>
                    </a:cubicBezTo>
                    <a:cubicBezTo>
                      <a:pt x="28" y="8"/>
                      <a:pt x="28" y="8"/>
                      <a:pt x="28" y="8"/>
                    </a:cubicBezTo>
                    <a:cubicBezTo>
                      <a:pt x="29" y="7"/>
                      <a:pt x="29" y="6"/>
                      <a:pt x="29" y="5"/>
                    </a:cubicBezTo>
                    <a:cubicBezTo>
                      <a:pt x="29" y="4"/>
                      <a:pt x="27" y="3"/>
                      <a:pt x="26" y="3"/>
                    </a:cubicBezTo>
                    <a:cubicBezTo>
                      <a:pt x="23" y="3"/>
                      <a:pt x="23" y="3"/>
                      <a:pt x="23" y="3"/>
                    </a:cubicBezTo>
                    <a:cubicBezTo>
                      <a:pt x="23" y="0"/>
                      <a:pt x="23" y="0"/>
                      <a:pt x="23" y="0"/>
                    </a:cubicBezTo>
                    <a:cubicBezTo>
                      <a:pt x="38" y="0"/>
                      <a:pt x="38" y="0"/>
                      <a:pt x="38" y="0"/>
                    </a:cubicBezTo>
                    <a:cubicBezTo>
                      <a:pt x="38" y="3"/>
                      <a:pt x="38" y="3"/>
                      <a:pt x="38" y="3"/>
                    </a:cubicBezTo>
                    <a:lnTo>
                      <a:pt x="36" y="3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</p:grpSp>
        <p:grpSp>
          <p:nvGrpSpPr>
            <p:cNvPr id="46" name="ísḷîḓe"/>
            <p:cNvGrpSpPr/>
            <p:nvPr/>
          </p:nvGrpSpPr>
          <p:grpSpPr>
            <a:xfrm>
              <a:off x="5477124" y="2634664"/>
              <a:ext cx="741350" cy="1171206"/>
              <a:chOff x="4718050" y="4784723"/>
              <a:chExt cx="755650" cy="1193799"/>
            </a:xfrm>
            <a:grpFill/>
          </p:grpSpPr>
          <p:sp>
            <p:nvSpPr>
              <p:cNvPr id="57" name="ïṡļîḑê"/>
              <p:cNvSpPr/>
              <p:nvPr/>
            </p:nvSpPr>
            <p:spPr bwMode="auto">
              <a:xfrm>
                <a:off x="4718050" y="4784723"/>
                <a:ext cx="373063" cy="1193799"/>
              </a:xfrm>
              <a:custGeom>
                <a:avLst/>
                <a:gdLst>
                  <a:gd name="T0" fmla="*/ 279 w 367"/>
                  <a:gd name="T1" fmla="*/ 506 h 1171"/>
                  <a:gd name="T2" fmla="*/ 247 w 367"/>
                  <a:gd name="T3" fmla="*/ 408 h 1171"/>
                  <a:gd name="T4" fmla="*/ 207 w 367"/>
                  <a:gd name="T5" fmla="*/ 413 h 1171"/>
                  <a:gd name="T6" fmla="*/ 257 w 367"/>
                  <a:gd name="T7" fmla="*/ 316 h 1171"/>
                  <a:gd name="T8" fmla="*/ 275 w 367"/>
                  <a:gd name="T9" fmla="*/ 282 h 1171"/>
                  <a:gd name="T10" fmla="*/ 295 w 367"/>
                  <a:gd name="T11" fmla="*/ 258 h 1171"/>
                  <a:gd name="T12" fmla="*/ 312 w 367"/>
                  <a:gd name="T13" fmla="*/ 221 h 1171"/>
                  <a:gd name="T14" fmla="*/ 352 w 367"/>
                  <a:gd name="T15" fmla="*/ 167 h 1171"/>
                  <a:gd name="T16" fmla="*/ 365 w 367"/>
                  <a:gd name="T17" fmla="*/ 133 h 1171"/>
                  <a:gd name="T18" fmla="*/ 365 w 367"/>
                  <a:gd name="T19" fmla="*/ 119 h 1171"/>
                  <a:gd name="T20" fmla="*/ 285 w 367"/>
                  <a:gd name="T21" fmla="*/ 1 h 1171"/>
                  <a:gd name="T22" fmla="*/ 277 w 367"/>
                  <a:gd name="T23" fmla="*/ 73 h 1171"/>
                  <a:gd name="T24" fmla="*/ 277 w 367"/>
                  <a:gd name="T25" fmla="*/ 92 h 1171"/>
                  <a:gd name="T26" fmla="*/ 295 w 367"/>
                  <a:gd name="T27" fmla="*/ 149 h 1171"/>
                  <a:gd name="T28" fmla="*/ 199 w 367"/>
                  <a:gd name="T29" fmla="*/ 333 h 1171"/>
                  <a:gd name="T30" fmla="*/ 149 w 367"/>
                  <a:gd name="T31" fmla="*/ 412 h 1171"/>
                  <a:gd name="T32" fmla="*/ 127 w 367"/>
                  <a:gd name="T33" fmla="*/ 499 h 1171"/>
                  <a:gd name="T34" fmla="*/ 196 w 367"/>
                  <a:gd name="T35" fmla="*/ 505 h 1171"/>
                  <a:gd name="T36" fmla="*/ 210 w 367"/>
                  <a:gd name="T37" fmla="*/ 498 h 1171"/>
                  <a:gd name="T38" fmla="*/ 178 w 367"/>
                  <a:gd name="T39" fmla="*/ 591 h 1171"/>
                  <a:gd name="T40" fmla="*/ 159 w 367"/>
                  <a:gd name="T41" fmla="*/ 636 h 1171"/>
                  <a:gd name="T42" fmla="*/ 139 w 367"/>
                  <a:gd name="T43" fmla="*/ 677 h 1171"/>
                  <a:gd name="T44" fmla="*/ 124 w 367"/>
                  <a:gd name="T45" fmla="*/ 701 h 1171"/>
                  <a:gd name="T46" fmla="*/ 77 w 367"/>
                  <a:gd name="T47" fmla="*/ 785 h 1171"/>
                  <a:gd name="T48" fmla="*/ 46 w 367"/>
                  <a:gd name="T49" fmla="*/ 829 h 1171"/>
                  <a:gd name="T50" fmla="*/ 35 w 367"/>
                  <a:gd name="T51" fmla="*/ 857 h 1171"/>
                  <a:gd name="T52" fmla="*/ 11 w 367"/>
                  <a:gd name="T53" fmla="*/ 897 h 1171"/>
                  <a:gd name="T54" fmla="*/ 12 w 367"/>
                  <a:gd name="T55" fmla="*/ 906 h 1171"/>
                  <a:gd name="T56" fmla="*/ 0 w 367"/>
                  <a:gd name="T57" fmla="*/ 948 h 1171"/>
                  <a:gd name="T58" fmla="*/ 10 w 367"/>
                  <a:gd name="T59" fmla="*/ 959 h 1171"/>
                  <a:gd name="T60" fmla="*/ 77 w 367"/>
                  <a:gd name="T61" fmla="*/ 893 h 1171"/>
                  <a:gd name="T62" fmla="*/ 113 w 367"/>
                  <a:gd name="T63" fmla="*/ 854 h 1171"/>
                  <a:gd name="T64" fmla="*/ 138 w 367"/>
                  <a:gd name="T65" fmla="*/ 817 h 1171"/>
                  <a:gd name="T66" fmla="*/ 140 w 367"/>
                  <a:gd name="T67" fmla="*/ 876 h 1171"/>
                  <a:gd name="T68" fmla="*/ 138 w 367"/>
                  <a:gd name="T69" fmla="*/ 913 h 1171"/>
                  <a:gd name="T70" fmla="*/ 140 w 367"/>
                  <a:gd name="T71" fmla="*/ 926 h 1171"/>
                  <a:gd name="T72" fmla="*/ 133 w 367"/>
                  <a:gd name="T73" fmla="*/ 970 h 1171"/>
                  <a:gd name="T74" fmla="*/ 133 w 367"/>
                  <a:gd name="T75" fmla="*/ 994 h 1171"/>
                  <a:gd name="T76" fmla="*/ 128 w 367"/>
                  <a:gd name="T77" fmla="*/ 999 h 1171"/>
                  <a:gd name="T78" fmla="*/ 127 w 367"/>
                  <a:gd name="T79" fmla="*/ 1073 h 1171"/>
                  <a:gd name="T80" fmla="*/ 157 w 367"/>
                  <a:gd name="T81" fmla="*/ 1171 h 1171"/>
                  <a:gd name="T82" fmla="*/ 179 w 367"/>
                  <a:gd name="T83" fmla="*/ 1170 h 1171"/>
                  <a:gd name="T84" fmla="*/ 192 w 367"/>
                  <a:gd name="T85" fmla="*/ 1159 h 1171"/>
                  <a:gd name="T86" fmla="*/ 201 w 367"/>
                  <a:gd name="T87" fmla="*/ 1137 h 1171"/>
                  <a:gd name="T88" fmla="*/ 205 w 367"/>
                  <a:gd name="T89" fmla="*/ 1075 h 1171"/>
                  <a:gd name="T90" fmla="*/ 198 w 367"/>
                  <a:gd name="T91" fmla="*/ 1069 h 1171"/>
                  <a:gd name="T92" fmla="*/ 198 w 367"/>
                  <a:gd name="T93" fmla="*/ 950 h 1171"/>
                  <a:gd name="T94" fmla="*/ 205 w 367"/>
                  <a:gd name="T95" fmla="*/ 935 h 1171"/>
                  <a:gd name="T96" fmla="*/ 205 w 367"/>
                  <a:gd name="T97" fmla="*/ 916 h 1171"/>
                  <a:gd name="T98" fmla="*/ 210 w 367"/>
                  <a:gd name="T99" fmla="*/ 893 h 1171"/>
                  <a:gd name="T100" fmla="*/ 209 w 367"/>
                  <a:gd name="T101" fmla="*/ 878 h 1171"/>
                  <a:gd name="T102" fmla="*/ 220 w 367"/>
                  <a:gd name="T103" fmla="*/ 842 h 1171"/>
                  <a:gd name="T104" fmla="*/ 220 w 367"/>
                  <a:gd name="T105" fmla="*/ 814 h 1171"/>
                  <a:gd name="T106" fmla="*/ 181 w 367"/>
                  <a:gd name="T107" fmla="*/ 711 h 1171"/>
                  <a:gd name="T108" fmla="*/ 210 w 367"/>
                  <a:gd name="T109" fmla="*/ 643 h 1171"/>
                  <a:gd name="T110" fmla="*/ 279 w 367"/>
                  <a:gd name="T111" fmla="*/ 506 h 117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  <a:cxn ang="0">
                    <a:pos x="T90" y="T91"/>
                  </a:cxn>
                  <a:cxn ang="0">
                    <a:pos x="T92" y="T93"/>
                  </a:cxn>
                  <a:cxn ang="0">
                    <a:pos x="T94" y="T95"/>
                  </a:cxn>
                  <a:cxn ang="0">
                    <a:pos x="T96" y="T97"/>
                  </a:cxn>
                  <a:cxn ang="0">
                    <a:pos x="T98" y="T99"/>
                  </a:cxn>
                  <a:cxn ang="0">
                    <a:pos x="T100" y="T101"/>
                  </a:cxn>
                  <a:cxn ang="0">
                    <a:pos x="T102" y="T103"/>
                  </a:cxn>
                  <a:cxn ang="0">
                    <a:pos x="T104" y="T105"/>
                  </a:cxn>
                  <a:cxn ang="0">
                    <a:pos x="T106" y="T107"/>
                  </a:cxn>
                  <a:cxn ang="0">
                    <a:pos x="T108" y="T109"/>
                  </a:cxn>
                  <a:cxn ang="0">
                    <a:pos x="T110" y="T111"/>
                  </a:cxn>
                </a:cxnLst>
                <a:rect l="0" t="0" r="r" b="b"/>
                <a:pathLst>
                  <a:path w="367" h="1171">
                    <a:moveTo>
                      <a:pt x="279" y="506"/>
                    </a:moveTo>
                    <a:cubicBezTo>
                      <a:pt x="298" y="459"/>
                      <a:pt x="292" y="421"/>
                      <a:pt x="247" y="408"/>
                    </a:cubicBezTo>
                    <a:cubicBezTo>
                      <a:pt x="230" y="403"/>
                      <a:pt x="221" y="412"/>
                      <a:pt x="207" y="413"/>
                    </a:cubicBezTo>
                    <a:cubicBezTo>
                      <a:pt x="225" y="375"/>
                      <a:pt x="242" y="350"/>
                      <a:pt x="257" y="316"/>
                    </a:cubicBezTo>
                    <a:cubicBezTo>
                      <a:pt x="261" y="307"/>
                      <a:pt x="278" y="293"/>
                      <a:pt x="275" y="282"/>
                    </a:cubicBezTo>
                    <a:cubicBezTo>
                      <a:pt x="281" y="273"/>
                      <a:pt x="290" y="266"/>
                      <a:pt x="295" y="258"/>
                    </a:cubicBezTo>
                    <a:cubicBezTo>
                      <a:pt x="302" y="245"/>
                      <a:pt x="303" y="232"/>
                      <a:pt x="312" y="221"/>
                    </a:cubicBezTo>
                    <a:cubicBezTo>
                      <a:pt x="321" y="208"/>
                      <a:pt x="345" y="182"/>
                      <a:pt x="352" y="167"/>
                    </a:cubicBezTo>
                    <a:cubicBezTo>
                      <a:pt x="356" y="156"/>
                      <a:pt x="360" y="144"/>
                      <a:pt x="365" y="133"/>
                    </a:cubicBezTo>
                    <a:cubicBezTo>
                      <a:pt x="367" y="126"/>
                      <a:pt x="363" y="122"/>
                      <a:pt x="365" y="119"/>
                    </a:cubicBezTo>
                    <a:cubicBezTo>
                      <a:pt x="365" y="68"/>
                      <a:pt x="339" y="0"/>
                      <a:pt x="285" y="1"/>
                    </a:cubicBezTo>
                    <a:cubicBezTo>
                      <a:pt x="276" y="21"/>
                      <a:pt x="270" y="45"/>
                      <a:pt x="277" y="73"/>
                    </a:cubicBezTo>
                    <a:cubicBezTo>
                      <a:pt x="277" y="79"/>
                      <a:pt x="277" y="85"/>
                      <a:pt x="277" y="92"/>
                    </a:cubicBezTo>
                    <a:cubicBezTo>
                      <a:pt x="280" y="99"/>
                      <a:pt x="299" y="140"/>
                      <a:pt x="295" y="149"/>
                    </a:cubicBezTo>
                    <a:cubicBezTo>
                      <a:pt x="264" y="215"/>
                      <a:pt x="234" y="276"/>
                      <a:pt x="199" y="333"/>
                    </a:cubicBezTo>
                    <a:cubicBezTo>
                      <a:pt x="186" y="354"/>
                      <a:pt x="156" y="390"/>
                      <a:pt x="149" y="412"/>
                    </a:cubicBezTo>
                    <a:cubicBezTo>
                      <a:pt x="142" y="432"/>
                      <a:pt x="105" y="464"/>
                      <a:pt x="127" y="499"/>
                    </a:cubicBezTo>
                    <a:cubicBezTo>
                      <a:pt x="136" y="514"/>
                      <a:pt x="178" y="517"/>
                      <a:pt x="196" y="505"/>
                    </a:cubicBezTo>
                    <a:cubicBezTo>
                      <a:pt x="200" y="503"/>
                      <a:pt x="202" y="499"/>
                      <a:pt x="210" y="498"/>
                    </a:cubicBezTo>
                    <a:cubicBezTo>
                      <a:pt x="204" y="536"/>
                      <a:pt x="195" y="561"/>
                      <a:pt x="178" y="591"/>
                    </a:cubicBezTo>
                    <a:cubicBezTo>
                      <a:pt x="182" y="599"/>
                      <a:pt x="159" y="628"/>
                      <a:pt x="159" y="636"/>
                    </a:cubicBezTo>
                    <a:cubicBezTo>
                      <a:pt x="159" y="642"/>
                      <a:pt x="143" y="669"/>
                      <a:pt x="139" y="677"/>
                    </a:cubicBezTo>
                    <a:cubicBezTo>
                      <a:pt x="142" y="682"/>
                      <a:pt x="125" y="697"/>
                      <a:pt x="124" y="701"/>
                    </a:cubicBezTo>
                    <a:cubicBezTo>
                      <a:pt x="109" y="734"/>
                      <a:pt x="93" y="755"/>
                      <a:pt x="77" y="785"/>
                    </a:cubicBezTo>
                    <a:cubicBezTo>
                      <a:pt x="69" y="801"/>
                      <a:pt x="56" y="815"/>
                      <a:pt x="46" y="829"/>
                    </a:cubicBezTo>
                    <a:cubicBezTo>
                      <a:pt x="40" y="839"/>
                      <a:pt x="41" y="845"/>
                      <a:pt x="35" y="857"/>
                    </a:cubicBezTo>
                    <a:cubicBezTo>
                      <a:pt x="30" y="869"/>
                      <a:pt x="15" y="883"/>
                      <a:pt x="11" y="897"/>
                    </a:cubicBezTo>
                    <a:cubicBezTo>
                      <a:pt x="12" y="900"/>
                      <a:pt x="12" y="903"/>
                      <a:pt x="12" y="906"/>
                    </a:cubicBezTo>
                    <a:cubicBezTo>
                      <a:pt x="7" y="917"/>
                      <a:pt x="0" y="932"/>
                      <a:pt x="0" y="948"/>
                    </a:cubicBezTo>
                    <a:cubicBezTo>
                      <a:pt x="3" y="952"/>
                      <a:pt x="6" y="955"/>
                      <a:pt x="10" y="959"/>
                    </a:cubicBezTo>
                    <a:cubicBezTo>
                      <a:pt x="33" y="957"/>
                      <a:pt x="68" y="913"/>
                      <a:pt x="77" y="893"/>
                    </a:cubicBezTo>
                    <a:cubicBezTo>
                      <a:pt x="84" y="881"/>
                      <a:pt x="104" y="868"/>
                      <a:pt x="113" y="854"/>
                    </a:cubicBezTo>
                    <a:cubicBezTo>
                      <a:pt x="120" y="844"/>
                      <a:pt x="126" y="820"/>
                      <a:pt x="138" y="817"/>
                    </a:cubicBezTo>
                    <a:cubicBezTo>
                      <a:pt x="140" y="821"/>
                      <a:pt x="142" y="869"/>
                      <a:pt x="140" y="876"/>
                    </a:cubicBezTo>
                    <a:cubicBezTo>
                      <a:pt x="140" y="876"/>
                      <a:pt x="138" y="913"/>
                      <a:pt x="138" y="913"/>
                    </a:cubicBezTo>
                    <a:cubicBezTo>
                      <a:pt x="138" y="915"/>
                      <a:pt x="141" y="922"/>
                      <a:pt x="140" y="926"/>
                    </a:cubicBezTo>
                    <a:cubicBezTo>
                      <a:pt x="134" y="939"/>
                      <a:pt x="133" y="949"/>
                      <a:pt x="133" y="970"/>
                    </a:cubicBezTo>
                    <a:cubicBezTo>
                      <a:pt x="133" y="978"/>
                      <a:pt x="133" y="986"/>
                      <a:pt x="133" y="994"/>
                    </a:cubicBezTo>
                    <a:cubicBezTo>
                      <a:pt x="131" y="996"/>
                      <a:pt x="130" y="998"/>
                      <a:pt x="128" y="999"/>
                    </a:cubicBezTo>
                    <a:cubicBezTo>
                      <a:pt x="128" y="1024"/>
                      <a:pt x="127" y="1048"/>
                      <a:pt x="127" y="1073"/>
                    </a:cubicBezTo>
                    <a:cubicBezTo>
                      <a:pt x="113" y="1114"/>
                      <a:pt x="126" y="1161"/>
                      <a:pt x="157" y="1171"/>
                    </a:cubicBezTo>
                    <a:cubicBezTo>
                      <a:pt x="165" y="1171"/>
                      <a:pt x="172" y="1170"/>
                      <a:pt x="179" y="1170"/>
                    </a:cubicBezTo>
                    <a:cubicBezTo>
                      <a:pt x="182" y="1164"/>
                      <a:pt x="188" y="1163"/>
                      <a:pt x="192" y="1159"/>
                    </a:cubicBezTo>
                    <a:cubicBezTo>
                      <a:pt x="195" y="1152"/>
                      <a:pt x="198" y="1144"/>
                      <a:pt x="201" y="1137"/>
                    </a:cubicBezTo>
                    <a:cubicBezTo>
                      <a:pt x="203" y="1131"/>
                      <a:pt x="209" y="1085"/>
                      <a:pt x="205" y="1075"/>
                    </a:cubicBezTo>
                    <a:cubicBezTo>
                      <a:pt x="202" y="1073"/>
                      <a:pt x="200" y="1071"/>
                      <a:pt x="198" y="1069"/>
                    </a:cubicBezTo>
                    <a:cubicBezTo>
                      <a:pt x="198" y="1030"/>
                      <a:pt x="198" y="990"/>
                      <a:pt x="198" y="950"/>
                    </a:cubicBezTo>
                    <a:cubicBezTo>
                      <a:pt x="199" y="943"/>
                      <a:pt x="203" y="941"/>
                      <a:pt x="205" y="935"/>
                    </a:cubicBezTo>
                    <a:cubicBezTo>
                      <a:pt x="205" y="928"/>
                      <a:pt x="205" y="922"/>
                      <a:pt x="205" y="916"/>
                    </a:cubicBezTo>
                    <a:cubicBezTo>
                      <a:pt x="207" y="909"/>
                      <a:pt x="208" y="901"/>
                      <a:pt x="210" y="893"/>
                    </a:cubicBezTo>
                    <a:cubicBezTo>
                      <a:pt x="210" y="888"/>
                      <a:pt x="209" y="883"/>
                      <a:pt x="209" y="878"/>
                    </a:cubicBezTo>
                    <a:cubicBezTo>
                      <a:pt x="213" y="867"/>
                      <a:pt x="217" y="852"/>
                      <a:pt x="220" y="842"/>
                    </a:cubicBezTo>
                    <a:cubicBezTo>
                      <a:pt x="220" y="833"/>
                      <a:pt x="220" y="823"/>
                      <a:pt x="220" y="814"/>
                    </a:cubicBezTo>
                    <a:cubicBezTo>
                      <a:pt x="225" y="779"/>
                      <a:pt x="207" y="725"/>
                      <a:pt x="181" y="711"/>
                    </a:cubicBezTo>
                    <a:cubicBezTo>
                      <a:pt x="181" y="682"/>
                      <a:pt x="201" y="665"/>
                      <a:pt x="210" y="643"/>
                    </a:cubicBezTo>
                    <a:cubicBezTo>
                      <a:pt x="231" y="597"/>
                      <a:pt x="260" y="553"/>
                      <a:pt x="279" y="506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58" name="iṣľîḑe"/>
              <p:cNvSpPr/>
              <p:nvPr/>
            </p:nvSpPr>
            <p:spPr bwMode="auto">
              <a:xfrm>
                <a:off x="5000625" y="4865685"/>
                <a:ext cx="473075" cy="1063624"/>
              </a:xfrm>
              <a:custGeom>
                <a:avLst/>
                <a:gdLst>
                  <a:gd name="T0" fmla="*/ 392 w 466"/>
                  <a:gd name="T1" fmla="*/ 857 h 1043"/>
                  <a:gd name="T2" fmla="*/ 253 w 466"/>
                  <a:gd name="T3" fmla="*/ 759 h 1043"/>
                  <a:gd name="T4" fmla="*/ 169 w 466"/>
                  <a:gd name="T5" fmla="*/ 808 h 1043"/>
                  <a:gd name="T6" fmla="*/ 236 w 466"/>
                  <a:gd name="T7" fmla="*/ 670 h 1043"/>
                  <a:gd name="T8" fmla="*/ 319 w 466"/>
                  <a:gd name="T9" fmla="*/ 617 h 1043"/>
                  <a:gd name="T10" fmla="*/ 341 w 466"/>
                  <a:gd name="T11" fmla="*/ 489 h 1043"/>
                  <a:gd name="T12" fmla="*/ 362 w 466"/>
                  <a:gd name="T13" fmla="*/ 400 h 1043"/>
                  <a:gd name="T14" fmla="*/ 283 w 466"/>
                  <a:gd name="T15" fmla="*/ 247 h 1043"/>
                  <a:gd name="T16" fmla="*/ 147 w 466"/>
                  <a:gd name="T17" fmla="*/ 437 h 1043"/>
                  <a:gd name="T18" fmla="*/ 159 w 466"/>
                  <a:gd name="T19" fmla="*/ 389 h 1043"/>
                  <a:gd name="T20" fmla="*/ 325 w 466"/>
                  <a:gd name="T21" fmla="*/ 161 h 1043"/>
                  <a:gd name="T22" fmla="*/ 437 w 466"/>
                  <a:gd name="T23" fmla="*/ 1 h 1043"/>
                  <a:gd name="T24" fmla="*/ 356 w 466"/>
                  <a:gd name="T25" fmla="*/ 43 h 1043"/>
                  <a:gd name="T26" fmla="*/ 194 w 466"/>
                  <a:gd name="T27" fmla="*/ 172 h 1043"/>
                  <a:gd name="T28" fmla="*/ 201 w 466"/>
                  <a:gd name="T29" fmla="*/ 147 h 1043"/>
                  <a:gd name="T30" fmla="*/ 146 w 466"/>
                  <a:gd name="T31" fmla="*/ 23 h 1043"/>
                  <a:gd name="T32" fmla="*/ 96 w 466"/>
                  <a:gd name="T33" fmla="*/ 306 h 1043"/>
                  <a:gd name="T34" fmla="*/ 211 w 466"/>
                  <a:gd name="T35" fmla="*/ 214 h 1043"/>
                  <a:gd name="T36" fmla="*/ 384 w 466"/>
                  <a:gd name="T37" fmla="*/ 56 h 1043"/>
                  <a:gd name="T38" fmla="*/ 352 w 466"/>
                  <a:gd name="T39" fmla="*/ 93 h 1043"/>
                  <a:gd name="T40" fmla="*/ 240 w 466"/>
                  <a:gd name="T41" fmla="*/ 220 h 1043"/>
                  <a:gd name="T42" fmla="*/ 68 w 466"/>
                  <a:gd name="T43" fmla="*/ 555 h 1043"/>
                  <a:gd name="T44" fmla="*/ 110 w 466"/>
                  <a:gd name="T45" fmla="*/ 700 h 1043"/>
                  <a:gd name="T46" fmla="*/ 142 w 466"/>
                  <a:gd name="T47" fmla="*/ 574 h 1043"/>
                  <a:gd name="T48" fmla="*/ 258 w 466"/>
                  <a:gd name="T49" fmla="*/ 344 h 1043"/>
                  <a:gd name="T50" fmla="*/ 341 w 466"/>
                  <a:gd name="T51" fmla="*/ 260 h 1043"/>
                  <a:gd name="T52" fmla="*/ 332 w 466"/>
                  <a:gd name="T53" fmla="*/ 376 h 1043"/>
                  <a:gd name="T54" fmla="*/ 313 w 466"/>
                  <a:gd name="T55" fmla="*/ 503 h 1043"/>
                  <a:gd name="T56" fmla="*/ 293 w 466"/>
                  <a:gd name="T57" fmla="*/ 576 h 1043"/>
                  <a:gd name="T58" fmla="*/ 284 w 466"/>
                  <a:gd name="T59" fmla="*/ 627 h 1043"/>
                  <a:gd name="T60" fmla="*/ 284 w 466"/>
                  <a:gd name="T61" fmla="*/ 455 h 1043"/>
                  <a:gd name="T62" fmla="*/ 201 w 466"/>
                  <a:gd name="T63" fmla="*/ 572 h 1043"/>
                  <a:gd name="T64" fmla="*/ 3 w 466"/>
                  <a:gd name="T65" fmla="*/ 1027 h 1043"/>
                  <a:gd name="T66" fmla="*/ 105 w 466"/>
                  <a:gd name="T67" fmla="*/ 958 h 1043"/>
                  <a:gd name="T68" fmla="*/ 301 w 466"/>
                  <a:gd name="T69" fmla="*/ 768 h 1043"/>
                  <a:gd name="T70" fmla="*/ 378 w 466"/>
                  <a:gd name="T71" fmla="*/ 740 h 1043"/>
                  <a:gd name="T72" fmla="*/ 219 w 466"/>
                  <a:gd name="T73" fmla="*/ 881 h 1043"/>
                  <a:gd name="T74" fmla="*/ 304 w 466"/>
                  <a:gd name="T75" fmla="*/ 979 h 1043"/>
                  <a:gd name="T76" fmla="*/ 435 w 466"/>
                  <a:gd name="T77" fmla="*/ 991 h 1043"/>
                  <a:gd name="T78" fmla="*/ 449 w 466"/>
                  <a:gd name="T79" fmla="*/ 951 h 1043"/>
                  <a:gd name="T80" fmla="*/ 129 w 466"/>
                  <a:gd name="T81" fmla="*/ 467 h 1043"/>
                  <a:gd name="T82" fmla="*/ 134 w 466"/>
                  <a:gd name="T83" fmla="*/ 466 h 1043"/>
                  <a:gd name="T84" fmla="*/ 277 w 466"/>
                  <a:gd name="T85" fmla="*/ 889 h 1043"/>
                  <a:gd name="T86" fmla="*/ 309 w 466"/>
                  <a:gd name="T87" fmla="*/ 910 h 1043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</a:cxnLst>
                <a:rect l="0" t="0" r="r" b="b"/>
                <a:pathLst>
                  <a:path w="466" h="1043">
                    <a:moveTo>
                      <a:pt x="412" y="914"/>
                    </a:moveTo>
                    <a:cubicBezTo>
                      <a:pt x="407" y="911"/>
                      <a:pt x="388" y="899"/>
                      <a:pt x="385" y="893"/>
                    </a:cubicBezTo>
                    <a:cubicBezTo>
                      <a:pt x="379" y="887"/>
                      <a:pt x="392" y="857"/>
                      <a:pt x="392" y="857"/>
                    </a:cubicBezTo>
                    <a:cubicBezTo>
                      <a:pt x="396" y="826"/>
                      <a:pt x="441" y="785"/>
                      <a:pt x="420" y="740"/>
                    </a:cubicBezTo>
                    <a:cubicBezTo>
                      <a:pt x="405" y="709"/>
                      <a:pt x="367" y="710"/>
                      <a:pt x="334" y="722"/>
                    </a:cubicBezTo>
                    <a:cubicBezTo>
                      <a:pt x="307" y="731"/>
                      <a:pt x="277" y="745"/>
                      <a:pt x="253" y="759"/>
                    </a:cubicBezTo>
                    <a:cubicBezTo>
                      <a:pt x="245" y="763"/>
                      <a:pt x="238" y="773"/>
                      <a:pt x="230" y="776"/>
                    </a:cubicBezTo>
                    <a:cubicBezTo>
                      <a:pt x="210" y="786"/>
                      <a:pt x="190" y="795"/>
                      <a:pt x="173" y="808"/>
                    </a:cubicBezTo>
                    <a:cubicBezTo>
                      <a:pt x="171" y="808"/>
                      <a:pt x="170" y="808"/>
                      <a:pt x="169" y="808"/>
                    </a:cubicBezTo>
                    <a:cubicBezTo>
                      <a:pt x="168" y="807"/>
                      <a:pt x="167" y="805"/>
                      <a:pt x="166" y="803"/>
                    </a:cubicBezTo>
                    <a:cubicBezTo>
                      <a:pt x="195" y="763"/>
                      <a:pt x="208" y="713"/>
                      <a:pt x="233" y="670"/>
                    </a:cubicBezTo>
                    <a:cubicBezTo>
                      <a:pt x="234" y="670"/>
                      <a:pt x="235" y="670"/>
                      <a:pt x="236" y="670"/>
                    </a:cubicBezTo>
                    <a:cubicBezTo>
                      <a:pt x="238" y="694"/>
                      <a:pt x="273" y="713"/>
                      <a:pt x="298" y="708"/>
                    </a:cubicBezTo>
                    <a:cubicBezTo>
                      <a:pt x="310" y="691"/>
                      <a:pt x="311" y="654"/>
                      <a:pt x="319" y="634"/>
                    </a:cubicBezTo>
                    <a:cubicBezTo>
                      <a:pt x="319" y="628"/>
                      <a:pt x="319" y="623"/>
                      <a:pt x="319" y="617"/>
                    </a:cubicBezTo>
                    <a:cubicBezTo>
                      <a:pt x="322" y="609"/>
                      <a:pt x="326" y="592"/>
                      <a:pt x="330" y="582"/>
                    </a:cubicBezTo>
                    <a:cubicBezTo>
                      <a:pt x="331" y="567"/>
                      <a:pt x="332" y="552"/>
                      <a:pt x="334" y="537"/>
                    </a:cubicBezTo>
                    <a:cubicBezTo>
                      <a:pt x="338" y="523"/>
                      <a:pt x="344" y="505"/>
                      <a:pt x="341" y="489"/>
                    </a:cubicBezTo>
                    <a:cubicBezTo>
                      <a:pt x="344" y="485"/>
                      <a:pt x="346" y="475"/>
                      <a:pt x="348" y="469"/>
                    </a:cubicBezTo>
                    <a:cubicBezTo>
                      <a:pt x="348" y="463"/>
                      <a:pt x="348" y="458"/>
                      <a:pt x="348" y="453"/>
                    </a:cubicBezTo>
                    <a:cubicBezTo>
                      <a:pt x="353" y="441"/>
                      <a:pt x="361" y="413"/>
                      <a:pt x="362" y="400"/>
                    </a:cubicBezTo>
                    <a:cubicBezTo>
                      <a:pt x="363" y="387"/>
                      <a:pt x="385" y="326"/>
                      <a:pt x="382" y="322"/>
                    </a:cubicBezTo>
                    <a:cubicBezTo>
                      <a:pt x="386" y="291"/>
                      <a:pt x="408" y="244"/>
                      <a:pt x="375" y="223"/>
                    </a:cubicBezTo>
                    <a:cubicBezTo>
                      <a:pt x="343" y="203"/>
                      <a:pt x="305" y="232"/>
                      <a:pt x="283" y="247"/>
                    </a:cubicBezTo>
                    <a:cubicBezTo>
                      <a:pt x="227" y="285"/>
                      <a:pt x="193" y="338"/>
                      <a:pt x="165" y="400"/>
                    </a:cubicBezTo>
                    <a:cubicBezTo>
                      <a:pt x="163" y="402"/>
                      <a:pt x="161" y="404"/>
                      <a:pt x="159" y="406"/>
                    </a:cubicBezTo>
                    <a:cubicBezTo>
                      <a:pt x="153" y="415"/>
                      <a:pt x="151" y="428"/>
                      <a:pt x="147" y="437"/>
                    </a:cubicBezTo>
                    <a:cubicBezTo>
                      <a:pt x="145" y="441"/>
                      <a:pt x="138" y="449"/>
                      <a:pt x="137" y="452"/>
                    </a:cubicBezTo>
                    <a:cubicBezTo>
                      <a:pt x="134" y="450"/>
                      <a:pt x="136" y="450"/>
                      <a:pt x="135" y="447"/>
                    </a:cubicBezTo>
                    <a:cubicBezTo>
                      <a:pt x="147" y="437"/>
                      <a:pt x="149" y="410"/>
                      <a:pt x="159" y="389"/>
                    </a:cubicBezTo>
                    <a:cubicBezTo>
                      <a:pt x="176" y="353"/>
                      <a:pt x="199" y="322"/>
                      <a:pt x="218" y="287"/>
                    </a:cubicBezTo>
                    <a:cubicBezTo>
                      <a:pt x="235" y="253"/>
                      <a:pt x="267" y="226"/>
                      <a:pt x="291" y="193"/>
                    </a:cubicBezTo>
                    <a:cubicBezTo>
                      <a:pt x="300" y="180"/>
                      <a:pt x="316" y="173"/>
                      <a:pt x="325" y="161"/>
                    </a:cubicBezTo>
                    <a:cubicBezTo>
                      <a:pt x="332" y="151"/>
                      <a:pt x="347" y="133"/>
                      <a:pt x="357" y="127"/>
                    </a:cubicBezTo>
                    <a:cubicBezTo>
                      <a:pt x="398" y="100"/>
                      <a:pt x="438" y="61"/>
                      <a:pt x="454" y="13"/>
                    </a:cubicBezTo>
                    <a:cubicBezTo>
                      <a:pt x="448" y="9"/>
                      <a:pt x="442" y="5"/>
                      <a:pt x="437" y="1"/>
                    </a:cubicBezTo>
                    <a:cubicBezTo>
                      <a:pt x="432" y="6"/>
                      <a:pt x="422" y="0"/>
                      <a:pt x="417" y="2"/>
                    </a:cubicBezTo>
                    <a:cubicBezTo>
                      <a:pt x="412" y="4"/>
                      <a:pt x="405" y="12"/>
                      <a:pt x="401" y="15"/>
                    </a:cubicBezTo>
                    <a:cubicBezTo>
                      <a:pt x="386" y="26"/>
                      <a:pt x="371" y="33"/>
                      <a:pt x="356" y="43"/>
                    </a:cubicBezTo>
                    <a:cubicBezTo>
                      <a:pt x="343" y="50"/>
                      <a:pt x="333" y="65"/>
                      <a:pt x="321" y="72"/>
                    </a:cubicBezTo>
                    <a:cubicBezTo>
                      <a:pt x="281" y="99"/>
                      <a:pt x="252" y="129"/>
                      <a:pt x="212" y="155"/>
                    </a:cubicBezTo>
                    <a:cubicBezTo>
                      <a:pt x="206" y="161"/>
                      <a:pt x="200" y="166"/>
                      <a:pt x="194" y="172"/>
                    </a:cubicBezTo>
                    <a:cubicBezTo>
                      <a:pt x="193" y="172"/>
                      <a:pt x="193" y="173"/>
                      <a:pt x="192" y="174"/>
                    </a:cubicBezTo>
                    <a:cubicBezTo>
                      <a:pt x="192" y="172"/>
                      <a:pt x="192" y="171"/>
                      <a:pt x="191" y="170"/>
                    </a:cubicBezTo>
                    <a:cubicBezTo>
                      <a:pt x="197" y="167"/>
                      <a:pt x="196" y="156"/>
                      <a:pt x="201" y="147"/>
                    </a:cubicBezTo>
                    <a:cubicBezTo>
                      <a:pt x="206" y="135"/>
                      <a:pt x="213" y="122"/>
                      <a:pt x="215" y="105"/>
                    </a:cubicBezTo>
                    <a:cubicBezTo>
                      <a:pt x="220" y="69"/>
                      <a:pt x="183" y="22"/>
                      <a:pt x="147" y="23"/>
                    </a:cubicBezTo>
                    <a:cubicBezTo>
                      <a:pt x="146" y="23"/>
                      <a:pt x="146" y="23"/>
                      <a:pt x="146" y="23"/>
                    </a:cubicBezTo>
                    <a:cubicBezTo>
                      <a:pt x="135" y="37"/>
                      <a:pt x="137" y="61"/>
                      <a:pt x="129" y="78"/>
                    </a:cubicBezTo>
                    <a:cubicBezTo>
                      <a:pt x="112" y="117"/>
                      <a:pt x="88" y="163"/>
                      <a:pt x="73" y="211"/>
                    </a:cubicBezTo>
                    <a:cubicBezTo>
                      <a:pt x="63" y="245"/>
                      <a:pt x="76" y="295"/>
                      <a:pt x="96" y="306"/>
                    </a:cubicBezTo>
                    <a:cubicBezTo>
                      <a:pt x="120" y="302"/>
                      <a:pt x="141" y="277"/>
                      <a:pt x="154" y="264"/>
                    </a:cubicBezTo>
                    <a:cubicBezTo>
                      <a:pt x="157" y="260"/>
                      <a:pt x="160" y="256"/>
                      <a:pt x="163" y="253"/>
                    </a:cubicBezTo>
                    <a:cubicBezTo>
                      <a:pt x="183" y="243"/>
                      <a:pt x="194" y="226"/>
                      <a:pt x="211" y="214"/>
                    </a:cubicBezTo>
                    <a:cubicBezTo>
                      <a:pt x="238" y="196"/>
                      <a:pt x="259" y="176"/>
                      <a:pt x="280" y="152"/>
                    </a:cubicBezTo>
                    <a:cubicBezTo>
                      <a:pt x="295" y="134"/>
                      <a:pt x="322" y="117"/>
                      <a:pt x="332" y="98"/>
                    </a:cubicBezTo>
                    <a:cubicBezTo>
                      <a:pt x="341" y="82"/>
                      <a:pt x="377" y="69"/>
                      <a:pt x="384" y="56"/>
                    </a:cubicBezTo>
                    <a:cubicBezTo>
                      <a:pt x="385" y="56"/>
                      <a:pt x="386" y="56"/>
                      <a:pt x="387" y="56"/>
                    </a:cubicBezTo>
                    <a:cubicBezTo>
                      <a:pt x="387" y="56"/>
                      <a:pt x="387" y="57"/>
                      <a:pt x="387" y="58"/>
                    </a:cubicBezTo>
                    <a:cubicBezTo>
                      <a:pt x="377" y="71"/>
                      <a:pt x="363" y="80"/>
                      <a:pt x="352" y="93"/>
                    </a:cubicBezTo>
                    <a:cubicBezTo>
                      <a:pt x="353" y="94"/>
                      <a:pt x="333" y="115"/>
                      <a:pt x="329" y="120"/>
                    </a:cubicBezTo>
                    <a:cubicBezTo>
                      <a:pt x="304" y="147"/>
                      <a:pt x="277" y="172"/>
                      <a:pt x="253" y="201"/>
                    </a:cubicBezTo>
                    <a:cubicBezTo>
                      <a:pt x="255" y="203"/>
                      <a:pt x="243" y="217"/>
                      <a:pt x="240" y="220"/>
                    </a:cubicBezTo>
                    <a:cubicBezTo>
                      <a:pt x="224" y="237"/>
                      <a:pt x="209" y="257"/>
                      <a:pt x="195" y="276"/>
                    </a:cubicBezTo>
                    <a:cubicBezTo>
                      <a:pt x="141" y="351"/>
                      <a:pt x="103" y="443"/>
                      <a:pt x="75" y="534"/>
                    </a:cubicBezTo>
                    <a:cubicBezTo>
                      <a:pt x="73" y="542"/>
                      <a:pt x="70" y="550"/>
                      <a:pt x="68" y="555"/>
                    </a:cubicBezTo>
                    <a:cubicBezTo>
                      <a:pt x="69" y="559"/>
                      <a:pt x="69" y="562"/>
                      <a:pt x="70" y="566"/>
                    </a:cubicBezTo>
                    <a:cubicBezTo>
                      <a:pt x="57" y="602"/>
                      <a:pt x="13" y="739"/>
                      <a:pt x="88" y="738"/>
                    </a:cubicBezTo>
                    <a:cubicBezTo>
                      <a:pt x="102" y="728"/>
                      <a:pt x="105" y="719"/>
                      <a:pt x="110" y="700"/>
                    </a:cubicBezTo>
                    <a:cubicBezTo>
                      <a:pt x="110" y="693"/>
                      <a:pt x="110" y="686"/>
                      <a:pt x="110" y="679"/>
                    </a:cubicBezTo>
                    <a:cubicBezTo>
                      <a:pt x="122" y="655"/>
                      <a:pt x="126" y="615"/>
                      <a:pt x="140" y="589"/>
                    </a:cubicBezTo>
                    <a:cubicBezTo>
                      <a:pt x="141" y="584"/>
                      <a:pt x="141" y="579"/>
                      <a:pt x="142" y="574"/>
                    </a:cubicBezTo>
                    <a:cubicBezTo>
                      <a:pt x="165" y="524"/>
                      <a:pt x="183" y="467"/>
                      <a:pt x="205" y="419"/>
                    </a:cubicBezTo>
                    <a:cubicBezTo>
                      <a:pt x="214" y="398"/>
                      <a:pt x="232" y="380"/>
                      <a:pt x="243" y="359"/>
                    </a:cubicBezTo>
                    <a:cubicBezTo>
                      <a:pt x="248" y="354"/>
                      <a:pt x="253" y="349"/>
                      <a:pt x="258" y="344"/>
                    </a:cubicBezTo>
                    <a:cubicBezTo>
                      <a:pt x="266" y="328"/>
                      <a:pt x="277" y="315"/>
                      <a:pt x="293" y="304"/>
                    </a:cubicBezTo>
                    <a:cubicBezTo>
                      <a:pt x="295" y="301"/>
                      <a:pt x="297" y="298"/>
                      <a:pt x="299" y="295"/>
                    </a:cubicBezTo>
                    <a:cubicBezTo>
                      <a:pt x="312" y="282"/>
                      <a:pt x="324" y="268"/>
                      <a:pt x="341" y="260"/>
                    </a:cubicBezTo>
                    <a:cubicBezTo>
                      <a:pt x="344" y="262"/>
                      <a:pt x="347" y="264"/>
                      <a:pt x="349" y="265"/>
                    </a:cubicBezTo>
                    <a:cubicBezTo>
                      <a:pt x="360" y="282"/>
                      <a:pt x="347" y="312"/>
                      <a:pt x="341" y="324"/>
                    </a:cubicBezTo>
                    <a:cubicBezTo>
                      <a:pt x="345" y="329"/>
                      <a:pt x="334" y="370"/>
                      <a:pt x="332" y="376"/>
                    </a:cubicBezTo>
                    <a:cubicBezTo>
                      <a:pt x="328" y="397"/>
                      <a:pt x="324" y="419"/>
                      <a:pt x="320" y="440"/>
                    </a:cubicBezTo>
                    <a:cubicBezTo>
                      <a:pt x="319" y="458"/>
                      <a:pt x="316" y="463"/>
                      <a:pt x="312" y="476"/>
                    </a:cubicBezTo>
                    <a:cubicBezTo>
                      <a:pt x="314" y="481"/>
                      <a:pt x="314" y="501"/>
                      <a:pt x="313" y="503"/>
                    </a:cubicBezTo>
                    <a:cubicBezTo>
                      <a:pt x="311" y="505"/>
                      <a:pt x="308" y="507"/>
                      <a:pt x="306" y="508"/>
                    </a:cubicBezTo>
                    <a:cubicBezTo>
                      <a:pt x="306" y="516"/>
                      <a:pt x="306" y="525"/>
                      <a:pt x="306" y="533"/>
                    </a:cubicBezTo>
                    <a:cubicBezTo>
                      <a:pt x="301" y="544"/>
                      <a:pt x="296" y="563"/>
                      <a:pt x="293" y="576"/>
                    </a:cubicBezTo>
                    <a:cubicBezTo>
                      <a:pt x="294" y="580"/>
                      <a:pt x="295" y="585"/>
                      <a:pt x="295" y="590"/>
                    </a:cubicBezTo>
                    <a:cubicBezTo>
                      <a:pt x="292" y="599"/>
                      <a:pt x="288" y="614"/>
                      <a:pt x="288" y="625"/>
                    </a:cubicBezTo>
                    <a:cubicBezTo>
                      <a:pt x="286" y="625"/>
                      <a:pt x="285" y="626"/>
                      <a:pt x="284" y="627"/>
                    </a:cubicBezTo>
                    <a:cubicBezTo>
                      <a:pt x="260" y="620"/>
                      <a:pt x="276" y="577"/>
                      <a:pt x="282" y="564"/>
                    </a:cubicBezTo>
                    <a:cubicBezTo>
                      <a:pt x="287" y="551"/>
                      <a:pt x="312" y="507"/>
                      <a:pt x="302" y="480"/>
                    </a:cubicBezTo>
                    <a:cubicBezTo>
                      <a:pt x="298" y="470"/>
                      <a:pt x="290" y="463"/>
                      <a:pt x="284" y="455"/>
                    </a:cubicBezTo>
                    <a:cubicBezTo>
                      <a:pt x="275" y="443"/>
                      <a:pt x="265" y="436"/>
                      <a:pt x="253" y="432"/>
                    </a:cubicBezTo>
                    <a:cubicBezTo>
                      <a:pt x="236" y="426"/>
                      <a:pt x="225" y="439"/>
                      <a:pt x="218" y="444"/>
                    </a:cubicBezTo>
                    <a:cubicBezTo>
                      <a:pt x="187" y="466"/>
                      <a:pt x="191" y="536"/>
                      <a:pt x="201" y="572"/>
                    </a:cubicBezTo>
                    <a:cubicBezTo>
                      <a:pt x="203" y="580"/>
                      <a:pt x="209" y="614"/>
                      <a:pt x="206" y="622"/>
                    </a:cubicBezTo>
                    <a:cubicBezTo>
                      <a:pt x="164" y="721"/>
                      <a:pt x="105" y="809"/>
                      <a:pt x="58" y="908"/>
                    </a:cubicBezTo>
                    <a:cubicBezTo>
                      <a:pt x="40" y="947"/>
                      <a:pt x="0" y="975"/>
                      <a:pt x="3" y="1027"/>
                    </a:cubicBezTo>
                    <a:cubicBezTo>
                      <a:pt x="10" y="1032"/>
                      <a:pt x="17" y="1037"/>
                      <a:pt x="24" y="1043"/>
                    </a:cubicBezTo>
                    <a:cubicBezTo>
                      <a:pt x="58" y="1041"/>
                      <a:pt x="79" y="996"/>
                      <a:pt x="94" y="968"/>
                    </a:cubicBezTo>
                    <a:cubicBezTo>
                      <a:pt x="97" y="965"/>
                      <a:pt x="101" y="962"/>
                      <a:pt x="105" y="958"/>
                    </a:cubicBezTo>
                    <a:cubicBezTo>
                      <a:pt x="115" y="944"/>
                      <a:pt x="122" y="933"/>
                      <a:pt x="132" y="918"/>
                    </a:cubicBezTo>
                    <a:cubicBezTo>
                      <a:pt x="138" y="909"/>
                      <a:pt x="151" y="903"/>
                      <a:pt x="157" y="894"/>
                    </a:cubicBezTo>
                    <a:cubicBezTo>
                      <a:pt x="187" y="846"/>
                      <a:pt x="255" y="801"/>
                      <a:pt x="301" y="768"/>
                    </a:cubicBezTo>
                    <a:cubicBezTo>
                      <a:pt x="308" y="763"/>
                      <a:pt x="338" y="749"/>
                      <a:pt x="347" y="745"/>
                    </a:cubicBezTo>
                    <a:cubicBezTo>
                      <a:pt x="357" y="742"/>
                      <a:pt x="364" y="743"/>
                      <a:pt x="371" y="738"/>
                    </a:cubicBezTo>
                    <a:cubicBezTo>
                      <a:pt x="375" y="739"/>
                      <a:pt x="375" y="739"/>
                      <a:pt x="378" y="740"/>
                    </a:cubicBezTo>
                    <a:cubicBezTo>
                      <a:pt x="390" y="781"/>
                      <a:pt x="348" y="829"/>
                      <a:pt x="342" y="860"/>
                    </a:cubicBezTo>
                    <a:cubicBezTo>
                      <a:pt x="323" y="860"/>
                      <a:pt x="315" y="851"/>
                      <a:pt x="300" y="845"/>
                    </a:cubicBezTo>
                    <a:cubicBezTo>
                      <a:pt x="261" y="831"/>
                      <a:pt x="230" y="846"/>
                      <a:pt x="219" y="881"/>
                    </a:cubicBezTo>
                    <a:cubicBezTo>
                      <a:pt x="218" y="886"/>
                      <a:pt x="223" y="890"/>
                      <a:pt x="224" y="894"/>
                    </a:cubicBezTo>
                    <a:cubicBezTo>
                      <a:pt x="234" y="922"/>
                      <a:pt x="250" y="944"/>
                      <a:pt x="275" y="963"/>
                    </a:cubicBezTo>
                    <a:cubicBezTo>
                      <a:pt x="281" y="967"/>
                      <a:pt x="290" y="984"/>
                      <a:pt x="304" y="979"/>
                    </a:cubicBezTo>
                    <a:cubicBezTo>
                      <a:pt x="331" y="971"/>
                      <a:pt x="343" y="932"/>
                      <a:pt x="360" y="928"/>
                    </a:cubicBezTo>
                    <a:cubicBezTo>
                      <a:pt x="375" y="940"/>
                      <a:pt x="385" y="961"/>
                      <a:pt x="401" y="973"/>
                    </a:cubicBezTo>
                    <a:cubicBezTo>
                      <a:pt x="412" y="980"/>
                      <a:pt x="425" y="986"/>
                      <a:pt x="435" y="991"/>
                    </a:cubicBezTo>
                    <a:cubicBezTo>
                      <a:pt x="441" y="995"/>
                      <a:pt x="446" y="1001"/>
                      <a:pt x="456" y="1001"/>
                    </a:cubicBezTo>
                    <a:cubicBezTo>
                      <a:pt x="460" y="999"/>
                      <a:pt x="465" y="993"/>
                      <a:pt x="466" y="988"/>
                    </a:cubicBezTo>
                    <a:cubicBezTo>
                      <a:pt x="460" y="982"/>
                      <a:pt x="456" y="960"/>
                      <a:pt x="449" y="951"/>
                    </a:cubicBezTo>
                    <a:cubicBezTo>
                      <a:pt x="443" y="942"/>
                      <a:pt x="421" y="919"/>
                      <a:pt x="412" y="914"/>
                    </a:cubicBezTo>
                    <a:close/>
                    <a:moveTo>
                      <a:pt x="134" y="466"/>
                    </a:moveTo>
                    <a:cubicBezTo>
                      <a:pt x="132" y="466"/>
                      <a:pt x="131" y="467"/>
                      <a:pt x="129" y="467"/>
                    </a:cubicBezTo>
                    <a:cubicBezTo>
                      <a:pt x="130" y="465"/>
                      <a:pt x="131" y="462"/>
                      <a:pt x="132" y="460"/>
                    </a:cubicBezTo>
                    <a:cubicBezTo>
                      <a:pt x="133" y="461"/>
                      <a:pt x="134" y="461"/>
                      <a:pt x="134" y="462"/>
                    </a:cubicBezTo>
                    <a:cubicBezTo>
                      <a:pt x="134" y="463"/>
                      <a:pt x="134" y="465"/>
                      <a:pt x="134" y="466"/>
                    </a:cubicBezTo>
                    <a:close/>
                    <a:moveTo>
                      <a:pt x="309" y="910"/>
                    </a:moveTo>
                    <a:cubicBezTo>
                      <a:pt x="303" y="914"/>
                      <a:pt x="300" y="912"/>
                      <a:pt x="291" y="915"/>
                    </a:cubicBezTo>
                    <a:cubicBezTo>
                      <a:pt x="285" y="907"/>
                      <a:pt x="281" y="900"/>
                      <a:pt x="277" y="889"/>
                    </a:cubicBezTo>
                    <a:cubicBezTo>
                      <a:pt x="278" y="888"/>
                      <a:pt x="277" y="889"/>
                      <a:pt x="278" y="888"/>
                    </a:cubicBezTo>
                    <a:cubicBezTo>
                      <a:pt x="290" y="888"/>
                      <a:pt x="297" y="893"/>
                      <a:pt x="306" y="894"/>
                    </a:cubicBezTo>
                    <a:cubicBezTo>
                      <a:pt x="309" y="898"/>
                      <a:pt x="310" y="902"/>
                      <a:pt x="309" y="910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</p:grpSp>
        <p:grpSp>
          <p:nvGrpSpPr>
            <p:cNvPr id="47" name="íšľïḋê"/>
            <p:cNvGrpSpPr/>
            <p:nvPr/>
          </p:nvGrpSpPr>
          <p:grpSpPr>
            <a:xfrm>
              <a:off x="8190759" y="2868968"/>
              <a:ext cx="635165" cy="888620"/>
              <a:chOff x="6813550" y="4995860"/>
              <a:chExt cx="660400" cy="923924"/>
            </a:xfrm>
            <a:grpFill/>
          </p:grpSpPr>
          <p:sp>
            <p:nvSpPr>
              <p:cNvPr id="53" name="ïşḻiḍe"/>
              <p:cNvSpPr/>
              <p:nvPr/>
            </p:nvSpPr>
            <p:spPr bwMode="auto">
              <a:xfrm>
                <a:off x="6813550" y="4995860"/>
                <a:ext cx="660400" cy="923924"/>
              </a:xfrm>
              <a:custGeom>
                <a:avLst/>
                <a:gdLst>
                  <a:gd name="T0" fmla="*/ 467 w 649"/>
                  <a:gd name="T1" fmla="*/ 260 h 907"/>
                  <a:gd name="T2" fmla="*/ 543 w 649"/>
                  <a:gd name="T3" fmla="*/ 120 h 907"/>
                  <a:gd name="T4" fmla="*/ 577 w 649"/>
                  <a:gd name="T5" fmla="*/ 2 h 907"/>
                  <a:gd name="T6" fmla="*/ 462 w 649"/>
                  <a:gd name="T7" fmla="*/ 50 h 907"/>
                  <a:gd name="T8" fmla="*/ 562 w 649"/>
                  <a:gd name="T9" fmla="*/ 49 h 907"/>
                  <a:gd name="T10" fmla="*/ 445 w 649"/>
                  <a:gd name="T11" fmla="*/ 265 h 907"/>
                  <a:gd name="T12" fmla="*/ 433 w 649"/>
                  <a:gd name="T13" fmla="*/ 236 h 907"/>
                  <a:gd name="T14" fmla="*/ 395 w 649"/>
                  <a:gd name="T15" fmla="*/ 120 h 907"/>
                  <a:gd name="T16" fmla="*/ 460 w 649"/>
                  <a:gd name="T17" fmla="*/ 18 h 907"/>
                  <a:gd name="T18" fmla="*/ 294 w 649"/>
                  <a:gd name="T19" fmla="*/ 91 h 907"/>
                  <a:gd name="T20" fmla="*/ 301 w 649"/>
                  <a:gd name="T21" fmla="*/ 122 h 907"/>
                  <a:gd name="T22" fmla="*/ 283 w 649"/>
                  <a:gd name="T23" fmla="*/ 157 h 907"/>
                  <a:gd name="T24" fmla="*/ 315 w 649"/>
                  <a:gd name="T25" fmla="*/ 202 h 907"/>
                  <a:gd name="T26" fmla="*/ 193 w 649"/>
                  <a:gd name="T27" fmla="*/ 266 h 907"/>
                  <a:gd name="T28" fmla="*/ 231 w 649"/>
                  <a:gd name="T29" fmla="*/ 330 h 907"/>
                  <a:gd name="T30" fmla="*/ 308 w 649"/>
                  <a:gd name="T31" fmla="*/ 264 h 907"/>
                  <a:gd name="T32" fmla="*/ 362 w 649"/>
                  <a:gd name="T33" fmla="*/ 332 h 907"/>
                  <a:gd name="T34" fmla="*/ 175 w 649"/>
                  <a:gd name="T35" fmla="*/ 395 h 907"/>
                  <a:gd name="T36" fmla="*/ 177 w 649"/>
                  <a:gd name="T37" fmla="*/ 277 h 907"/>
                  <a:gd name="T38" fmla="*/ 155 w 649"/>
                  <a:gd name="T39" fmla="*/ 258 h 907"/>
                  <a:gd name="T40" fmla="*/ 165 w 649"/>
                  <a:gd name="T41" fmla="*/ 428 h 907"/>
                  <a:gd name="T42" fmla="*/ 246 w 649"/>
                  <a:gd name="T43" fmla="*/ 406 h 907"/>
                  <a:gd name="T44" fmla="*/ 278 w 649"/>
                  <a:gd name="T45" fmla="*/ 393 h 907"/>
                  <a:gd name="T46" fmla="*/ 384 w 649"/>
                  <a:gd name="T47" fmla="*/ 399 h 907"/>
                  <a:gd name="T48" fmla="*/ 366 w 649"/>
                  <a:gd name="T49" fmla="*/ 494 h 907"/>
                  <a:gd name="T50" fmla="*/ 199 w 649"/>
                  <a:gd name="T51" fmla="*/ 615 h 907"/>
                  <a:gd name="T52" fmla="*/ 93 w 649"/>
                  <a:gd name="T53" fmla="*/ 660 h 907"/>
                  <a:gd name="T54" fmla="*/ 20 w 649"/>
                  <a:gd name="T55" fmla="*/ 679 h 907"/>
                  <a:gd name="T56" fmla="*/ 75 w 649"/>
                  <a:gd name="T57" fmla="*/ 751 h 907"/>
                  <a:gd name="T58" fmla="*/ 158 w 649"/>
                  <a:gd name="T59" fmla="*/ 718 h 907"/>
                  <a:gd name="T60" fmla="*/ 303 w 649"/>
                  <a:gd name="T61" fmla="*/ 847 h 907"/>
                  <a:gd name="T62" fmla="*/ 74 w 649"/>
                  <a:gd name="T63" fmla="*/ 775 h 907"/>
                  <a:gd name="T64" fmla="*/ 143 w 649"/>
                  <a:gd name="T65" fmla="*/ 847 h 907"/>
                  <a:gd name="T66" fmla="*/ 329 w 649"/>
                  <a:gd name="T67" fmla="*/ 906 h 907"/>
                  <a:gd name="T68" fmla="*/ 342 w 649"/>
                  <a:gd name="T69" fmla="*/ 787 h 907"/>
                  <a:gd name="T70" fmla="*/ 374 w 649"/>
                  <a:gd name="T71" fmla="*/ 641 h 907"/>
                  <a:gd name="T72" fmla="*/ 426 w 649"/>
                  <a:gd name="T73" fmla="*/ 624 h 907"/>
                  <a:gd name="T74" fmla="*/ 444 w 649"/>
                  <a:gd name="T75" fmla="*/ 561 h 907"/>
                  <a:gd name="T76" fmla="*/ 331 w 649"/>
                  <a:gd name="T77" fmla="*/ 570 h 907"/>
                  <a:gd name="T78" fmla="*/ 434 w 649"/>
                  <a:gd name="T79" fmla="*/ 481 h 907"/>
                  <a:gd name="T80" fmla="*/ 300 w 649"/>
                  <a:gd name="T81" fmla="*/ 473 h 907"/>
                  <a:gd name="T82" fmla="*/ 353 w 649"/>
                  <a:gd name="T83" fmla="*/ 434 h 907"/>
                  <a:gd name="T84" fmla="*/ 474 w 649"/>
                  <a:gd name="T85" fmla="*/ 401 h 907"/>
                  <a:gd name="T86" fmla="*/ 244 w 649"/>
                  <a:gd name="T87" fmla="*/ 294 h 907"/>
                  <a:gd name="T88" fmla="*/ 336 w 649"/>
                  <a:gd name="T89" fmla="*/ 238 h 907"/>
                  <a:gd name="T90" fmla="*/ 349 w 649"/>
                  <a:gd name="T91" fmla="*/ 250 h 907"/>
                  <a:gd name="T92" fmla="*/ 412 w 649"/>
                  <a:gd name="T93" fmla="*/ 129 h 907"/>
                  <a:gd name="T94" fmla="*/ 411 w 649"/>
                  <a:gd name="T95" fmla="*/ 138 h 907"/>
                  <a:gd name="T96" fmla="*/ 390 w 649"/>
                  <a:gd name="T97" fmla="*/ 272 h 907"/>
                  <a:gd name="T98" fmla="*/ 433 w 649"/>
                  <a:gd name="T99" fmla="*/ 353 h 907"/>
                  <a:gd name="T100" fmla="*/ 470 w 649"/>
                  <a:gd name="T101" fmla="*/ 334 h 907"/>
                  <a:gd name="T102" fmla="*/ 626 w 649"/>
                  <a:gd name="T103" fmla="*/ 306 h 90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  <a:cxn ang="0">
                    <a:pos x="T90" y="T91"/>
                  </a:cxn>
                  <a:cxn ang="0">
                    <a:pos x="T92" y="T93"/>
                  </a:cxn>
                  <a:cxn ang="0">
                    <a:pos x="T94" y="T95"/>
                  </a:cxn>
                  <a:cxn ang="0">
                    <a:pos x="T96" y="T97"/>
                  </a:cxn>
                  <a:cxn ang="0">
                    <a:pos x="T98" y="T99"/>
                  </a:cxn>
                  <a:cxn ang="0">
                    <a:pos x="T100" y="T101"/>
                  </a:cxn>
                  <a:cxn ang="0">
                    <a:pos x="T102" y="T103"/>
                  </a:cxn>
                </a:cxnLst>
                <a:rect l="0" t="0" r="r" b="b"/>
                <a:pathLst>
                  <a:path w="649" h="907">
                    <a:moveTo>
                      <a:pt x="513" y="305"/>
                    </a:moveTo>
                    <a:cubicBezTo>
                      <a:pt x="507" y="305"/>
                      <a:pt x="501" y="305"/>
                      <a:pt x="496" y="305"/>
                    </a:cubicBezTo>
                    <a:cubicBezTo>
                      <a:pt x="482" y="309"/>
                      <a:pt x="468" y="309"/>
                      <a:pt x="455" y="315"/>
                    </a:cubicBezTo>
                    <a:cubicBezTo>
                      <a:pt x="439" y="314"/>
                      <a:pt x="463" y="267"/>
                      <a:pt x="467" y="260"/>
                    </a:cubicBezTo>
                    <a:cubicBezTo>
                      <a:pt x="484" y="234"/>
                      <a:pt x="495" y="199"/>
                      <a:pt x="508" y="170"/>
                    </a:cubicBezTo>
                    <a:cubicBezTo>
                      <a:pt x="514" y="159"/>
                      <a:pt x="524" y="151"/>
                      <a:pt x="530" y="141"/>
                    </a:cubicBezTo>
                    <a:cubicBezTo>
                      <a:pt x="531" y="138"/>
                      <a:pt x="531" y="135"/>
                      <a:pt x="532" y="132"/>
                    </a:cubicBezTo>
                    <a:cubicBezTo>
                      <a:pt x="536" y="128"/>
                      <a:pt x="539" y="124"/>
                      <a:pt x="543" y="120"/>
                    </a:cubicBezTo>
                    <a:cubicBezTo>
                      <a:pt x="543" y="118"/>
                      <a:pt x="543" y="115"/>
                      <a:pt x="543" y="113"/>
                    </a:cubicBezTo>
                    <a:cubicBezTo>
                      <a:pt x="547" y="110"/>
                      <a:pt x="551" y="106"/>
                      <a:pt x="556" y="103"/>
                    </a:cubicBezTo>
                    <a:cubicBezTo>
                      <a:pt x="561" y="92"/>
                      <a:pt x="566" y="85"/>
                      <a:pt x="571" y="77"/>
                    </a:cubicBezTo>
                    <a:cubicBezTo>
                      <a:pt x="577" y="66"/>
                      <a:pt x="598" y="13"/>
                      <a:pt x="577" y="2"/>
                    </a:cubicBezTo>
                    <a:cubicBezTo>
                      <a:pt x="575" y="0"/>
                      <a:pt x="546" y="2"/>
                      <a:pt x="540" y="4"/>
                    </a:cubicBezTo>
                    <a:cubicBezTo>
                      <a:pt x="513" y="13"/>
                      <a:pt x="488" y="28"/>
                      <a:pt x="465" y="37"/>
                    </a:cubicBezTo>
                    <a:cubicBezTo>
                      <a:pt x="463" y="40"/>
                      <a:pt x="462" y="43"/>
                      <a:pt x="462" y="49"/>
                    </a:cubicBezTo>
                    <a:cubicBezTo>
                      <a:pt x="462" y="49"/>
                      <a:pt x="462" y="50"/>
                      <a:pt x="462" y="50"/>
                    </a:cubicBezTo>
                    <a:cubicBezTo>
                      <a:pt x="476" y="59"/>
                      <a:pt x="513" y="35"/>
                      <a:pt x="527" y="30"/>
                    </a:cubicBezTo>
                    <a:cubicBezTo>
                      <a:pt x="539" y="25"/>
                      <a:pt x="540" y="32"/>
                      <a:pt x="551" y="23"/>
                    </a:cubicBezTo>
                    <a:cubicBezTo>
                      <a:pt x="555" y="23"/>
                      <a:pt x="558" y="24"/>
                      <a:pt x="561" y="25"/>
                    </a:cubicBezTo>
                    <a:cubicBezTo>
                      <a:pt x="561" y="33"/>
                      <a:pt x="561" y="41"/>
                      <a:pt x="562" y="49"/>
                    </a:cubicBezTo>
                    <a:cubicBezTo>
                      <a:pt x="549" y="75"/>
                      <a:pt x="534" y="104"/>
                      <a:pt x="520" y="126"/>
                    </a:cubicBezTo>
                    <a:cubicBezTo>
                      <a:pt x="507" y="146"/>
                      <a:pt x="490" y="164"/>
                      <a:pt x="481" y="185"/>
                    </a:cubicBezTo>
                    <a:cubicBezTo>
                      <a:pt x="474" y="200"/>
                      <a:pt x="465" y="217"/>
                      <a:pt x="458" y="232"/>
                    </a:cubicBezTo>
                    <a:cubicBezTo>
                      <a:pt x="454" y="243"/>
                      <a:pt x="449" y="254"/>
                      <a:pt x="445" y="265"/>
                    </a:cubicBezTo>
                    <a:cubicBezTo>
                      <a:pt x="437" y="277"/>
                      <a:pt x="422" y="303"/>
                      <a:pt x="417" y="319"/>
                    </a:cubicBezTo>
                    <a:cubicBezTo>
                      <a:pt x="412" y="322"/>
                      <a:pt x="407" y="323"/>
                      <a:pt x="397" y="323"/>
                    </a:cubicBezTo>
                    <a:cubicBezTo>
                      <a:pt x="396" y="321"/>
                      <a:pt x="397" y="323"/>
                      <a:pt x="395" y="321"/>
                    </a:cubicBezTo>
                    <a:cubicBezTo>
                      <a:pt x="396" y="286"/>
                      <a:pt x="450" y="279"/>
                      <a:pt x="433" y="236"/>
                    </a:cubicBezTo>
                    <a:cubicBezTo>
                      <a:pt x="429" y="228"/>
                      <a:pt x="432" y="226"/>
                      <a:pt x="425" y="221"/>
                    </a:cubicBezTo>
                    <a:cubicBezTo>
                      <a:pt x="425" y="194"/>
                      <a:pt x="460" y="111"/>
                      <a:pt x="422" y="99"/>
                    </a:cubicBezTo>
                    <a:cubicBezTo>
                      <a:pt x="418" y="103"/>
                      <a:pt x="415" y="102"/>
                      <a:pt x="409" y="106"/>
                    </a:cubicBezTo>
                    <a:cubicBezTo>
                      <a:pt x="404" y="110"/>
                      <a:pt x="399" y="115"/>
                      <a:pt x="395" y="120"/>
                    </a:cubicBezTo>
                    <a:cubicBezTo>
                      <a:pt x="386" y="115"/>
                      <a:pt x="378" y="109"/>
                      <a:pt x="368" y="109"/>
                    </a:cubicBezTo>
                    <a:cubicBezTo>
                      <a:pt x="366" y="107"/>
                      <a:pt x="364" y="104"/>
                      <a:pt x="362" y="102"/>
                    </a:cubicBezTo>
                    <a:cubicBezTo>
                      <a:pt x="380" y="87"/>
                      <a:pt x="432" y="33"/>
                      <a:pt x="454" y="31"/>
                    </a:cubicBezTo>
                    <a:cubicBezTo>
                      <a:pt x="458" y="27"/>
                      <a:pt x="460" y="26"/>
                      <a:pt x="460" y="18"/>
                    </a:cubicBezTo>
                    <a:cubicBezTo>
                      <a:pt x="454" y="10"/>
                      <a:pt x="444" y="2"/>
                      <a:pt x="434" y="2"/>
                    </a:cubicBezTo>
                    <a:cubicBezTo>
                      <a:pt x="411" y="19"/>
                      <a:pt x="396" y="51"/>
                      <a:pt x="373" y="65"/>
                    </a:cubicBezTo>
                    <a:cubicBezTo>
                      <a:pt x="363" y="71"/>
                      <a:pt x="346" y="82"/>
                      <a:pt x="343" y="90"/>
                    </a:cubicBezTo>
                    <a:cubicBezTo>
                      <a:pt x="327" y="90"/>
                      <a:pt x="308" y="86"/>
                      <a:pt x="294" y="91"/>
                    </a:cubicBezTo>
                    <a:cubicBezTo>
                      <a:pt x="288" y="94"/>
                      <a:pt x="285" y="100"/>
                      <a:pt x="277" y="102"/>
                    </a:cubicBezTo>
                    <a:cubicBezTo>
                      <a:pt x="274" y="106"/>
                      <a:pt x="273" y="108"/>
                      <a:pt x="273" y="117"/>
                    </a:cubicBezTo>
                    <a:cubicBezTo>
                      <a:pt x="273" y="117"/>
                      <a:pt x="273" y="117"/>
                      <a:pt x="273" y="117"/>
                    </a:cubicBezTo>
                    <a:cubicBezTo>
                      <a:pt x="280" y="122"/>
                      <a:pt x="299" y="118"/>
                      <a:pt x="301" y="122"/>
                    </a:cubicBezTo>
                    <a:cubicBezTo>
                      <a:pt x="303" y="124"/>
                      <a:pt x="302" y="123"/>
                      <a:pt x="303" y="126"/>
                    </a:cubicBezTo>
                    <a:cubicBezTo>
                      <a:pt x="295" y="129"/>
                      <a:pt x="290" y="137"/>
                      <a:pt x="282" y="138"/>
                    </a:cubicBezTo>
                    <a:cubicBezTo>
                      <a:pt x="279" y="142"/>
                      <a:pt x="279" y="146"/>
                      <a:pt x="279" y="153"/>
                    </a:cubicBezTo>
                    <a:cubicBezTo>
                      <a:pt x="281" y="154"/>
                      <a:pt x="282" y="156"/>
                      <a:pt x="283" y="157"/>
                    </a:cubicBezTo>
                    <a:cubicBezTo>
                      <a:pt x="304" y="153"/>
                      <a:pt x="320" y="142"/>
                      <a:pt x="331" y="126"/>
                    </a:cubicBezTo>
                    <a:cubicBezTo>
                      <a:pt x="340" y="126"/>
                      <a:pt x="348" y="126"/>
                      <a:pt x="354" y="127"/>
                    </a:cubicBezTo>
                    <a:cubicBezTo>
                      <a:pt x="357" y="131"/>
                      <a:pt x="359" y="132"/>
                      <a:pt x="360" y="138"/>
                    </a:cubicBezTo>
                    <a:cubicBezTo>
                      <a:pt x="345" y="158"/>
                      <a:pt x="330" y="179"/>
                      <a:pt x="315" y="202"/>
                    </a:cubicBezTo>
                    <a:cubicBezTo>
                      <a:pt x="305" y="202"/>
                      <a:pt x="299" y="198"/>
                      <a:pt x="293" y="194"/>
                    </a:cubicBezTo>
                    <a:cubicBezTo>
                      <a:pt x="285" y="194"/>
                      <a:pt x="238" y="255"/>
                      <a:pt x="237" y="263"/>
                    </a:cubicBezTo>
                    <a:cubicBezTo>
                      <a:pt x="231" y="269"/>
                      <a:pt x="225" y="274"/>
                      <a:pt x="219" y="280"/>
                    </a:cubicBezTo>
                    <a:cubicBezTo>
                      <a:pt x="212" y="273"/>
                      <a:pt x="205" y="266"/>
                      <a:pt x="193" y="266"/>
                    </a:cubicBezTo>
                    <a:cubicBezTo>
                      <a:pt x="181" y="284"/>
                      <a:pt x="184" y="320"/>
                      <a:pt x="208" y="325"/>
                    </a:cubicBezTo>
                    <a:cubicBezTo>
                      <a:pt x="214" y="320"/>
                      <a:pt x="220" y="320"/>
                      <a:pt x="224" y="314"/>
                    </a:cubicBezTo>
                    <a:cubicBezTo>
                      <a:pt x="228" y="314"/>
                      <a:pt x="228" y="314"/>
                      <a:pt x="229" y="315"/>
                    </a:cubicBezTo>
                    <a:cubicBezTo>
                      <a:pt x="232" y="314"/>
                      <a:pt x="231" y="326"/>
                      <a:pt x="231" y="330"/>
                    </a:cubicBezTo>
                    <a:cubicBezTo>
                      <a:pt x="235" y="333"/>
                      <a:pt x="236" y="334"/>
                      <a:pt x="243" y="334"/>
                    </a:cubicBezTo>
                    <a:cubicBezTo>
                      <a:pt x="250" y="328"/>
                      <a:pt x="253" y="321"/>
                      <a:pt x="257" y="315"/>
                    </a:cubicBezTo>
                    <a:cubicBezTo>
                      <a:pt x="270" y="295"/>
                      <a:pt x="289" y="281"/>
                      <a:pt x="302" y="264"/>
                    </a:cubicBezTo>
                    <a:cubicBezTo>
                      <a:pt x="304" y="264"/>
                      <a:pt x="306" y="264"/>
                      <a:pt x="308" y="264"/>
                    </a:cubicBezTo>
                    <a:cubicBezTo>
                      <a:pt x="315" y="274"/>
                      <a:pt x="318" y="287"/>
                      <a:pt x="325" y="296"/>
                    </a:cubicBezTo>
                    <a:cubicBezTo>
                      <a:pt x="318" y="300"/>
                      <a:pt x="305" y="306"/>
                      <a:pt x="293" y="306"/>
                    </a:cubicBezTo>
                    <a:cubicBezTo>
                      <a:pt x="293" y="308"/>
                      <a:pt x="293" y="310"/>
                      <a:pt x="293" y="312"/>
                    </a:cubicBezTo>
                    <a:cubicBezTo>
                      <a:pt x="300" y="317"/>
                      <a:pt x="352" y="332"/>
                      <a:pt x="362" y="332"/>
                    </a:cubicBezTo>
                    <a:cubicBezTo>
                      <a:pt x="362" y="333"/>
                      <a:pt x="362" y="335"/>
                      <a:pt x="362" y="336"/>
                    </a:cubicBezTo>
                    <a:cubicBezTo>
                      <a:pt x="337" y="347"/>
                      <a:pt x="304" y="350"/>
                      <a:pt x="276" y="358"/>
                    </a:cubicBezTo>
                    <a:cubicBezTo>
                      <a:pt x="248" y="367"/>
                      <a:pt x="220" y="375"/>
                      <a:pt x="191" y="385"/>
                    </a:cubicBezTo>
                    <a:cubicBezTo>
                      <a:pt x="186" y="388"/>
                      <a:pt x="181" y="391"/>
                      <a:pt x="175" y="395"/>
                    </a:cubicBezTo>
                    <a:cubicBezTo>
                      <a:pt x="174" y="393"/>
                      <a:pt x="175" y="394"/>
                      <a:pt x="174" y="393"/>
                    </a:cubicBezTo>
                    <a:cubicBezTo>
                      <a:pt x="176" y="377"/>
                      <a:pt x="179" y="362"/>
                      <a:pt x="181" y="346"/>
                    </a:cubicBezTo>
                    <a:cubicBezTo>
                      <a:pt x="176" y="329"/>
                      <a:pt x="179" y="300"/>
                      <a:pt x="175" y="285"/>
                    </a:cubicBezTo>
                    <a:cubicBezTo>
                      <a:pt x="176" y="282"/>
                      <a:pt x="177" y="279"/>
                      <a:pt x="177" y="277"/>
                    </a:cubicBezTo>
                    <a:cubicBezTo>
                      <a:pt x="172" y="265"/>
                      <a:pt x="172" y="249"/>
                      <a:pt x="172" y="232"/>
                    </a:cubicBezTo>
                    <a:cubicBezTo>
                      <a:pt x="169" y="230"/>
                      <a:pt x="165" y="227"/>
                      <a:pt x="164" y="224"/>
                    </a:cubicBezTo>
                    <a:cubicBezTo>
                      <a:pt x="162" y="224"/>
                      <a:pt x="160" y="224"/>
                      <a:pt x="158" y="224"/>
                    </a:cubicBezTo>
                    <a:cubicBezTo>
                      <a:pt x="151" y="235"/>
                      <a:pt x="160" y="244"/>
                      <a:pt x="155" y="258"/>
                    </a:cubicBezTo>
                    <a:cubicBezTo>
                      <a:pt x="150" y="274"/>
                      <a:pt x="151" y="293"/>
                      <a:pt x="148" y="309"/>
                    </a:cubicBezTo>
                    <a:cubicBezTo>
                      <a:pt x="149" y="315"/>
                      <a:pt x="150" y="322"/>
                      <a:pt x="150" y="328"/>
                    </a:cubicBezTo>
                    <a:cubicBezTo>
                      <a:pt x="143" y="347"/>
                      <a:pt x="144" y="382"/>
                      <a:pt x="150" y="400"/>
                    </a:cubicBezTo>
                    <a:cubicBezTo>
                      <a:pt x="156" y="414"/>
                      <a:pt x="151" y="424"/>
                      <a:pt x="165" y="428"/>
                    </a:cubicBezTo>
                    <a:cubicBezTo>
                      <a:pt x="182" y="434"/>
                      <a:pt x="210" y="418"/>
                      <a:pt x="219" y="413"/>
                    </a:cubicBezTo>
                    <a:cubicBezTo>
                      <a:pt x="223" y="413"/>
                      <a:pt x="226" y="413"/>
                      <a:pt x="229" y="413"/>
                    </a:cubicBezTo>
                    <a:cubicBezTo>
                      <a:pt x="232" y="411"/>
                      <a:pt x="234" y="409"/>
                      <a:pt x="237" y="407"/>
                    </a:cubicBezTo>
                    <a:cubicBezTo>
                      <a:pt x="240" y="406"/>
                      <a:pt x="243" y="406"/>
                      <a:pt x="246" y="406"/>
                    </a:cubicBezTo>
                    <a:cubicBezTo>
                      <a:pt x="248" y="404"/>
                      <a:pt x="249" y="402"/>
                      <a:pt x="250" y="401"/>
                    </a:cubicBezTo>
                    <a:cubicBezTo>
                      <a:pt x="254" y="401"/>
                      <a:pt x="258" y="401"/>
                      <a:pt x="261" y="401"/>
                    </a:cubicBezTo>
                    <a:cubicBezTo>
                      <a:pt x="263" y="398"/>
                      <a:pt x="265" y="396"/>
                      <a:pt x="266" y="394"/>
                    </a:cubicBezTo>
                    <a:cubicBezTo>
                      <a:pt x="270" y="394"/>
                      <a:pt x="274" y="393"/>
                      <a:pt x="278" y="393"/>
                    </a:cubicBezTo>
                    <a:cubicBezTo>
                      <a:pt x="280" y="392"/>
                      <a:pt x="282" y="389"/>
                      <a:pt x="283" y="388"/>
                    </a:cubicBezTo>
                    <a:cubicBezTo>
                      <a:pt x="288" y="388"/>
                      <a:pt x="292" y="387"/>
                      <a:pt x="296" y="387"/>
                    </a:cubicBezTo>
                    <a:cubicBezTo>
                      <a:pt x="318" y="376"/>
                      <a:pt x="352" y="357"/>
                      <a:pt x="379" y="362"/>
                    </a:cubicBezTo>
                    <a:cubicBezTo>
                      <a:pt x="379" y="378"/>
                      <a:pt x="381" y="391"/>
                      <a:pt x="384" y="399"/>
                    </a:cubicBezTo>
                    <a:cubicBezTo>
                      <a:pt x="365" y="402"/>
                      <a:pt x="348" y="416"/>
                      <a:pt x="333" y="425"/>
                    </a:cubicBezTo>
                    <a:cubicBezTo>
                      <a:pt x="301" y="444"/>
                      <a:pt x="241" y="466"/>
                      <a:pt x="239" y="511"/>
                    </a:cubicBezTo>
                    <a:cubicBezTo>
                      <a:pt x="258" y="523"/>
                      <a:pt x="333" y="507"/>
                      <a:pt x="349" y="502"/>
                    </a:cubicBezTo>
                    <a:cubicBezTo>
                      <a:pt x="355" y="500"/>
                      <a:pt x="360" y="494"/>
                      <a:pt x="366" y="494"/>
                    </a:cubicBezTo>
                    <a:cubicBezTo>
                      <a:pt x="367" y="493"/>
                      <a:pt x="369" y="491"/>
                      <a:pt x="370" y="490"/>
                    </a:cubicBezTo>
                    <a:cubicBezTo>
                      <a:pt x="371" y="492"/>
                      <a:pt x="371" y="491"/>
                      <a:pt x="373" y="493"/>
                    </a:cubicBezTo>
                    <a:cubicBezTo>
                      <a:pt x="367" y="511"/>
                      <a:pt x="304" y="556"/>
                      <a:pt x="303" y="579"/>
                    </a:cubicBezTo>
                    <a:cubicBezTo>
                      <a:pt x="277" y="597"/>
                      <a:pt x="230" y="604"/>
                      <a:pt x="199" y="615"/>
                    </a:cubicBezTo>
                    <a:cubicBezTo>
                      <a:pt x="195" y="614"/>
                      <a:pt x="191" y="613"/>
                      <a:pt x="187" y="611"/>
                    </a:cubicBezTo>
                    <a:cubicBezTo>
                      <a:pt x="173" y="616"/>
                      <a:pt x="163" y="631"/>
                      <a:pt x="154" y="635"/>
                    </a:cubicBezTo>
                    <a:cubicBezTo>
                      <a:pt x="149" y="635"/>
                      <a:pt x="145" y="635"/>
                      <a:pt x="141" y="635"/>
                    </a:cubicBezTo>
                    <a:cubicBezTo>
                      <a:pt x="125" y="641"/>
                      <a:pt x="107" y="653"/>
                      <a:pt x="93" y="660"/>
                    </a:cubicBezTo>
                    <a:cubicBezTo>
                      <a:pt x="86" y="655"/>
                      <a:pt x="64" y="669"/>
                      <a:pt x="60" y="671"/>
                    </a:cubicBezTo>
                    <a:cubicBezTo>
                      <a:pt x="56" y="671"/>
                      <a:pt x="52" y="671"/>
                      <a:pt x="47" y="670"/>
                    </a:cubicBezTo>
                    <a:cubicBezTo>
                      <a:pt x="46" y="673"/>
                      <a:pt x="44" y="675"/>
                      <a:pt x="42" y="677"/>
                    </a:cubicBezTo>
                    <a:cubicBezTo>
                      <a:pt x="34" y="681"/>
                      <a:pt x="27" y="672"/>
                      <a:pt x="20" y="679"/>
                    </a:cubicBezTo>
                    <a:cubicBezTo>
                      <a:pt x="13" y="680"/>
                      <a:pt x="0" y="692"/>
                      <a:pt x="6" y="704"/>
                    </a:cubicBezTo>
                    <a:cubicBezTo>
                      <a:pt x="14" y="720"/>
                      <a:pt x="26" y="740"/>
                      <a:pt x="43" y="747"/>
                    </a:cubicBezTo>
                    <a:cubicBezTo>
                      <a:pt x="49" y="750"/>
                      <a:pt x="55" y="746"/>
                      <a:pt x="62" y="750"/>
                    </a:cubicBezTo>
                    <a:cubicBezTo>
                      <a:pt x="64" y="750"/>
                      <a:pt x="71" y="753"/>
                      <a:pt x="75" y="751"/>
                    </a:cubicBezTo>
                    <a:cubicBezTo>
                      <a:pt x="85" y="747"/>
                      <a:pt x="97" y="747"/>
                      <a:pt x="109" y="742"/>
                    </a:cubicBezTo>
                    <a:cubicBezTo>
                      <a:pt x="117" y="738"/>
                      <a:pt x="128" y="729"/>
                      <a:pt x="138" y="725"/>
                    </a:cubicBezTo>
                    <a:cubicBezTo>
                      <a:pt x="142" y="725"/>
                      <a:pt x="147" y="725"/>
                      <a:pt x="151" y="725"/>
                    </a:cubicBezTo>
                    <a:cubicBezTo>
                      <a:pt x="153" y="724"/>
                      <a:pt x="156" y="719"/>
                      <a:pt x="158" y="718"/>
                    </a:cubicBezTo>
                    <a:cubicBezTo>
                      <a:pt x="177" y="710"/>
                      <a:pt x="199" y="703"/>
                      <a:pt x="217" y="691"/>
                    </a:cubicBezTo>
                    <a:cubicBezTo>
                      <a:pt x="233" y="680"/>
                      <a:pt x="277" y="652"/>
                      <a:pt x="299" y="657"/>
                    </a:cubicBezTo>
                    <a:cubicBezTo>
                      <a:pt x="307" y="669"/>
                      <a:pt x="299" y="690"/>
                      <a:pt x="303" y="707"/>
                    </a:cubicBezTo>
                    <a:cubicBezTo>
                      <a:pt x="311" y="741"/>
                      <a:pt x="303" y="804"/>
                      <a:pt x="303" y="847"/>
                    </a:cubicBezTo>
                    <a:cubicBezTo>
                      <a:pt x="294" y="845"/>
                      <a:pt x="283" y="862"/>
                      <a:pt x="266" y="854"/>
                    </a:cubicBezTo>
                    <a:cubicBezTo>
                      <a:pt x="248" y="846"/>
                      <a:pt x="223" y="841"/>
                      <a:pt x="204" y="835"/>
                    </a:cubicBezTo>
                    <a:cubicBezTo>
                      <a:pt x="201" y="835"/>
                      <a:pt x="198" y="835"/>
                      <a:pt x="195" y="836"/>
                    </a:cubicBezTo>
                    <a:cubicBezTo>
                      <a:pt x="154" y="814"/>
                      <a:pt x="114" y="794"/>
                      <a:pt x="74" y="775"/>
                    </a:cubicBezTo>
                    <a:cubicBezTo>
                      <a:pt x="71" y="775"/>
                      <a:pt x="69" y="776"/>
                      <a:pt x="66" y="777"/>
                    </a:cubicBezTo>
                    <a:cubicBezTo>
                      <a:pt x="65" y="778"/>
                      <a:pt x="64" y="779"/>
                      <a:pt x="63" y="780"/>
                    </a:cubicBezTo>
                    <a:cubicBezTo>
                      <a:pt x="64" y="797"/>
                      <a:pt x="107" y="820"/>
                      <a:pt x="121" y="829"/>
                    </a:cubicBezTo>
                    <a:cubicBezTo>
                      <a:pt x="129" y="833"/>
                      <a:pt x="135" y="842"/>
                      <a:pt x="143" y="847"/>
                    </a:cubicBezTo>
                    <a:cubicBezTo>
                      <a:pt x="146" y="843"/>
                      <a:pt x="160" y="852"/>
                      <a:pt x="164" y="854"/>
                    </a:cubicBezTo>
                    <a:cubicBezTo>
                      <a:pt x="186" y="867"/>
                      <a:pt x="210" y="875"/>
                      <a:pt x="233" y="885"/>
                    </a:cubicBezTo>
                    <a:cubicBezTo>
                      <a:pt x="233" y="885"/>
                      <a:pt x="277" y="894"/>
                      <a:pt x="281" y="895"/>
                    </a:cubicBezTo>
                    <a:cubicBezTo>
                      <a:pt x="295" y="901"/>
                      <a:pt x="312" y="907"/>
                      <a:pt x="329" y="906"/>
                    </a:cubicBezTo>
                    <a:cubicBezTo>
                      <a:pt x="329" y="906"/>
                      <a:pt x="329" y="906"/>
                      <a:pt x="330" y="906"/>
                    </a:cubicBezTo>
                    <a:cubicBezTo>
                      <a:pt x="332" y="903"/>
                      <a:pt x="332" y="897"/>
                      <a:pt x="333" y="895"/>
                    </a:cubicBezTo>
                    <a:cubicBezTo>
                      <a:pt x="338" y="885"/>
                      <a:pt x="350" y="876"/>
                      <a:pt x="354" y="866"/>
                    </a:cubicBezTo>
                    <a:cubicBezTo>
                      <a:pt x="358" y="856"/>
                      <a:pt x="347" y="799"/>
                      <a:pt x="342" y="787"/>
                    </a:cubicBezTo>
                    <a:cubicBezTo>
                      <a:pt x="343" y="775"/>
                      <a:pt x="343" y="763"/>
                      <a:pt x="343" y="751"/>
                    </a:cubicBezTo>
                    <a:cubicBezTo>
                      <a:pt x="335" y="722"/>
                      <a:pt x="334" y="678"/>
                      <a:pt x="333" y="654"/>
                    </a:cubicBezTo>
                    <a:cubicBezTo>
                      <a:pt x="338" y="650"/>
                      <a:pt x="343" y="645"/>
                      <a:pt x="348" y="643"/>
                    </a:cubicBezTo>
                    <a:cubicBezTo>
                      <a:pt x="357" y="642"/>
                      <a:pt x="365" y="641"/>
                      <a:pt x="374" y="641"/>
                    </a:cubicBezTo>
                    <a:cubicBezTo>
                      <a:pt x="375" y="639"/>
                      <a:pt x="376" y="637"/>
                      <a:pt x="378" y="635"/>
                    </a:cubicBezTo>
                    <a:cubicBezTo>
                      <a:pt x="384" y="632"/>
                      <a:pt x="402" y="633"/>
                      <a:pt x="412" y="629"/>
                    </a:cubicBezTo>
                    <a:cubicBezTo>
                      <a:pt x="414" y="628"/>
                      <a:pt x="416" y="623"/>
                      <a:pt x="418" y="622"/>
                    </a:cubicBezTo>
                    <a:cubicBezTo>
                      <a:pt x="421" y="621"/>
                      <a:pt x="425" y="624"/>
                      <a:pt x="426" y="624"/>
                    </a:cubicBezTo>
                    <a:cubicBezTo>
                      <a:pt x="434" y="626"/>
                      <a:pt x="442" y="619"/>
                      <a:pt x="445" y="616"/>
                    </a:cubicBezTo>
                    <a:cubicBezTo>
                      <a:pt x="469" y="623"/>
                      <a:pt x="503" y="644"/>
                      <a:pt x="530" y="633"/>
                    </a:cubicBezTo>
                    <a:cubicBezTo>
                      <a:pt x="551" y="625"/>
                      <a:pt x="571" y="584"/>
                      <a:pt x="544" y="567"/>
                    </a:cubicBezTo>
                    <a:cubicBezTo>
                      <a:pt x="513" y="547"/>
                      <a:pt x="481" y="550"/>
                      <a:pt x="444" y="561"/>
                    </a:cubicBezTo>
                    <a:cubicBezTo>
                      <a:pt x="425" y="566"/>
                      <a:pt x="403" y="564"/>
                      <a:pt x="385" y="570"/>
                    </a:cubicBezTo>
                    <a:cubicBezTo>
                      <a:pt x="378" y="570"/>
                      <a:pt x="370" y="570"/>
                      <a:pt x="363" y="570"/>
                    </a:cubicBezTo>
                    <a:cubicBezTo>
                      <a:pt x="353" y="573"/>
                      <a:pt x="342" y="576"/>
                      <a:pt x="331" y="574"/>
                    </a:cubicBezTo>
                    <a:cubicBezTo>
                      <a:pt x="331" y="573"/>
                      <a:pt x="331" y="571"/>
                      <a:pt x="331" y="570"/>
                    </a:cubicBezTo>
                    <a:cubicBezTo>
                      <a:pt x="337" y="566"/>
                      <a:pt x="342" y="560"/>
                      <a:pt x="348" y="557"/>
                    </a:cubicBezTo>
                    <a:cubicBezTo>
                      <a:pt x="355" y="557"/>
                      <a:pt x="362" y="556"/>
                      <a:pt x="369" y="556"/>
                    </a:cubicBezTo>
                    <a:cubicBezTo>
                      <a:pt x="388" y="547"/>
                      <a:pt x="412" y="528"/>
                      <a:pt x="422" y="509"/>
                    </a:cubicBezTo>
                    <a:cubicBezTo>
                      <a:pt x="425" y="503"/>
                      <a:pt x="439" y="492"/>
                      <a:pt x="434" y="481"/>
                    </a:cubicBezTo>
                    <a:cubicBezTo>
                      <a:pt x="434" y="479"/>
                      <a:pt x="406" y="461"/>
                      <a:pt x="402" y="460"/>
                    </a:cubicBezTo>
                    <a:cubicBezTo>
                      <a:pt x="379" y="462"/>
                      <a:pt x="355" y="465"/>
                      <a:pt x="331" y="467"/>
                    </a:cubicBezTo>
                    <a:cubicBezTo>
                      <a:pt x="323" y="467"/>
                      <a:pt x="315" y="467"/>
                      <a:pt x="306" y="467"/>
                    </a:cubicBezTo>
                    <a:cubicBezTo>
                      <a:pt x="304" y="468"/>
                      <a:pt x="303" y="472"/>
                      <a:pt x="300" y="473"/>
                    </a:cubicBezTo>
                    <a:cubicBezTo>
                      <a:pt x="299" y="472"/>
                      <a:pt x="297" y="471"/>
                      <a:pt x="296" y="471"/>
                    </a:cubicBezTo>
                    <a:cubicBezTo>
                      <a:pt x="296" y="469"/>
                      <a:pt x="296" y="468"/>
                      <a:pt x="296" y="467"/>
                    </a:cubicBezTo>
                    <a:cubicBezTo>
                      <a:pt x="313" y="460"/>
                      <a:pt x="327" y="443"/>
                      <a:pt x="342" y="436"/>
                    </a:cubicBezTo>
                    <a:cubicBezTo>
                      <a:pt x="346" y="435"/>
                      <a:pt x="350" y="435"/>
                      <a:pt x="353" y="434"/>
                    </a:cubicBezTo>
                    <a:cubicBezTo>
                      <a:pt x="357" y="432"/>
                      <a:pt x="364" y="424"/>
                      <a:pt x="368" y="423"/>
                    </a:cubicBezTo>
                    <a:cubicBezTo>
                      <a:pt x="370" y="424"/>
                      <a:pt x="373" y="425"/>
                      <a:pt x="375" y="426"/>
                    </a:cubicBezTo>
                    <a:cubicBezTo>
                      <a:pt x="398" y="416"/>
                      <a:pt x="434" y="410"/>
                      <a:pt x="459" y="401"/>
                    </a:cubicBezTo>
                    <a:cubicBezTo>
                      <a:pt x="464" y="401"/>
                      <a:pt x="469" y="401"/>
                      <a:pt x="474" y="401"/>
                    </a:cubicBezTo>
                    <a:cubicBezTo>
                      <a:pt x="510" y="389"/>
                      <a:pt x="552" y="379"/>
                      <a:pt x="586" y="364"/>
                    </a:cubicBezTo>
                    <a:cubicBezTo>
                      <a:pt x="616" y="350"/>
                      <a:pt x="649" y="340"/>
                      <a:pt x="648" y="299"/>
                    </a:cubicBezTo>
                    <a:cubicBezTo>
                      <a:pt x="622" y="273"/>
                      <a:pt x="543" y="293"/>
                      <a:pt x="513" y="305"/>
                    </a:cubicBezTo>
                    <a:close/>
                    <a:moveTo>
                      <a:pt x="244" y="294"/>
                    </a:moveTo>
                    <a:cubicBezTo>
                      <a:pt x="258" y="272"/>
                      <a:pt x="266" y="246"/>
                      <a:pt x="279" y="228"/>
                    </a:cubicBezTo>
                    <a:cubicBezTo>
                      <a:pt x="294" y="236"/>
                      <a:pt x="252" y="291"/>
                      <a:pt x="244" y="294"/>
                    </a:cubicBezTo>
                    <a:close/>
                    <a:moveTo>
                      <a:pt x="349" y="250"/>
                    </a:moveTo>
                    <a:cubicBezTo>
                      <a:pt x="345" y="246"/>
                      <a:pt x="341" y="242"/>
                      <a:pt x="336" y="238"/>
                    </a:cubicBezTo>
                    <a:cubicBezTo>
                      <a:pt x="326" y="215"/>
                      <a:pt x="352" y="193"/>
                      <a:pt x="362" y="178"/>
                    </a:cubicBezTo>
                    <a:cubicBezTo>
                      <a:pt x="363" y="178"/>
                      <a:pt x="363" y="178"/>
                      <a:pt x="364" y="178"/>
                    </a:cubicBezTo>
                    <a:cubicBezTo>
                      <a:pt x="361" y="199"/>
                      <a:pt x="359" y="255"/>
                      <a:pt x="365" y="272"/>
                    </a:cubicBezTo>
                    <a:cubicBezTo>
                      <a:pt x="356" y="271"/>
                      <a:pt x="353" y="256"/>
                      <a:pt x="349" y="250"/>
                    </a:cubicBezTo>
                    <a:close/>
                    <a:moveTo>
                      <a:pt x="385" y="229"/>
                    </a:moveTo>
                    <a:cubicBezTo>
                      <a:pt x="385" y="210"/>
                      <a:pt x="385" y="192"/>
                      <a:pt x="385" y="174"/>
                    </a:cubicBezTo>
                    <a:cubicBezTo>
                      <a:pt x="387" y="172"/>
                      <a:pt x="389" y="170"/>
                      <a:pt x="391" y="168"/>
                    </a:cubicBezTo>
                    <a:cubicBezTo>
                      <a:pt x="398" y="153"/>
                      <a:pt x="399" y="137"/>
                      <a:pt x="412" y="129"/>
                    </a:cubicBezTo>
                    <a:cubicBezTo>
                      <a:pt x="411" y="129"/>
                      <a:pt x="411" y="128"/>
                      <a:pt x="411" y="127"/>
                    </a:cubicBezTo>
                    <a:cubicBezTo>
                      <a:pt x="414" y="128"/>
                      <a:pt x="414" y="127"/>
                      <a:pt x="416" y="129"/>
                    </a:cubicBezTo>
                    <a:cubicBezTo>
                      <a:pt x="416" y="129"/>
                      <a:pt x="417" y="129"/>
                      <a:pt x="417" y="128"/>
                    </a:cubicBezTo>
                    <a:cubicBezTo>
                      <a:pt x="415" y="132"/>
                      <a:pt x="413" y="135"/>
                      <a:pt x="411" y="138"/>
                    </a:cubicBezTo>
                    <a:cubicBezTo>
                      <a:pt x="410" y="142"/>
                      <a:pt x="412" y="147"/>
                      <a:pt x="413" y="149"/>
                    </a:cubicBezTo>
                    <a:cubicBezTo>
                      <a:pt x="405" y="157"/>
                      <a:pt x="397" y="234"/>
                      <a:pt x="410" y="246"/>
                    </a:cubicBezTo>
                    <a:cubicBezTo>
                      <a:pt x="410" y="257"/>
                      <a:pt x="398" y="268"/>
                      <a:pt x="389" y="270"/>
                    </a:cubicBezTo>
                    <a:cubicBezTo>
                      <a:pt x="389" y="271"/>
                      <a:pt x="389" y="271"/>
                      <a:pt x="390" y="272"/>
                    </a:cubicBezTo>
                    <a:cubicBezTo>
                      <a:pt x="381" y="265"/>
                      <a:pt x="385" y="243"/>
                      <a:pt x="385" y="229"/>
                    </a:cubicBezTo>
                    <a:close/>
                    <a:moveTo>
                      <a:pt x="584" y="329"/>
                    </a:moveTo>
                    <a:cubicBezTo>
                      <a:pt x="538" y="360"/>
                      <a:pt x="476" y="375"/>
                      <a:pt x="414" y="388"/>
                    </a:cubicBezTo>
                    <a:cubicBezTo>
                      <a:pt x="407" y="369"/>
                      <a:pt x="428" y="364"/>
                      <a:pt x="433" y="353"/>
                    </a:cubicBezTo>
                    <a:cubicBezTo>
                      <a:pt x="433" y="351"/>
                      <a:pt x="433" y="348"/>
                      <a:pt x="433" y="346"/>
                    </a:cubicBezTo>
                    <a:cubicBezTo>
                      <a:pt x="433" y="346"/>
                      <a:pt x="434" y="346"/>
                      <a:pt x="434" y="347"/>
                    </a:cubicBezTo>
                    <a:cubicBezTo>
                      <a:pt x="434" y="346"/>
                      <a:pt x="434" y="346"/>
                      <a:pt x="434" y="345"/>
                    </a:cubicBezTo>
                    <a:cubicBezTo>
                      <a:pt x="435" y="344"/>
                      <a:pt x="468" y="333"/>
                      <a:pt x="470" y="334"/>
                    </a:cubicBezTo>
                    <a:cubicBezTo>
                      <a:pt x="476" y="337"/>
                      <a:pt x="493" y="329"/>
                      <a:pt x="500" y="326"/>
                    </a:cubicBezTo>
                    <a:cubicBezTo>
                      <a:pt x="505" y="329"/>
                      <a:pt x="562" y="313"/>
                      <a:pt x="569" y="310"/>
                    </a:cubicBezTo>
                    <a:cubicBezTo>
                      <a:pt x="579" y="307"/>
                      <a:pt x="586" y="310"/>
                      <a:pt x="592" y="305"/>
                    </a:cubicBezTo>
                    <a:cubicBezTo>
                      <a:pt x="600" y="304"/>
                      <a:pt x="625" y="305"/>
                      <a:pt x="626" y="306"/>
                    </a:cubicBezTo>
                    <a:cubicBezTo>
                      <a:pt x="627" y="306"/>
                      <a:pt x="628" y="306"/>
                      <a:pt x="629" y="306"/>
                    </a:cubicBezTo>
                    <a:cubicBezTo>
                      <a:pt x="622" y="316"/>
                      <a:pt x="595" y="322"/>
                      <a:pt x="584" y="329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54" name="iṩḷîḑé"/>
              <p:cNvSpPr/>
              <p:nvPr/>
            </p:nvSpPr>
            <p:spPr bwMode="auto">
              <a:xfrm>
                <a:off x="6967538" y="4999035"/>
                <a:ext cx="112713" cy="184150"/>
              </a:xfrm>
              <a:custGeom>
                <a:avLst/>
                <a:gdLst>
                  <a:gd name="T0" fmla="*/ 4 w 111"/>
                  <a:gd name="T1" fmla="*/ 181 h 181"/>
                  <a:gd name="T2" fmla="*/ 16 w 111"/>
                  <a:gd name="T3" fmla="*/ 163 h 181"/>
                  <a:gd name="T4" fmla="*/ 87 w 111"/>
                  <a:gd name="T5" fmla="*/ 91 h 181"/>
                  <a:gd name="T6" fmla="*/ 106 w 111"/>
                  <a:gd name="T7" fmla="*/ 60 h 181"/>
                  <a:gd name="T8" fmla="*/ 93 w 111"/>
                  <a:gd name="T9" fmla="*/ 0 h 181"/>
                  <a:gd name="T10" fmla="*/ 90 w 111"/>
                  <a:gd name="T11" fmla="*/ 0 h 181"/>
                  <a:gd name="T12" fmla="*/ 46 w 111"/>
                  <a:gd name="T13" fmla="*/ 94 h 181"/>
                  <a:gd name="T14" fmla="*/ 0 w 111"/>
                  <a:gd name="T15" fmla="*/ 177 h 181"/>
                  <a:gd name="T16" fmla="*/ 3 w 111"/>
                  <a:gd name="T17" fmla="*/ 181 h 181"/>
                  <a:gd name="T18" fmla="*/ 4 w 111"/>
                  <a:gd name="T19" fmla="*/ 181 h 18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</a:cxnLst>
                <a:rect l="0" t="0" r="r" b="b"/>
                <a:pathLst>
                  <a:path w="111" h="181">
                    <a:moveTo>
                      <a:pt x="4" y="181"/>
                    </a:moveTo>
                    <a:cubicBezTo>
                      <a:pt x="10" y="176"/>
                      <a:pt x="11" y="168"/>
                      <a:pt x="16" y="163"/>
                    </a:cubicBezTo>
                    <a:cubicBezTo>
                      <a:pt x="40" y="141"/>
                      <a:pt x="63" y="115"/>
                      <a:pt x="87" y="91"/>
                    </a:cubicBezTo>
                    <a:cubicBezTo>
                      <a:pt x="91" y="87"/>
                      <a:pt x="108" y="64"/>
                      <a:pt x="106" y="60"/>
                    </a:cubicBezTo>
                    <a:cubicBezTo>
                      <a:pt x="111" y="37"/>
                      <a:pt x="108" y="12"/>
                      <a:pt x="93" y="0"/>
                    </a:cubicBezTo>
                    <a:cubicBezTo>
                      <a:pt x="92" y="0"/>
                      <a:pt x="91" y="0"/>
                      <a:pt x="90" y="0"/>
                    </a:cubicBezTo>
                    <a:cubicBezTo>
                      <a:pt x="70" y="27"/>
                      <a:pt x="59" y="65"/>
                      <a:pt x="46" y="94"/>
                    </a:cubicBezTo>
                    <a:cubicBezTo>
                      <a:pt x="32" y="124"/>
                      <a:pt x="11" y="143"/>
                      <a:pt x="0" y="177"/>
                    </a:cubicBezTo>
                    <a:cubicBezTo>
                      <a:pt x="1" y="179"/>
                      <a:pt x="2" y="180"/>
                      <a:pt x="3" y="181"/>
                    </a:cubicBezTo>
                    <a:cubicBezTo>
                      <a:pt x="3" y="181"/>
                      <a:pt x="4" y="181"/>
                      <a:pt x="4" y="181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55" name="ïṧlïḋè"/>
              <p:cNvSpPr/>
              <p:nvPr/>
            </p:nvSpPr>
            <p:spPr bwMode="auto">
              <a:xfrm>
                <a:off x="7018338" y="5157785"/>
                <a:ext cx="57150" cy="71437"/>
              </a:xfrm>
              <a:custGeom>
                <a:avLst/>
                <a:gdLst>
                  <a:gd name="T0" fmla="*/ 1 w 56"/>
                  <a:gd name="T1" fmla="*/ 65 h 70"/>
                  <a:gd name="T2" fmla="*/ 5 w 56"/>
                  <a:gd name="T3" fmla="*/ 70 h 70"/>
                  <a:gd name="T4" fmla="*/ 52 w 56"/>
                  <a:gd name="T5" fmla="*/ 48 h 70"/>
                  <a:gd name="T6" fmla="*/ 55 w 56"/>
                  <a:gd name="T7" fmla="*/ 26 h 70"/>
                  <a:gd name="T8" fmla="*/ 11 w 56"/>
                  <a:gd name="T9" fmla="*/ 0 h 70"/>
                  <a:gd name="T10" fmla="*/ 4 w 56"/>
                  <a:gd name="T11" fmla="*/ 30 h 70"/>
                  <a:gd name="T12" fmla="*/ 6 w 56"/>
                  <a:gd name="T13" fmla="*/ 46 h 70"/>
                  <a:gd name="T14" fmla="*/ 1 w 56"/>
                  <a:gd name="T15" fmla="*/ 65 h 7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</a:cxnLst>
                <a:rect l="0" t="0" r="r" b="b"/>
                <a:pathLst>
                  <a:path w="56" h="70">
                    <a:moveTo>
                      <a:pt x="1" y="65"/>
                    </a:moveTo>
                    <a:cubicBezTo>
                      <a:pt x="2" y="67"/>
                      <a:pt x="3" y="68"/>
                      <a:pt x="5" y="70"/>
                    </a:cubicBezTo>
                    <a:cubicBezTo>
                      <a:pt x="23" y="67"/>
                      <a:pt x="36" y="52"/>
                      <a:pt x="52" y="48"/>
                    </a:cubicBezTo>
                    <a:cubicBezTo>
                      <a:pt x="56" y="41"/>
                      <a:pt x="55" y="33"/>
                      <a:pt x="55" y="26"/>
                    </a:cubicBezTo>
                    <a:cubicBezTo>
                      <a:pt x="42" y="15"/>
                      <a:pt x="31" y="1"/>
                      <a:pt x="11" y="0"/>
                    </a:cubicBezTo>
                    <a:cubicBezTo>
                      <a:pt x="7" y="4"/>
                      <a:pt x="0" y="19"/>
                      <a:pt x="4" y="30"/>
                    </a:cubicBezTo>
                    <a:cubicBezTo>
                      <a:pt x="5" y="32"/>
                      <a:pt x="8" y="41"/>
                      <a:pt x="6" y="46"/>
                    </a:cubicBezTo>
                    <a:cubicBezTo>
                      <a:pt x="4" y="50"/>
                      <a:pt x="1" y="59"/>
                      <a:pt x="1" y="65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56" name="íṩḷïdè"/>
              <p:cNvSpPr/>
              <p:nvPr/>
            </p:nvSpPr>
            <p:spPr bwMode="auto">
              <a:xfrm>
                <a:off x="6881813" y="5394322"/>
                <a:ext cx="50800" cy="155575"/>
              </a:xfrm>
              <a:custGeom>
                <a:avLst/>
                <a:gdLst>
                  <a:gd name="T0" fmla="*/ 31 w 50"/>
                  <a:gd name="T1" fmla="*/ 148 h 154"/>
                  <a:gd name="T2" fmla="*/ 40 w 50"/>
                  <a:gd name="T3" fmla="*/ 89 h 154"/>
                  <a:gd name="T4" fmla="*/ 39 w 50"/>
                  <a:gd name="T5" fmla="*/ 58 h 154"/>
                  <a:gd name="T6" fmla="*/ 48 w 50"/>
                  <a:gd name="T7" fmla="*/ 3 h 154"/>
                  <a:gd name="T8" fmla="*/ 42 w 50"/>
                  <a:gd name="T9" fmla="*/ 0 h 154"/>
                  <a:gd name="T10" fmla="*/ 11 w 50"/>
                  <a:gd name="T11" fmla="*/ 56 h 154"/>
                  <a:gd name="T12" fmla="*/ 12 w 50"/>
                  <a:gd name="T13" fmla="*/ 70 h 154"/>
                  <a:gd name="T14" fmla="*/ 6 w 50"/>
                  <a:gd name="T15" fmla="*/ 79 h 154"/>
                  <a:gd name="T16" fmla="*/ 6 w 50"/>
                  <a:gd name="T17" fmla="*/ 102 h 154"/>
                  <a:gd name="T18" fmla="*/ 10 w 50"/>
                  <a:gd name="T19" fmla="*/ 154 h 154"/>
                  <a:gd name="T20" fmla="*/ 31 w 50"/>
                  <a:gd name="T21" fmla="*/ 148 h 15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</a:cxnLst>
                <a:rect l="0" t="0" r="r" b="b"/>
                <a:pathLst>
                  <a:path w="50" h="154">
                    <a:moveTo>
                      <a:pt x="31" y="148"/>
                    </a:moveTo>
                    <a:cubicBezTo>
                      <a:pt x="39" y="134"/>
                      <a:pt x="40" y="109"/>
                      <a:pt x="40" y="89"/>
                    </a:cubicBezTo>
                    <a:cubicBezTo>
                      <a:pt x="40" y="78"/>
                      <a:pt x="40" y="68"/>
                      <a:pt x="39" y="58"/>
                    </a:cubicBezTo>
                    <a:cubicBezTo>
                      <a:pt x="48" y="47"/>
                      <a:pt x="50" y="22"/>
                      <a:pt x="48" y="3"/>
                    </a:cubicBezTo>
                    <a:cubicBezTo>
                      <a:pt x="45" y="1"/>
                      <a:pt x="46" y="1"/>
                      <a:pt x="42" y="0"/>
                    </a:cubicBezTo>
                    <a:cubicBezTo>
                      <a:pt x="34" y="19"/>
                      <a:pt x="20" y="36"/>
                      <a:pt x="11" y="56"/>
                    </a:cubicBezTo>
                    <a:cubicBezTo>
                      <a:pt x="12" y="61"/>
                      <a:pt x="12" y="66"/>
                      <a:pt x="12" y="70"/>
                    </a:cubicBezTo>
                    <a:cubicBezTo>
                      <a:pt x="11" y="73"/>
                      <a:pt x="7" y="76"/>
                      <a:pt x="6" y="79"/>
                    </a:cubicBezTo>
                    <a:cubicBezTo>
                      <a:pt x="6" y="86"/>
                      <a:pt x="6" y="94"/>
                      <a:pt x="6" y="102"/>
                    </a:cubicBezTo>
                    <a:cubicBezTo>
                      <a:pt x="0" y="114"/>
                      <a:pt x="0" y="139"/>
                      <a:pt x="10" y="154"/>
                    </a:cubicBezTo>
                    <a:cubicBezTo>
                      <a:pt x="22" y="154"/>
                      <a:pt x="23" y="150"/>
                      <a:pt x="31" y="148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</p:grpSp>
        <p:grpSp>
          <p:nvGrpSpPr>
            <p:cNvPr id="48" name="iṩ1ídè"/>
            <p:cNvGrpSpPr/>
            <p:nvPr/>
          </p:nvGrpSpPr>
          <p:grpSpPr>
            <a:xfrm>
              <a:off x="7273918" y="2792408"/>
              <a:ext cx="599342" cy="855718"/>
              <a:chOff x="6115050" y="4976810"/>
              <a:chExt cx="560388" cy="800100"/>
            </a:xfrm>
            <a:grpFill/>
          </p:grpSpPr>
          <p:sp>
            <p:nvSpPr>
              <p:cNvPr id="51" name="íśḷíďê"/>
              <p:cNvSpPr/>
              <p:nvPr/>
            </p:nvSpPr>
            <p:spPr bwMode="auto">
              <a:xfrm>
                <a:off x="6115050" y="4976810"/>
                <a:ext cx="477838" cy="792162"/>
              </a:xfrm>
              <a:custGeom>
                <a:avLst/>
                <a:gdLst>
                  <a:gd name="T0" fmla="*/ 471 w 471"/>
                  <a:gd name="T1" fmla="*/ 354 h 778"/>
                  <a:gd name="T2" fmla="*/ 358 w 471"/>
                  <a:gd name="T3" fmla="*/ 323 h 778"/>
                  <a:gd name="T4" fmla="*/ 351 w 471"/>
                  <a:gd name="T5" fmla="*/ 337 h 778"/>
                  <a:gd name="T6" fmla="*/ 384 w 471"/>
                  <a:gd name="T7" fmla="*/ 358 h 778"/>
                  <a:gd name="T8" fmla="*/ 366 w 471"/>
                  <a:gd name="T9" fmla="*/ 387 h 778"/>
                  <a:gd name="T10" fmla="*/ 288 w 471"/>
                  <a:gd name="T11" fmla="*/ 435 h 778"/>
                  <a:gd name="T12" fmla="*/ 288 w 471"/>
                  <a:gd name="T13" fmla="*/ 418 h 778"/>
                  <a:gd name="T14" fmla="*/ 288 w 471"/>
                  <a:gd name="T15" fmla="*/ 403 h 778"/>
                  <a:gd name="T16" fmla="*/ 305 w 471"/>
                  <a:gd name="T17" fmla="*/ 352 h 778"/>
                  <a:gd name="T18" fmla="*/ 305 w 471"/>
                  <a:gd name="T19" fmla="*/ 336 h 778"/>
                  <a:gd name="T20" fmla="*/ 315 w 471"/>
                  <a:gd name="T21" fmla="*/ 315 h 778"/>
                  <a:gd name="T22" fmla="*/ 316 w 471"/>
                  <a:gd name="T23" fmla="*/ 291 h 778"/>
                  <a:gd name="T24" fmla="*/ 326 w 471"/>
                  <a:gd name="T25" fmla="*/ 223 h 778"/>
                  <a:gd name="T26" fmla="*/ 329 w 471"/>
                  <a:gd name="T27" fmla="*/ 170 h 778"/>
                  <a:gd name="T28" fmla="*/ 346 w 471"/>
                  <a:gd name="T29" fmla="*/ 98 h 778"/>
                  <a:gd name="T30" fmla="*/ 356 w 471"/>
                  <a:gd name="T31" fmla="*/ 26 h 778"/>
                  <a:gd name="T32" fmla="*/ 303 w 471"/>
                  <a:gd name="T33" fmla="*/ 0 h 778"/>
                  <a:gd name="T34" fmla="*/ 288 w 471"/>
                  <a:gd name="T35" fmla="*/ 47 h 778"/>
                  <a:gd name="T36" fmla="*/ 292 w 471"/>
                  <a:gd name="T37" fmla="*/ 60 h 778"/>
                  <a:gd name="T38" fmla="*/ 288 w 471"/>
                  <a:gd name="T39" fmla="*/ 135 h 778"/>
                  <a:gd name="T40" fmla="*/ 281 w 471"/>
                  <a:gd name="T41" fmla="*/ 178 h 778"/>
                  <a:gd name="T42" fmla="*/ 283 w 471"/>
                  <a:gd name="T43" fmla="*/ 191 h 778"/>
                  <a:gd name="T44" fmla="*/ 276 w 471"/>
                  <a:gd name="T45" fmla="*/ 215 h 778"/>
                  <a:gd name="T46" fmla="*/ 277 w 471"/>
                  <a:gd name="T47" fmla="*/ 245 h 778"/>
                  <a:gd name="T48" fmla="*/ 246 w 471"/>
                  <a:gd name="T49" fmla="*/ 391 h 778"/>
                  <a:gd name="T50" fmla="*/ 247 w 471"/>
                  <a:gd name="T51" fmla="*/ 405 h 778"/>
                  <a:gd name="T52" fmla="*/ 240 w 471"/>
                  <a:gd name="T53" fmla="*/ 414 h 778"/>
                  <a:gd name="T54" fmla="*/ 224 w 471"/>
                  <a:gd name="T55" fmla="*/ 470 h 778"/>
                  <a:gd name="T56" fmla="*/ 141 w 471"/>
                  <a:gd name="T57" fmla="*/ 533 h 778"/>
                  <a:gd name="T58" fmla="*/ 106 w 471"/>
                  <a:gd name="T59" fmla="*/ 563 h 778"/>
                  <a:gd name="T60" fmla="*/ 63 w 471"/>
                  <a:gd name="T61" fmla="*/ 583 h 778"/>
                  <a:gd name="T62" fmla="*/ 57 w 471"/>
                  <a:gd name="T63" fmla="*/ 591 h 778"/>
                  <a:gd name="T64" fmla="*/ 71 w 471"/>
                  <a:gd name="T65" fmla="*/ 619 h 778"/>
                  <a:gd name="T66" fmla="*/ 78 w 471"/>
                  <a:gd name="T67" fmla="*/ 623 h 778"/>
                  <a:gd name="T68" fmla="*/ 117 w 471"/>
                  <a:gd name="T69" fmla="*/ 598 h 778"/>
                  <a:gd name="T70" fmla="*/ 140 w 471"/>
                  <a:gd name="T71" fmla="*/ 577 h 778"/>
                  <a:gd name="T72" fmla="*/ 152 w 471"/>
                  <a:gd name="T73" fmla="*/ 563 h 778"/>
                  <a:gd name="T74" fmla="*/ 169 w 471"/>
                  <a:gd name="T75" fmla="*/ 554 h 778"/>
                  <a:gd name="T76" fmla="*/ 181 w 471"/>
                  <a:gd name="T77" fmla="*/ 539 h 778"/>
                  <a:gd name="T78" fmla="*/ 192 w 471"/>
                  <a:gd name="T79" fmla="*/ 537 h 778"/>
                  <a:gd name="T80" fmla="*/ 206 w 471"/>
                  <a:gd name="T81" fmla="*/ 522 h 778"/>
                  <a:gd name="T82" fmla="*/ 211 w 471"/>
                  <a:gd name="T83" fmla="*/ 524 h 778"/>
                  <a:gd name="T84" fmla="*/ 186 w 471"/>
                  <a:gd name="T85" fmla="*/ 584 h 778"/>
                  <a:gd name="T86" fmla="*/ 86 w 471"/>
                  <a:gd name="T87" fmla="*/ 703 h 778"/>
                  <a:gd name="T88" fmla="*/ 77 w 471"/>
                  <a:gd name="T89" fmla="*/ 703 h 778"/>
                  <a:gd name="T90" fmla="*/ 35 w 471"/>
                  <a:gd name="T91" fmla="*/ 720 h 778"/>
                  <a:gd name="T92" fmla="*/ 10 w 471"/>
                  <a:gd name="T93" fmla="*/ 720 h 778"/>
                  <a:gd name="T94" fmla="*/ 0 w 471"/>
                  <a:gd name="T95" fmla="*/ 728 h 778"/>
                  <a:gd name="T96" fmla="*/ 11 w 471"/>
                  <a:gd name="T97" fmla="*/ 746 h 778"/>
                  <a:gd name="T98" fmla="*/ 143 w 471"/>
                  <a:gd name="T99" fmla="*/ 731 h 778"/>
                  <a:gd name="T100" fmla="*/ 235 w 471"/>
                  <a:gd name="T101" fmla="*/ 584 h 778"/>
                  <a:gd name="T102" fmla="*/ 270 w 471"/>
                  <a:gd name="T103" fmla="*/ 489 h 778"/>
                  <a:gd name="T104" fmla="*/ 327 w 471"/>
                  <a:gd name="T105" fmla="*/ 452 h 778"/>
                  <a:gd name="T106" fmla="*/ 471 w 471"/>
                  <a:gd name="T107" fmla="*/ 354 h 77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  <a:cxn ang="0">
                    <a:pos x="T90" y="T91"/>
                  </a:cxn>
                  <a:cxn ang="0">
                    <a:pos x="T92" y="T93"/>
                  </a:cxn>
                  <a:cxn ang="0">
                    <a:pos x="T94" y="T95"/>
                  </a:cxn>
                  <a:cxn ang="0">
                    <a:pos x="T96" y="T97"/>
                  </a:cxn>
                  <a:cxn ang="0">
                    <a:pos x="T98" y="T99"/>
                  </a:cxn>
                  <a:cxn ang="0">
                    <a:pos x="T100" y="T101"/>
                  </a:cxn>
                  <a:cxn ang="0">
                    <a:pos x="T102" y="T103"/>
                  </a:cxn>
                  <a:cxn ang="0">
                    <a:pos x="T104" y="T105"/>
                  </a:cxn>
                  <a:cxn ang="0">
                    <a:pos x="T106" y="T107"/>
                  </a:cxn>
                </a:cxnLst>
                <a:rect l="0" t="0" r="r" b="b"/>
                <a:pathLst>
                  <a:path w="471" h="778">
                    <a:moveTo>
                      <a:pt x="471" y="354"/>
                    </a:moveTo>
                    <a:cubicBezTo>
                      <a:pt x="467" y="329"/>
                      <a:pt x="390" y="322"/>
                      <a:pt x="358" y="323"/>
                    </a:cubicBezTo>
                    <a:cubicBezTo>
                      <a:pt x="355" y="327"/>
                      <a:pt x="351" y="330"/>
                      <a:pt x="351" y="337"/>
                    </a:cubicBezTo>
                    <a:cubicBezTo>
                      <a:pt x="362" y="342"/>
                      <a:pt x="370" y="356"/>
                      <a:pt x="384" y="358"/>
                    </a:cubicBezTo>
                    <a:cubicBezTo>
                      <a:pt x="396" y="375"/>
                      <a:pt x="379" y="381"/>
                      <a:pt x="366" y="387"/>
                    </a:cubicBezTo>
                    <a:cubicBezTo>
                      <a:pt x="358" y="391"/>
                      <a:pt x="288" y="433"/>
                      <a:pt x="288" y="435"/>
                    </a:cubicBezTo>
                    <a:cubicBezTo>
                      <a:pt x="276" y="432"/>
                      <a:pt x="287" y="422"/>
                      <a:pt x="288" y="418"/>
                    </a:cubicBezTo>
                    <a:cubicBezTo>
                      <a:pt x="288" y="413"/>
                      <a:pt x="288" y="408"/>
                      <a:pt x="288" y="403"/>
                    </a:cubicBezTo>
                    <a:cubicBezTo>
                      <a:pt x="296" y="386"/>
                      <a:pt x="299" y="370"/>
                      <a:pt x="305" y="352"/>
                    </a:cubicBezTo>
                    <a:cubicBezTo>
                      <a:pt x="305" y="347"/>
                      <a:pt x="305" y="341"/>
                      <a:pt x="305" y="336"/>
                    </a:cubicBezTo>
                    <a:cubicBezTo>
                      <a:pt x="308" y="331"/>
                      <a:pt x="313" y="321"/>
                      <a:pt x="315" y="315"/>
                    </a:cubicBezTo>
                    <a:cubicBezTo>
                      <a:pt x="316" y="307"/>
                      <a:pt x="316" y="299"/>
                      <a:pt x="316" y="291"/>
                    </a:cubicBezTo>
                    <a:cubicBezTo>
                      <a:pt x="323" y="271"/>
                      <a:pt x="319" y="240"/>
                      <a:pt x="326" y="223"/>
                    </a:cubicBezTo>
                    <a:cubicBezTo>
                      <a:pt x="326" y="223"/>
                      <a:pt x="327" y="173"/>
                      <a:pt x="329" y="170"/>
                    </a:cubicBezTo>
                    <a:cubicBezTo>
                      <a:pt x="337" y="151"/>
                      <a:pt x="340" y="120"/>
                      <a:pt x="346" y="98"/>
                    </a:cubicBezTo>
                    <a:cubicBezTo>
                      <a:pt x="350" y="82"/>
                      <a:pt x="363" y="37"/>
                      <a:pt x="356" y="26"/>
                    </a:cubicBezTo>
                    <a:cubicBezTo>
                      <a:pt x="345" y="9"/>
                      <a:pt x="322" y="5"/>
                      <a:pt x="303" y="0"/>
                    </a:cubicBezTo>
                    <a:cubicBezTo>
                      <a:pt x="295" y="12"/>
                      <a:pt x="287" y="27"/>
                      <a:pt x="288" y="47"/>
                    </a:cubicBezTo>
                    <a:cubicBezTo>
                      <a:pt x="289" y="52"/>
                      <a:pt x="294" y="54"/>
                      <a:pt x="292" y="60"/>
                    </a:cubicBezTo>
                    <a:cubicBezTo>
                      <a:pt x="286" y="78"/>
                      <a:pt x="284" y="111"/>
                      <a:pt x="288" y="135"/>
                    </a:cubicBezTo>
                    <a:cubicBezTo>
                      <a:pt x="284" y="143"/>
                      <a:pt x="283" y="165"/>
                      <a:pt x="281" y="178"/>
                    </a:cubicBezTo>
                    <a:cubicBezTo>
                      <a:pt x="281" y="182"/>
                      <a:pt x="282" y="186"/>
                      <a:pt x="283" y="191"/>
                    </a:cubicBezTo>
                    <a:cubicBezTo>
                      <a:pt x="280" y="198"/>
                      <a:pt x="278" y="209"/>
                      <a:pt x="276" y="215"/>
                    </a:cubicBezTo>
                    <a:cubicBezTo>
                      <a:pt x="276" y="225"/>
                      <a:pt x="276" y="235"/>
                      <a:pt x="277" y="245"/>
                    </a:cubicBezTo>
                    <a:cubicBezTo>
                      <a:pt x="263" y="290"/>
                      <a:pt x="265" y="349"/>
                      <a:pt x="246" y="391"/>
                    </a:cubicBezTo>
                    <a:cubicBezTo>
                      <a:pt x="247" y="396"/>
                      <a:pt x="247" y="400"/>
                      <a:pt x="247" y="405"/>
                    </a:cubicBezTo>
                    <a:cubicBezTo>
                      <a:pt x="246" y="407"/>
                      <a:pt x="241" y="411"/>
                      <a:pt x="240" y="414"/>
                    </a:cubicBezTo>
                    <a:cubicBezTo>
                      <a:pt x="235" y="430"/>
                      <a:pt x="236" y="460"/>
                      <a:pt x="224" y="470"/>
                    </a:cubicBezTo>
                    <a:cubicBezTo>
                      <a:pt x="200" y="491"/>
                      <a:pt x="168" y="515"/>
                      <a:pt x="141" y="533"/>
                    </a:cubicBezTo>
                    <a:cubicBezTo>
                      <a:pt x="129" y="541"/>
                      <a:pt x="118" y="556"/>
                      <a:pt x="106" y="563"/>
                    </a:cubicBezTo>
                    <a:cubicBezTo>
                      <a:pt x="95" y="570"/>
                      <a:pt x="65" y="570"/>
                      <a:pt x="63" y="583"/>
                    </a:cubicBezTo>
                    <a:cubicBezTo>
                      <a:pt x="58" y="584"/>
                      <a:pt x="58" y="585"/>
                      <a:pt x="57" y="591"/>
                    </a:cubicBezTo>
                    <a:cubicBezTo>
                      <a:pt x="62" y="597"/>
                      <a:pt x="69" y="610"/>
                      <a:pt x="71" y="619"/>
                    </a:cubicBezTo>
                    <a:cubicBezTo>
                      <a:pt x="73" y="621"/>
                      <a:pt x="75" y="622"/>
                      <a:pt x="78" y="623"/>
                    </a:cubicBezTo>
                    <a:cubicBezTo>
                      <a:pt x="94" y="623"/>
                      <a:pt x="108" y="607"/>
                      <a:pt x="117" y="598"/>
                    </a:cubicBezTo>
                    <a:cubicBezTo>
                      <a:pt x="124" y="591"/>
                      <a:pt x="132" y="584"/>
                      <a:pt x="140" y="577"/>
                    </a:cubicBezTo>
                    <a:cubicBezTo>
                      <a:pt x="143" y="574"/>
                      <a:pt x="147" y="566"/>
                      <a:pt x="152" y="563"/>
                    </a:cubicBezTo>
                    <a:cubicBezTo>
                      <a:pt x="158" y="560"/>
                      <a:pt x="163" y="557"/>
                      <a:pt x="169" y="554"/>
                    </a:cubicBezTo>
                    <a:cubicBezTo>
                      <a:pt x="173" y="549"/>
                      <a:pt x="177" y="544"/>
                      <a:pt x="181" y="539"/>
                    </a:cubicBezTo>
                    <a:cubicBezTo>
                      <a:pt x="185" y="538"/>
                      <a:pt x="188" y="537"/>
                      <a:pt x="192" y="537"/>
                    </a:cubicBezTo>
                    <a:cubicBezTo>
                      <a:pt x="195" y="534"/>
                      <a:pt x="203" y="526"/>
                      <a:pt x="206" y="522"/>
                    </a:cubicBezTo>
                    <a:cubicBezTo>
                      <a:pt x="208" y="523"/>
                      <a:pt x="209" y="523"/>
                      <a:pt x="211" y="524"/>
                    </a:cubicBezTo>
                    <a:cubicBezTo>
                      <a:pt x="211" y="549"/>
                      <a:pt x="195" y="565"/>
                      <a:pt x="186" y="584"/>
                    </a:cubicBezTo>
                    <a:cubicBezTo>
                      <a:pt x="168" y="625"/>
                      <a:pt x="122" y="683"/>
                      <a:pt x="86" y="703"/>
                    </a:cubicBezTo>
                    <a:cubicBezTo>
                      <a:pt x="83" y="703"/>
                      <a:pt x="80" y="703"/>
                      <a:pt x="77" y="703"/>
                    </a:cubicBezTo>
                    <a:cubicBezTo>
                      <a:pt x="66" y="707"/>
                      <a:pt x="47" y="714"/>
                      <a:pt x="35" y="720"/>
                    </a:cubicBezTo>
                    <a:cubicBezTo>
                      <a:pt x="27" y="720"/>
                      <a:pt x="18" y="720"/>
                      <a:pt x="10" y="720"/>
                    </a:cubicBezTo>
                    <a:cubicBezTo>
                      <a:pt x="7" y="722"/>
                      <a:pt x="4" y="725"/>
                      <a:pt x="0" y="728"/>
                    </a:cubicBezTo>
                    <a:cubicBezTo>
                      <a:pt x="0" y="739"/>
                      <a:pt x="6" y="740"/>
                      <a:pt x="11" y="746"/>
                    </a:cubicBezTo>
                    <a:cubicBezTo>
                      <a:pt x="42" y="778"/>
                      <a:pt x="124" y="759"/>
                      <a:pt x="143" y="731"/>
                    </a:cubicBezTo>
                    <a:cubicBezTo>
                      <a:pt x="175" y="683"/>
                      <a:pt x="208" y="637"/>
                      <a:pt x="235" y="584"/>
                    </a:cubicBezTo>
                    <a:cubicBezTo>
                      <a:pt x="250" y="552"/>
                      <a:pt x="254" y="521"/>
                      <a:pt x="270" y="489"/>
                    </a:cubicBezTo>
                    <a:cubicBezTo>
                      <a:pt x="275" y="480"/>
                      <a:pt x="317" y="460"/>
                      <a:pt x="327" y="452"/>
                    </a:cubicBezTo>
                    <a:cubicBezTo>
                      <a:pt x="374" y="417"/>
                      <a:pt x="424" y="388"/>
                      <a:pt x="471" y="35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52" name="íšľíḑê"/>
              <p:cNvSpPr/>
              <p:nvPr/>
            </p:nvSpPr>
            <p:spPr bwMode="auto">
              <a:xfrm>
                <a:off x="6384925" y="5484810"/>
                <a:ext cx="290513" cy="292100"/>
              </a:xfrm>
              <a:custGeom>
                <a:avLst/>
                <a:gdLst>
                  <a:gd name="T0" fmla="*/ 229 w 286"/>
                  <a:gd name="T1" fmla="*/ 216 h 287"/>
                  <a:gd name="T2" fmla="*/ 225 w 286"/>
                  <a:gd name="T3" fmla="*/ 211 h 287"/>
                  <a:gd name="T4" fmla="*/ 210 w 286"/>
                  <a:gd name="T5" fmla="*/ 210 h 287"/>
                  <a:gd name="T6" fmla="*/ 206 w 286"/>
                  <a:gd name="T7" fmla="*/ 205 h 287"/>
                  <a:gd name="T8" fmla="*/ 194 w 286"/>
                  <a:gd name="T9" fmla="*/ 205 h 287"/>
                  <a:gd name="T10" fmla="*/ 171 w 286"/>
                  <a:gd name="T11" fmla="*/ 192 h 287"/>
                  <a:gd name="T12" fmla="*/ 151 w 286"/>
                  <a:gd name="T13" fmla="*/ 169 h 287"/>
                  <a:gd name="T14" fmla="*/ 117 w 286"/>
                  <a:gd name="T15" fmla="*/ 142 h 287"/>
                  <a:gd name="T16" fmla="*/ 107 w 286"/>
                  <a:gd name="T17" fmla="*/ 120 h 287"/>
                  <a:gd name="T18" fmla="*/ 66 w 286"/>
                  <a:gd name="T19" fmla="*/ 56 h 287"/>
                  <a:gd name="T20" fmla="*/ 14 w 286"/>
                  <a:gd name="T21" fmla="*/ 0 h 287"/>
                  <a:gd name="T22" fmla="*/ 40 w 286"/>
                  <a:gd name="T23" fmla="*/ 118 h 287"/>
                  <a:gd name="T24" fmla="*/ 65 w 286"/>
                  <a:gd name="T25" fmla="*/ 182 h 287"/>
                  <a:gd name="T26" fmla="*/ 66 w 286"/>
                  <a:gd name="T27" fmla="*/ 204 h 287"/>
                  <a:gd name="T28" fmla="*/ 88 w 286"/>
                  <a:gd name="T29" fmla="*/ 257 h 287"/>
                  <a:gd name="T30" fmla="*/ 103 w 286"/>
                  <a:gd name="T31" fmla="*/ 268 h 287"/>
                  <a:gd name="T32" fmla="*/ 151 w 286"/>
                  <a:gd name="T33" fmla="*/ 276 h 287"/>
                  <a:gd name="T34" fmla="*/ 172 w 286"/>
                  <a:gd name="T35" fmla="*/ 276 h 287"/>
                  <a:gd name="T36" fmla="*/ 183 w 286"/>
                  <a:gd name="T37" fmla="*/ 270 h 287"/>
                  <a:gd name="T38" fmla="*/ 232 w 286"/>
                  <a:gd name="T39" fmla="*/ 269 h 287"/>
                  <a:gd name="T40" fmla="*/ 286 w 286"/>
                  <a:gd name="T41" fmla="*/ 238 h 287"/>
                  <a:gd name="T42" fmla="*/ 229 w 286"/>
                  <a:gd name="T43" fmla="*/ 216 h 28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</a:cxnLst>
                <a:rect l="0" t="0" r="r" b="b"/>
                <a:pathLst>
                  <a:path w="286" h="287">
                    <a:moveTo>
                      <a:pt x="229" y="216"/>
                    </a:moveTo>
                    <a:cubicBezTo>
                      <a:pt x="228" y="214"/>
                      <a:pt x="226" y="212"/>
                      <a:pt x="225" y="211"/>
                    </a:cubicBezTo>
                    <a:cubicBezTo>
                      <a:pt x="220" y="210"/>
                      <a:pt x="215" y="210"/>
                      <a:pt x="210" y="210"/>
                    </a:cubicBezTo>
                    <a:cubicBezTo>
                      <a:pt x="209" y="208"/>
                      <a:pt x="208" y="206"/>
                      <a:pt x="206" y="205"/>
                    </a:cubicBezTo>
                    <a:cubicBezTo>
                      <a:pt x="202" y="205"/>
                      <a:pt x="198" y="205"/>
                      <a:pt x="194" y="205"/>
                    </a:cubicBezTo>
                    <a:cubicBezTo>
                      <a:pt x="201" y="202"/>
                      <a:pt x="175" y="194"/>
                      <a:pt x="171" y="192"/>
                    </a:cubicBezTo>
                    <a:cubicBezTo>
                      <a:pt x="164" y="184"/>
                      <a:pt x="157" y="177"/>
                      <a:pt x="151" y="169"/>
                    </a:cubicBezTo>
                    <a:cubicBezTo>
                      <a:pt x="142" y="158"/>
                      <a:pt x="125" y="155"/>
                      <a:pt x="117" y="142"/>
                    </a:cubicBezTo>
                    <a:cubicBezTo>
                      <a:pt x="119" y="141"/>
                      <a:pt x="109" y="123"/>
                      <a:pt x="107" y="120"/>
                    </a:cubicBezTo>
                    <a:cubicBezTo>
                      <a:pt x="94" y="107"/>
                      <a:pt x="75" y="72"/>
                      <a:pt x="66" y="56"/>
                    </a:cubicBezTo>
                    <a:cubicBezTo>
                      <a:pt x="55" y="37"/>
                      <a:pt x="41" y="2"/>
                      <a:pt x="14" y="0"/>
                    </a:cubicBezTo>
                    <a:cubicBezTo>
                      <a:pt x="0" y="23"/>
                      <a:pt x="32" y="95"/>
                      <a:pt x="40" y="118"/>
                    </a:cubicBezTo>
                    <a:cubicBezTo>
                      <a:pt x="48" y="141"/>
                      <a:pt x="55" y="165"/>
                      <a:pt x="65" y="182"/>
                    </a:cubicBezTo>
                    <a:cubicBezTo>
                      <a:pt x="65" y="189"/>
                      <a:pt x="66" y="197"/>
                      <a:pt x="66" y="204"/>
                    </a:cubicBezTo>
                    <a:cubicBezTo>
                      <a:pt x="74" y="223"/>
                      <a:pt x="78" y="242"/>
                      <a:pt x="88" y="257"/>
                    </a:cubicBezTo>
                    <a:cubicBezTo>
                      <a:pt x="93" y="261"/>
                      <a:pt x="98" y="264"/>
                      <a:pt x="103" y="268"/>
                    </a:cubicBezTo>
                    <a:cubicBezTo>
                      <a:pt x="122" y="278"/>
                      <a:pt x="128" y="287"/>
                      <a:pt x="151" y="276"/>
                    </a:cubicBezTo>
                    <a:cubicBezTo>
                      <a:pt x="158" y="276"/>
                      <a:pt x="165" y="276"/>
                      <a:pt x="172" y="276"/>
                    </a:cubicBezTo>
                    <a:cubicBezTo>
                      <a:pt x="175" y="274"/>
                      <a:pt x="179" y="272"/>
                      <a:pt x="183" y="270"/>
                    </a:cubicBezTo>
                    <a:cubicBezTo>
                      <a:pt x="199" y="269"/>
                      <a:pt x="216" y="269"/>
                      <a:pt x="232" y="269"/>
                    </a:cubicBezTo>
                    <a:cubicBezTo>
                      <a:pt x="258" y="256"/>
                      <a:pt x="267" y="261"/>
                      <a:pt x="286" y="238"/>
                    </a:cubicBezTo>
                    <a:cubicBezTo>
                      <a:pt x="272" y="217"/>
                      <a:pt x="250" y="226"/>
                      <a:pt x="229" y="216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</p:grpSp>
        <p:sp>
          <p:nvSpPr>
            <p:cNvPr id="49" name="ïšḻîḍe"/>
            <p:cNvSpPr/>
            <p:nvPr/>
          </p:nvSpPr>
          <p:spPr bwMode="auto">
            <a:xfrm>
              <a:off x="6615743" y="3000099"/>
              <a:ext cx="425964" cy="517912"/>
            </a:xfrm>
            <a:custGeom>
              <a:avLst/>
              <a:gdLst>
                <a:gd name="T0" fmla="*/ 20 w 354"/>
                <a:gd name="T1" fmla="*/ 276 h 430"/>
                <a:gd name="T2" fmla="*/ 22 w 354"/>
                <a:gd name="T3" fmla="*/ 302 h 430"/>
                <a:gd name="T4" fmla="*/ 27 w 354"/>
                <a:gd name="T5" fmla="*/ 307 h 430"/>
                <a:gd name="T6" fmla="*/ 25 w 354"/>
                <a:gd name="T7" fmla="*/ 328 h 430"/>
                <a:gd name="T8" fmla="*/ 49 w 354"/>
                <a:gd name="T9" fmla="*/ 418 h 430"/>
                <a:gd name="T10" fmla="*/ 68 w 354"/>
                <a:gd name="T11" fmla="*/ 408 h 430"/>
                <a:gd name="T12" fmla="*/ 70 w 354"/>
                <a:gd name="T13" fmla="*/ 387 h 430"/>
                <a:gd name="T14" fmla="*/ 83 w 354"/>
                <a:gd name="T15" fmla="*/ 331 h 430"/>
                <a:gd name="T16" fmla="*/ 50 w 354"/>
                <a:gd name="T17" fmla="*/ 251 h 430"/>
                <a:gd name="T18" fmla="*/ 50 w 354"/>
                <a:gd name="T19" fmla="*/ 237 h 430"/>
                <a:gd name="T20" fmla="*/ 44 w 354"/>
                <a:gd name="T21" fmla="*/ 232 h 430"/>
                <a:gd name="T22" fmla="*/ 50 w 354"/>
                <a:gd name="T23" fmla="*/ 196 h 430"/>
                <a:gd name="T24" fmla="*/ 79 w 354"/>
                <a:gd name="T25" fmla="*/ 177 h 430"/>
                <a:gd name="T26" fmla="*/ 85 w 354"/>
                <a:gd name="T27" fmla="*/ 169 h 430"/>
                <a:gd name="T28" fmla="*/ 111 w 354"/>
                <a:gd name="T29" fmla="*/ 152 h 430"/>
                <a:gd name="T30" fmla="*/ 168 w 354"/>
                <a:gd name="T31" fmla="*/ 99 h 430"/>
                <a:gd name="T32" fmla="*/ 193 w 354"/>
                <a:gd name="T33" fmla="*/ 85 h 430"/>
                <a:gd name="T34" fmla="*/ 293 w 354"/>
                <a:gd name="T35" fmla="*/ 47 h 430"/>
                <a:gd name="T36" fmla="*/ 272 w 354"/>
                <a:gd name="T37" fmla="*/ 101 h 430"/>
                <a:gd name="T38" fmla="*/ 241 w 354"/>
                <a:gd name="T39" fmla="*/ 177 h 430"/>
                <a:gd name="T40" fmla="*/ 241 w 354"/>
                <a:gd name="T41" fmla="*/ 190 h 430"/>
                <a:gd name="T42" fmla="*/ 230 w 354"/>
                <a:gd name="T43" fmla="*/ 208 h 430"/>
                <a:gd name="T44" fmla="*/ 230 w 354"/>
                <a:gd name="T45" fmla="*/ 225 h 430"/>
                <a:gd name="T46" fmla="*/ 218 w 354"/>
                <a:gd name="T47" fmla="*/ 245 h 430"/>
                <a:gd name="T48" fmla="*/ 218 w 354"/>
                <a:gd name="T49" fmla="*/ 263 h 430"/>
                <a:gd name="T50" fmla="*/ 213 w 354"/>
                <a:gd name="T51" fmla="*/ 267 h 430"/>
                <a:gd name="T52" fmla="*/ 210 w 354"/>
                <a:gd name="T53" fmla="*/ 279 h 430"/>
                <a:gd name="T54" fmla="*/ 210 w 354"/>
                <a:gd name="T55" fmla="*/ 281 h 430"/>
                <a:gd name="T56" fmla="*/ 193 w 354"/>
                <a:gd name="T57" fmla="*/ 248 h 430"/>
                <a:gd name="T58" fmla="*/ 106 w 354"/>
                <a:gd name="T59" fmla="*/ 189 h 430"/>
                <a:gd name="T60" fmla="*/ 103 w 354"/>
                <a:gd name="T61" fmla="*/ 267 h 430"/>
                <a:gd name="T62" fmla="*/ 131 w 354"/>
                <a:gd name="T63" fmla="*/ 332 h 430"/>
                <a:gd name="T64" fmla="*/ 112 w 354"/>
                <a:gd name="T65" fmla="*/ 365 h 430"/>
                <a:gd name="T66" fmla="*/ 90 w 354"/>
                <a:gd name="T67" fmla="*/ 396 h 430"/>
                <a:gd name="T68" fmla="*/ 85 w 354"/>
                <a:gd name="T69" fmla="*/ 407 h 430"/>
                <a:gd name="T70" fmla="*/ 89 w 354"/>
                <a:gd name="T71" fmla="*/ 412 h 430"/>
                <a:gd name="T72" fmla="*/ 143 w 354"/>
                <a:gd name="T73" fmla="*/ 366 h 430"/>
                <a:gd name="T74" fmla="*/ 154 w 354"/>
                <a:gd name="T75" fmla="*/ 366 h 430"/>
                <a:gd name="T76" fmla="*/ 208 w 354"/>
                <a:gd name="T77" fmla="*/ 430 h 430"/>
                <a:gd name="T78" fmla="*/ 213 w 354"/>
                <a:gd name="T79" fmla="*/ 430 h 430"/>
                <a:gd name="T80" fmla="*/ 260 w 354"/>
                <a:gd name="T81" fmla="*/ 289 h 430"/>
                <a:gd name="T82" fmla="*/ 282 w 354"/>
                <a:gd name="T83" fmla="*/ 224 h 430"/>
                <a:gd name="T84" fmla="*/ 281 w 354"/>
                <a:gd name="T85" fmla="*/ 214 h 430"/>
                <a:gd name="T86" fmla="*/ 292 w 354"/>
                <a:gd name="T87" fmla="*/ 186 h 430"/>
                <a:gd name="T88" fmla="*/ 294 w 354"/>
                <a:gd name="T89" fmla="*/ 170 h 430"/>
                <a:gd name="T90" fmla="*/ 311 w 354"/>
                <a:gd name="T91" fmla="*/ 138 h 430"/>
                <a:gd name="T92" fmla="*/ 317 w 354"/>
                <a:gd name="T93" fmla="*/ 111 h 430"/>
                <a:gd name="T94" fmla="*/ 330 w 354"/>
                <a:gd name="T95" fmla="*/ 92 h 430"/>
                <a:gd name="T96" fmla="*/ 343 w 354"/>
                <a:gd name="T97" fmla="*/ 40 h 430"/>
                <a:gd name="T98" fmla="*/ 291 w 354"/>
                <a:gd name="T99" fmla="*/ 0 h 430"/>
                <a:gd name="T100" fmla="*/ 272 w 354"/>
                <a:gd name="T101" fmla="*/ 8 h 430"/>
                <a:gd name="T102" fmla="*/ 210 w 354"/>
                <a:gd name="T103" fmla="*/ 31 h 430"/>
                <a:gd name="T104" fmla="*/ 176 w 354"/>
                <a:gd name="T105" fmla="*/ 53 h 430"/>
                <a:gd name="T106" fmla="*/ 168 w 354"/>
                <a:gd name="T107" fmla="*/ 52 h 430"/>
                <a:gd name="T108" fmla="*/ 162 w 354"/>
                <a:gd name="T109" fmla="*/ 59 h 430"/>
                <a:gd name="T110" fmla="*/ 143 w 354"/>
                <a:gd name="T111" fmla="*/ 65 h 430"/>
                <a:gd name="T112" fmla="*/ 75 w 354"/>
                <a:gd name="T113" fmla="*/ 109 h 430"/>
                <a:gd name="T114" fmla="*/ 26 w 354"/>
                <a:gd name="T115" fmla="*/ 155 h 430"/>
                <a:gd name="T116" fmla="*/ 25 w 354"/>
                <a:gd name="T117" fmla="*/ 222 h 430"/>
                <a:gd name="T118" fmla="*/ 7 w 354"/>
                <a:gd name="T119" fmla="*/ 227 h 430"/>
                <a:gd name="T120" fmla="*/ 15 w 354"/>
                <a:gd name="T121" fmla="*/ 269 h 430"/>
                <a:gd name="T122" fmla="*/ 20 w 354"/>
                <a:gd name="T123" fmla="*/ 276 h 43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  <a:cxn ang="0">
                  <a:pos x="T118" y="T119"/>
                </a:cxn>
                <a:cxn ang="0">
                  <a:pos x="T120" y="T121"/>
                </a:cxn>
                <a:cxn ang="0">
                  <a:pos x="T122" y="T123"/>
                </a:cxn>
              </a:cxnLst>
              <a:rect l="0" t="0" r="r" b="b"/>
              <a:pathLst>
                <a:path w="354" h="430">
                  <a:moveTo>
                    <a:pt x="20" y="276"/>
                  </a:moveTo>
                  <a:cubicBezTo>
                    <a:pt x="21" y="285"/>
                    <a:pt x="22" y="293"/>
                    <a:pt x="22" y="302"/>
                  </a:cubicBezTo>
                  <a:cubicBezTo>
                    <a:pt x="24" y="304"/>
                    <a:pt x="25" y="305"/>
                    <a:pt x="27" y="307"/>
                  </a:cubicBezTo>
                  <a:cubicBezTo>
                    <a:pt x="27" y="314"/>
                    <a:pt x="26" y="321"/>
                    <a:pt x="25" y="328"/>
                  </a:cubicBezTo>
                  <a:cubicBezTo>
                    <a:pt x="33" y="356"/>
                    <a:pt x="27" y="403"/>
                    <a:pt x="49" y="418"/>
                  </a:cubicBezTo>
                  <a:cubicBezTo>
                    <a:pt x="56" y="425"/>
                    <a:pt x="65" y="412"/>
                    <a:pt x="68" y="408"/>
                  </a:cubicBezTo>
                  <a:cubicBezTo>
                    <a:pt x="68" y="401"/>
                    <a:pt x="69" y="394"/>
                    <a:pt x="70" y="387"/>
                  </a:cubicBezTo>
                  <a:cubicBezTo>
                    <a:pt x="76" y="375"/>
                    <a:pt x="86" y="354"/>
                    <a:pt x="83" y="331"/>
                  </a:cubicBezTo>
                  <a:cubicBezTo>
                    <a:pt x="78" y="299"/>
                    <a:pt x="61" y="276"/>
                    <a:pt x="50" y="251"/>
                  </a:cubicBezTo>
                  <a:cubicBezTo>
                    <a:pt x="50" y="246"/>
                    <a:pt x="50" y="242"/>
                    <a:pt x="50" y="237"/>
                  </a:cubicBezTo>
                  <a:cubicBezTo>
                    <a:pt x="48" y="235"/>
                    <a:pt x="46" y="234"/>
                    <a:pt x="44" y="232"/>
                  </a:cubicBezTo>
                  <a:cubicBezTo>
                    <a:pt x="39" y="222"/>
                    <a:pt x="50" y="209"/>
                    <a:pt x="50" y="196"/>
                  </a:cubicBezTo>
                  <a:cubicBezTo>
                    <a:pt x="59" y="186"/>
                    <a:pt x="66" y="184"/>
                    <a:pt x="79" y="177"/>
                  </a:cubicBezTo>
                  <a:cubicBezTo>
                    <a:pt x="81" y="174"/>
                    <a:pt x="83" y="172"/>
                    <a:pt x="85" y="169"/>
                  </a:cubicBezTo>
                  <a:cubicBezTo>
                    <a:pt x="94" y="164"/>
                    <a:pt x="102" y="158"/>
                    <a:pt x="111" y="152"/>
                  </a:cubicBezTo>
                  <a:cubicBezTo>
                    <a:pt x="126" y="142"/>
                    <a:pt x="158" y="112"/>
                    <a:pt x="168" y="99"/>
                  </a:cubicBezTo>
                  <a:cubicBezTo>
                    <a:pt x="169" y="101"/>
                    <a:pt x="188" y="88"/>
                    <a:pt x="193" y="85"/>
                  </a:cubicBezTo>
                  <a:cubicBezTo>
                    <a:pt x="222" y="70"/>
                    <a:pt x="248" y="46"/>
                    <a:pt x="293" y="47"/>
                  </a:cubicBezTo>
                  <a:cubicBezTo>
                    <a:pt x="292" y="59"/>
                    <a:pt x="278" y="86"/>
                    <a:pt x="272" y="101"/>
                  </a:cubicBezTo>
                  <a:cubicBezTo>
                    <a:pt x="259" y="128"/>
                    <a:pt x="255" y="152"/>
                    <a:pt x="241" y="177"/>
                  </a:cubicBezTo>
                  <a:cubicBezTo>
                    <a:pt x="241" y="181"/>
                    <a:pt x="241" y="186"/>
                    <a:pt x="241" y="190"/>
                  </a:cubicBezTo>
                  <a:cubicBezTo>
                    <a:pt x="239" y="194"/>
                    <a:pt x="232" y="203"/>
                    <a:pt x="230" y="208"/>
                  </a:cubicBezTo>
                  <a:cubicBezTo>
                    <a:pt x="230" y="213"/>
                    <a:pt x="230" y="219"/>
                    <a:pt x="230" y="225"/>
                  </a:cubicBezTo>
                  <a:cubicBezTo>
                    <a:pt x="228" y="232"/>
                    <a:pt x="221" y="238"/>
                    <a:pt x="218" y="245"/>
                  </a:cubicBezTo>
                  <a:cubicBezTo>
                    <a:pt x="218" y="251"/>
                    <a:pt x="218" y="257"/>
                    <a:pt x="218" y="263"/>
                  </a:cubicBezTo>
                  <a:cubicBezTo>
                    <a:pt x="216" y="265"/>
                    <a:pt x="214" y="266"/>
                    <a:pt x="213" y="267"/>
                  </a:cubicBezTo>
                  <a:cubicBezTo>
                    <a:pt x="212" y="270"/>
                    <a:pt x="213" y="276"/>
                    <a:pt x="210" y="279"/>
                  </a:cubicBezTo>
                  <a:cubicBezTo>
                    <a:pt x="210" y="280"/>
                    <a:pt x="210" y="280"/>
                    <a:pt x="210" y="281"/>
                  </a:cubicBezTo>
                  <a:cubicBezTo>
                    <a:pt x="201" y="277"/>
                    <a:pt x="199" y="257"/>
                    <a:pt x="193" y="248"/>
                  </a:cubicBezTo>
                  <a:cubicBezTo>
                    <a:pt x="175" y="223"/>
                    <a:pt x="147" y="190"/>
                    <a:pt x="106" y="189"/>
                  </a:cubicBezTo>
                  <a:cubicBezTo>
                    <a:pt x="89" y="206"/>
                    <a:pt x="93" y="245"/>
                    <a:pt x="103" y="267"/>
                  </a:cubicBezTo>
                  <a:cubicBezTo>
                    <a:pt x="106" y="275"/>
                    <a:pt x="133" y="322"/>
                    <a:pt x="131" y="332"/>
                  </a:cubicBezTo>
                  <a:cubicBezTo>
                    <a:pt x="128" y="344"/>
                    <a:pt x="118" y="357"/>
                    <a:pt x="112" y="365"/>
                  </a:cubicBezTo>
                  <a:cubicBezTo>
                    <a:pt x="106" y="374"/>
                    <a:pt x="102" y="394"/>
                    <a:pt x="90" y="396"/>
                  </a:cubicBezTo>
                  <a:cubicBezTo>
                    <a:pt x="85" y="402"/>
                    <a:pt x="86" y="401"/>
                    <a:pt x="85" y="407"/>
                  </a:cubicBezTo>
                  <a:cubicBezTo>
                    <a:pt x="86" y="409"/>
                    <a:pt x="88" y="410"/>
                    <a:pt x="89" y="412"/>
                  </a:cubicBezTo>
                  <a:cubicBezTo>
                    <a:pt x="106" y="411"/>
                    <a:pt x="136" y="378"/>
                    <a:pt x="143" y="366"/>
                  </a:cubicBezTo>
                  <a:cubicBezTo>
                    <a:pt x="147" y="366"/>
                    <a:pt x="151" y="366"/>
                    <a:pt x="154" y="366"/>
                  </a:cubicBezTo>
                  <a:cubicBezTo>
                    <a:pt x="173" y="387"/>
                    <a:pt x="194" y="406"/>
                    <a:pt x="208" y="430"/>
                  </a:cubicBezTo>
                  <a:cubicBezTo>
                    <a:pt x="209" y="430"/>
                    <a:pt x="211" y="430"/>
                    <a:pt x="213" y="430"/>
                  </a:cubicBezTo>
                  <a:cubicBezTo>
                    <a:pt x="249" y="405"/>
                    <a:pt x="244" y="337"/>
                    <a:pt x="260" y="289"/>
                  </a:cubicBezTo>
                  <a:cubicBezTo>
                    <a:pt x="266" y="271"/>
                    <a:pt x="275" y="244"/>
                    <a:pt x="282" y="224"/>
                  </a:cubicBezTo>
                  <a:cubicBezTo>
                    <a:pt x="281" y="221"/>
                    <a:pt x="281" y="217"/>
                    <a:pt x="281" y="214"/>
                  </a:cubicBezTo>
                  <a:cubicBezTo>
                    <a:pt x="284" y="206"/>
                    <a:pt x="290" y="191"/>
                    <a:pt x="292" y="186"/>
                  </a:cubicBezTo>
                  <a:cubicBezTo>
                    <a:pt x="292" y="181"/>
                    <a:pt x="293" y="176"/>
                    <a:pt x="294" y="170"/>
                  </a:cubicBezTo>
                  <a:cubicBezTo>
                    <a:pt x="298" y="161"/>
                    <a:pt x="309" y="149"/>
                    <a:pt x="311" y="138"/>
                  </a:cubicBezTo>
                  <a:cubicBezTo>
                    <a:pt x="313" y="130"/>
                    <a:pt x="313" y="122"/>
                    <a:pt x="317" y="111"/>
                  </a:cubicBezTo>
                  <a:cubicBezTo>
                    <a:pt x="318" y="114"/>
                    <a:pt x="329" y="94"/>
                    <a:pt x="330" y="92"/>
                  </a:cubicBezTo>
                  <a:cubicBezTo>
                    <a:pt x="337" y="75"/>
                    <a:pt x="337" y="57"/>
                    <a:pt x="343" y="40"/>
                  </a:cubicBezTo>
                  <a:cubicBezTo>
                    <a:pt x="354" y="9"/>
                    <a:pt x="317" y="0"/>
                    <a:pt x="291" y="0"/>
                  </a:cubicBezTo>
                  <a:cubicBezTo>
                    <a:pt x="287" y="8"/>
                    <a:pt x="280" y="5"/>
                    <a:pt x="272" y="8"/>
                  </a:cubicBezTo>
                  <a:cubicBezTo>
                    <a:pt x="261" y="12"/>
                    <a:pt x="217" y="31"/>
                    <a:pt x="210" y="31"/>
                  </a:cubicBezTo>
                  <a:cubicBezTo>
                    <a:pt x="200" y="37"/>
                    <a:pt x="187" y="48"/>
                    <a:pt x="176" y="53"/>
                  </a:cubicBezTo>
                  <a:cubicBezTo>
                    <a:pt x="173" y="53"/>
                    <a:pt x="170" y="53"/>
                    <a:pt x="168" y="52"/>
                  </a:cubicBezTo>
                  <a:cubicBezTo>
                    <a:pt x="166" y="55"/>
                    <a:pt x="164" y="57"/>
                    <a:pt x="162" y="59"/>
                  </a:cubicBezTo>
                  <a:cubicBezTo>
                    <a:pt x="155" y="63"/>
                    <a:pt x="149" y="61"/>
                    <a:pt x="143" y="65"/>
                  </a:cubicBezTo>
                  <a:cubicBezTo>
                    <a:pt x="122" y="78"/>
                    <a:pt x="97" y="95"/>
                    <a:pt x="75" y="109"/>
                  </a:cubicBezTo>
                  <a:cubicBezTo>
                    <a:pt x="58" y="120"/>
                    <a:pt x="34" y="135"/>
                    <a:pt x="26" y="155"/>
                  </a:cubicBezTo>
                  <a:cubicBezTo>
                    <a:pt x="20" y="173"/>
                    <a:pt x="24" y="201"/>
                    <a:pt x="25" y="222"/>
                  </a:cubicBezTo>
                  <a:cubicBezTo>
                    <a:pt x="22" y="224"/>
                    <a:pt x="10" y="224"/>
                    <a:pt x="7" y="227"/>
                  </a:cubicBezTo>
                  <a:cubicBezTo>
                    <a:pt x="0" y="233"/>
                    <a:pt x="11" y="261"/>
                    <a:pt x="15" y="269"/>
                  </a:cubicBezTo>
                  <a:cubicBezTo>
                    <a:pt x="16" y="271"/>
                    <a:pt x="18" y="274"/>
                    <a:pt x="20" y="276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50" name="î$ḷiďê"/>
            <p:cNvSpPr/>
            <p:nvPr/>
          </p:nvSpPr>
          <p:spPr bwMode="auto">
            <a:xfrm>
              <a:off x="6527548" y="3450476"/>
              <a:ext cx="514159" cy="247697"/>
            </a:xfrm>
            <a:custGeom>
              <a:avLst/>
              <a:gdLst>
                <a:gd name="T0" fmla="*/ 365 w 428"/>
                <a:gd name="T1" fmla="*/ 1 h 206"/>
                <a:gd name="T2" fmla="*/ 278 w 428"/>
                <a:gd name="T3" fmla="*/ 25 h 206"/>
                <a:gd name="T4" fmla="*/ 257 w 428"/>
                <a:gd name="T5" fmla="*/ 24 h 206"/>
                <a:gd name="T6" fmla="*/ 249 w 428"/>
                <a:gd name="T7" fmla="*/ 30 h 206"/>
                <a:gd name="T8" fmla="*/ 233 w 428"/>
                <a:gd name="T9" fmla="*/ 30 h 206"/>
                <a:gd name="T10" fmla="*/ 225 w 428"/>
                <a:gd name="T11" fmla="*/ 36 h 206"/>
                <a:gd name="T12" fmla="*/ 213 w 428"/>
                <a:gd name="T13" fmla="*/ 36 h 206"/>
                <a:gd name="T14" fmla="*/ 206 w 428"/>
                <a:gd name="T15" fmla="*/ 43 h 206"/>
                <a:gd name="T16" fmla="*/ 196 w 428"/>
                <a:gd name="T17" fmla="*/ 42 h 206"/>
                <a:gd name="T18" fmla="*/ 178 w 428"/>
                <a:gd name="T19" fmla="*/ 54 h 206"/>
                <a:gd name="T20" fmla="*/ 163 w 428"/>
                <a:gd name="T21" fmla="*/ 55 h 206"/>
                <a:gd name="T22" fmla="*/ 157 w 428"/>
                <a:gd name="T23" fmla="*/ 62 h 206"/>
                <a:gd name="T24" fmla="*/ 131 w 428"/>
                <a:gd name="T25" fmla="*/ 68 h 206"/>
                <a:gd name="T26" fmla="*/ 111 w 428"/>
                <a:gd name="T27" fmla="*/ 80 h 206"/>
                <a:gd name="T28" fmla="*/ 104 w 428"/>
                <a:gd name="T29" fmla="*/ 78 h 206"/>
                <a:gd name="T30" fmla="*/ 77 w 428"/>
                <a:gd name="T31" fmla="*/ 91 h 206"/>
                <a:gd name="T32" fmla="*/ 57 w 428"/>
                <a:gd name="T33" fmla="*/ 96 h 206"/>
                <a:gd name="T34" fmla="*/ 7 w 428"/>
                <a:gd name="T35" fmla="*/ 106 h 206"/>
                <a:gd name="T36" fmla="*/ 5 w 428"/>
                <a:gd name="T37" fmla="*/ 144 h 206"/>
                <a:gd name="T38" fmla="*/ 51 w 428"/>
                <a:gd name="T39" fmla="*/ 206 h 206"/>
                <a:gd name="T40" fmla="*/ 103 w 428"/>
                <a:gd name="T41" fmla="*/ 170 h 206"/>
                <a:gd name="T42" fmla="*/ 122 w 428"/>
                <a:gd name="T43" fmla="*/ 154 h 206"/>
                <a:gd name="T44" fmla="*/ 141 w 428"/>
                <a:gd name="T45" fmla="*/ 136 h 206"/>
                <a:gd name="T46" fmla="*/ 216 w 428"/>
                <a:gd name="T47" fmla="*/ 95 h 206"/>
                <a:gd name="T48" fmla="*/ 312 w 428"/>
                <a:gd name="T49" fmla="*/ 68 h 206"/>
                <a:gd name="T50" fmla="*/ 315 w 428"/>
                <a:gd name="T51" fmla="*/ 69 h 206"/>
                <a:gd name="T52" fmla="*/ 318 w 428"/>
                <a:gd name="T53" fmla="*/ 69 h 206"/>
                <a:gd name="T54" fmla="*/ 282 w 428"/>
                <a:gd name="T55" fmla="*/ 97 h 206"/>
                <a:gd name="T56" fmla="*/ 278 w 428"/>
                <a:gd name="T57" fmla="*/ 110 h 206"/>
                <a:gd name="T58" fmla="*/ 320 w 428"/>
                <a:gd name="T59" fmla="*/ 95 h 206"/>
                <a:gd name="T60" fmla="*/ 335 w 428"/>
                <a:gd name="T61" fmla="*/ 95 h 206"/>
                <a:gd name="T62" fmla="*/ 427 w 428"/>
                <a:gd name="T63" fmla="*/ 42 h 206"/>
                <a:gd name="T64" fmla="*/ 365 w 428"/>
                <a:gd name="T65" fmla="*/ 1 h 20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</a:cxnLst>
              <a:rect l="0" t="0" r="r" b="b"/>
              <a:pathLst>
                <a:path w="428" h="206">
                  <a:moveTo>
                    <a:pt x="365" y="1"/>
                  </a:moveTo>
                  <a:cubicBezTo>
                    <a:pt x="356" y="12"/>
                    <a:pt x="297" y="17"/>
                    <a:pt x="278" y="25"/>
                  </a:cubicBezTo>
                  <a:cubicBezTo>
                    <a:pt x="271" y="24"/>
                    <a:pt x="264" y="24"/>
                    <a:pt x="257" y="24"/>
                  </a:cubicBezTo>
                  <a:cubicBezTo>
                    <a:pt x="254" y="26"/>
                    <a:pt x="252" y="28"/>
                    <a:pt x="249" y="30"/>
                  </a:cubicBezTo>
                  <a:cubicBezTo>
                    <a:pt x="244" y="30"/>
                    <a:pt x="238" y="30"/>
                    <a:pt x="233" y="30"/>
                  </a:cubicBezTo>
                  <a:cubicBezTo>
                    <a:pt x="230" y="32"/>
                    <a:pt x="227" y="34"/>
                    <a:pt x="225" y="36"/>
                  </a:cubicBezTo>
                  <a:cubicBezTo>
                    <a:pt x="221" y="36"/>
                    <a:pt x="217" y="36"/>
                    <a:pt x="213" y="36"/>
                  </a:cubicBezTo>
                  <a:cubicBezTo>
                    <a:pt x="211" y="39"/>
                    <a:pt x="208" y="41"/>
                    <a:pt x="206" y="43"/>
                  </a:cubicBezTo>
                  <a:cubicBezTo>
                    <a:pt x="202" y="43"/>
                    <a:pt x="199" y="43"/>
                    <a:pt x="196" y="42"/>
                  </a:cubicBezTo>
                  <a:cubicBezTo>
                    <a:pt x="192" y="44"/>
                    <a:pt x="183" y="50"/>
                    <a:pt x="178" y="54"/>
                  </a:cubicBezTo>
                  <a:cubicBezTo>
                    <a:pt x="173" y="54"/>
                    <a:pt x="168" y="55"/>
                    <a:pt x="163" y="55"/>
                  </a:cubicBezTo>
                  <a:cubicBezTo>
                    <a:pt x="161" y="57"/>
                    <a:pt x="159" y="59"/>
                    <a:pt x="157" y="62"/>
                  </a:cubicBezTo>
                  <a:cubicBezTo>
                    <a:pt x="147" y="66"/>
                    <a:pt x="140" y="64"/>
                    <a:pt x="131" y="68"/>
                  </a:cubicBezTo>
                  <a:cubicBezTo>
                    <a:pt x="123" y="71"/>
                    <a:pt x="117" y="78"/>
                    <a:pt x="111" y="80"/>
                  </a:cubicBezTo>
                  <a:cubicBezTo>
                    <a:pt x="109" y="80"/>
                    <a:pt x="106" y="79"/>
                    <a:pt x="104" y="78"/>
                  </a:cubicBezTo>
                  <a:cubicBezTo>
                    <a:pt x="96" y="82"/>
                    <a:pt x="85" y="88"/>
                    <a:pt x="77" y="91"/>
                  </a:cubicBezTo>
                  <a:cubicBezTo>
                    <a:pt x="67" y="95"/>
                    <a:pt x="63" y="90"/>
                    <a:pt x="57" y="96"/>
                  </a:cubicBezTo>
                  <a:cubicBezTo>
                    <a:pt x="48" y="90"/>
                    <a:pt x="15" y="98"/>
                    <a:pt x="7" y="106"/>
                  </a:cubicBezTo>
                  <a:cubicBezTo>
                    <a:pt x="0" y="113"/>
                    <a:pt x="2" y="136"/>
                    <a:pt x="5" y="144"/>
                  </a:cubicBezTo>
                  <a:cubicBezTo>
                    <a:pt x="14" y="168"/>
                    <a:pt x="36" y="185"/>
                    <a:pt x="51" y="206"/>
                  </a:cubicBezTo>
                  <a:cubicBezTo>
                    <a:pt x="61" y="205"/>
                    <a:pt x="97" y="178"/>
                    <a:pt x="103" y="170"/>
                  </a:cubicBezTo>
                  <a:cubicBezTo>
                    <a:pt x="105" y="166"/>
                    <a:pt x="117" y="158"/>
                    <a:pt x="122" y="154"/>
                  </a:cubicBezTo>
                  <a:cubicBezTo>
                    <a:pt x="129" y="148"/>
                    <a:pt x="135" y="142"/>
                    <a:pt x="141" y="136"/>
                  </a:cubicBezTo>
                  <a:cubicBezTo>
                    <a:pt x="164" y="121"/>
                    <a:pt x="189" y="105"/>
                    <a:pt x="216" y="95"/>
                  </a:cubicBezTo>
                  <a:cubicBezTo>
                    <a:pt x="231" y="90"/>
                    <a:pt x="308" y="72"/>
                    <a:pt x="312" y="68"/>
                  </a:cubicBezTo>
                  <a:cubicBezTo>
                    <a:pt x="315" y="68"/>
                    <a:pt x="314" y="67"/>
                    <a:pt x="315" y="69"/>
                  </a:cubicBezTo>
                  <a:cubicBezTo>
                    <a:pt x="316" y="69"/>
                    <a:pt x="317" y="69"/>
                    <a:pt x="318" y="69"/>
                  </a:cubicBezTo>
                  <a:cubicBezTo>
                    <a:pt x="313" y="77"/>
                    <a:pt x="292" y="95"/>
                    <a:pt x="282" y="97"/>
                  </a:cubicBezTo>
                  <a:cubicBezTo>
                    <a:pt x="279" y="101"/>
                    <a:pt x="278" y="102"/>
                    <a:pt x="278" y="110"/>
                  </a:cubicBezTo>
                  <a:cubicBezTo>
                    <a:pt x="291" y="119"/>
                    <a:pt x="309" y="101"/>
                    <a:pt x="320" y="95"/>
                  </a:cubicBezTo>
                  <a:cubicBezTo>
                    <a:pt x="325" y="95"/>
                    <a:pt x="330" y="95"/>
                    <a:pt x="335" y="95"/>
                  </a:cubicBezTo>
                  <a:cubicBezTo>
                    <a:pt x="364" y="76"/>
                    <a:pt x="411" y="71"/>
                    <a:pt x="427" y="42"/>
                  </a:cubicBezTo>
                  <a:cubicBezTo>
                    <a:pt x="428" y="16"/>
                    <a:pt x="390" y="0"/>
                    <a:pt x="365" y="1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</p:grpSp>
      <p:sp>
        <p:nvSpPr>
          <p:cNvPr id="2" name="文本框 1"/>
          <p:cNvSpPr txBox="1"/>
          <p:nvPr/>
        </p:nvSpPr>
        <p:spPr>
          <a:xfrm>
            <a:off x="401706" y="1086750"/>
            <a:ext cx="8304972" cy="35791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1" algn="l">
              <a:lnSpc>
                <a:spcPts val="2000"/>
              </a:lnSpc>
              <a:spcBef>
                <a:spcPts val="1560"/>
              </a:spcBef>
              <a:spcAft>
                <a:spcPts val="780"/>
              </a:spcAft>
            </a:pPr>
            <a:r>
              <a:rPr lang="zh-CN" altLang="en-US" sz="2400" kern="1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路径</a:t>
            </a:r>
            <a:r>
              <a:rPr lang="en-US" altLang="zh-CN" sz="2400" kern="1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·</a:t>
            </a:r>
            <a:r>
              <a:rPr lang="zh-CN" altLang="en-US" sz="2400" kern="1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：社会经济地位 </a:t>
            </a:r>
            <a:r>
              <a:rPr lang="en-US" altLang="zh-CN" sz="2400" kern="1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(SES) ——</a:t>
            </a:r>
            <a:r>
              <a:rPr lang="zh-CN" altLang="en-US" sz="2400" kern="1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 睡眠问题</a:t>
            </a:r>
            <a:r>
              <a:rPr lang="en-US" altLang="zh-CN" sz="2400" kern="1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——</a:t>
            </a:r>
            <a:r>
              <a:rPr lang="zh-CN" altLang="en-US" sz="2400" kern="1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疼痛结局</a:t>
            </a:r>
          </a:p>
        </p:txBody>
      </p:sp>
      <p:sp>
        <p:nvSpPr>
          <p:cNvPr id="3" name="椭圆 2"/>
          <p:cNvSpPr/>
          <p:nvPr/>
        </p:nvSpPr>
        <p:spPr>
          <a:xfrm>
            <a:off x="638175" y="1099623"/>
            <a:ext cx="219075" cy="219075"/>
          </a:xfrm>
          <a:prstGeom prst="ellipse">
            <a:avLst/>
          </a:prstGeom>
          <a:solidFill>
            <a:srgbClr val="1B4489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  <p:sp>
        <p:nvSpPr>
          <p:cNvPr id="6" name="文本框 5"/>
          <p:cNvSpPr txBox="1"/>
          <p:nvPr/>
        </p:nvSpPr>
        <p:spPr>
          <a:xfrm>
            <a:off x="1499667" y="1691470"/>
            <a:ext cx="2751822" cy="34881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2" algn="l">
              <a:lnSpc>
                <a:spcPts val="2000"/>
              </a:lnSpc>
              <a:spcBef>
                <a:spcPts val="1560"/>
              </a:spcBef>
              <a:spcAft>
                <a:spcPts val="780"/>
              </a:spcAft>
              <a:buClr>
                <a:srgbClr val="000000"/>
              </a:buClr>
            </a:pPr>
            <a:r>
              <a:rPr lang="zh-CN" altLang="en-US" sz="2000" b="1" kern="100" dirty="0">
                <a:solidFill>
                  <a:srgbClr val="1A1A1A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关键路径验证</a:t>
            </a:r>
          </a:p>
        </p:txBody>
      </p:sp>
      <p:sp>
        <p:nvSpPr>
          <p:cNvPr id="15" name="文本框 14"/>
          <p:cNvSpPr txBox="1"/>
          <p:nvPr/>
        </p:nvSpPr>
        <p:spPr>
          <a:xfrm>
            <a:off x="570505" y="2064874"/>
            <a:ext cx="5331074" cy="38625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indent="304800" algn="just">
              <a:lnSpc>
                <a:spcPts val="2100"/>
              </a:lnSpc>
            </a:pPr>
            <a:r>
              <a:rPr lang="zh-CN" altLang="en-US" b="1" kern="100" dirty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最强</a:t>
            </a:r>
            <a:r>
              <a:rPr lang="zh-CN" altLang="en-US" kern="100" dirty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的关联路径 ：“低家庭收入”</a:t>
            </a:r>
            <a:r>
              <a:rPr lang="en-US" altLang="zh-CN" kern="100" dirty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-</a:t>
            </a:r>
            <a:r>
              <a:rPr lang="zh-CN" altLang="en-US" kern="100" dirty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“短睡眠</a:t>
            </a:r>
            <a:r>
              <a:rPr lang="en-US" altLang="zh-CN" kern="100" dirty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”(OR </a:t>
            </a:r>
            <a:r>
              <a:rPr lang="zh-CN" altLang="en-US" kern="100" dirty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值高达 </a:t>
            </a:r>
            <a:r>
              <a:rPr lang="en-US" altLang="zh-CN" kern="100" dirty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3.67)</a:t>
            </a:r>
          </a:p>
          <a:p>
            <a:pPr indent="304800" algn="just">
              <a:lnSpc>
                <a:spcPts val="2100"/>
              </a:lnSpc>
            </a:pPr>
            <a:endParaRPr lang="en-US" altLang="zh-CN" kern="100" dirty="0">
              <a:solidFill>
                <a:prstClr val="black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indent="304800" algn="just">
              <a:lnSpc>
                <a:spcPts val="2100"/>
              </a:lnSpc>
            </a:pPr>
            <a:r>
              <a:rPr lang="zh-CN" altLang="en-US" kern="100" dirty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睡眠质量与收入：低收入不仅导致睡得短，也显著导致 </a:t>
            </a:r>
            <a:r>
              <a:rPr lang="en-US" altLang="zh-CN" kern="100" dirty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"</a:t>
            </a:r>
            <a:r>
              <a:rPr lang="zh-CN" altLang="en-US" kern="100" dirty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睡眠质量差</a:t>
            </a:r>
            <a:r>
              <a:rPr lang="en-US" altLang="zh-CN" kern="100" dirty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" (OR = 2.13)</a:t>
            </a:r>
          </a:p>
          <a:p>
            <a:pPr indent="304800" algn="just">
              <a:lnSpc>
                <a:spcPts val="2100"/>
              </a:lnSpc>
            </a:pPr>
            <a:endParaRPr lang="en-US" altLang="zh-CN" kern="100" dirty="0">
              <a:solidFill>
                <a:prstClr val="black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indent="304800" algn="just">
              <a:lnSpc>
                <a:spcPts val="2100"/>
              </a:lnSpc>
            </a:pPr>
            <a:r>
              <a:rPr lang="zh-CN" altLang="en-US" kern="100" dirty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睡眠对疼痛的普遍影响：</a:t>
            </a:r>
            <a:r>
              <a:rPr lang="en-US" altLang="zh-CN" kern="100" dirty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“</a:t>
            </a:r>
            <a:r>
              <a:rPr lang="zh-CN" altLang="en-US" kern="100" dirty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睡眠质量差</a:t>
            </a:r>
            <a:r>
              <a:rPr lang="en-US" altLang="zh-CN" kern="100" dirty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” </a:t>
            </a:r>
            <a:r>
              <a:rPr lang="zh-CN" altLang="en-US" kern="100" dirty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还是 </a:t>
            </a:r>
            <a:r>
              <a:rPr lang="en-US" altLang="zh-CN" kern="100" dirty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“</a:t>
            </a:r>
            <a:r>
              <a:rPr lang="zh-CN" altLang="en-US" kern="100" dirty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短睡眠</a:t>
            </a:r>
            <a:r>
              <a:rPr lang="en-US" altLang="zh-CN" kern="100" dirty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”</a:t>
            </a:r>
            <a:r>
              <a:rPr lang="zh-CN" altLang="en-US" kern="100" dirty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，导致疼痛的风险几乎是一致的，</a:t>
            </a:r>
            <a:r>
              <a:rPr lang="en-US" altLang="zh-CN" kern="100" dirty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OR </a:t>
            </a:r>
            <a:r>
              <a:rPr lang="zh-CN" altLang="en-US" kern="100" dirty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值都在 </a:t>
            </a:r>
            <a:r>
              <a:rPr lang="en-US" altLang="zh-CN" kern="100" dirty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1.9</a:t>
            </a:r>
            <a:r>
              <a:rPr lang="zh-CN" altLang="en-US" kern="100" dirty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左右，二者对于引发疼痛来说同样危险</a:t>
            </a:r>
            <a:endParaRPr lang="en-US" altLang="zh-CN" kern="100" dirty="0">
              <a:solidFill>
                <a:prstClr val="black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indent="304800" algn="just">
              <a:lnSpc>
                <a:spcPts val="2100"/>
              </a:lnSpc>
            </a:pPr>
            <a:endParaRPr lang="en-US" altLang="zh-CN" kern="100" dirty="0">
              <a:solidFill>
                <a:prstClr val="black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indent="304800" algn="just">
              <a:lnSpc>
                <a:spcPts val="2100"/>
              </a:lnSpc>
            </a:pPr>
            <a:r>
              <a:rPr lang="zh-CN" altLang="en-US" kern="100" dirty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教育与职业的影响：低学历和低职业地位主要通过 </a:t>
            </a:r>
            <a:r>
              <a:rPr lang="en-US" altLang="zh-CN" kern="100" dirty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"</a:t>
            </a:r>
            <a:r>
              <a:rPr lang="zh-CN" altLang="en-US" kern="100" dirty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短睡眠</a:t>
            </a:r>
            <a:r>
              <a:rPr lang="en-US" altLang="zh-CN" kern="100" dirty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" </a:t>
            </a:r>
            <a:r>
              <a:rPr lang="zh-CN" altLang="en-US" kern="100" dirty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这一路径发挥作用 </a:t>
            </a:r>
            <a:r>
              <a:rPr lang="en-US" altLang="zh-CN" kern="100" dirty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(OR  2.0-2.1)</a:t>
            </a:r>
            <a:r>
              <a:rPr lang="zh-CN" altLang="en-US" kern="100" dirty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，而与睡眠质量（主观感受）的关联在二分类变量中相对较弱</a:t>
            </a:r>
          </a:p>
        </p:txBody>
      </p:sp>
      <p:sp>
        <p:nvSpPr>
          <p:cNvPr id="21" name="矩形 20"/>
          <p:cNvSpPr/>
          <p:nvPr/>
        </p:nvSpPr>
        <p:spPr>
          <a:xfrm rot="5400000">
            <a:off x="1105303" y="1132082"/>
            <a:ext cx="4322549" cy="5392144"/>
          </a:xfrm>
          <a:prstGeom prst="rect">
            <a:avLst/>
          </a:prstGeom>
          <a:noFill/>
          <a:ln>
            <a:solidFill>
              <a:srgbClr val="297AD0"/>
            </a:solidFill>
            <a:prstDash val="dash"/>
          </a:ln>
          <a:effectLst>
            <a:outerShdw blurRad="241300" dist="101600" dir="2700000" algn="tl" rotWithShape="0">
              <a:prstClr val="black">
                <a:alpha val="3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zh-CN">
                <a:solidFill>
                  <a:schemeClr val="lt1"/>
                </a:solidFill>
              </a:defRPr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等线" panose="02010600030101010101" charset="-122"/>
              <a:ea typeface="等线" panose="02010600030101010101" charset="-122"/>
              <a:cs typeface="+mn-cs"/>
            </a:endParaRPr>
          </a:p>
        </p:txBody>
      </p:sp>
      <p:sp>
        <p:nvSpPr>
          <p:cNvPr id="24" name="文本框 23"/>
          <p:cNvSpPr txBox="1"/>
          <p:nvPr/>
        </p:nvSpPr>
        <p:spPr>
          <a:xfrm>
            <a:off x="8068039" y="5192145"/>
            <a:ext cx="2302936" cy="33701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indent="459105" algn="just">
              <a:lnSpc>
                <a:spcPts val="2100"/>
              </a:lnSpc>
              <a:spcBef>
                <a:spcPts val="0"/>
              </a:spcBef>
              <a:spcAft>
                <a:spcPts val="0"/>
              </a:spcAft>
            </a:pPr>
            <a:r>
              <a:rPr lang="zh-CN" altLang="en-US" sz="1400" b="1" kern="100" dirty="0">
                <a:solidFill>
                  <a:srgbClr val="1B448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关联强度图</a:t>
            </a:r>
          </a:p>
        </p:txBody>
      </p:sp>
      <p:pic>
        <p:nvPicPr>
          <p:cNvPr id="4" name="图片 3">
            <a:extLst>
              <a:ext uri="{FF2B5EF4-FFF2-40B4-BE49-F238E27FC236}">
                <a16:creationId xmlns:a16="http://schemas.microsoft.com/office/drawing/2014/main" id="{C4F1789D-88EC-1325-F674-01467B761913}"/>
              </a:ext>
            </a:extLst>
          </p:cNvPr>
          <p:cNvPicPr>
            <a:picLocks/>
          </p:cNvPicPr>
          <p:nvPr/>
        </p:nvPicPr>
        <p:blipFill>
          <a:blip r:embed="rId3"/>
          <a:srcRect t="6372" r="281"/>
          <a:stretch>
            <a:fillRect/>
          </a:stretch>
        </p:blipFill>
        <p:spPr>
          <a:xfrm>
            <a:off x="6229352" y="2080228"/>
            <a:ext cx="5241722" cy="2995096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xmlns:p14="http://schemas.microsoft.com/office/powerpoint/2010/main" spd="slow" p14:dur="1250">
        <p15:prstTrans prst="peelOff"/>
      </p:transition>
    </mc:Choice>
    <mc:Fallback xmlns="">
      <p:transition spd="slow">
        <p:fade/>
      </p:transition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BBDC150-0EE2-DE33-BBA2-26B669213ED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2" name="组合 31">
            <a:extLst>
              <a:ext uri="{FF2B5EF4-FFF2-40B4-BE49-F238E27FC236}">
                <a16:creationId xmlns:a16="http://schemas.microsoft.com/office/drawing/2014/main" id="{2DA60122-AC02-B9AD-453D-F5C33C2AD452}"/>
              </a:ext>
            </a:extLst>
          </p:cNvPr>
          <p:cNvGrpSpPr/>
          <p:nvPr/>
        </p:nvGrpSpPr>
        <p:grpSpPr>
          <a:xfrm>
            <a:off x="528706" y="867990"/>
            <a:ext cx="11158794" cy="0"/>
            <a:chOff x="528706" y="867990"/>
            <a:chExt cx="11158794" cy="0"/>
          </a:xfrm>
        </p:grpSpPr>
        <p:cxnSp>
          <p:nvCxnSpPr>
            <p:cNvPr id="33" name="直接连接符 32">
              <a:extLst>
                <a:ext uri="{FF2B5EF4-FFF2-40B4-BE49-F238E27FC236}">
                  <a16:creationId xmlns:a16="http://schemas.microsoft.com/office/drawing/2014/main" id="{907B9549-DB2C-4A11-70A2-A563806AF1BB}"/>
                </a:ext>
              </a:extLst>
            </p:cNvPr>
            <p:cNvCxnSpPr/>
            <p:nvPr/>
          </p:nvCxnSpPr>
          <p:spPr>
            <a:xfrm>
              <a:off x="528706" y="867990"/>
              <a:ext cx="11158794" cy="0"/>
            </a:xfrm>
            <a:prstGeom prst="line">
              <a:avLst/>
            </a:prstGeom>
            <a:ln>
              <a:solidFill>
                <a:schemeClr val="bg1">
                  <a:lumMod val="6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4" name="直接连接符 33">
              <a:extLst>
                <a:ext uri="{FF2B5EF4-FFF2-40B4-BE49-F238E27FC236}">
                  <a16:creationId xmlns:a16="http://schemas.microsoft.com/office/drawing/2014/main" id="{D519C61D-27CD-DD91-DF10-E5F4E535ACB5}"/>
                </a:ext>
              </a:extLst>
            </p:cNvPr>
            <p:cNvCxnSpPr/>
            <p:nvPr/>
          </p:nvCxnSpPr>
          <p:spPr>
            <a:xfrm>
              <a:off x="528706" y="867990"/>
              <a:ext cx="589713" cy="0"/>
            </a:xfrm>
            <a:prstGeom prst="line">
              <a:avLst/>
            </a:prstGeom>
            <a:ln w="38100">
              <a:solidFill>
                <a:srgbClr val="2257AE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35" name="文本占位符 43">
            <a:extLst>
              <a:ext uri="{FF2B5EF4-FFF2-40B4-BE49-F238E27FC236}">
                <a16:creationId xmlns:a16="http://schemas.microsoft.com/office/drawing/2014/main" id="{0897B6C0-41B8-98EC-2CAC-5E3677DA1CA2}"/>
              </a:ext>
            </a:extLst>
          </p:cNvPr>
          <p:cNvSpPr txBox="1"/>
          <p:nvPr/>
        </p:nvSpPr>
        <p:spPr>
          <a:xfrm>
            <a:off x="126642" y="116187"/>
            <a:ext cx="6498064" cy="662554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lang="zh-CN" altLang="en-US" sz="2000" b="1" kern="1200" dirty="0">
                <a:solidFill>
                  <a:schemeClr val="accent2"/>
                </a:solidFill>
                <a:latin typeface="思源宋体 CN Heavy" panose="02020900000000000000" pitchFamily="18" charset="-122"/>
                <a:ea typeface="思源宋体 CN Heavy" panose="02020900000000000000" pitchFamily="18" charset="-122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50000"/>
              </a:lnSpc>
              <a:spcBef>
                <a:spcPts val="1560"/>
              </a:spcBef>
              <a:spcAft>
                <a:spcPts val="780"/>
              </a:spcAft>
              <a:buClr>
                <a:srgbClr val="000000"/>
              </a:buClr>
              <a:buSzTx/>
              <a:buFont typeface="Arial" panose="020B0604020202020204" pitchFamily="34" charset="0"/>
              <a:buNone/>
              <a:tabLst/>
              <a:defRPr/>
            </a:pPr>
            <a:r>
              <a:rPr kumimoji="0" lang="zh-CN" altLang="en-US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85000"/>
                    <a:lumOff val="15000"/>
                  </a:prstClr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研究发现：社会梯度的路径差异详析</a:t>
            </a:r>
          </a:p>
        </p:txBody>
      </p:sp>
      <p:grpSp>
        <p:nvGrpSpPr>
          <p:cNvPr id="36" name="组合 35" descr="本素材由iSlide™ 提供&#10;iSlide™尊重知识产权并注重保护用户享有的各项权利。郑重提醒您：&#10;iSlide™插件中提供的任何信息内容的所有权、知识产权归其原始权利人或权利受让人所有，您免费/购买获得的是信息内容的使用权，并受下述条款的约束；&#10;1. 您仅可以个人非商业用途使用该等信息内容，不可将信息内容的全部或部分用于出售，或以出租、出借、转让、分销、发布等其他任何方式供他人使用；&#10;2. 禁止在接入互联网或移动互联网的任何网站、平台、应用或程序上以任何方式为他人提供iSlide™插件资源内容的下载。&#10;The resource is supplied by iSlide™.&#10;iSlide™ respects all intellectual property rights and protects all the rights its users acquired.Solemnly remind you:&#10;The ownership and intellectual property of the resources supplied in iSlide Add-in belongs to its owner or the assignee of this ownership.you only acquired the usage of the resources supplied in iSlide Add-in, as well as respected the following restrain terms:&#10;1.You are only allowed to use such resource for personal and non-commercial aim, not allowed to use such resource or part of it for the sale; or rent, lend, transfer to others; or distribution or release it in any way.&#10;2.You are not permitted to provide the resource of iSlide Add-in in any website, platform, application access to the Internet or mobile Internet." title="iSlide™ 版权声明  COPYRIGHT NOTICE">
            <a:extLst>
              <a:ext uri="{FF2B5EF4-FFF2-40B4-BE49-F238E27FC236}">
                <a16:creationId xmlns:a16="http://schemas.microsoft.com/office/drawing/2014/main" id="{0CD34A9C-6C0C-17D2-9736-A0BD3461DF6D}"/>
              </a:ext>
            </a:extLst>
          </p:cNvPr>
          <p:cNvGrpSpPr/>
          <p:nvPr/>
        </p:nvGrpSpPr>
        <p:grpSpPr>
          <a:xfrm>
            <a:off x="10057711" y="318848"/>
            <a:ext cx="1455743" cy="455862"/>
            <a:chOff x="3366076" y="2566750"/>
            <a:chExt cx="5459848" cy="1709738"/>
          </a:xfrm>
          <a:solidFill>
            <a:srgbClr val="2257AE"/>
          </a:solidFill>
        </p:grpSpPr>
        <p:sp>
          <p:nvSpPr>
            <p:cNvPr id="37" name="iSḻîďê">
              <a:extLst>
                <a:ext uri="{FF2B5EF4-FFF2-40B4-BE49-F238E27FC236}">
                  <a16:creationId xmlns:a16="http://schemas.microsoft.com/office/drawing/2014/main" id="{9B1B7469-37BD-8DD2-97F7-19F1B8F24197}"/>
                </a:ext>
              </a:extLst>
            </p:cNvPr>
            <p:cNvSpPr/>
            <p:nvPr/>
          </p:nvSpPr>
          <p:spPr bwMode="auto">
            <a:xfrm>
              <a:off x="3647919" y="2850292"/>
              <a:ext cx="1142655" cy="1142655"/>
            </a:xfrm>
            <a:custGeom>
              <a:avLst/>
              <a:gdLst>
                <a:gd name="T0" fmla="*/ 429 w 858"/>
                <a:gd name="T1" fmla="*/ 0 h 857"/>
                <a:gd name="T2" fmla="*/ 858 w 858"/>
                <a:gd name="T3" fmla="*/ 428 h 857"/>
                <a:gd name="T4" fmla="*/ 429 w 858"/>
                <a:gd name="T5" fmla="*/ 857 h 857"/>
                <a:gd name="T6" fmla="*/ 0 w 858"/>
                <a:gd name="T7" fmla="*/ 428 h 857"/>
                <a:gd name="T8" fmla="*/ 429 w 858"/>
                <a:gd name="T9" fmla="*/ 0 h 857"/>
                <a:gd name="T10" fmla="*/ 429 w 858"/>
                <a:gd name="T11" fmla="*/ 24 h 857"/>
                <a:gd name="T12" fmla="*/ 25 w 858"/>
                <a:gd name="T13" fmla="*/ 428 h 857"/>
                <a:gd name="T14" fmla="*/ 429 w 858"/>
                <a:gd name="T15" fmla="*/ 833 h 857"/>
                <a:gd name="T16" fmla="*/ 834 w 858"/>
                <a:gd name="T17" fmla="*/ 428 h 857"/>
                <a:gd name="T18" fmla="*/ 429 w 858"/>
                <a:gd name="T19" fmla="*/ 24 h 85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858" h="857">
                  <a:moveTo>
                    <a:pt x="429" y="0"/>
                  </a:moveTo>
                  <a:cubicBezTo>
                    <a:pt x="665" y="0"/>
                    <a:pt x="858" y="192"/>
                    <a:pt x="858" y="428"/>
                  </a:cubicBezTo>
                  <a:cubicBezTo>
                    <a:pt x="858" y="665"/>
                    <a:pt x="665" y="857"/>
                    <a:pt x="429" y="857"/>
                  </a:cubicBezTo>
                  <a:cubicBezTo>
                    <a:pt x="193" y="857"/>
                    <a:pt x="0" y="665"/>
                    <a:pt x="0" y="428"/>
                  </a:cubicBezTo>
                  <a:cubicBezTo>
                    <a:pt x="0" y="192"/>
                    <a:pt x="193" y="0"/>
                    <a:pt x="429" y="0"/>
                  </a:cubicBezTo>
                  <a:close/>
                  <a:moveTo>
                    <a:pt x="429" y="24"/>
                  </a:moveTo>
                  <a:cubicBezTo>
                    <a:pt x="207" y="24"/>
                    <a:pt x="25" y="206"/>
                    <a:pt x="25" y="428"/>
                  </a:cubicBezTo>
                  <a:cubicBezTo>
                    <a:pt x="25" y="651"/>
                    <a:pt x="207" y="833"/>
                    <a:pt x="429" y="833"/>
                  </a:cubicBezTo>
                  <a:cubicBezTo>
                    <a:pt x="652" y="833"/>
                    <a:pt x="834" y="651"/>
                    <a:pt x="834" y="428"/>
                  </a:cubicBezTo>
                  <a:cubicBezTo>
                    <a:pt x="834" y="206"/>
                    <a:pt x="652" y="24"/>
                    <a:pt x="429" y="2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/>
                <a:ea typeface="+mn-ea"/>
                <a:cs typeface="+mn-cs"/>
              </a:endParaRPr>
            </a:p>
          </p:txBody>
        </p:sp>
        <p:sp>
          <p:nvSpPr>
            <p:cNvPr id="38" name="iśliḍê">
              <a:extLst>
                <a:ext uri="{FF2B5EF4-FFF2-40B4-BE49-F238E27FC236}">
                  <a16:creationId xmlns:a16="http://schemas.microsoft.com/office/drawing/2014/main" id="{1219ED88-C86D-CCAA-A0FE-C9BD78FEA99B}"/>
                </a:ext>
              </a:extLst>
            </p:cNvPr>
            <p:cNvSpPr/>
            <p:nvPr/>
          </p:nvSpPr>
          <p:spPr bwMode="auto">
            <a:xfrm>
              <a:off x="3366076" y="2566750"/>
              <a:ext cx="1708039" cy="1709738"/>
            </a:xfrm>
            <a:custGeom>
              <a:avLst/>
              <a:gdLst>
                <a:gd name="T0" fmla="*/ 641 w 1283"/>
                <a:gd name="T1" fmla="*/ 0 h 1283"/>
                <a:gd name="T2" fmla="*/ 1283 w 1283"/>
                <a:gd name="T3" fmla="*/ 641 h 1283"/>
                <a:gd name="T4" fmla="*/ 641 w 1283"/>
                <a:gd name="T5" fmla="*/ 1283 h 1283"/>
                <a:gd name="T6" fmla="*/ 0 w 1283"/>
                <a:gd name="T7" fmla="*/ 641 h 1283"/>
                <a:gd name="T8" fmla="*/ 641 w 1283"/>
                <a:gd name="T9" fmla="*/ 0 h 1283"/>
                <a:gd name="T10" fmla="*/ 641 w 1283"/>
                <a:gd name="T11" fmla="*/ 24 h 1283"/>
                <a:gd name="T12" fmla="*/ 24 w 1283"/>
                <a:gd name="T13" fmla="*/ 641 h 1283"/>
                <a:gd name="T14" fmla="*/ 641 w 1283"/>
                <a:gd name="T15" fmla="*/ 1259 h 1283"/>
                <a:gd name="T16" fmla="*/ 1258 w 1283"/>
                <a:gd name="T17" fmla="*/ 641 h 1283"/>
                <a:gd name="T18" fmla="*/ 641 w 1283"/>
                <a:gd name="T19" fmla="*/ 24 h 128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1283" h="1283">
                  <a:moveTo>
                    <a:pt x="641" y="0"/>
                  </a:moveTo>
                  <a:cubicBezTo>
                    <a:pt x="995" y="0"/>
                    <a:pt x="1283" y="288"/>
                    <a:pt x="1283" y="641"/>
                  </a:cubicBezTo>
                  <a:cubicBezTo>
                    <a:pt x="1283" y="995"/>
                    <a:pt x="995" y="1283"/>
                    <a:pt x="641" y="1283"/>
                  </a:cubicBezTo>
                  <a:cubicBezTo>
                    <a:pt x="288" y="1283"/>
                    <a:pt x="0" y="995"/>
                    <a:pt x="0" y="641"/>
                  </a:cubicBezTo>
                  <a:cubicBezTo>
                    <a:pt x="0" y="288"/>
                    <a:pt x="288" y="0"/>
                    <a:pt x="641" y="0"/>
                  </a:cubicBezTo>
                  <a:close/>
                  <a:moveTo>
                    <a:pt x="641" y="24"/>
                  </a:moveTo>
                  <a:cubicBezTo>
                    <a:pt x="301" y="24"/>
                    <a:pt x="24" y="302"/>
                    <a:pt x="24" y="641"/>
                  </a:cubicBezTo>
                  <a:cubicBezTo>
                    <a:pt x="24" y="981"/>
                    <a:pt x="301" y="1259"/>
                    <a:pt x="641" y="1259"/>
                  </a:cubicBezTo>
                  <a:cubicBezTo>
                    <a:pt x="981" y="1259"/>
                    <a:pt x="1258" y="981"/>
                    <a:pt x="1258" y="641"/>
                  </a:cubicBezTo>
                  <a:cubicBezTo>
                    <a:pt x="1258" y="302"/>
                    <a:pt x="981" y="24"/>
                    <a:pt x="641" y="2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/>
                <a:ea typeface="+mn-ea"/>
                <a:cs typeface="+mn-cs"/>
              </a:endParaRPr>
            </a:p>
          </p:txBody>
        </p:sp>
        <p:sp>
          <p:nvSpPr>
            <p:cNvPr id="39" name="ïšlîḋè">
              <a:extLst>
                <a:ext uri="{FF2B5EF4-FFF2-40B4-BE49-F238E27FC236}">
                  <a16:creationId xmlns:a16="http://schemas.microsoft.com/office/drawing/2014/main" id="{6A7FDF0D-A001-692A-E278-8AA71508DE74}"/>
                </a:ext>
              </a:extLst>
            </p:cNvPr>
            <p:cNvSpPr/>
            <p:nvPr/>
          </p:nvSpPr>
          <p:spPr bwMode="auto">
            <a:xfrm>
              <a:off x="3433990" y="2634664"/>
              <a:ext cx="1573909" cy="1071345"/>
            </a:xfrm>
            <a:custGeom>
              <a:avLst/>
              <a:gdLst>
                <a:gd name="T0" fmla="*/ 46 w 1182"/>
                <a:gd name="T1" fmla="*/ 693 h 803"/>
                <a:gd name="T2" fmla="*/ 46 w 1182"/>
                <a:gd name="T3" fmla="*/ 715 h 803"/>
                <a:gd name="T4" fmla="*/ 139 w 1182"/>
                <a:gd name="T5" fmla="*/ 703 h 803"/>
                <a:gd name="T6" fmla="*/ 51 w 1182"/>
                <a:gd name="T7" fmla="*/ 781 h 803"/>
                <a:gd name="T8" fmla="*/ 82 w 1182"/>
                <a:gd name="T9" fmla="*/ 547 h 803"/>
                <a:gd name="T10" fmla="*/ 22 w 1182"/>
                <a:gd name="T11" fmla="*/ 647 h 803"/>
                <a:gd name="T12" fmla="*/ 22 w 1182"/>
                <a:gd name="T13" fmla="*/ 616 h 803"/>
                <a:gd name="T14" fmla="*/ 4 w 1182"/>
                <a:gd name="T15" fmla="*/ 574 h 803"/>
                <a:gd name="T16" fmla="*/ 136 w 1182"/>
                <a:gd name="T17" fmla="*/ 477 h 803"/>
                <a:gd name="T18" fmla="*/ 143 w 1182"/>
                <a:gd name="T19" fmla="*/ 477 h 803"/>
                <a:gd name="T20" fmla="*/ 24 w 1182"/>
                <a:gd name="T21" fmla="*/ 490 h 803"/>
                <a:gd name="T22" fmla="*/ 156 w 1182"/>
                <a:gd name="T23" fmla="*/ 330 h 803"/>
                <a:gd name="T24" fmla="*/ 193 w 1182"/>
                <a:gd name="T25" fmla="*/ 355 h 803"/>
                <a:gd name="T26" fmla="*/ 143 w 1182"/>
                <a:gd name="T27" fmla="*/ 368 h 803"/>
                <a:gd name="T28" fmla="*/ 159 w 1182"/>
                <a:gd name="T29" fmla="*/ 414 h 803"/>
                <a:gd name="T30" fmla="*/ 186 w 1182"/>
                <a:gd name="T31" fmla="*/ 304 h 803"/>
                <a:gd name="T32" fmla="*/ 228 w 1182"/>
                <a:gd name="T33" fmla="*/ 266 h 803"/>
                <a:gd name="T34" fmla="*/ 236 w 1182"/>
                <a:gd name="T35" fmla="*/ 121 h 803"/>
                <a:gd name="T36" fmla="*/ 271 w 1182"/>
                <a:gd name="T37" fmla="*/ 193 h 803"/>
                <a:gd name="T38" fmla="*/ 224 w 1182"/>
                <a:gd name="T39" fmla="*/ 274 h 803"/>
                <a:gd name="T40" fmla="*/ 500 w 1182"/>
                <a:gd name="T41" fmla="*/ 26 h 803"/>
                <a:gd name="T42" fmla="*/ 417 w 1182"/>
                <a:gd name="T43" fmla="*/ 112 h 803"/>
                <a:gd name="T44" fmla="*/ 447 w 1182"/>
                <a:gd name="T45" fmla="*/ 21 h 803"/>
                <a:gd name="T46" fmla="*/ 492 w 1182"/>
                <a:gd name="T47" fmla="*/ 31 h 803"/>
                <a:gd name="T48" fmla="*/ 532 w 1182"/>
                <a:gd name="T49" fmla="*/ 125 h 803"/>
                <a:gd name="T50" fmla="*/ 573 w 1182"/>
                <a:gd name="T51" fmla="*/ 0 h 803"/>
                <a:gd name="T52" fmla="*/ 662 w 1182"/>
                <a:gd name="T53" fmla="*/ 0 h 803"/>
                <a:gd name="T54" fmla="*/ 557 w 1182"/>
                <a:gd name="T55" fmla="*/ 29 h 803"/>
                <a:gd name="T56" fmla="*/ 727 w 1182"/>
                <a:gd name="T57" fmla="*/ 143 h 803"/>
                <a:gd name="T58" fmla="*/ 753 w 1182"/>
                <a:gd name="T59" fmla="*/ 22 h 803"/>
                <a:gd name="T60" fmla="*/ 662 w 1182"/>
                <a:gd name="T61" fmla="*/ 130 h 803"/>
                <a:gd name="T62" fmla="*/ 892 w 1182"/>
                <a:gd name="T63" fmla="*/ 83 h 803"/>
                <a:gd name="T64" fmla="*/ 773 w 1182"/>
                <a:gd name="T65" fmla="*/ 30 h 803"/>
                <a:gd name="T66" fmla="*/ 812 w 1182"/>
                <a:gd name="T67" fmla="*/ 74 h 803"/>
                <a:gd name="T68" fmla="*/ 855 w 1182"/>
                <a:gd name="T69" fmla="*/ 67 h 803"/>
                <a:gd name="T70" fmla="*/ 864 w 1182"/>
                <a:gd name="T71" fmla="*/ 193 h 803"/>
                <a:gd name="T72" fmla="*/ 951 w 1182"/>
                <a:gd name="T73" fmla="*/ 241 h 803"/>
                <a:gd name="T74" fmla="*/ 924 w 1182"/>
                <a:gd name="T75" fmla="*/ 226 h 803"/>
                <a:gd name="T76" fmla="*/ 965 w 1182"/>
                <a:gd name="T77" fmla="*/ 144 h 803"/>
                <a:gd name="T78" fmla="*/ 920 w 1182"/>
                <a:gd name="T79" fmla="*/ 102 h 803"/>
                <a:gd name="T80" fmla="*/ 1051 w 1182"/>
                <a:gd name="T81" fmla="*/ 244 h 803"/>
                <a:gd name="T82" fmla="*/ 1007 w 1182"/>
                <a:gd name="T83" fmla="*/ 277 h 803"/>
                <a:gd name="T84" fmla="*/ 934 w 1182"/>
                <a:gd name="T85" fmla="*/ 272 h 803"/>
                <a:gd name="T86" fmla="*/ 1070 w 1182"/>
                <a:gd name="T87" fmla="*/ 246 h 803"/>
                <a:gd name="T88" fmla="*/ 1121 w 1182"/>
                <a:gd name="T89" fmla="*/ 427 h 803"/>
                <a:gd name="T90" fmla="*/ 1143 w 1182"/>
                <a:gd name="T91" fmla="*/ 373 h 803"/>
                <a:gd name="T92" fmla="*/ 1024 w 1182"/>
                <a:gd name="T93" fmla="*/ 422 h 803"/>
                <a:gd name="T94" fmla="*/ 1011 w 1182"/>
                <a:gd name="T95" fmla="*/ 391 h 803"/>
                <a:gd name="T96" fmla="*/ 1099 w 1182"/>
                <a:gd name="T97" fmla="*/ 389 h 803"/>
                <a:gd name="T98" fmla="*/ 1055 w 1182"/>
                <a:gd name="T99" fmla="*/ 527 h 803"/>
                <a:gd name="T100" fmla="*/ 1146 w 1182"/>
                <a:gd name="T101" fmla="*/ 454 h 803"/>
                <a:gd name="T102" fmla="*/ 1171 w 1182"/>
                <a:gd name="T103" fmla="*/ 496 h 803"/>
                <a:gd name="T104" fmla="*/ 1075 w 1182"/>
                <a:gd name="T105" fmla="*/ 597 h 803"/>
                <a:gd name="T106" fmla="*/ 1180 w 1182"/>
                <a:gd name="T107" fmla="*/ 523 h 803"/>
                <a:gd name="T108" fmla="*/ 1056 w 1182"/>
                <a:gd name="T109" fmla="*/ 548 h 803"/>
                <a:gd name="T110" fmla="*/ 1146 w 1182"/>
                <a:gd name="T111" fmla="*/ 793 h 803"/>
                <a:gd name="T112" fmla="*/ 1036 w 1182"/>
                <a:gd name="T113" fmla="*/ 737 h 803"/>
                <a:gd name="T114" fmla="*/ 1091 w 1182"/>
                <a:gd name="T115" fmla="*/ 699 h 803"/>
                <a:gd name="T116" fmla="*/ 1160 w 1182"/>
                <a:gd name="T117" fmla="*/ 728 h 803"/>
                <a:gd name="T118" fmla="*/ 1128 w 1182"/>
                <a:gd name="T119" fmla="*/ 755 h 80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  <a:cxn ang="0">
                  <a:pos x="T118" y="T119"/>
                </a:cxn>
              </a:cxnLst>
              <a:rect l="0" t="0" r="r" b="b"/>
              <a:pathLst>
                <a:path w="1182" h="803">
                  <a:moveTo>
                    <a:pt x="42" y="801"/>
                  </a:moveTo>
                  <a:cubicBezTo>
                    <a:pt x="38" y="803"/>
                    <a:pt x="38" y="803"/>
                    <a:pt x="38" y="803"/>
                  </a:cubicBezTo>
                  <a:cubicBezTo>
                    <a:pt x="8" y="699"/>
                    <a:pt x="8" y="699"/>
                    <a:pt x="8" y="699"/>
                  </a:cubicBezTo>
                  <a:cubicBezTo>
                    <a:pt x="45" y="688"/>
                    <a:pt x="45" y="688"/>
                    <a:pt x="45" y="688"/>
                  </a:cubicBezTo>
                  <a:cubicBezTo>
                    <a:pt x="46" y="693"/>
                    <a:pt x="46" y="693"/>
                    <a:pt x="46" y="693"/>
                  </a:cubicBezTo>
                  <a:cubicBezTo>
                    <a:pt x="25" y="701"/>
                    <a:pt x="19" y="717"/>
                    <a:pt x="27" y="741"/>
                  </a:cubicBezTo>
                  <a:cubicBezTo>
                    <a:pt x="29" y="752"/>
                    <a:pt x="34" y="755"/>
                    <a:pt x="40" y="753"/>
                  </a:cubicBezTo>
                  <a:cubicBezTo>
                    <a:pt x="82" y="740"/>
                    <a:pt x="82" y="740"/>
                    <a:pt x="82" y="740"/>
                  </a:cubicBezTo>
                  <a:cubicBezTo>
                    <a:pt x="79" y="723"/>
                    <a:pt x="67" y="716"/>
                    <a:pt x="47" y="720"/>
                  </a:cubicBezTo>
                  <a:cubicBezTo>
                    <a:pt x="46" y="715"/>
                    <a:pt x="46" y="715"/>
                    <a:pt x="46" y="715"/>
                  </a:cubicBezTo>
                  <a:cubicBezTo>
                    <a:pt x="107" y="698"/>
                    <a:pt x="107" y="698"/>
                    <a:pt x="107" y="698"/>
                  </a:cubicBezTo>
                  <a:cubicBezTo>
                    <a:pt x="109" y="703"/>
                    <a:pt x="109" y="703"/>
                    <a:pt x="109" y="703"/>
                  </a:cubicBezTo>
                  <a:cubicBezTo>
                    <a:pt x="89" y="709"/>
                    <a:pt x="83" y="721"/>
                    <a:pt x="89" y="739"/>
                  </a:cubicBezTo>
                  <a:cubicBezTo>
                    <a:pt x="131" y="726"/>
                    <a:pt x="131" y="726"/>
                    <a:pt x="131" y="726"/>
                  </a:cubicBezTo>
                  <a:cubicBezTo>
                    <a:pt x="141" y="725"/>
                    <a:pt x="143" y="717"/>
                    <a:pt x="139" y="703"/>
                  </a:cubicBezTo>
                  <a:cubicBezTo>
                    <a:pt x="143" y="701"/>
                    <a:pt x="143" y="701"/>
                    <a:pt x="143" y="701"/>
                  </a:cubicBezTo>
                  <a:cubicBezTo>
                    <a:pt x="162" y="767"/>
                    <a:pt x="162" y="767"/>
                    <a:pt x="162" y="767"/>
                  </a:cubicBezTo>
                  <a:cubicBezTo>
                    <a:pt x="158" y="768"/>
                    <a:pt x="158" y="768"/>
                    <a:pt x="158" y="768"/>
                  </a:cubicBezTo>
                  <a:cubicBezTo>
                    <a:pt x="154" y="757"/>
                    <a:pt x="148" y="752"/>
                    <a:pt x="139" y="756"/>
                  </a:cubicBezTo>
                  <a:cubicBezTo>
                    <a:pt x="51" y="781"/>
                    <a:pt x="51" y="781"/>
                    <a:pt x="51" y="781"/>
                  </a:cubicBezTo>
                  <a:cubicBezTo>
                    <a:pt x="42" y="783"/>
                    <a:pt x="39" y="790"/>
                    <a:pt x="42" y="801"/>
                  </a:cubicBezTo>
                  <a:close/>
                  <a:moveTo>
                    <a:pt x="0" y="532"/>
                  </a:moveTo>
                  <a:cubicBezTo>
                    <a:pt x="4" y="532"/>
                    <a:pt x="4" y="532"/>
                    <a:pt x="4" y="532"/>
                  </a:cubicBezTo>
                  <a:cubicBezTo>
                    <a:pt x="5" y="543"/>
                    <a:pt x="10" y="548"/>
                    <a:pt x="21" y="547"/>
                  </a:cubicBezTo>
                  <a:cubicBezTo>
                    <a:pt x="82" y="547"/>
                    <a:pt x="82" y="547"/>
                    <a:pt x="82" y="547"/>
                  </a:cubicBezTo>
                  <a:cubicBezTo>
                    <a:pt x="99" y="547"/>
                    <a:pt x="111" y="551"/>
                    <a:pt x="118" y="557"/>
                  </a:cubicBezTo>
                  <a:cubicBezTo>
                    <a:pt x="126" y="566"/>
                    <a:pt x="131" y="578"/>
                    <a:pt x="131" y="594"/>
                  </a:cubicBezTo>
                  <a:cubicBezTo>
                    <a:pt x="131" y="611"/>
                    <a:pt x="128" y="624"/>
                    <a:pt x="121" y="633"/>
                  </a:cubicBezTo>
                  <a:cubicBezTo>
                    <a:pt x="114" y="643"/>
                    <a:pt x="102" y="647"/>
                    <a:pt x="86" y="647"/>
                  </a:cubicBezTo>
                  <a:cubicBezTo>
                    <a:pt x="22" y="647"/>
                    <a:pt x="22" y="647"/>
                    <a:pt x="22" y="647"/>
                  </a:cubicBezTo>
                  <a:cubicBezTo>
                    <a:pt x="10" y="646"/>
                    <a:pt x="4" y="651"/>
                    <a:pt x="4" y="662"/>
                  </a:cubicBezTo>
                  <a:cubicBezTo>
                    <a:pt x="0" y="662"/>
                    <a:pt x="0" y="662"/>
                    <a:pt x="0" y="662"/>
                  </a:cubicBezTo>
                  <a:cubicBezTo>
                    <a:pt x="0" y="597"/>
                    <a:pt x="0" y="597"/>
                    <a:pt x="0" y="597"/>
                  </a:cubicBezTo>
                  <a:cubicBezTo>
                    <a:pt x="4" y="597"/>
                    <a:pt x="4" y="597"/>
                    <a:pt x="4" y="597"/>
                  </a:cubicBezTo>
                  <a:cubicBezTo>
                    <a:pt x="3" y="611"/>
                    <a:pt x="9" y="617"/>
                    <a:pt x="22" y="616"/>
                  </a:cubicBezTo>
                  <a:cubicBezTo>
                    <a:pt x="86" y="616"/>
                    <a:pt x="86" y="616"/>
                    <a:pt x="86" y="616"/>
                  </a:cubicBezTo>
                  <a:cubicBezTo>
                    <a:pt x="110" y="616"/>
                    <a:pt x="123" y="607"/>
                    <a:pt x="123" y="588"/>
                  </a:cubicBezTo>
                  <a:cubicBezTo>
                    <a:pt x="123" y="565"/>
                    <a:pt x="109" y="554"/>
                    <a:pt x="82" y="555"/>
                  </a:cubicBezTo>
                  <a:cubicBezTo>
                    <a:pt x="24" y="555"/>
                    <a:pt x="24" y="555"/>
                    <a:pt x="24" y="555"/>
                  </a:cubicBezTo>
                  <a:cubicBezTo>
                    <a:pt x="11" y="554"/>
                    <a:pt x="4" y="560"/>
                    <a:pt x="4" y="574"/>
                  </a:cubicBezTo>
                  <a:cubicBezTo>
                    <a:pt x="0" y="574"/>
                    <a:pt x="0" y="574"/>
                    <a:pt x="0" y="574"/>
                  </a:cubicBezTo>
                  <a:cubicBezTo>
                    <a:pt x="0" y="532"/>
                    <a:pt x="0" y="532"/>
                    <a:pt x="0" y="532"/>
                  </a:cubicBezTo>
                  <a:close/>
                  <a:moveTo>
                    <a:pt x="31" y="461"/>
                  </a:moveTo>
                  <a:cubicBezTo>
                    <a:pt x="123" y="485"/>
                    <a:pt x="123" y="485"/>
                    <a:pt x="123" y="485"/>
                  </a:cubicBezTo>
                  <a:cubicBezTo>
                    <a:pt x="130" y="488"/>
                    <a:pt x="135" y="485"/>
                    <a:pt x="136" y="477"/>
                  </a:cubicBezTo>
                  <a:cubicBezTo>
                    <a:pt x="144" y="453"/>
                    <a:pt x="128" y="435"/>
                    <a:pt x="90" y="426"/>
                  </a:cubicBezTo>
                  <a:cubicBezTo>
                    <a:pt x="53" y="417"/>
                    <a:pt x="32" y="424"/>
                    <a:pt x="25" y="447"/>
                  </a:cubicBezTo>
                  <a:cubicBezTo>
                    <a:pt x="23" y="455"/>
                    <a:pt x="25" y="460"/>
                    <a:pt x="31" y="461"/>
                  </a:cubicBezTo>
                  <a:close/>
                  <a:moveTo>
                    <a:pt x="128" y="535"/>
                  </a:moveTo>
                  <a:cubicBezTo>
                    <a:pt x="143" y="477"/>
                    <a:pt x="143" y="477"/>
                    <a:pt x="143" y="477"/>
                  </a:cubicBezTo>
                  <a:cubicBezTo>
                    <a:pt x="153" y="433"/>
                    <a:pt x="137" y="405"/>
                    <a:pt x="97" y="393"/>
                  </a:cubicBezTo>
                  <a:cubicBezTo>
                    <a:pt x="58" y="384"/>
                    <a:pt x="31" y="402"/>
                    <a:pt x="19" y="445"/>
                  </a:cubicBezTo>
                  <a:cubicBezTo>
                    <a:pt x="4" y="501"/>
                    <a:pt x="4" y="501"/>
                    <a:pt x="4" y="501"/>
                  </a:cubicBezTo>
                  <a:cubicBezTo>
                    <a:pt x="8" y="502"/>
                    <a:pt x="8" y="502"/>
                    <a:pt x="8" y="502"/>
                  </a:cubicBezTo>
                  <a:cubicBezTo>
                    <a:pt x="11" y="492"/>
                    <a:pt x="17" y="488"/>
                    <a:pt x="24" y="490"/>
                  </a:cubicBezTo>
                  <a:cubicBezTo>
                    <a:pt x="116" y="515"/>
                    <a:pt x="116" y="515"/>
                    <a:pt x="116" y="515"/>
                  </a:cubicBezTo>
                  <a:cubicBezTo>
                    <a:pt x="124" y="517"/>
                    <a:pt x="126" y="523"/>
                    <a:pt x="124" y="533"/>
                  </a:cubicBezTo>
                  <a:cubicBezTo>
                    <a:pt x="128" y="535"/>
                    <a:pt x="128" y="535"/>
                    <a:pt x="128" y="535"/>
                  </a:cubicBezTo>
                  <a:close/>
                  <a:moveTo>
                    <a:pt x="137" y="362"/>
                  </a:moveTo>
                  <a:cubicBezTo>
                    <a:pt x="156" y="330"/>
                    <a:pt x="156" y="330"/>
                    <a:pt x="156" y="330"/>
                  </a:cubicBezTo>
                  <a:cubicBezTo>
                    <a:pt x="106" y="323"/>
                    <a:pt x="106" y="323"/>
                    <a:pt x="106" y="323"/>
                  </a:cubicBezTo>
                  <a:cubicBezTo>
                    <a:pt x="137" y="362"/>
                    <a:pt x="137" y="362"/>
                    <a:pt x="137" y="362"/>
                  </a:cubicBezTo>
                  <a:close/>
                  <a:moveTo>
                    <a:pt x="220" y="300"/>
                  </a:moveTo>
                  <a:cubicBezTo>
                    <a:pt x="224" y="302"/>
                    <a:pt x="224" y="302"/>
                    <a:pt x="224" y="302"/>
                  </a:cubicBezTo>
                  <a:cubicBezTo>
                    <a:pt x="193" y="355"/>
                    <a:pt x="193" y="355"/>
                    <a:pt x="193" y="355"/>
                  </a:cubicBezTo>
                  <a:cubicBezTo>
                    <a:pt x="189" y="353"/>
                    <a:pt x="189" y="353"/>
                    <a:pt x="189" y="353"/>
                  </a:cubicBezTo>
                  <a:cubicBezTo>
                    <a:pt x="189" y="353"/>
                    <a:pt x="189" y="352"/>
                    <a:pt x="190" y="351"/>
                  </a:cubicBezTo>
                  <a:cubicBezTo>
                    <a:pt x="194" y="342"/>
                    <a:pt x="195" y="337"/>
                    <a:pt x="190" y="336"/>
                  </a:cubicBezTo>
                  <a:cubicBezTo>
                    <a:pt x="186" y="334"/>
                    <a:pt x="177" y="332"/>
                    <a:pt x="164" y="331"/>
                  </a:cubicBezTo>
                  <a:cubicBezTo>
                    <a:pt x="143" y="368"/>
                    <a:pt x="143" y="368"/>
                    <a:pt x="143" y="368"/>
                  </a:cubicBezTo>
                  <a:cubicBezTo>
                    <a:pt x="151" y="380"/>
                    <a:pt x="157" y="387"/>
                    <a:pt x="159" y="388"/>
                  </a:cubicBezTo>
                  <a:cubicBezTo>
                    <a:pt x="163" y="390"/>
                    <a:pt x="168" y="387"/>
                    <a:pt x="174" y="379"/>
                  </a:cubicBezTo>
                  <a:cubicBezTo>
                    <a:pt x="174" y="378"/>
                    <a:pt x="174" y="378"/>
                    <a:pt x="174" y="378"/>
                  </a:cubicBezTo>
                  <a:cubicBezTo>
                    <a:pt x="178" y="380"/>
                    <a:pt x="178" y="380"/>
                    <a:pt x="178" y="380"/>
                  </a:cubicBezTo>
                  <a:cubicBezTo>
                    <a:pt x="159" y="414"/>
                    <a:pt x="159" y="414"/>
                    <a:pt x="159" y="414"/>
                  </a:cubicBezTo>
                  <a:cubicBezTo>
                    <a:pt x="155" y="412"/>
                    <a:pt x="155" y="412"/>
                    <a:pt x="155" y="412"/>
                  </a:cubicBezTo>
                  <a:cubicBezTo>
                    <a:pt x="159" y="405"/>
                    <a:pt x="156" y="396"/>
                    <a:pt x="145" y="385"/>
                  </a:cubicBezTo>
                  <a:cubicBezTo>
                    <a:pt x="75" y="295"/>
                    <a:pt x="75" y="295"/>
                    <a:pt x="75" y="295"/>
                  </a:cubicBezTo>
                  <a:cubicBezTo>
                    <a:pt x="78" y="291"/>
                    <a:pt x="78" y="291"/>
                    <a:pt x="78" y="291"/>
                  </a:cubicBezTo>
                  <a:cubicBezTo>
                    <a:pt x="186" y="304"/>
                    <a:pt x="186" y="304"/>
                    <a:pt x="186" y="304"/>
                  </a:cubicBezTo>
                  <a:cubicBezTo>
                    <a:pt x="208" y="308"/>
                    <a:pt x="219" y="306"/>
                    <a:pt x="220" y="300"/>
                  </a:cubicBezTo>
                  <a:close/>
                  <a:moveTo>
                    <a:pt x="225" y="301"/>
                  </a:moveTo>
                  <a:cubicBezTo>
                    <a:pt x="257" y="271"/>
                    <a:pt x="257" y="271"/>
                    <a:pt x="257" y="271"/>
                  </a:cubicBezTo>
                  <a:cubicBezTo>
                    <a:pt x="254" y="268"/>
                    <a:pt x="254" y="268"/>
                    <a:pt x="254" y="268"/>
                  </a:cubicBezTo>
                  <a:cubicBezTo>
                    <a:pt x="244" y="277"/>
                    <a:pt x="236" y="276"/>
                    <a:pt x="228" y="266"/>
                  </a:cubicBezTo>
                  <a:cubicBezTo>
                    <a:pt x="176" y="211"/>
                    <a:pt x="176" y="211"/>
                    <a:pt x="176" y="211"/>
                  </a:cubicBezTo>
                  <a:cubicBezTo>
                    <a:pt x="308" y="227"/>
                    <a:pt x="308" y="227"/>
                    <a:pt x="308" y="227"/>
                  </a:cubicBezTo>
                  <a:cubicBezTo>
                    <a:pt x="311" y="224"/>
                    <a:pt x="311" y="224"/>
                    <a:pt x="311" y="224"/>
                  </a:cubicBezTo>
                  <a:cubicBezTo>
                    <a:pt x="236" y="143"/>
                    <a:pt x="236" y="143"/>
                    <a:pt x="236" y="143"/>
                  </a:cubicBezTo>
                  <a:cubicBezTo>
                    <a:pt x="228" y="136"/>
                    <a:pt x="229" y="129"/>
                    <a:pt x="236" y="121"/>
                  </a:cubicBezTo>
                  <a:cubicBezTo>
                    <a:pt x="233" y="118"/>
                    <a:pt x="233" y="118"/>
                    <a:pt x="233" y="118"/>
                  </a:cubicBezTo>
                  <a:cubicBezTo>
                    <a:pt x="203" y="146"/>
                    <a:pt x="203" y="146"/>
                    <a:pt x="203" y="146"/>
                  </a:cubicBezTo>
                  <a:cubicBezTo>
                    <a:pt x="206" y="149"/>
                    <a:pt x="206" y="149"/>
                    <a:pt x="206" y="149"/>
                  </a:cubicBezTo>
                  <a:cubicBezTo>
                    <a:pt x="216" y="140"/>
                    <a:pt x="224" y="141"/>
                    <a:pt x="232" y="151"/>
                  </a:cubicBezTo>
                  <a:cubicBezTo>
                    <a:pt x="271" y="193"/>
                    <a:pt x="271" y="193"/>
                    <a:pt x="271" y="193"/>
                  </a:cubicBezTo>
                  <a:cubicBezTo>
                    <a:pt x="167" y="179"/>
                    <a:pt x="167" y="179"/>
                    <a:pt x="167" y="179"/>
                  </a:cubicBezTo>
                  <a:cubicBezTo>
                    <a:pt x="138" y="206"/>
                    <a:pt x="138" y="206"/>
                    <a:pt x="138" y="206"/>
                  </a:cubicBezTo>
                  <a:cubicBezTo>
                    <a:pt x="141" y="209"/>
                    <a:pt x="141" y="209"/>
                    <a:pt x="141" y="209"/>
                  </a:cubicBezTo>
                  <a:cubicBezTo>
                    <a:pt x="143" y="207"/>
                    <a:pt x="150" y="207"/>
                    <a:pt x="163" y="208"/>
                  </a:cubicBezTo>
                  <a:cubicBezTo>
                    <a:pt x="224" y="274"/>
                    <a:pt x="224" y="274"/>
                    <a:pt x="224" y="274"/>
                  </a:cubicBezTo>
                  <a:cubicBezTo>
                    <a:pt x="232" y="281"/>
                    <a:pt x="231" y="289"/>
                    <a:pt x="222" y="298"/>
                  </a:cubicBezTo>
                  <a:cubicBezTo>
                    <a:pt x="225" y="301"/>
                    <a:pt x="225" y="301"/>
                    <a:pt x="225" y="301"/>
                  </a:cubicBezTo>
                  <a:close/>
                  <a:moveTo>
                    <a:pt x="509" y="2"/>
                  </a:moveTo>
                  <a:cubicBezTo>
                    <a:pt x="510" y="7"/>
                    <a:pt x="510" y="7"/>
                    <a:pt x="510" y="7"/>
                  </a:cubicBezTo>
                  <a:cubicBezTo>
                    <a:pt x="500" y="10"/>
                    <a:pt x="496" y="16"/>
                    <a:pt x="500" y="26"/>
                  </a:cubicBezTo>
                  <a:cubicBezTo>
                    <a:pt x="513" y="86"/>
                    <a:pt x="513" y="86"/>
                    <a:pt x="513" y="86"/>
                  </a:cubicBezTo>
                  <a:cubicBezTo>
                    <a:pt x="517" y="103"/>
                    <a:pt x="516" y="115"/>
                    <a:pt x="511" y="123"/>
                  </a:cubicBezTo>
                  <a:cubicBezTo>
                    <a:pt x="505" y="133"/>
                    <a:pt x="494" y="140"/>
                    <a:pt x="478" y="144"/>
                  </a:cubicBezTo>
                  <a:cubicBezTo>
                    <a:pt x="461" y="148"/>
                    <a:pt x="448" y="147"/>
                    <a:pt x="438" y="143"/>
                  </a:cubicBezTo>
                  <a:cubicBezTo>
                    <a:pt x="427" y="138"/>
                    <a:pt x="420" y="128"/>
                    <a:pt x="417" y="112"/>
                  </a:cubicBezTo>
                  <a:cubicBezTo>
                    <a:pt x="403" y="50"/>
                    <a:pt x="403" y="50"/>
                    <a:pt x="403" y="50"/>
                  </a:cubicBezTo>
                  <a:cubicBezTo>
                    <a:pt x="401" y="38"/>
                    <a:pt x="394" y="33"/>
                    <a:pt x="383" y="36"/>
                  </a:cubicBezTo>
                  <a:cubicBezTo>
                    <a:pt x="382" y="32"/>
                    <a:pt x="382" y="32"/>
                    <a:pt x="382" y="32"/>
                  </a:cubicBezTo>
                  <a:cubicBezTo>
                    <a:pt x="446" y="17"/>
                    <a:pt x="446" y="17"/>
                    <a:pt x="446" y="17"/>
                  </a:cubicBezTo>
                  <a:cubicBezTo>
                    <a:pt x="447" y="21"/>
                    <a:pt x="447" y="21"/>
                    <a:pt x="447" y="21"/>
                  </a:cubicBezTo>
                  <a:cubicBezTo>
                    <a:pt x="433" y="23"/>
                    <a:pt x="428" y="30"/>
                    <a:pt x="432" y="43"/>
                  </a:cubicBezTo>
                  <a:cubicBezTo>
                    <a:pt x="447" y="105"/>
                    <a:pt x="447" y="105"/>
                    <a:pt x="447" y="105"/>
                  </a:cubicBezTo>
                  <a:cubicBezTo>
                    <a:pt x="452" y="129"/>
                    <a:pt x="463" y="139"/>
                    <a:pt x="482" y="135"/>
                  </a:cubicBezTo>
                  <a:cubicBezTo>
                    <a:pt x="505" y="130"/>
                    <a:pt x="512" y="114"/>
                    <a:pt x="505" y="87"/>
                  </a:cubicBezTo>
                  <a:cubicBezTo>
                    <a:pt x="492" y="31"/>
                    <a:pt x="492" y="31"/>
                    <a:pt x="492" y="31"/>
                  </a:cubicBezTo>
                  <a:cubicBezTo>
                    <a:pt x="490" y="18"/>
                    <a:pt x="483" y="13"/>
                    <a:pt x="470" y="16"/>
                  </a:cubicBezTo>
                  <a:cubicBezTo>
                    <a:pt x="469" y="12"/>
                    <a:pt x="469" y="12"/>
                    <a:pt x="469" y="12"/>
                  </a:cubicBezTo>
                  <a:cubicBezTo>
                    <a:pt x="509" y="2"/>
                    <a:pt x="509" y="2"/>
                    <a:pt x="509" y="2"/>
                  </a:cubicBezTo>
                  <a:close/>
                  <a:moveTo>
                    <a:pt x="532" y="129"/>
                  </a:moveTo>
                  <a:cubicBezTo>
                    <a:pt x="532" y="125"/>
                    <a:pt x="532" y="125"/>
                    <a:pt x="532" y="125"/>
                  </a:cubicBezTo>
                  <a:cubicBezTo>
                    <a:pt x="544" y="124"/>
                    <a:pt x="550" y="119"/>
                    <a:pt x="549" y="109"/>
                  </a:cubicBezTo>
                  <a:cubicBezTo>
                    <a:pt x="549" y="19"/>
                    <a:pt x="549" y="19"/>
                    <a:pt x="549" y="19"/>
                  </a:cubicBezTo>
                  <a:cubicBezTo>
                    <a:pt x="541" y="9"/>
                    <a:pt x="535" y="4"/>
                    <a:pt x="533" y="5"/>
                  </a:cubicBezTo>
                  <a:cubicBezTo>
                    <a:pt x="533" y="0"/>
                    <a:pt x="533" y="0"/>
                    <a:pt x="533" y="0"/>
                  </a:cubicBezTo>
                  <a:cubicBezTo>
                    <a:pt x="573" y="0"/>
                    <a:pt x="573" y="0"/>
                    <a:pt x="573" y="0"/>
                  </a:cubicBezTo>
                  <a:cubicBezTo>
                    <a:pt x="639" y="82"/>
                    <a:pt x="639" y="82"/>
                    <a:pt x="639" y="82"/>
                  </a:cubicBezTo>
                  <a:cubicBezTo>
                    <a:pt x="639" y="24"/>
                    <a:pt x="639" y="24"/>
                    <a:pt x="639" y="24"/>
                  </a:cubicBezTo>
                  <a:cubicBezTo>
                    <a:pt x="640" y="12"/>
                    <a:pt x="634" y="5"/>
                    <a:pt x="621" y="5"/>
                  </a:cubicBezTo>
                  <a:cubicBezTo>
                    <a:pt x="621" y="0"/>
                    <a:pt x="621" y="0"/>
                    <a:pt x="621" y="0"/>
                  </a:cubicBezTo>
                  <a:cubicBezTo>
                    <a:pt x="662" y="0"/>
                    <a:pt x="662" y="0"/>
                    <a:pt x="662" y="0"/>
                  </a:cubicBezTo>
                  <a:cubicBezTo>
                    <a:pt x="662" y="5"/>
                    <a:pt x="662" y="5"/>
                    <a:pt x="662" y="5"/>
                  </a:cubicBezTo>
                  <a:cubicBezTo>
                    <a:pt x="651" y="6"/>
                    <a:pt x="646" y="11"/>
                    <a:pt x="647" y="21"/>
                  </a:cubicBezTo>
                  <a:cubicBezTo>
                    <a:pt x="647" y="132"/>
                    <a:pt x="647" y="132"/>
                    <a:pt x="647" y="132"/>
                  </a:cubicBezTo>
                  <a:cubicBezTo>
                    <a:pt x="642" y="132"/>
                    <a:pt x="642" y="132"/>
                    <a:pt x="642" y="132"/>
                  </a:cubicBezTo>
                  <a:cubicBezTo>
                    <a:pt x="557" y="29"/>
                    <a:pt x="557" y="29"/>
                    <a:pt x="557" y="29"/>
                  </a:cubicBezTo>
                  <a:cubicBezTo>
                    <a:pt x="557" y="105"/>
                    <a:pt x="557" y="105"/>
                    <a:pt x="557" y="105"/>
                  </a:cubicBezTo>
                  <a:cubicBezTo>
                    <a:pt x="556" y="118"/>
                    <a:pt x="562" y="125"/>
                    <a:pt x="575" y="125"/>
                  </a:cubicBezTo>
                  <a:cubicBezTo>
                    <a:pt x="575" y="129"/>
                    <a:pt x="575" y="129"/>
                    <a:pt x="575" y="129"/>
                  </a:cubicBezTo>
                  <a:cubicBezTo>
                    <a:pt x="532" y="129"/>
                    <a:pt x="532" y="129"/>
                    <a:pt x="532" y="129"/>
                  </a:cubicBezTo>
                  <a:close/>
                  <a:moveTo>
                    <a:pt x="727" y="143"/>
                  </a:moveTo>
                  <a:cubicBezTo>
                    <a:pt x="714" y="141"/>
                    <a:pt x="709" y="135"/>
                    <a:pt x="712" y="126"/>
                  </a:cubicBezTo>
                  <a:cubicBezTo>
                    <a:pt x="731" y="36"/>
                    <a:pt x="731" y="36"/>
                    <a:pt x="731" y="36"/>
                  </a:cubicBezTo>
                  <a:cubicBezTo>
                    <a:pt x="732" y="27"/>
                    <a:pt x="739" y="23"/>
                    <a:pt x="751" y="26"/>
                  </a:cubicBezTo>
                  <a:cubicBezTo>
                    <a:pt x="751" y="26"/>
                    <a:pt x="752" y="26"/>
                    <a:pt x="752" y="26"/>
                  </a:cubicBezTo>
                  <a:cubicBezTo>
                    <a:pt x="753" y="22"/>
                    <a:pt x="753" y="22"/>
                    <a:pt x="753" y="22"/>
                  </a:cubicBezTo>
                  <a:cubicBezTo>
                    <a:pt x="687" y="8"/>
                    <a:pt x="687" y="8"/>
                    <a:pt x="687" y="8"/>
                  </a:cubicBezTo>
                  <a:cubicBezTo>
                    <a:pt x="686" y="12"/>
                    <a:pt x="686" y="12"/>
                    <a:pt x="686" y="12"/>
                  </a:cubicBezTo>
                  <a:cubicBezTo>
                    <a:pt x="699" y="15"/>
                    <a:pt x="703" y="21"/>
                    <a:pt x="701" y="30"/>
                  </a:cubicBezTo>
                  <a:cubicBezTo>
                    <a:pt x="682" y="119"/>
                    <a:pt x="682" y="119"/>
                    <a:pt x="682" y="119"/>
                  </a:cubicBezTo>
                  <a:cubicBezTo>
                    <a:pt x="681" y="128"/>
                    <a:pt x="674" y="132"/>
                    <a:pt x="662" y="130"/>
                  </a:cubicBezTo>
                  <a:cubicBezTo>
                    <a:pt x="661" y="134"/>
                    <a:pt x="661" y="134"/>
                    <a:pt x="661" y="134"/>
                  </a:cubicBezTo>
                  <a:cubicBezTo>
                    <a:pt x="726" y="148"/>
                    <a:pt x="726" y="148"/>
                    <a:pt x="726" y="148"/>
                  </a:cubicBezTo>
                  <a:cubicBezTo>
                    <a:pt x="727" y="143"/>
                    <a:pt x="727" y="143"/>
                    <a:pt x="727" y="143"/>
                  </a:cubicBezTo>
                  <a:close/>
                  <a:moveTo>
                    <a:pt x="894" y="79"/>
                  </a:moveTo>
                  <a:cubicBezTo>
                    <a:pt x="892" y="83"/>
                    <a:pt x="892" y="83"/>
                    <a:pt x="892" y="83"/>
                  </a:cubicBezTo>
                  <a:cubicBezTo>
                    <a:pt x="885" y="80"/>
                    <a:pt x="878" y="82"/>
                    <a:pt x="870" y="91"/>
                  </a:cubicBezTo>
                  <a:cubicBezTo>
                    <a:pt x="786" y="174"/>
                    <a:pt x="786" y="174"/>
                    <a:pt x="786" y="174"/>
                  </a:cubicBezTo>
                  <a:cubicBezTo>
                    <a:pt x="781" y="172"/>
                    <a:pt x="781" y="172"/>
                    <a:pt x="781" y="172"/>
                  </a:cubicBezTo>
                  <a:cubicBezTo>
                    <a:pt x="783" y="49"/>
                    <a:pt x="783" y="49"/>
                    <a:pt x="783" y="49"/>
                  </a:cubicBezTo>
                  <a:cubicBezTo>
                    <a:pt x="783" y="40"/>
                    <a:pt x="780" y="33"/>
                    <a:pt x="773" y="30"/>
                  </a:cubicBezTo>
                  <a:cubicBezTo>
                    <a:pt x="775" y="26"/>
                    <a:pt x="775" y="26"/>
                    <a:pt x="775" y="26"/>
                  </a:cubicBezTo>
                  <a:cubicBezTo>
                    <a:pt x="833" y="52"/>
                    <a:pt x="833" y="52"/>
                    <a:pt x="833" y="52"/>
                  </a:cubicBezTo>
                  <a:cubicBezTo>
                    <a:pt x="832" y="56"/>
                    <a:pt x="832" y="56"/>
                    <a:pt x="832" y="56"/>
                  </a:cubicBezTo>
                  <a:cubicBezTo>
                    <a:pt x="820" y="51"/>
                    <a:pt x="814" y="52"/>
                    <a:pt x="813" y="57"/>
                  </a:cubicBezTo>
                  <a:cubicBezTo>
                    <a:pt x="812" y="60"/>
                    <a:pt x="812" y="66"/>
                    <a:pt x="812" y="74"/>
                  </a:cubicBezTo>
                  <a:cubicBezTo>
                    <a:pt x="810" y="140"/>
                    <a:pt x="810" y="140"/>
                    <a:pt x="810" y="140"/>
                  </a:cubicBezTo>
                  <a:cubicBezTo>
                    <a:pt x="858" y="92"/>
                    <a:pt x="858" y="92"/>
                    <a:pt x="858" y="92"/>
                  </a:cubicBezTo>
                  <a:cubicBezTo>
                    <a:pt x="858" y="92"/>
                    <a:pt x="859" y="91"/>
                    <a:pt x="860" y="90"/>
                  </a:cubicBezTo>
                  <a:cubicBezTo>
                    <a:pt x="864" y="86"/>
                    <a:pt x="866" y="84"/>
                    <a:pt x="867" y="82"/>
                  </a:cubicBezTo>
                  <a:cubicBezTo>
                    <a:pt x="870" y="77"/>
                    <a:pt x="866" y="72"/>
                    <a:pt x="855" y="67"/>
                  </a:cubicBezTo>
                  <a:cubicBezTo>
                    <a:pt x="857" y="63"/>
                    <a:pt x="857" y="63"/>
                    <a:pt x="857" y="63"/>
                  </a:cubicBezTo>
                  <a:cubicBezTo>
                    <a:pt x="894" y="79"/>
                    <a:pt x="894" y="79"/>
                    <a:pt x="894" y="79"/>
                  </a:cubicBezTo>
                  <a:close/>
                  <a:moveTo>
                    <a:pt x="920" y="102"/>
                  </a:moveTo>
                  <a:cubicBezTo>
                    <a:pt x="929" y="110"/>
                    <a:pt x="930" y="117"/>
                    <a:pt x="924" y="124"/>
                  </a:cubicBezTo>
                  <a:cubicBezTo>
                    <a:pt x="864" y="193"/>
                    <a:pt x="864" y="193"/>
                    <a:pt x="864" y="193"/>
                  </a:cubicBezTo>
                  <a:cubicBezTo>
                    <a:pt x="859" y="201"/>
                    <a:pt x="851" y="200"/>
                    <a:pt x="842" y="193"/>
                  </a:cubicBezTo>
                  <a:cubicBezTo>
                    <a:pt x="839" y="196"/>
                    <a:pt x="839" y="196"/>
                    <a:pt x="839" y="196"/>
                  </a:cubicBezTo>
                  <a:cubicBezTo>
                    <a:pt x="923" y="269"/>
                    <a:pt x="923" y="269"/>
                    <a:pt x="923" y="269"/>
                  </a:cubicBezTo>
                  <a:cubicBezTo>
                    <a:pt x="954" y="244"/>
                    <a:pt x="954" y="244"/>
                    <a:pt x="954" y="244"/>
                  </a:cubicBezTo>
                  <a:cubicBezTo>
                    <a:pt x="951" y="241"/>
                    <a:pt x="951" y="241"/>
                    <a:pt x="951" y="241"/>
                  </a:cubicBezTo>
                  <a:cubicBezTo>
                    <a:pt x="928" y="252"/>
                    <a:pt x="909" y="250"/>
                    <a:pt x="891" y="234"/>
                  </a:cubicBezTo>
                  <a:cubicBezTo>
                    <a:pt x="882" y="226"/>
                    <a:pt x="880" y="220"/>
                    <a:pt x="885" y="215"/>
                  </a:cubicBezTo>
                  <a:cubicBezTo>
                    <a:pt x="916" y="180"/>
                    <a:pt x="916" y="180"/>
                    <a:pt x="916" y="180"/>
                  </a:cubicBezTo>
                  <a:cubicBezTo>
                    <a:pt x="931" y="192"/>
                    <a:pt x="933" y="206"/>
                    <a:pt x="920" y="223"/>
                  </a:cubicBezTo>
                  <a:cubicBezTo>
                    <a:pt x="924" y="226"/>
                    <a:pt x="924" y="226"/>
                    <a:pt x="924" y="226"/>
                  </a:cubicBezTo>
                  <a:cubicBezTo>
                    <a:pt x="966" y="177"/>
                    <a:pt x="966" y="177"/>
                    <a:pt x="966" y="177"/>
                  </a:cubicBezTo>
                  <a:cubicBezTo>
                    <a:pt x="962" y="174"/>
                    <a:pt x="962" y="174"/>
                    <a:pt x="962" y="174"/>
                  </a:cubicBezTo>
                  <a:cubicBezTo>
                    <a:pt x="948" y="189"/>
                    <a:pt x="934" y="189"/>
                    <a:pt x="920" y="175"/>
                  </a:cubicBezTo>
                  <a:cubicBezTo>
                    <a:pt x="949" y="142"/>
                    <a:pt x="949" y="142"/>
                    <a:pt x="949" y="142"/>
                  </a:cubicBezTo>
                  <a:cubicBezTo>
                    <a:pt x="953" y="136"/>
                    <a:pt x="958" y="137"/>
                    <a:pt x="965" y="144"/>
                  </a:cubicBezTo>
                  <a:cubicBezTo>
                    <a:pt x="987" y="161"/>
                    <a:pt x="991" y="179"/>
                    <a:pt x="978" y="196"/>
                  </a:cubicBezTo>
                  <a:cubicBezTo>
                    <a:pt x="981" y="200"/>
                    <a:pt x="981" y="200"/>
                    <a:pt x="981" y="200"/>
                  </a:cubicBezTo>
                  <a:cubicBezTo>
                    <a:pt x="1006" y="171"/>
                    <a:pt x="1006" y="171"/>
                    <a:pt x="1006" y="171"/>
                  </a:cubicBezTo>
                  <a:cubicBezTo>
                    <a:pt x="923" y="99"/>
                    <a:pt x="923" y="99"/>
                    <a:pt x="923" y="99"/>
                  </a:cubicBezTo>
                  <a:cubicBezTo>
                    <a:pt x="920" y="102"/>
                    <a:pt x="920" y="102"/>
                    <a:pt x="920" y="102"/>
                  </a:cubicBezTo>
                  <a:close/>
                  <a:moveTo>
                    <a:pt x="1051" y="244"/>
                  </a:moveTo>
                  <a:cubicBezTo>
                    <a:pt x="1011" y="273"/>
                    <a:pt x="1011" y="273"/>
                    <a:pt x="1011" y="273"/>
                  </a:cubicBezTo>
                  <a:cubicBezTo>
                    <a:pt x="1026" y="294"/>
                    <a:pt x="1040" y="298"/>
                    <a:pt x="1056" y="284"/>
                  </a:cubicBezTo>
                  <a:cubicBezTo>
                    <a:pt x="1070" y="273"/>
                    <a:pt x="1073" y="261"/>
                    <a:pt x="1064" y="249"/>
                  </a:cubicBezTo>
                  <a:cubicBezTo>
                    <a:pt x="1059" y="241"/>
                    <a:pt x="1055" y="239"/>
                    <a:pt x="1051" y="244"/>
                  </a:cubicBezTo>
                  <a:close/>
                  <a:moveTo>
                    <a:pt x="1013" y="377"/>
                  </a:moveTo>
                  <a:cubicBezTo>
                    <a:pt x="1009" y="379"/>
                    <a:pt x="1009" y="379"/>
                    <a:pt x="1009" y="379"/>
                  </a:cubicBezTo>
                  <a:cubicBezTo>
                    <a:pt x="986" y="348"/>
                    <a:pt x="986" y="348"/>
                    <a:pt x="986" y="348"/>
                  </a:cubicBezTo>
                  <a:cubicBezTo>
                    <a:pt x="1010" y="281"/>
                    <a:pt x="1010" y="281"/>
                    <a:pt x="1010" y="281"/>
                  </a:cubicBezTo>
                  <a:cubicBezTo>
                    <a:pt x="1007" y="277"/>
                    <a:pt x="1007" y="277"/>
                    <a:pt x="1007" y="277"/>
                  </a:cubicBezTo>
                  <a:cubicBezTo>
                    <a:pt x="977" y="299"/>
                    <a:pt x="977" y="299"/>
                    <a:pt x="977" y="299"/>
                  </a:cubicBezTo>
                  <a:cubicBezTo>
                    <a:pt x="967" y="305"/>
                    <a:pt x="965" y="313"/>
                    <a:pt x="973" y="323"/>
                  </a:cubicBezTo>
                  <a:cubicBezTo>
                    <a:pt x="969" y="326"/>
                    <a:pt x="969" y="326"/>
                    <a:pt x="969" y="326"/>
                  </a:cubicBezTo>
                  <a:cubicBezTo>
                    <a:pt x="930" y="275"/>
                    <a:pt x="930" y="275"/>
                    <a:pt x="930" y="275"/>
                  </a:cubicBezTo>
                  <a:cubicBezTo>
                    <a:pt x="934" y="272"/>
                    <a:pt x="934" y="272"/>
                    <a:pt x="934" y="272"/>
                  </a:cubicBezTo>
                  <a:cubicBezTo>
                    <a:pt x="941" y="282"/>
                    <a:pt x="949" y="283"/>
                    <a:pt x="958" y="274"/>
                  </a:cubicBezTo>
                  <a:cubicBezTo>
                    <a:pt x="1025" y="224"/>
                    <a:pt x="1025" y="224"/>
                    <a:pt x="1025" y="224"/>
                  </a:cubicBezTo>
                  <a:cubicBezTo>
                    <a:pt x="1036" y="217"/>
                    <a:pt x="1038" y="209"/>
                    <a:pt x="1030" y="200"/>
                  </a:cubicBezTo>
                  <a:cubicBezTo>
                    <a:pt x="1033" y="197"/>
                    <a:pt x="1033" y="197"/>
                    <a:pt x="1033" y="197"/>
                  </a:cubicBezTo>
                  <a:cubicBezTo>
                    <a:pt x="1070" y="246"/>
                    <a:pt x="1070" y="246"/>
                    <a:pt x="1070" y="246"/>
                  </a:cubicBezTo>
                  <a:cubicBezTo>
                    <a:pt x="1091" y="274"/>
                    <a:pt x="1093" y="295"/>
                    <a:pt x="1076" y="309"/>
                  </a:cubicBezTo>
                  <a:cubicBezTo>
                    <a:pt x="1063" y="319"/>
                    <a:pt x="1049" y="317"/>
                    <a:pt x="1032" y="305"/>
                  </a:cubicBezTo>
                  <a:cubicBezTo>
                    <a:pt x="1011" y="368"/>
                    <a:pt x="1011" y="368"/>
                    <a:pt x="1011" y="368"/>
                  </a:cubicBezTo>
                  <a:cubicBezTo>
                    <a:pt x="1011" y="372"/>
                    <a:pt x="1011" y="375"/>
                    <a:pt x="1013" y="377"/>
                  </a:cubicBezTo>
                  <a:close/>
                  <a:moveTo>
                    <a:pt x="1121" y="427"/>
                  </a:moveTo>
                  <a:cubicBezTo>
                    <a:pt x="1159" y="412"/>
                    <a:pt x="1159" y="412"/>
                    <a:pt x="1159" y="412"/>
                  </a:cubicBezTo>
                  <a:cubicBezTo>
                    <a:pt x="1157" y="406"/>
                    <a:pt x="1157" y="406"/>
                    <a:pt x="1157" y="406"/>
                  </a:cubicBezTo>
                  <a:cubicBezTo>
                    <a:pt x="1152" y="407"/>
                    <a:pt x="1149" y="406"/>
                    <a:pt x="1148" y="403"/>
                  </a:cubicBezTo>
                  <a:cubicBezTo>
                    <a:pt x="1148" y="402"/>
                    <a:pt x="1147" y="399"/>
                    <a:pt x="1147" y="395"/>
                  </a:cubicBezTo>
                  <a:cubicBezTo>
                    <a:pt x="1147" y="386"/>
                    <a:pt x="1145" y="378"/>
                    <a:pt x="1143" y="373"/>
                  </a:cubicBezTo>
                  <a:cubicBezTo>
                    <a:pt x="1133" y="348"/>
                    <a:pt x="1116" y="340"/>
                    <a:pt x="1092" y="348"/>
                  </a:cubicBezTo>
                  <a:cubicBezTo>
                    <a:pt x="1077" y="353"/>
                    <a:pt x="1069" y="368"/>
                    <a:pt x="1067" y="393"/>
                  </a:cubicBezTo>
                  <a:cubicBezTo>
                    <a:pt x="1066" y="407"/>
                    <a:pt x="1066" y="407"/>
                    <a:pt x="1066" y="407"/>
                  </a:cubicBezTo>
                  <a:cubicBezTo>
                    <a:pt x="1066" y="423"/>
                    <a:pt x="1062" y="433"/>
                    <a:pt x="1052" y="436"/>
                  </a:cubicBezTo>
                  <a:cubicBezTo>
                    <a:pt x="1039" y="440"/>
                    <a:pt x="1030" y="435"/>
                    <a:pt x="1024" y="422"/>
                  </a:cubicBezTo>
                  <a:cubicBezTo>
                    <a:pt x="1017" y="403"/>
                    <a:pt x="1024" y="386"/>
                    <a:pt x="1046" y="370"/>
                  </a:cubicBezTo>
                  <a:cubicBezTo>
                    <a:pt x="1045" y="365"/>
                    <a:pt x="1045" y="365"/>
                    <a:pt x="1045" y="365"/>
                  </a:cubicBezTo>
                  <a:cubicBezTo>
                    <a:pt x="1002" y="382"/>
                    <a:pt x="1002" y="382"/>
                    <a:pt x="1002" y="382"/>
                  </a:cubicBezTo>
                  <a:cubicBezTo>
                    <a:pt x="1004" y="387"/>
                    <a:pt x="1004" y="387"/>
                    <a:pt x="1004" y="387"/>
                  </a:cubicBezTo>
                  <a:cubicBezTo>
                    <a:pt x="1008" y="387"/>
                    <a:pt x="1010" y="388"/>
                    <a:pt x="1011" y="391"/>
                  </a:cubicBezTo>
                  <a:cubicBezTo>
                    <a:pt x="1012" y="392"/>
                    <a:pt x="1013" y="395"/>
                    <a:pt x="1013" y="399"/>
                  </a:cubicBezTo>
                  <a:cubicBezTo>
                    <a:pt x="1014" y="408"/>
                    <a:pt x="1016" y="416"/>
                    <a:pt x="1019" y="423"/>
                  </a:cubicBezTo>
                  <a:cubicBezTo>
                    <a:pt x="1031" y="450"/>
                    <a:pt x="1049" y="460"/>
                    <a:pt x="1072" y="452"/>
                  </a:cubicBezTo>
                  <a:cubicBezTo>
                    <a:pt x="1087" y="446"/>
                    <a:pt x="1095" y="436"/>
                    <a:pt x="1097" y="420"/>
                  </a:cubicBezTo>
                  <a:cubicBezTo>
                    <a:pt x="1099" y="389"/>
                    <a:pt x="1099" y="389"/>
                    <a:pt x="1099" y="389"/>
                  </a:cubicBezTo>
                  <a:cubicBezTo>
                    <a:pt x="1100" y="373"/>
                    <a:pt x="1104" y="364"/>
                    <a:pt x="1113" y="362"/>
                  </a:cubicBezTo>
                  <a:cubicBezTo>
                    <a:pt x="1123" y="358"/>
                    <a:pt x="1131" y="362"/>
                    <a:pt x="1137" y="374"/>
                  </a:cubicBezTo>
                  <a:cubicBezTo>
                    <a:pt x="1143" y="391"/>
                    <a:pt x="1137" y="407"/>
                    <a:pt x="1119" y="422"/>
                  </a:cubicBezTo>
                  <a:cubicBezTo>
                    <a:pt x="1121" y="427"/>
                    <a:pt x="1121" y="427"/>
                    <a:pt x="1121" y="427"/>
                  </a:cubicBezTo>
                  <a:close/>
                  <a:moveTo>
                    <a:pt x="1055" y="527"/>
                  </a:moveTo>
                  <a:cubicBezTo>
                    <a:pt x="1051" y="528"/>
                    <a:pt x="1051" y="528"/>
                    <a:pt x="1051" y="528"/>
                  </a:cubicBezTo>
                  <a:cubicBezTo>
                    <a:pt x="1035" y="463"/>
                    <a:pt x="1035" y="463"/>
                    <a:pt x="1035" y="463"/>
                  </a:cubicBezTo>
                  <a:cubicBezTo>
                    <a:pt x="1039" y="462"/>
                    <a:pt x="1039" y="462"/>
                    <a:pt x="1039" y="462"/>
                  </a:cubicBezTo>
                  <a:cubicBezTo>
                    <a:pt x="1043" y="474"/>
                    <a:pt x="1049" y="479"/>
                    <a:pt x="1057" y="476"/>
                  </a:cubicBezTo>
                  <a:cubicBezTo>
                    <a:pt x="1146" y="454"/>
                    <a:pt x="1146" y="454"/>
                    <a:pt x="1146" y="454"/>
                  </a:cubicBezTo>
                  <a:cubicBezTo>
                    <a:pt x="1155" y="452"/>
                    <a:pt x="1159" y="445"/>
                    <a:pt x="1155" y="433"/>
                  </a:cubicBezTo>
                  <a:cubicBezTo>
                    <a:pt x="1160" y="432"/>
                    <a:pt x="1160" y="432"/>
                    <a:pt x="1160" y="432"/>
                  </a:cubicBezTo>
                  <a:cubicBezTo>
                    <a:pt x="1176" y="497"/>
                    <a:pt x="1176" y="497"/>
                    <a:pt x="1176" y="497"/>
                  </a:cubicBezTo>
                  <a:cubicBezTo>
                    <a:pt x="1172" y="498"/>
                    <a:pt x="1172" y="498"/>
                    <a:pt x="1172" y="498"/>
                  </a:cubicBezTo>
                  <a:cubicBezTo>
                    <a:pt x="1172" y="497"/>
                    <a:pt x="1171" y="497"/>
                    <a:pt x="1171" y="496"/>
                  </a:cubicBezTo>
                  <a:cubicBezTo>
                    <a:pt x="1168" y="485"/>
                    <a:pt x="1163" y="480"/>
                    <a:pt x="1153" y="483"/>
                  </a:cubicBezTo>
                  <a:cubicBezTo>
                    <a:pt x="1065" y="505"/>
                    <a:pt x="1065" y="505"/>
                    <a:pt x="1065" y="505"/>
                  </a:cubicBezTo>
                  <a:cubicBezTo>
                    <a:pt x="1055" y="507"/>
                    <a:pt x="1052" y="514"/>
                    <a:pt x="1055" y="527"/>
                  </a:cubicBezTo>
                  <a:close/>
                  <a:moveTo>
                    <a:pt x="1057" y="616"/>
                  </a:moveTo>
                  <a:cubicBezTo>
                    <a:pt x="1056" y="602"/>
                    <a:pt x="1062" y="596"/>
                    <a:pt x="1075" y="597"/>
                  </a:cubicBezTo>
                  <a:cubicBezTo>
                    <a:pt x="1175" y="595"/>
                    <a:pt x="1175" y="595"/>
                    <a:pt x="1175" y="595"/>
                  </a:cubicBezTo>
                  <a:cubicBezTo>
                    <a:pt x="1176" y="617"/>
                    <a:pt x="1166" y="630"/>
                    <a:pt x="1144" y="632"/>
                  </a:cubicBezTo>
                  <a:cubicBezTo>
                    <a:pt x="1144" y="638"/>
                    <a:pt x="1144" y="638"/>
                    <a:pt x="1144" y="638"/>
                  </a:cubicBezTo>
                  <a:cubicBezTo>
                    <a:pt x="1182" y="637"/>
                    <a:pt x="1182" y="637"/>
                    <a:pt x="1182" y="637"/>
                  </a:cubicBezTo>
                  <a:cubicBezTo>
                    <a:pt x="1180" y="523"/>
                    <a:pt x="1180" y="523"/>
                    <a:pt x="1180" y="523"/>
                  </a:cubicBezTo>
                  <a:cubicBezTo>
                    <a:pt x="1142" y="523"/>
                    <a:pt x="1142" y="523"/>
                    <a:pt x="1142" y="523"/>
                  </a:cubicBezTo>
                  <a:cubicBezTo>
                    <a:pt x="1142" y="528"/>
                    <a:pt x="1142" y="528"/>
                    <a:pt x="1142" y="528"/>
                  </a:cubicBezTo>
                  <a:cubicBezTo>
                    <a:pt x="1164" y="530"/>
                    <a:pt x="1175" y="542"/>
                    <a:pt x="1175" y="565"/>
                  </a:cubicBezTo>
                  <a:cubicBezTo>
                    <a:pt x="1074" y="566"/>
                    <a:pt x="1074" y="566"/>
                    <a:pt x="1074" y="566"/>
                  </a:cubicBezTo>
                  <a:cubicBezTo>
                    <a:pt x="1061" y="568"/>
                    <a:pt x="1055" y="562"/>
                    <a:pt x="1056" y="548"/>
                  </a:cubicBezTo>
                  <a:cubicBezTo>
                    <a:pt x="1051" y="548"/>
                    <a:pt x="1051" y="548"/>
                    <a:pt x="1051" y="548"/>
                  </a:cubicBezTo>
                  <a:cubicBezTo>
                    <a:pt x="1053" y="616"/>
                    <a:pt x="1053" y="616"/>
                    <a:pt x="1053" y="616"/>
                  </a:cubicBezTo>
                  <a:cubicBezTo>
                    <a:pt x="1057" y="616"/>
                    <a:pt x="1057" y="616"/>
                    <a:pt x="1057" y="616"/>
                  </a:cubicBezTo>
                  <a:close/>
                  <a:moveTo>
                    <a:pt x="1151" y="794"/>
                  </a:moveTo>
                  <a:cubicBezTo>
                    <a:pt x="1146" y="793"/>
                    <a:pt x="1146" y="793"/>
                    <a:pt x="1146" y="793"/>
                  </a:cubicBezTo>
                  <a:cubicBezTo>
                    <a:pt x="1146" y="793"/>
                    <a:pt x="1146" y="793"/>
                    <a:pt x="1146" y="792"/>
                  </a:cubicBezTo>
                  <a:cubicBezTo>
                    <a:pt x="1147" y="787"/>
                    <a:pt x="1145" y="782"/>
                    <a:pt x="1142" y="779"/>
                  </a:cubicBezTo>
                  <a:cubicBezTo>
                    <a:pt x="1091" y="731"/>
                    <a:pt x="1091" y="731"/>
                    <a:pt x="1091" y="731"/>
                  </a:cubicBezTo>
                  <a:cubicBezTo>
                    <a:pt x="1057" y="724"/>
                    <a:pt x="1057" y="724"/>
                    <a:pt x="1057" y="724"/>
                  </a:cubicBezTo>
                  <a:cubicBezTo>
                    <a:pt x="1045" y="720"/>
                    <a:pt x="1038" y="724"/>
                    <a:pt x="1036" y="737"/>
                  </a:cubicBezTo>
                  <a:cubicBezTo>
                    <a:pt x="1031" y="736"/>
                    <a:pt x="1031" y="736"/>
                    <a:pt x="1031" y="736"/>
                  </a:cubicBezTo>
                  <a:cubicBezTo>
                    <a:pt x="1045" y="671"/>
                    <a:pt x="1045" y="671"/>
                    <a:pt x="1045" y="671"/>
                  </a:cubicBezTo>
                  <a:cubicBezTo>
                    <a:pt x="1049" y="672"/>
                    <a:pt x="1049" y="672"/>
                    <a:pt x="1049" y="672"/>
                  </a:cubicBezTo>
                  <a:cubicBezTo>
                    <a:pt x="1046" y="685"/>
                    <a:pt x="1051" y="692"/>
                    <a:pt x="1063" y="693"/>
                  </a:cubicBezTo>
                  <a:cubicBezTo>
                    <a:pt x="1091" y="699"/>
                    <a:pt x="1091" y="699"/>
                    <a:pt x="1091" y="699"/>
                  </a:cubicBezTo>
                  <a:cubicBezTo>
                    <a:pt x="1160" y="678"/>
                    <a:pt x="1160" y="678"/>
                    <a:pt x="1160" y="678"/>
                  </a:cubicBezTo>
                  <a:cubicBezTo>
                    <a:pt x="1167" y="676"/>
                    <a:pt x="1171" y="672"/>
                    <a:pt x="1173" y="665"/>
                  </a:cubicBezTo>
                  <a:cubicBezTo>
                    <a:pt x="1178" y="666"/>
                    <a:pt x="1178" y="666"/>
                    <a:pt x="1178" y="666"/>
                  </a:cubicBezTo>
                  <a:cubicBezTo>
                    <a:pt x="1164" y="729"/>
                    <a:pt x="1164" y="729"/>
                    <a:pt x="1164" y="729"/>
                  </a:cubicBezTo>
                  <a:cubicBezTo>
                    <a:pt x="1160" y="728"/>
                    <a:pt x="1160" y="728"/>
                    <a:pt x="1160" y="728"/>
                  </a:cubicBezTo>
                  <a:cubicBezTo>
                    <a:pt x="1163" y="716"/>
                    <a:pt x="1162" y="711"/>
                    <a:pt x="1157" y="711"/>
                  </a:cubicBezTo>
                  <a:cubicBezTo>
                    <a:pt x="1155" y="711"/>
                    <a:pt x="1152" y="711"/>
                    <a:pt x="1148" y="713"/>
                  </a:cubicBezTo>
                  <a:cubicBezTo>
                    <a:pt x="1147" y="713"/>
                    <a:pt x="1146" y="714"/>
                    <a:pt x="1146" y="714"/>
                  </a:cubicBezTo>
                  <a:cubicBezTo>
                    <a:pt x="1097" y="727"/>
                    <a:pt x="1097" y="727"/>
                    <a:pt x="1097" y="727"/>
                  </a:cubicBezTo>
                  <a:cubicBezTo>
                    <a:pt x="1128" y="755"/>
                    <a:pt x="1128" y="755"/>
                    <a:pt x="1128" y="755"/>
                  </a:cubicBezTo>
                  <a:cubicBezTo>
                    <a:pt x="1133" y="760"/>
                    <a:pt x="1138" y="764"/>
                    <a:pt x="1143" y="765"/>
                  </a:cubicBezTo>
                  <a:cubicBezTo>
                    <a:pt x="1148" y="767"/>
                    <a:pt x="1152" y="763"/>
                    <a:pt x="1155" y="752"/>
                  </a:cubicBezTo>
                  <a:cubicBezTo>
                    <a:pt x="1159" y="753"/>
                    <a:pt x="1159" y="753"/>
                    <a:pt x="1159" y="753"/>
                  </a:cubicBezTo>
                  <a:lnTo>
                    <a:pt x="1151" y="794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/>
                <a:ea typeface="+mn-ea"/>
                <a:cs typeface="+mn-cs"/>
              </a:endParaRPr>
            </a:p>
          </p:txBody>
        </p:sp>
        <p:sp>
          <p:nvSpPr>
            <p:cNvPr id="40" name="íṥļiďè">
              <a:extLst>
                <a:ext uri="{FF2B5EF4-FFF2-40B4-BE49-F238E27FC236}">
                  <a16:creationId xmlns:a16="http://schemas.microsoft.com/office/drawing/2014/main" id="{CAD73E50-E297-99BB-8F0F-B7A7DFAC6630}"/>
                </a:ext>
              </a:extLst>
            </p:cNvPr>
            <p:cNvSpPr/>
            <p:nvPr/>
          </p:nvSpPr>
          <p:spPr bwMode="auto">
            <a:xfrm>
              <a:off x="4260844" y="4031997"/>
              <a:ext cx="147714" cy="178275"/>
            </a:xfrm>
            <a:custGeom>
              <a:avLst/>
              <a:gdLst>
                <a:gd name="T0" fmla="*/ 4 w 111"/>
                <a:gd name="T1" fmla="*/ 78 h 133"/>
                <a:gd name="T2" fmla="*/ 1 w 111"/>
                <a:gd name="T3" fmla="*/ 41 h 133"/>
                <a:gd name="T4" fmla="*/ 14 w 111"/>
                <a:gd name="T5" fmla="*/ 16 h 133"/>
                <a:gd name="T6" fmla="*/ 40 w 111"/>
                <a:gd name="T7" fmla="*/ 3 h 133"/>
                <a:gd name="T8" fmla="*/ 63 w 111"/>
                <a:gd name="T9" fmla="*/ 1 h 133"/>
                <a:gd name="T10" fmla="*/ 82 w 111"/>
                <a:gd name="T11" fmla="*/ 9 h 133"/>
                <a:gd name="T12" fmla="*/ 96 w 111"/>
                <a:gd name="T13" fmla="*/ 26 h 133"/>
                <a:gd name="T14" fmla="*/ 106 w 111"/>
                <a:gd name="T15" fmla="*/ 54 h 133"/>
                <a:gd name="T16" fmla="*/ 109 w 111"/>
                <a:gd name="T17" fmla="*/ 91 h 133"/>
                <a:gd name="T18" fmla="*/ 97 w 111"/>
                <a:gd name="T19" fmla="*/ 115 h 133"/>
                <a:gd name="T20" fmla="*/ 70 w 111"/>
                <a:gd name="T21" fmla="*/ 129 h 133"/>
                <a:gd name="T22" fmla="*/ 31 w 111"/>
                <a:gd name="T23" fmla="*/ 125 h 133"/>
                <a:gd name="T24" fmla="*/ 4 w 111"/>
                <a:gd name="T25" fmla="*/ 78 h 133"/>
                <a:gd name="T26" fmla="*/ 24 w 111"/>
                <a:gd name="T27" fmla="*/ 73 h 133"/>
                <a:gd name="T28" fmla="*/ 42 w 111"/>
                <a:gd name="T29" fmla="*/ 112 h 133"/>
                <a:gd name="T30" fmla="*/ 67 w 111"/>
                <a:gd name="T31" fmla="*/ 117 h 133"/>
                <a:gd name="T32" fmla="*/ 87 w 111"/>
                <a:gd name="T33" fmla="*/ 101 h 133"/>
                <a:gd name="T34" fmla="*/ 87 w 111"/>
                <a:gd name="T35" fmla="*/ 59 h 133"/>
                <a:gd name="T36" fmla="*/ 68 w 111"/>
                <a:gd name="T37" fmla="*/ 20 h 133"/>
                <a:gd name="T38" fmla="*/ 43 w 111"/>
                <a:gd name="T39" fmla="*/ 15 h 133"/>
                <a:gd name="T40" fmla="*/ 24 w 111"/>
                <a:gd name="T41" fmla="*/ 29 h 133"/>
                <a:gd name="T42" fmla="*/ 24 w 111"/>
                <a:gd name="T43" fmla="*/ 73 h 13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</a:cxnLst>
              <a:rect l="0" t="0" r="r" b="b"/>
              <a:pathLst>
                <a:path w="111" h="133">
                  <a:moveTo>
                    <a:pt x="4" y="78"/>
                  </a:moveTo>
                  <a:cubicBezTo>
                    <a:pt x="0" y="63"/>
                    <a:pt x="0" y="51"/>
                    <a:pt x="1" y="41"/>
                  </a:cubicBezTo>
                  <a:cubicBezTo>
                    <a:pt x="3" y="31"/>
                    <a:pt x="7" y="23"/>
                    <a:pt x="14" y="16"/>
                  </a:cubicBezTo>
                  <a:cubicBezTo>
                    <a:pt x="20" y="10"/>
                    <a:pt x="29" y="5"/>
                    <a:pt x="40" y="3"/>
                  </a:cubicBezTo>
                  <a:cubicBezTo>
                    <a:pt x="49" y="1"/>
                    <a:pt x="56" y="0"/>
                    <a:pt x="63" y="1"/>
                  </a:cubicBezTo>
                  <a:cubicBezTo>
                    <a:pt x="70" y="3"/>
                    <a:pt x="77" y="5"/>
                    <a:pt x="82" y="9"/>
                  </a:cubicBezTo>
                  <a:cubicBezTo>
                    <a:pt x="87" y="13"/>
                    <a:pt x="92" y="19"/>
                    <a:pt x="96" y="26"/>
                  </a:cubicBezTo>
                  <a:cubicBezTo>
                    <a:pt x="100" y="32"/>
                    <a:pt x="104" y="42"/>
                    <a:pt x="106" y="54"/>
                  </a:cubicBezTo>
                  <a:cubicBezTo>
                    <a:pt x="110" y="69"/>
                    <a:pt x="111" y="81"/>
                    <a:pt x="109" y="91"/>
                  </a:cubicBezTo>
                  <a:cubicBezTo>
                    <a:pt x="107" y="101"/>
                    <a:pt x="103" y="109"/>
                    <a:pt x="97" y="115"/>
                  </a:cubicBezTo>
                  <a:cubicBezTo>
                    <a:pt x="90" y="122"/>
                    <a:pt x="81" y="127"/>
                    <a:pt x="70" y="129"/>
                  </a:cubicBezTo>
                  <a:cubicBezTo>
                    <a:pt x="55" y="133"/>
                    <a:pt x="42" y="131"/>
                    <a:pt x="31" y="125"/>
                  </a:cubicBezTo>
                  <a:cubicBezTo>
                    <a:pt x="18" y="117"/>
                    <a:pt x="9" y="101"/>
                    <a:pt x="4" y="78"/>
                  </a:cubicBezTo>
                  <a:close/>
                  <a:moveTo>
                    <a:pt x="24" y="73"/>
                  </a:moveTo>
                  <a:cubicBezTo>
                    <a:pt x="28" y="94"/>
                    <a:pt x="35" y="106"/>
                    <a:pt x="42" y="112"/>
                  </a:cubicBezTo>
                  <a:cubicBezTo>
                    <a:pt x="50" y="117"/>
                    <a:pt x="58" y="119"/>
                    <a:pt x="67" y="117"/>
                  </a:cubicBezTo>
                  <a:cubicBezTo>
                    <a:pt x="76" y="115"/>
                    <a:pt x="82" y="110"/>
                    <a:pt x="87" y="101"/>
                  </a:cubicBezTo>
                  <a:cubicBezTo>
                    <a:pt x="91" y="93"/>
                    <a:pt x="91" y="79"/>
                    <a:pt x="87" y="59"/>
                  </a:cubicBezTo>
                  <a:cubicBezTo>
                    <a:pt x="82" y="38"/>
                    <a:pt x="76" y="25"/>
                    <a:pt x="68" y="20"/>
                  </a:cubicBezTo>
                  <a:cubicBezTo>
                    <a:pt x="60" y="15"/>
                    <a:pt x="52" y="13"/>
                    <a:pt x="43" y="15"/>
                  </a:cubicBezTo>
                  <a:cubicBezTo>
                    <a:pt x="34" y="17"/>
                    <a:pt x="28" y="22"/>
                    <a:pt x="24" y="29"/>
                  </a:cubicBezTo>
                  <a:cubicBezTo>
                    <a:pt x="19" y="38"/>
                    <a:pt x="19" y="53"/>
                    <a:pt x="24" y="73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/>
                <a:ea typeface="+mn-ea"/>
                <a:cs typeface="+mn-cs"/>
              </a:endParaRPr>
            </a:p>
          </p:txBody>
        </p:sp>
        <p:sp>
          <p:nvSpPr>
            <p:cNvPr id="41" name="ïşḻiḋe">
              <a:extLst>
                <a:ext uri="{FF2B5EF4-FFF2-40B4-BE49-F238E27FC236}">
                  <a16:creationId xmlns:a16="http://schemas.microsoft.com/office/drawing/2014/main" id="{D922DF22-A75A-1208-C398-030D0BEC2189}"/>
                </a:ext>
              </a:extLst>
            </p:cNvPr>
            <p:cNvSpPr/>
            <p:nvPr/>
          </p:nvSpPr>
          <p:spPr bwMode="auto">
            <a:xfrm>
              <a:off x="4540989" y="3911449"/>
              <a:ext cx="162994" cy="191858"/>
            </a:xfrm>
            <a:custGeom>
              <a:avLst/>
              <a:gdLst>
                <a:gd name="T0" fmla="*/ 21 w 123"/>
                <a:gd name="T1" fmla="*/ 125 h 144"/>
                <a:gd name="T2" fmla="*/ 40 w 123"/>
                <a:gd name="T3" fmla="*/ 115 h 144"/>
                <a:gd name="T4" fmla="*/ 58 w 123"/>
                <a:gd name="T5" fmla="*/ 127 h 144"/>
                <a:gd name="T6" fmla="*/ 79 w 123"/>
                <a:gd name="T7" fmla="*/ 125 h 144"/>
                <a:gd name="T8" fmla="*/ 99 w 123"/>
                <a:gd name="T9" fmla="*/ 107 h 144"/>
                <a:gd name="T10" fmla="*/ 99 w 123"/>
                <a:gd name="T11" fmla="*/ 82 h 144"/>
                <a:gd name="T12" fmla="*/ 81 w 123"/>
                <a:gd name="T13" fmla="*/ 67 h 144"/>
                <a:gd name="T14" fmla="*/ 54 w 123"/>
                <a:gd name="T15" fmla="*/ 70 h 144"/>
                <a:gd name="T16" fmla="*/ 39 w 123"/>
                <a:gd name="T17" fmla="*/ 80 h 144"/>
                <a:gd name="T18" fmla="*/ 31 w 123"/>
                <a:gd name="T19" fmla="*/ 93 h 144"/>
                <a:gd name="T20" fmla="*/ 13 w 123"/>
                <a:gd name="T21" fmla="*/ 99 h 144"/>
                <a:gd name="T22" fmla="*/ 0 w 123"/>
                <a:gd name="T23" fmla="*/ 33 h 144"/>
                <a:gd name="T24" fmla="*/ 76 w 123"/>
                <a:gd name="T25" fmla="*/ 0 h 144"/>
                <a:gd name="T26" fmla="*/ 83 w 123"/>
                <a:gd name="T27" fmla="*/ 14 h 144"/>
                <a:gd name="T28" fmla="*/ 22 w 123"/>
                <a:gd name="T29" fmla="*/ 40 h 144"/>
                <a:gd name="T30" fmla="*/ 28 w 123"/>
                <a:gd name="T31" fmla="*/ 75 h 144"/>
                <a:gd name="T32" fmla="*/ 53 w 123"/>
                <a:gd name="T33" fmla="*/ 55 h 144"/>
                <a:gd name="T34" fmla="*/ 92 w 123"/>
                <a:gd name="T35" fmla="*/ 51 h 144"/>
                <a:gd name="T36" fmla="*/ 118 w 123"/>
                <a:gd name="T37" fmla="*/ 73 h 144"/>
                <a:gd name="T38" fmla="*/ 119 w 123"/>
                <a:gd name="T39" fmla="*/ 105 h 144"/>
                <a:gd name="T40" fmla="*/ 85 w 123"/>
                <a:gd name="T41" fmla="*/ 136 h 144"/>
                <a:gd name="T42" fmla="*/ 47 w 123"/>
                <a:gd name="T43" fmla="*/ 142 h 144"/>
                <a:gd name="T44" fmla="*/ 21 w 123"/>
                <a:gd name="T45" fmla="*/ 125 h 14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</a:cxnLst>
              <a:rect l="0" t="0" r="r" b="b"/>
              <a:pathLst>
                <a:path w="123" h="144">
                  <a:moveTo>
                    <a:pt x="21" y="125"/>
                  </a:moveTo>
                  <a:cubicBezTo>
                    <a:pt x="40" y="115"/>
                    <a:pt x="40" y="115"/>
                    <a:pt x="40" y="115"/>
                  </a:cubicBezTo>
                  <a:cubicBezTo>
                    <a:pt x="45" y="122"/>
                    <a:pt x="51" y="126"/>
                    <a:pt x="58" y="127"/>
                  </a:cubicBezTo>
                  <a:cubicBezTo>
                    <a:pt x="65" y="129"/>
                    <a:pt x="72" y="128"/>
                    <a:pt x="79" y="125"/>
                  </a:cubicBezTo>
                  <a:cubicBezTo>
                    <a:pt x="89" y="121"/>
                    <a:pt x="95" y="115"/>
                    <a:pt x="99" y="107"/>
                  </a:cubicBezTo>
                  <a:cubicBezTo>
                    <a:pt x="103" y="99"/>
                    <a:pt x="103" y="91"/>
                    <a:pt x="99" y="82"/>
                  </a:cubicBezTo>
                  <a:cubicBezTo>
                    <a:pt x="95" y="74"/>
                    <a:pt x="89" y="69"/>
                    <a:pt x="81" y="67"/>
                  </a:cubicBezTo>
                  <a:cubicBezTo>
                    <a:pt x="73" y="65"/>
                    <a:pt x="64" y="66"/>
                    <a:pt x="54" y="70"/>
                  </a:cubicBezTo>
                  <a:cubicBezTo>
                    <a:pt x="48" y="72"/>
                    <a:pt x="43" y="76"/>
                    <a:pt x="39" y="80"/>
                  </a:cubicBezTo>
                  <a:cubicBezTo>
                    <a:pt x="35" y="84"/>
                    <a:pt x="33" y="89"/>
                    <a:pt x="31" y="93"/>
                  </a:cubicBezTo>
                  <a:cubicBezTo>
                    <a:pt x="13" y="99"/>
                    <a:pt x="13" y="99"/>
                    <a:pt x="13" y="99"/>
                  </a:cubicBezTo>
                  <a:cubicBezTo>
                    <a:pt x="0" y="33"/>
                    <a:pt x="0" y="33"/>
                    <a:pt x="0" y="33"/>
                  </a:cubicBezTo>
                  <a:cubicBezTo>
                    <a:pt x="76" y="0"/>
                    <a:pt x="76" y="0"/>
                    <a:pt x="76" y="0"/>
                  </a:cubicBezTo>
                  <a:cubicBezTo>
                    <a:pt x="83" y="14"/>
                    <a:pt x="83" y="14"/>
                    <a:pt x="83" y="14"/>
                  </a:cubicBezTo>
                  <a:cubicBezTo>
                    <a:pt x="22" y="40"/>
                    <a:pt x="22" y="40"/>
                    <a:pt x="22" y="40"/>
                  </a:cubicBezTo>
                  <a:cubicBezTo>
                    <a:pt x="28" y="75"/>
                    <a:pt x="28" y="75"/>
                    <a:pt x="28" y="75"/>
                  </a:cubicBezTo>
                  <a:cubicBezTo>
                    <a:pt x="35" y="66"/>
                    <a:pt x="43" y="59"/>
                    <a:pt x="53" y="55"/>
                  </a:cubicBezTo>
                  <a:cubicBezTo>
                    <a:pt x="67" y="49"/>
                    <a:pt x="79" y="48"/>
                    <a:pt x="92" y="51"/>
                  </a:cubicBezTo>
                  <a:cubicBezTo>
                    <a:pt x="104" y="54"/>
                    <a:pt x="113" y="62"/>
                    <a:pt x="118" y="73"/>
                  </a:cubicBezTo>
                  <a:cubicBezTo>
                    <a:pt x="123" y="83"/>
                    <a:pt x="123" y="94"/>
                    <a:pt x="119" y="105"/>
                  </a:cubicBezTo>
                  <a:cubicBezTo>
                    <a:pt x="113" y="119"/>
                    <a:pt x="102" y="129"/>
                    <a:pt x="85" y="136"/>
                  </a:cubicBezTo>
                  <a:cubicBezTo>
                    <a:pt x="71" y="142"/>
                    <a:pt x="58" y="144"/>
                    <a:pt x="47" y="142"/>
                  </a:cubicBezTo>
                  <a:cubicBezTo>
                    <a:pt x="35" y="140"/>
                    <a:pt x="27" y="134"/>
                    <a:pt x="21" y="125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/>
                <a:ea typeface="+mn-ea"/>
                <a:cs typeface="+mn-cs"/>
              </a:endParaRPr>
            </a:p>
          </p:txBody>
        </p:sp>
        <p:sp>
          <p:nvSpPr>
            <p:cNvPr id="42" name="iśḷiḍê">
              <a:extLst>
                <a:ext uri="{FF2B5EF4-FFF2-40B4-BE49-F238E27FC236}">
                  <a16:creationId xmlns:a16="http://schemas.microsoft.com/office/drawing/2014/main" id="{A0186D5F-9570-82C0-4BBF-3C899655FAD5}"/>
                </a:ext>
              </a:extLst>
            </p:cNvPr>
            <p:cNvSpPr/>
            <p:nvPr/>
          </p:nvSpPr>
          <p:spPr bwMode="auto">
            <a:xfrm>
              <a:off x="3953533" y="4011623"/>
              <a:ext cx="156202" cy="176577"/>
            </a:xfrm>
            <a:custGeom>
              <a:avLst/>
              <a:gdLst>
                <a:gd name="T0" fmla="*/ 1 w 117"/>
                <a:gd name="T1" fmla="*/ 84 h 132"/>
                <a:gd name="T2" fmla="*/ 20 w 117"/>
                <a:gd name="T3" fmla="*/ 88 h 132"/>
                <a:gd name="T4" fmla="*/ 25 w 117"/>
                <a:gd name="T5" fmla="*/ 106 h 132"/>
                <a:gd name="T6" fmla="*/ 40 w 117"/>
                <a:gd name="T7" fmla="*/ 115 h 132"/>
                <a:gd name="T8" fmla="*/ 57 w 117"/>
                <a:gd name="T9" fmla="*/ 117 h 132"/>
                <a:gd name="T10" fmla="*/ 70 w 117"/>
                <a:gd name="T11" fmla="*/ 112 h 132"/>
                <a:gd name="T12" fmla="*/ 81 w 117"/>
                <a:gd name="T13" fmla="*/ 100 h 132"/>
                <a:gd name="T14" fmla="*/ 90 w 117"/>
                <a:gd name="T15" fmla="*/ 82 h 132"/>
                <a:gd name="T16" fmla="*/ 91 w 117"/>
                <a:gd name="T17" fmla="*/ 79 h 132"/>
                <a:gd name="T18" fmla="*/ 71 w 117"/>
                <a:gd name="T19" fmla="*/ 86 h 132"/>
                <a:gd name="T20" fmla="*/ 49 w 117"/>
                <a:gd name="T21" fmla="*/ 84 h 132"/>
                <a:gd name="T22" fmla="*/ 19 w 117"/>
                <a:gd name="T23" fmla="*/ 63 h 132"/>
                <a:gd name="T24" fmla="*/ 15 w 117"/>
                <a:gd name="T25" fmla="*/ 30 h 132"/>
                <a:gd name="T26" fmla="*/ 38 w 117"/>
                <a:gd name="T27" fmla="*/ 5 h 132"/>
                <a:gd name="T28" fmla="*/ 76 w 117"/>
                <a:gd name="T29" fmla="*/ 4 h 132"/>
                <a:gd name="T30" fmla="*/ 102 w 117"/>
                <a:gd name="T31" fmla="*/ 19 h 132"/>
                <a:gd name="T32" fmla="*/ 115 w 117"/>
                <a:gd name="T33" fmla="*/ 43 h 132"/>
                <a:gd name="T34" fmla="*/ 112 w 117"/>
                <a:gd name="T35" fmla="*/ 79 h 132"/>
                <a:gd name="T36" fmla="*/ 94 w 117"/>
                <a:gd name="T37" fmla="*/ 114 h 132"/>
                <a:gd name="T38" fmla="*/ 68 w 117"/>
                <a:gd name="T39" fmla="*/ 129 h 132"/>
                <a:gd name="T40" fmla="*/ 36 w 117"/>
                <a:gd name="T41" fmla="*/ 128 h 132"/>
                <a:gd name="T42" fmla="*/ 9 w 117"/>
                <a:gd name="T43" fmla="*/ 111 h 132"/>
                <a:gd name="T44" fmla="*/ 1 w 117"/>
                <a:gd name="T45" fmla="*/ 84 h 132"/>
                <a:gd name="T46" fmla="*/ 96 w 117"/>
                <a:gd name="T47" fmla="*/ 54 h 132"/>
                <a:gd name="T48" fmla="*/ 93 w 117"/>
                <a:gd name="T49" fmla="*/ 31 h 132"/>
                <a:gd name="T50" fmla="*/ 75 w 117"/>
                <a:gd name="T51" fmla="*/ 17 h 132"/>
                <a:gd name="T52" fmla="*/ 50 w 117"/>
                <a:gd name="T53" fmla="*/ 18 h 132"/>
                <a:gd name="T54" fmla="*/ 34 w 117"/>
                <a:gd name="T55" fmla="*/ 37 h 132"/>
                <a:gd name="T56" fmla="*/ 37 w 117"/>
                <a:gd name="T57" fmla="*/ 58 h 132"/>
                <a:gd name="T58" fmla="*/ 57 w 117"/>
                <a:gd name="T59" fmla="*/ 72 h 132"/>
                <a:gd name="T60" fmla="*/ 81 w 117"/>
                <a:gd name="T61" fmla="*/ 72 h 132"/>
                <a:gd name="T62" fmla="*/ 96 w 117"/>
                <a:gd name="T63" fmla="*/ 54 h 13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</a:cxnLst>
              <a:rect l="0" t="0" r="r" b="b"/>
              <a:pathLst>
                <a:path w="117" h="132">
                  <a:moveTo>
                    <a:pt x="1" y="84"/>
                  </a:moveTo>
                  <a:cubicBezTo>
                    <a:pt x="20" y="88"/>
                    <a:pt x="20" y="88"/>
                    <a:pt x="20" y="88"/>
                  </a:cubicBezTo>
                  <a:cubicBezTo>
                    <a:pt x="20" y="96"/>
                    <a:pt x="21" y="101"/>
                    <a:pt x="25" y="106"/>
                  </a:cubicBezTo>
                  <a:cubicBezTo>
                    <a:pt x="28" y="110"/>
                    <a:pt x="33" y="113"/>
                    <a:pt x="40" y="115"/>
                  </a:cubicBezTo>
                  <a:cubicBezTo>
                    <a:pt x="46" y="117"/>
                    <a:pt x="51" y="118"/>
                    <a:pt x="57" y="117"/>
                  </a:cubicBezTo>
                  <a:cubicBezTo>
                    <a:pt x="62" y="116"/>
                    <a:pt x="66" y="114"/>
                    <a:pt x="70" y="112"/>
                  </a:cubicBezTo>
                  <a:cubicBezTo>
                    <a:pt x="74" y="109"/>
                    <a:pt x="78" y="105"/>
                    <a:pt x="81" y="100"/>
                  </a:cubicBezTo>
                  <a:cubicBezTo>
                    <a:pt x="85" y="94"/>
                    <a:pt x="88" y="88"/>
                    <a:pt x="90" y="82"/>
                  </a:cubicBezTo>
                  <a:cubicBezTo>
                    <a:pt x="90" y="82"/>
                    <a:pt x="90" y="81"/>
                    <a:pt x="91" y="79"/>
                  </a:cubicBezTo>
                  <a:cubicBezTo>
                    <a:pt x="85" y="83"/>
                    <a:pt x="79" y="85"/>
                    <a:pt x="71" y="86"/>
                  </a:cubicBezTo>
                  <a:cubicBezTo>
                    <a:pt x="64" y="87"/>
                    <a:pt x="56" y="86"/>
                    <a:pt x="49" y="84"/>
                  </a:cubicBezTo>
                  <a:cubicBezTo>
                    <a:pt x="36" y="80"/>
                    <a:pt x="26" y="73"/>
                    <a:pt x="19" y="63"/>
                  </a:cubicBezTo>
                  <a:cubicBezTo>
                    <a:pt x="12" y="53"/>
                    <a:pt x="11" y="42"/>
                    <a:pt x="15" y="30"/>
                  </a:cubicBezTo>
                  <a:cubicBezTo>
                    <a:pt x="18" y="18"/>
                    <a:pt x="26" y="9"/>
                    <a:pt x="38" y="5"/>
                  </a:cubicBezTo>
                  <a:cubicBezTo>
                    <a:pt x="49" y="0"/>
                    <a:pt x="62" y="0"/>
                    <a:pt x="76" y="4"/>
                  </a:cubicBezTo>
                  <a:cubicBezTo>
                    <a:pt x="86" y="7"/>
                    <a:pt x="95" y="12"/>
                    <a:pt x="102" y="19"/>
                  </a:cubicBezTo>
                  <a:cubicBezTo>
                    <a:pt x="109" y="25"/>
                    <a:pt x="113" y="33"/>
                    <a:pt x="115" y="43"/>
                  </a:cubicBezTo>
                  <a:cubicBezTo>
                    <a:pt x="117" y="52"/>
                    <a:pt x="116" y="64"/>
                    <a:pt x="112" y="79"/>
                  </a:cubicBezTo>
                  <a:cubicBezTo>
                    <a:pt x="107" y="94"/>
                    <a:pt x="101" y="106"/>
                    <a:pt x="94" y="114"/>
                  </a:cubicBezTo>
                  <a:cubicBezTo>
                    <a:pt x="87" y="122"/>
                    <a:pt x="78" y="127"/>
                    <a:pt x="68" y="129"/>
                  </a:cubicBezTo>
                  <a:cubicBezTo>
                    <a:pt x="58" y="132"/>
                    <a:pt x="47" y="131"/>
                    <a:pt x="36" y="128"/>
                  </a:cubicBezTo>
                  <a:cubicBezTo>
                    <a:pt x="24" y="124"/>
                    <a:pt x="15" y="118"/>
                    <a:pt x="9" y="111"/>
                  </a:cubicBezTo>
                  <a:cubicBezTo>
                    <a:pt x="2" y="103"/>
                    <a:pt x="0" y="94"/>
                    <a:pt x="1" y="84"/>
                  </a:cubicBezTo>
                  <a:close/>
                  <a:moveTo>
                    <a:pt x="96" y="54"/>
                  </a:moveTo>
                  <a:cubicBezTo>
                    <a:pt x="98" y="45"/>
                    <a:pt x="98" y="38"/>
                    <a:pt x="93" y="31"/>
                  </a:cubicBezTo>
                  <a:cubicBezTo>
                    <a:pt x="89" y="24"/>
                    <a:pt x="83" y="19"/>
                    <a:pt x="75" y="17"/>
                  </a:cubicBezTo>
                  <a:cubicBezTo>
                    <a:pt x="66" y="14"/>
                    <a:pt x="58" y="15"/>
                    <a:pt x="50" y="18"/>
                  </a:cubicBezTo>
                  <a:cubicBezTo>
                    <a:pt x="42" y="22"/>
                    <a:pt x="37" y="28"/>
                    <a:pt x="34" y="37"/>
                  </a:cubicBezTo>
                  <a:cubicBezTo>
                    <a:pt x="32" y="44"/>
                    <a:pt x="33" y="52"/>
                    <a:pt x="37" y="58"/>
                  </a:cubicBezTo>
                  <a:cubicBezTo>
                    <a:pt x="42" y="65"/>
                    <a:pt x="48" y="70"/>
                    <a:pt x="57" y="72"/>
                  </a:cubicBezTo>
                  <a:cubicBezTo>
                    <a:pt x="66" y="75"/>
                    <a:pt x="74" y="75"/>
                    <a:pt x="81" y="72"/>
                  </a:cubicBezTo>
                  <a:cubicBezTo>
                    <a:pt x="88" y="68"/>
                    <a:pt x="93" y="63"/>
                    <a:pt x="96" y="5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/>
                <a:ea typeface="+mn-ea"/>
                <a:cs typeface="+mn-cs"/>
              </a:endParaRPr>
            </a:p>
          </p:txBody>
        </p:sp>
        <p:sp>
          <p:nvSpPr>
            <p:cNvPr id="43" name="ïŝļíďê">
              <a:extLst>
                <a:ext uri="{FF2B5EF4-FFF2-40B4-BE49-F238E27FC236}">
                  <a16:creationId xmlns:a16="http://schemas.microsoft.com/office/drawing/2014/main" id="{FF5CF460-A3C2-7B1C-1F30-486DF2A46E49}"/>
                </a:ext>
              </a:extLst>
            </p:cNvPr>
            <p:cNvSpPr/>
            <p:nvPr/>
          </p:nvSpPr>
          <p:spPr bwMode="auto">
            <a:xfrm>
              <a:off x="3731115" y="3918241"/>
              <a:ext cx="115454" cy="151109"/>
            </a:xfrm>
            <a:custGeom>
              <a:avLst/>
              <a:gdLst>
                <a:gd name="T0" fmla="*/ 16 w 87"/>
                <a:gd name="T1" fmla="*/ 114 h 114"/>
                <a:gd name="T2" fmla="*/ 0 w 87"/>
                <a:gd name="T3" fmla="*/ 103 h 114"/>
                <a:gd name="T4" fmla="*/ 55 w 87"/>
                <a:gd name="T5" fmla="*/ 20 h 114"/>
                <a:gd name="T6" fmla="*/ 34 w 87"/>
                <a:gd name="T7" fmla="*/ 18 h 114"/>
                <a:gd name="T8" fmla="*/ 12 w 87"/>
                <a:gd name="T9" fmla="*/ 13 h 114"/>
                <a:gd name="T10" fmla="*/ 20 w 87"/>
                <a:gd name="T11" fmla="*/ 1 h 114"/>
                <a:gd name="T12" fmla="*/ 52 w 87"/>
                <a:gd name="T13" fmla="*/ 4 h 114"/>
                <a:gd name="T14" fmla="*/ 77 w 87"/>
                <a:gd name="T15" fmla="*/ 0 h 114"/>
                <a:gd name="T16" fmla="*/ 87 w 87"/>
                <a:gd name="T17" fmla="*/ 7 h 114"/>
                <a:gd name="T18" fmla="*/ 16 w 87"/>
                <a:gd name="T19" fmla="*/ 114 h 11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87" h="114">
                  <a:moveTo>
                    <a:pt x="16" y="114"/>
                  </a:moveTo>
                  <a:cubicBezTo>
                    <a:pt x="0" y="103"/>
                    <a:pt x="0" y="103"/>
                    <a:pt x="0" y="103"/>
                  </a:cubicBezTo>
                  <a:cubicBezTo>
                    <a:pt x="55" y="20"/>
                    <a:pt x="55" y="20"/>
                    <a:pt x="55" y="20"/>
                  </a:cubicBezTo>
                  <a:cubicBezTo>
                    <a:pt x="49" y="20"/>
                    <a:pt x="42" y="19"/>
                    <a:pt x="34" y="18"/>
                  </a:cubicBezTo>
                  <a:cubicBezTo>
                    <a:pt x="25" y="17"/>
                    <a:pt x="18" y="15"/>
                    <a:pt x="12" y="13"/>
                  </a:cubicBezTo>
                  <a:cubicBezTo>
                    <a:pt x="20" y="1"/>
                    <a:pt x="20" y="1"/>
                    <a:pt x="20" y="1"/>
                  </a:cubicBezTo>
                  <a:cubicBezTo>
                    <a:pt x="32" y="3"/>
                    <a:pt x="42" y="5"/>
                    <a:pt x="52" y="4"/>
                  </a:cubicBezTo>
                  <a:cubicBezTo>
                    <a:pt x="63" y="4"/>
                    <a:pt x="71" y="3"/>
                    <a:pt x="77" y="0"/>
                  </a:cubicBezTo>
                  <a:cubicBezTo>
                    <a:pt x="87" y="7"/>
                    <a:pt x="87" y="7"/>
                    <a:pt x="87" y="7"/>
                  </a:cubicBezTo>
                  <a:lnTo>
                    <a:pt x="16" y="114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/>
                <a:ea typeface="+mn-ea"/>
                <a:cs typeface="+mn-cs"/>
              </a:endParaRPr>
            </a:p>
          </p:txBody>
        </p:sp>
        <p:sp>
          <p:nvSpPr>
            <p:cNvPr id="44" name="ïšľîdê">
              <a:extLst>
                <a:ext uri="{FF2B5EF4-FFF2-40B4-BE49-F238E27FC236}">
                  <a16:creationId xmlns:a16="http://schemas.microsoft.com/office/drawing/2014/main" id="{7508C0E6-ABF4-5F5D-AAAC-DE058EC3BC64}"/>
                </a:ext>
              </a:extLst>
            </p:cNvPr>
            <p:cNvSpPr/>
            <p:nvPr/>
          </p:nvSpPr>
          <p:spPr bwMode="auto">
            <a:xfrm>
              <a:off x="3720928" y="2868968"/>
              <a:ext cx="927027" cy="1069647"/>
            </a:xfrm>
            <a:custGeom>
              <a:avLst/>
              <a:gdLst>
                <a:gd name="T0" fmla="*/ 278 w 696"/>
                <a:gd name="T1" fmla="*/ 294 h 802"/>
                <a:gd name="T2" fmla="*/ 355 w 696"/>
                <a:gd name="T3" fmla="*/ 253 h 802"/>
                <a:gd name="T4" fmla="*/ 351 w 696"/>
                <a:gd name="T5" fmla="*/ 199 h 802"/>
                <a:gd name="T6" fmla="*/ 293 w 696"/>
                <a:gd name="T7" fmla="*/ 184 h 802"/>
                <a:gd name="T8" fmla="*/ 402 w 696"/>
                <a:gd name="T9" fmla="*/ 0 h 802"/>
                <a:gd name="T10" fmla="*/ 425 w 696"/>
                <a:gd name="T11" fmla="*/ 167 h 802"/>
                <a:gd name="T12" fmla="*/ 690 w 696"/>
                <a:gd name="T13" fmla="*/ 189 h 802"/>
                <a:gd name="T14" fmla="*/ 453 w 696"/>
                <a:gd name="T15" fmla="*/ 208 h 802"/>
                <a:gd name="T16" fmla="*/ 405 w 696"/>
                <a:gd name="T17" fmla="*/ 353 h 802"/>
                <a:gd name="T18" fmla="*/ 365 w 696"/>
                <a:gd name="T19" fmla="*/ 493 h 802"/>
                <a:gd name="T20" fmla="*/ 359 w 696"/>
                <a:gd name="T21" fmla="*/ 724 h 802"/>
                <a:gd name="T22" fmla="*/ 342 w 696"/>
                <a:gd name="T23" fmla="*/ 799 h 802"/>
                <a:gd name="T24" fmla="*/ 298 w 696"/>
                <a:gd name="T25" fmla="*/ 622 h 802"/>
                <a:gd name="T26" fmla="*/ 51 w 696"/>
                <a:gd name="T27" fmla="*/ 588 h 802"/>
                <a:gd name="T28" fmla="*/ 0 w 696"/>
                <a:gd name="T29" fmla="*/ 586 h 802"/>
                <a:gd name="T30" fmla="*/ 306 w 696"/>
                <a:gd name="T31" fmla="*/ 546 h 802"/>
                <a:gd name="T32" fmla="*/ 361 w 696"/>
                <a:gd name="T33" fmla="*/ 325 h 802"/>
                <a:gd name="T34" fmla="*/ 302 w 696"/>
                <a:gd name="T35" fmla="*/ 364 h 802"/>
                <a:gd name="T36" fmla="*/ 283 w 696"/>
                <a:gd name="T37" fmla="*/ 417 h 802"/>
                <a:gd name="T38" fmla="*/ 104 w 696"/>
                <a:gd name="T39" fmla="*/ 502 h 802"/>
                <a:gd name="T40" fmla="*/ 23 w 696"/>
                <a:gd name="T41" fmla="*/ 325 h 802"/>
                <a:gd name="T42" fmla="*/ 239 w 696"/>
                <a:gd name="T43" fmla="*/ 204 h 802"/>
                <a:gd name="T44" fmla="*/ 453 w 696"/>
                <a:gd name="T45" fmla="*/ 491 h 802"/>
                <a:gd name="T46" fmla="*/ 500 w 696"/>
                <a:gd name="T47" fmla="*/ 530 h 802"/>
                <a:gd name="T48" fmla="*/ 395 w 696"/>
                <a:gd name="T49" fmla="*/ 572 h 802"/>
                <a:gd name="T50" fmla="*/ 502 w 696"/>
                <a:gd name="T51" fmla="*/ 587 h 802"/>
                <a:gd name="T52" fmla="*/ 513 w 696"/>
                <a:gd name="T53" fmla="*/ 616 h 802"/>
                <a:gd name="T54" fmla="*/ 406 w 696"/>
                <a:gd name="T55" fmla="*/ 690 h 802"/>
                <a:gd name="T56" fmla="*/ 560 w 696"/>
                <a:gd name="T57" fmla="*/ 745 h 802"/>
                <a:gd name="T58" fmla="*/ 559 w 696"/>
                <a:gd name="T59" fmla="*/ 667 h 802"/>
                <a:gd name="T60" fmla="*/ 608 w 696"/>
                <a:gd name="T61" fmla="*/ 646 h 802"/>
                <a:gd name="T62" fmla="*/ 663 w 696"/>
                <a:gd name="T63" fmla="*/ 601 h 802"/>
                <a:gd name="T64" fmla="*/ 668 w 696"/>
                <a:gd name="T65" fmla="*/ 557 h 802"/>
                <a:gd name="T66" fmla="*/ 667 w 696"/>
                <a:gd name="T67" fmla="*/ 489 h 802"/>
                <a:gd name="T68" fmla="*/ 639 w 696"/>
                <a:gd name="T69" fmla="*/ 514 h 802"/>
                <a:gd name="T70" fmla="*/ 572 w 696"/>
                <a:gd name="T71" fmla="*/ 517 h 802"/>
                <a:gd name="T72" fmla="*/ 533 w 696"/>
                <a:gd name="T73" fmla="*/ 490 h 802"/>
                <a:gd name="T74" fmla="*/ 453 w 696"/>
                <a:gd name="T75" fmla="*/ 491 h 802"/>
                <a:gd name="T76" fmla="*/ 556 w 696"/>
                <a:gd name="T77" fmla="*/ 584 h 802"/>
                <a:gd name="T78" fmla="*/ 624 w 696"/>
                <a:gd name="T79" fmla="*/ 584 h 802"/>
                <a:gd name="T80" fmla="*/ 513 w 696"/>
                <a:gd name="T81" fmla="*/ 357 h 802"/>
                <a:gd name="T82" fmla="*/ 488 w 696"/>
                <a:gd name="T83" fmla="*/ 461 h 802"/>
                <a:gd name="T84" fmla="*/ 679 w 696"/>
                <a:gd name="T85" fmla="*/ 422 h 802"/>
                <a:gd name="T86" fmla="*/ 513 w 696"/>
                <a:gd name="T87" fmla="*/ 357 h 802"/>
                <a:gd name="T88" fmla="*/ 480 w 696"/>
                <a:gd name="T89" fmla="*/ 410 h 802"/>
                <a:gd name="T90" fmla="*/ 575 w 696"/>
                <a:gd name="T91" fmla="*/ 433 h 802"/>
                <a:gd name="T92" fmla="*/ 581 w 696"/>
                <a:gd name="T93" fmla="*/ 389 h 802"/>
                <a:gd name="T94" fmla="*/ 524 w 696"/>
                <a:gd name="T95" fmla="*/ 234 h 802"/>
                <a:gd name="T96" fmla="*/ 493 w 696"/>
                <a:gd name="T97" fmla="*/ 341 h 802"/>
                <a:gd name="T98" fmla="*/ 694 w 696"/>
                <a:gd name="T99" fmla="*/ 293 h 802"/>
                <a:gd name="T100" fmla="*/ 524 w 696"/>
                <a:gd name="T101" fmla="*/ 234 h 802"/>
                <a:gd name="T102" fmla="*/ 492 w 696"/>
                <a:gd name="T103" fmla="*/ 291 h 802"/>
                <a:gd name="T104" fmla="*/ 587 w 696"/>
                <a:gd name="T105" fmla="*/ 311 h 802"/>
                <a:gd name="T106" fmla="*/ 593 w 696"/>
                <a:gd name="T107" fmla="*/ 270 h 802"/>
                <a:gd name="T108" fmla="*/ 87 w 696"/>
                <a:gd name="T109" fmla="*/ 375 h 802"/>
                <a:gd name="T110" fmla="*/ 106 w 696"/>
                <a:gd name="T111" fmla="*/ 443 h 802"/>
                <a:gd name="T112" fmla="*/ 199 w 696"/>
                <a:gd name="T113" fmla="*/ 455 h 802"/>
                <a:gd name="T114" fmla="*/ 225 w 696"/>
                <a:gd name="T115" fmla="*/ 371 h 802"/>
                <a:gd name="T116" fmla="*/ 225 w 696"/>
                <a:gd name="T117" fmla="*/ 322 h 802"/>
                <a:gd name="T118" fmla="*/ 170 w 696"/>
                <a:gd name="T119" fmla="*/ 241 h 802"/>
                <a:gd name="T120" fmla="*/ 76 w 696"/>
                <a:gd name="T121" fmla="*/ 327 h 80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  <a:cxn ang="0">
                  <a:pos x="T118" y="T119"/>
                </a:cxn>
                <a:cxn ang="0">
                  <a:pos x="T120" y="T121"/>
                </a:cxn>
              </a:cxnLst>
              <a:rect l="0" t="0" r="r" b="b"/>
              <a:pathLst>
                <a:path w="696" h="802">
                  <a:moveTo>
                    <a:pt x="274" y="278"/>
                  </a:moveTo>
                  <a:cubicBezTo>
                    <a:pt x="276" y="283"/>
                    <a:pt x="277" y="289"/>
                    <a:pt x="278" y="294"/>
                  </a:cubicBezTo>
                  <a:cubicBezTo>
                    <a:pt x="285" y="301"/>
                    <a:pt x="295" y="302"/>
                    <a:pt x="309" y="295"/>
                  </a:cubicBezTo>
                  <a:cubicBezTo>
                    <a:pt x="329" y="282"/>
                    <a:pt x="343" y="268"/>
                    <a:pt x="355" y="253"/>
                  </a:cubicBezTo>
                  <a:cubicBezTo>
                    <a:pt x="367" y="234"/>
                    <a:pt x="370" y="216"/>
                    <a:pt x="362" y="197"/>
                  </a:cubicBezTo>
                  <a:cubicBezTo>
                    <a:pt x="360" y="196"/>
                    <a:pt x="356" y="196"/>
                    <a:pt x="351" y="199"/>
                  </a:cubicBezTo>
                  <a:cubicBezTo>
                    <a:pt x="343" y="204"/>
                    <a:pt x="336" y="210"/>
                    <a:pt x="328" y="216"/>
                  </a:cubicBezTo>
                  <a:cubicBezTo>
                    <a:pt x="303" y="235"/>
                    <a:pt x="269" y="211"/>
                    <a:pt x="293" y="184"/>
                  </a:cubicBezTo>
                  <a:cubicBezTo>
                    <a:pt x="293" y="184"/>
                    <a:pt x="344" y="134"/>
                    <a:pt x="366" y="113"/>
                  </a:cubicBezTo>
                  <a:cubicBezTo>
                    <a:pt x="387" y="92"/>
                    <a:pt x="402" y="0"/>
                    <a:pt x="402" y="0"/>
                  </a:cubicBezTo>
                  <a:cubicBezTo>
                    <a:pt x="434" y="7"/>
                    <a:pt x="457" y="58"/>
                    <a:pt x="394" y="131"/>
                  </a:cubicBezTo>
                  <a:cubicBezTo>
                    <a:pt x="404" y="143"/>
                    <a:pt x="415" y="155"/>
                    <a:pt x="425" y="167"/>
                  </a:cubicBezTo>
                  <a:cubicBezTo>
                    <a:pt x="477" y="161"/>
                    <a:pt x="523" y="155"/>
                    <a:pt x="572" y="155"/>
                  </a:cubicBezTo>
                  <a:cubicBezTo>
                    <a:pt x="646" y="154"/>
                    <a:pt x="682" y="167"/>
                    <a:pt x="690" y="189"/>
                  </a:cubicBezTo>
                  <a:cubicBezTo>
                    <a:pt x="696" y="206"/>
                    <a:pt x="683" y="206"/>
                    <a:pt x="669" y="206"/>
                  </a:cubicBezTo>
                  <a:cubicBezTo>
                    <a:pt x="603" y="207"/>
                    <a:pt x="530" y="208"/>
                    <a:pt x="453" y="208"/>
                  </a:cubicBezTo>
                  <a:cubicBezTo>
                    <a:pt x="437" y="208"/>
                    <a:pt x="409" y="206"/>
                    <a:pt x="409" y="235"/>
                  </a:cubicBezTo>
                  <a:cubicBezTo>
                    <a:pt x="414" y="276"/>
                    <a:pt x="414" y="311"/>
                    <a:pt x="405" y="353"/>
                  </a:cubicBezTo>
                  <a:cubicBezTo>
                    <a:pt x="399" y="380"/>
                    <a:pt x="390" y="407"/>
                    <a:pt x="377" y="441"/>
                  </a:cubicBezTo>
                  <a:cubicBezTo>
                    <a:pt x="371" y="457"/>
                    <a:pt x="366" y="476"/>
                    <a:pt x="365" y="493"/>
                  </a:cubicBezTo>
                  <a:cubicBezTo>
                    <a:pt x="364" y="503"/>
                    <a:pt x="362" y="517"/>
                    <a:pt x="360" y="527"/>
                  </a:cubicBezTo>
                  <a:cubicBezTo>
                    <a:pt x="348" y="597"/>
                    <a:pt x="349" y="662"/>
                    <a:pt x="359" y="724"/>
                  </a:cubicBezTo>
                  <a:cubicBezTo>
                    <a:pt x="364" y="759"/>
                    <a:pt x="366" y="786"/>
                    <a:pt x="357" y="796"/>
                  </a:cubicBezTo>
                  <a:cubicBezTo>
                    <a:pt x="352" y="801"/>
                    <a:pt x="348" y="802"/>
                    <a:pt x="342" y="799"/>
                  </a:cubicBezTo>
                  <a:cubicBezTo>
                    <a:pt x="325" y="790"/>
                    <a:pt x="306" y="751"/>
                    <a:pt x="304" y="726"/>
                  </a:cubicBezTo>
                  <a:cubicBezTo>
                    <a:pt x="302" y="691"/>
                    <a:pt x="300" y="657"/>
                    <a:pt x="298" y="622"/>
                  </a:cubicBezTo>
                  <a:cubicBezTo>
                    <a:pt x="299" y="603"/>
                    <a:pt x="294" y="596"/>
                    <a:pt x="278" y="595"/>
                  </a:cubicBezTo>
                  <a:cubicBezTo>
                    <a:pt x="203" y="592"/>
                    <a:pt x="127" y="591"/>
                    <a:pt x="51" y="588"/>
                  </a:cubicBezTo>
                  <a:cubicBezTo>
                    <a:pt x="31" y="587"/>
                    <a:pt x="19" y="599"/>
                    <a:pt x="7" y="614"/>
                  </a:cubicBezTo>
                  <a:cubicBezTo>
                    <a:pt x="5" y="604"/>
                    <a:pt x="3" y="595"/>
                    <a:pt x="0" y="586"/>
                  </a:cubicBezTo>
                  <a:cubicBezTo>
                    <a:pt x="23" y="569"/>
                    <a:pt x="42" y="551"/>
                    <a:pt x="75" y="551"/>
                  </a:cubicBezTo>
                  <a:cubicBezTo>
                    <a:pt x="152" y="549"/>
                    <a:pt x="229" y="548"/>
                    <a:pt x="306" y="546"/>
                  </a:cubicBezTo>
                  <a:cubicBezTo>
                    <a:pt x="315" y="507"/>
                    <a:pt x="324" y="469"/>
                    <a:pt x="333" y="430"/>
                  </a:cubicBezTo>
                  <a:cubicBezTo>
                    <a:pt x="343" y="395"/>
                    <a:pt x="352" y="360"/>
                    <a:pt x="361" y="325"/>
                  </a:cubicBezTo>
                  <a:cubicBezTo>
                    <a:pt x="358" y="321"/>
                    <a:pt x="355" y="318"/>
                    <a:pt x="352" y="314"/>
                  </a:cubicBezTo>
                  <a:cubicBezTo>
                    <a:pt x="335" y="331"/>
                    <a:pt x="319" y="347"/>
                    <a:pt x="302" y="364"/>
                  </a:cubicBezTo>
                  <a:cubicBezTo>
                    <a:pt x="296" y="377"/>
                    <a:pt x="290" y="390"/>
                    <a:pt x="284" y="403"/>
                  </a:cubicBezTo>
                  <a:cubicBezTo>
                    <a:pt x="284" y="408"/>
                    <a:pt x="284" y="412"/>
                    <a:pt x="283" y="417"/>
                  </a:cubicBezTo>
                  <a:cubicBezTo>
                    <a:pt x="276" y="474"/>
                    <a:pt x="259" y="498"/>
                    <a:pt x="217" y="504"/>
                  </a:cubicBezTo>
                  <a:cubicBezTo>
                    <a:pt x="180" y="509"/>
                    <a:pt x="144" y="506"/>
                    <a:pt x="104" y="502"/>
                  </a:cubicBezTo>
                  <a:cubicBezTo>
                    <a:pt x="61" y="497"/>
                    <a:pt x="37" y="466"/>
                    <a:pt x="28" y="425"/>
                  </a:cubicBezTo>
                  <a:cubicBezTo>
                    <a:pt x="21" y="390"/>
                    <a:pt x="23" y="359"/>
                    <a:pt x="23" y="325"/>
                  </a:cubicBezTo>
                  <a:cubicBezTo>
                    <a:pt x="23" y="292"/>
                    <a:pt x="60" y="214"/>
                    <a:pt x="108" y="199"/>
                  </a:cubicBezTo>
                  <a:cubicBezTo>
                    <a:pt x="152" y="185"/>
                    <a:pt x="207" y="180"/>
                    <a:pt x="239" y="204"/>
                  </a:cubicBezTo>
                  <a:cubicBezTo>
                    <a:pt x="252" y="216"/>
                    <a:pt x="266" y="242"/>
                    <a:pt x="274" y="278"/>
                  </a:cubicBezTo>
                  <a:close/>
                  <a:moveTo>
                    <a:pt x="453" y="491"/>
                  </a:moveTo>
                  <a:cubicBezTo>
                    <a:pt x="439" y="497"/>
                    <a:pt x="428" y="508"/>
                    <a:pt x="427" y="515"/>
                  </a:cubicBezTo>
                  <a:cubicBezTo>
                    <a:pt x="420" y="536"/>
                    <a:pt x="464" y="528"/>
                    <a:pt x="500" y="530"/>
                  </a:cubicBezTo>
                  <a:cubicBezTo>
                    <a:pt x="521" y="530"/>
                    <a:pt x="531" y="547"/>
                    <a:pt x="507" y="556"/>
                  </a:cubicBezTo>
                  <a:cubicBezTo>
                    <a:pt x="470" y="561"/>
                    <a:pt x="432" y="567"/>
                    <a:pt x="395" y="572"/>
                  </a:cubicBezTo>
                  <a:cubicBezTo>
                    <a:pt x="377" y="574"/>
                    <a:pt x="362" y="604"/>
                    <a:pt x="390" y="606"/>
                  </a:cubicBezTo>
                  <a:cubicBezTo>
                    <a:pt x="411" y="607"/>
                    <a:pt x="457" y="597"/>
                    <a:pt x="502" y="587"/>
                  </a:cubicBezTo>
                  <a:cubicBezTo>
                    <a:pt x="507" y="586"/>
                    <a:pt x="513" y="587"/>
                    <a:pt x="514" y="592"/>
                  </a:cubicBezTo>
                  <a:cubicBezTo>
                    <a:pt x="515" y="601"/>
                    <a:pt x="514" y="610"/>
                    <a:pt x="513" y="616"/>
                  </a:cubicBezTo>
                  <a:cubicBezTo>
                    <a:pt x="493" y="622"/>
                    <a:pt x="405" y="655"/>
                    <a:pt x="387" y="662"/>
                  </a:cubicBezTo>
                  <a:cubicBezTo>
                    <a:pt x="372" y="668"/>
                    <a:pt x="368" y="692"/>
                    <a:pt x="406" y="690"/>
                  </a:cubicBezTo>
                  <a:cubicBezTo>
                    <a:pt x="439" y="686"/>
                    <a:pt x="476" y="675"/>
                    <a:pt x="514" y="663"/>
                  </a:cubicBezTo>
                  <a:cubicBezTo>
                    <a:pt x="520" y="699"/>
                    <a:pt x="533" y="726"/>
                    <a:pt x="560" y="745"/>
                  </a:cubicBezTo>
                  <a:cubicBezTo>
                    <a:pt x="574" y="751"/>
                    <a:pt x="585" y="748"/>
                    <a:pt x="582" y="722"/>
                  </a:cubicBezTo>
                  <a:cubicBezTo>
                    <a:pt x="568" y="693"/>
                    <a:pt x="560" y="678"/>
                    <a:pt x="559" y="667"/>
                  </a:cubicBezTo>
                  <a:cubicBezTo>
                    <a:pt x="556" y="654"/>
                    <a:pt x="561" y="648"/>
                    <a:pt x="576" y="648"/>
                  </a:cubicBezTo>
                  <a:cubicBezTo>
                    <a:pt x="587" y="647"/>
                    <a:pt x="598" y="647"/>
                    <a:pt x="608" y="646"/>
                  </a:cubicBezTo>
                  <a:cubicBezTo>
                    <a:pt x="614" y="647"/>
                    <a:pt x="621" y="646"/>
                    <a:pt x="627" y="642"/>
                  </a:cubicBezTo>
                  <a:cubicBezTo>
                    <a:pt x="637" y="635"/>
                    <a:pt x="658" y="610"/>
                    <a:pt x="663" y="601"/>
                  </a:cubicBezTo>
                  <a:cubicBezTo>
                    <a:pt x="664" y="589"/>
                    <a:pt x="662" y="586"/>
                    <a:pt x="663" y="575"/>
                  </a:cubicBezTo>
                  <a:cubicBezTo>
                    <a:pt x="664" y="569"/>
                    <a:pt x="665" y="563"/>
                    <a:pt x="668" y="557"/>
                  </a:cubicBezTo>
                  <a:cubicBezTo>
                    <a:pt x="670" y="553"/>
                    <a:pt x="674" y="552"/>
                    <a:pt x="675" y="546"/>
                  </a:cubicBezTo>
                  <a:cubicBezTo>
                    <a:pt x="670" y="528"/>
                    <a:pt x="669" y="509"/>
                    <a:pt x="667" y="489"/>
                  </a:cubicBezTo>
                  <a:cubicBezTo>
                    <a:pt x="664" y="473"/>
                    <a:pt x="643" y="474"/>
                    <a:pt x="640" y="487"/>
                  </a:cubicBezTo>
                  <a:cubicBezTo>
                    <a:pt x="639" y="496"/>
                    <a:pt x="640" y="505"/>
                    <a:pt x="639" y="514"/>
                  </a:cubicBezTo>
                  <a:cubicBezTo>
                    <a:pt x="635" y="536"/>
                    <a:pt x="618" y="537"/>
                    <a:pt x="603" y="537"/>
                  </a:cubicBezTo>
                  <a:cubicBezTo>
                    <a:pt x="590" y="537"/>
                    <a:pt x="562" y="537"/>
                    <a:pt x="572" y="517"/>
                  </a:cubicBezTo>
                  <a:cubicBezTo>
                    <a:pt x="585" y="498"/>
                    <a:pt x="581" y="483"/>
                    <a:pt x="561" y="485"/>
                  </a:cubicBezTo>
                  <a:cubicBezTo>
                    <a:pt x="552" y="486"/>
                    <a:pt x="543" y="489"/>
                    <a:pt x="533" y="490"/>
                  </a:cubicBezTo>
                  <a:cubicBezTo>
                    <a:pt x="522" y="491"/>
                    <a:pt x="492" y="486"/>
                    <a:pt x="475" y="487"/>
                  </a:cubicBezTo>
                  <a:cubicBezTo>
                    <a:pt x="466" y="487"/>
                    <a:pt x="464" y="486"/>
                    <a:pt x="453" y="491"/>
                  </a:cubicBezTo>
                  <a:close/>
                  <a:moveTo>
                    <a:pt x="591" y="563"/>
                  </a:moveTo>
                  <a:cubicBezTo>
                    <a:pt x="572" y="563"/>
                    <a:pt x="559" y="573"/>
                    <a:pt x="556" y="584"/>
                  </a:cubicBezTo>
                  <a:cubicBezTo>
                    <a:pt x="553" y="597"/>
                    <a:pt x="563" y="607"/>
                    <a:pt x="591" y="603"/>
                  </a:cubicBezTo>
                  <a:cubicBezTo>
                    <a:pt x="615" y="600"/>
                    <a:pt x="623" y="596"/>
                    <a:pt x="624" y="584"/>
                  </a:cubicBezTo>
                  <a:cubicBezTo>
                    <a:pt x="624" y="569"/>
                    <a:pt x="610" y="563"/>
                    <a:pt x="591" y="563"/>
                  </a:cubicBezTo>
                  <a:close/>
                  <a:moveTo>
                    <a:pt x="513" y="357"/>
                  </a:moveTo>
                  <a:cubicBezTo>
                    <a:pt x="468" y="353"/>
                    <a:pt x="427" y="380"/>
                    <a:pt x="427" y="411"/>
                  </a:cubicBezTo>
                  <a:cubicBezTo>
                    <a:pt x="426" y="438"/>
                    <a:pt x="447" y="455"/>
                    <a:pt x="488" y="461"/>
                  </a:cubicBezTo>
                  <a:cubicBezTo>
                    <a:pt x="533" y="467"/>
                    <a:pt x="560" y="469"/>
                    <a:pt x="604" y="470"/>
                  </a:cubicBezTo>
                  <a:cubicBezTo>
                    <a:pt x="640" y="470"/>
                    <a:pt x="678" y="453"/>
                    <a:pt x="679" y="422"/>
                  </a:cubicBezTo>
                  <a:cubicBezTo>
                    <a:pt x="681" y="376"/>
                    <a:pt x="647" y="365"/>
                    <a:pt x="603" y="361"/>
                  </a:cubicBezTo>
                  <a:cubicBezTo>
                    <a:pt x="603" y="361"/>
                    <a:pt x="513" y="357"/>
                    <a:pt x="513" y="357"/>
                  </a:cubicBezTo>
                  <a:close/>
                  <a:moveTo>
                    <a:pt x="530" y="389"/>
                  </a:moveTo>
                  <a:cubicBezTo>
                    <a:pt x="488" y="388"/>
                    <a:pt x="480" y="399"/>
                    <a:pt x="480" y="410"/>
                  </a:cubicBezTo>
                  <a:cubicBezTo>
                    <a:pt x="479" y="420"/>
                    <a:pt x="490" y="427"/>
                    <a:pt x="513" y="430"/>
                  </a:cubicBezTo>
                  <a:cubicBezTo>
                    <a:pt x="537" y="433"/>
                    <a:pt x="550" y="434"/>
                    <a:pt x="575" y="433"/>
                  </a:cubicBezTo>
                  <a:cubicBezTo>
                    <a:pt x="595" y="433"/>
                    <a:pt x="637" y="425"/>
                    <a:pt x="638" y="410"/>
                  </a:cubicBezTo>
                  <a:cubicBezTo>
                    <a:pt x="640" y="392"/>
                    <a:pt x="605" y="390"/>
                    <a:pt x="581" y="389"/>
                  </a:cubicBezTo>
                  <a:cubicBezTo>
                    <a:pt x="581" y="389"/>
                    <a:pt x="530" y="389"/>
                    <a:pt x="530" y="389"/>
                  </a:cubicBezTo>
                  <a:close/>
                  <a:moveTo>
                    <a:pt x="524" y="234"/>
                  </a:moveTo>
                  <a:cubicBezTo>
                    <a:pt x="462" y="235"/>
                    <a:pt x="439" y="261"/>
                    <a:pt x="438" y="292"/>
                  </a:cubicBezTo>
                  <a:cubicBezTo>
                    <a:pt x="437" y="319"/>
                    <a:pt x="452" y="337"/>
                    <a:pt x="493" y="341"/>
                  </a:cubicBezTo>
                  <a:cubicBezTo>
                    <a:pt x="537" y="341"/>
                    <a:pt x="582" y="342"/>
                    <a:pt x="626" y="341"/>
                  </a:cubicBezTo>
                  <a:cubicBezTo>
                    <a:pt x="662" y="340"/>
                    <a:pt x="694" y="324"/>
                    <a:pt x="694" y="293"/>
                  </a:cubicBezTo>
                  <a:cubicBezTo>
                    <a:pt x="694" y="244"/>
                    <a:pt x="658" y="237"/>
                    <a:pt x="615" y="235"/>
                  </a:cubicBezTo>
                  <a:cubicBezTo>
                    <a:pt x="615" y="235"/>
                    <a:pt x="525" y="235"/>
                    <a:pt x="524" y="234"/>
                  </a:cubicBezTo>
                  <a:close/>
                  <a:moveTo>
                    <a:pt x="543" y="270"/>
                  </a:moveTo>
                  <a:cubicBezTo>
                    <a:pt x="501" y="269"/>
                    <a:pt x="493" y="280"/>
                    <a:pt x="492" y="291"/>
                  </a:cubicBezTo>
                  <a:cubicBezTo>
                    <a:pt x="492" y="301"/>
                    <a:pt x="502" y="310"/>
                    <a:pt x="525" y="311"/>
                  </a:cubicBezTo>
                  <a:cubicBezTo>
                    <a:pt x="550" y="311"/>
                    <a:pt x="562" y="311"/>
                    <a:pt x="587" y="311"/>
                  </a:cubicBezTo>
                  <a:cubicBezTo>
                    <a:pt x="607" y="311"/>
                    <a:pt x="635" y="299"/>
                    <a:pt x="635" y="288"/>
                  </a:cubicBezTo>
                  <a:cubicBezTo>
                    <a:pt x="635" y="270"/>
                    <a:pt x="618" y="271"/>
                    <a:pt x="593" y="270"/>
                  </a:cubicBezTo>
                  <a:cubicBezTo>
                    <a:pt x="593" y="270"/>
                    <a:pt x="543" y="270"/>
                    <a:pt x="543" y="270"/>
                  </a:cubicBezTo>
                  <a:close/>
                  <a:moveTo>
                    <a:pt x="87" y="375"/>
                  </a:moveTo>
                  <a:cubicBezTo>
                    <a:pt x="73" y="376"/>
                    <a:pt x="70" y="379"/>
                    <a:pt x="72" y="390"/>
                  </a:cubicBezTo>
                  <a:cubicBezTo>
                    <a:pt x="80" y="408"/>
                    <a:pt x="86" y="428"/>
                    <a:pt x="106" y="443"/>
                  </a:cubicBezTo>
                  <a:cubicBezTo>
                    <a:pt x="123" y="456"/>
                    <a:pt x="134" y="458"/>
                    <a:pt x="155" y="458"/>
                  </a:cubicBezTo>
                  <a:cubicBezTo>
                    <a:pt x="174" y="458"/>
                    <a:pt x="187" y="457"/>
                    <a:pt x="199" y="455"/>
                  </a:cubicBezTo>
                  <a:cubicBezTo>
                    <a:pt x="213" y="452"/>
                    <a:pt x="224" y="442"/>
                    <a:pt x="227" y="425"/>
                  </a:cubicBezTo>
                  <a:cubicBezTo>
                    <a:pt x="229" y="407"/>
                    <a:pt x="228" y="382"/>
                    <a:pt x="225" y="371"/>
                  </a:cubicBezTo>
                  <a:cubicBezTo>
                    <a:pt x="177" y="372"/>
                    <a:pt x="135" y="373"/>
                    <a:pt x="87" y="375"/>
                  </a:cubicBezTo>
                  <a:close/>
                  <a:moveTo>
                    <a:pt x="225" y="322"/>
                  </a:moveTo>
                  <a:cubicBezTo>
                    <a:pt x="225" y="307"/>
                    <a:pt x="225" y="298"/>
                    <a:pt x="224" y="283"/>
                  </a:cubicBezTo>
                  <a:cubicBezTo>
                    <a:pt x="222" y="255"/>
                    <a:pt x="195" y="240"/>
                    <a:pt x="170" y="241"/>
                  </a:cubicBezTo>
                  <a:cubicBezTo>
                    <a:pt x="132" y="241"/>
                    <a:pt x="98" y="248"/>
                    <a:pt x="88" y="269"/>
                  </a:cubicBezTo>
                  <a:cubicBezTo>
                    <a:pt x="80" y="286"/>
                    <a:pt x="76" y="303"/>
                    <a:pt x="76" y="327"/>
                  </a:cubicBezTo>
                  <a:cubicBezTo>
                    <a:pt x="127" y="323"/>
                    <a:pt x="176" y="321"/>
                    <a:pt x="225" y="322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/>
                <a:ea typeface="+mn-ea"/>
                <a:cs typeface="+mn-cs"/>
              </a:endParaRPr>
            </a:p>
          </p:txBody>
        </p:sp>
        <p:grpSp>
          <p:nvGrpSpPr>
            <p:cNvPr id="45" name="îsľïde">
              <a:extLst>
                <a:ext uri="{FF2B5EF4-FFF2-40B4-BE49-F238E27FC236}">
                  <a16:creationId xmlns:a16="http://schemas.microsoft.com/office/drawing/2014/main" id="{B3E53FCE-C97A-9EBF-88D4-107253573EAD}"/>
                </a:ext>
              </a:extLst>
            </p:cNvPr>
            <p:cNvGrpSpPr/>
            <p:nvPr/>
          </p:nvGrpSpPr>
          <p:grpSpPr>
            <a:xfrm>
              <a:off x="5491155" y="3891242"/>
              <a:ext cx="3281937" cy="380319"/>
              <a:chOff x="5459413" y="4016376"/>
              <a:chExt cx="3068637" cy="355601"/>
            </a:xfrm>
            <a:grpFill/>
          </p:grpSpPr>
          <p:sp>
            <p:nvSpPr>
              <p:cNvPr id="59" name="îsļiḋê">
                <a:extLst>
                  <a:ext uri="{FF2B5EF4-FFF2-40B4-BE49-F238E27FC236}">
                    <a16:creationId xmlns:a16="http://schemas.microsoft.com/office/drawing/2014/main" id="{AD3C1CAE-312D-AAEC-4378-8D693F0A5F88}"/>
                  </a:ext>
                </a:extLst>
              </p:cNvPr>
              <p:cNvSpPr/>
              <p:nvPr/>
            </p:nvSpPr>
            <p:spPr bwMode="auto">
              <a:xfrm>
                <a:off x="5459413" y="4022726"/>
                <a:ext cx="236537" cy="284163"/>
              </a:xfrm>
              <a:custGeom>
                <a:avLst/>
                <a:gdLst>
                  <a:gd name="T0" fmla="*/ 43 w 45"/>
                  <a:gd name="T1" fmla="*/ 13 h 52"/>
                  <a:gd name="T2" fmla="*/ 26 w 45"/>
                  <a:gd name="T3" fmla="*/ 2 h 52"/>
                  <a:gd name="T4" fmla="*/ 23 w 45"/>
                  <a:gd name="T5" fmla="*/ 2 h 52"/>
                  <a:gd name="T6" fmla="*/ 16 w 45"/>
                  <a:gd name="T7" fmla="*/ 8 h 52"/>
                  <a:gd name="T8" fmla="*/ 16 w 45"/>
                  <a:gd name="T9" fmla="*/ 24 h 52"/>
                  <a:gd name="T10" fmla="*/ 23 w 45"/>
                  <a:gd name="T11" fmla="*/ 24 h 52"/>
                  <a:gd name="T12" fmla="*/ 31 w 45"/>
                  <a:gd name="T13" fmla="*/ 17 h 52"/>
                  <a:gd name="T14" fmla="*/ 31 w 45"/>
                  <a:gd name="T15" fmla="*/ 15 h 52"/>
                  <a:gd name="T16" fmla="*/ 33 w 45"/>
                  <a:gd name="T17" fmla="*/ 15 h 52"/>
                  <a:gd name="T18" fmla="*/ 33 w 45"/>
                  <a:gd name="T19" fmla="*/ 36 h 52"/>
                  <a:gd name="T20" fmla="*/ 31 w 45"/>
                  <a:gd name="T21" fmla="*/ 36 h 52"/>
                  <a:gd name="T22" fmla="*/ 31 w 45"/>
                  <a:gd name="T23" fmla="*/ 34 h 52"/>
                  <a:gd name="T24" fmla="*/ 24 w 45"/>
                  <a:gd name="T25" fmla="*/ 26 h 52"/>
                  <a:gd name="T26" fmla="*/ 16 w 45"/>
                  <a:gd name="T27" fmla="*/ 26 h 52"/>
                  <a:gd name="T28" fmla="*/ 16 w 45"/>
                  <a:gd name="T29" fmla="*/ 45 h 52"/>
                  <a:gd name="T30" fmla="*/ 21 w 45"/>
                  <a:gd name="T31" fmla="*/ 50 h 52"/>
                  <a:gd name="T32" fmla="*/ 25 w 45"/>
                  <a:gd name="T33" fmla="*/ 50 h 52"/>
                  <a:gd name="T34" fmla="*/ 25 w 45"/>
                  <a:gd name="T35" fmla="*/ 52 h 52"/>
                  <a:gd name="T36" fmla="*/ 0 w 45"/>
                  <a:gd name="T37" fmla="*/ 52 h 52"/>
                  <a:gd name="T38" fmla="*/ 0 w 45"/>
                  <a:gd name="T39" fmla="*/ 50 h 52"/>
                  <a:gd name="T40" fmla="*/ 3 w 45"/>
                  <a:gd name="T41" fmla="*/ 50 h 52"/>
                  <a:gd name="T42" fmla="*/ 8 w 45"/>
                  <a:gd name="T43" fmla="*/ 45 h 52"/>
                  <a:gd name="T44" fmla="*/ 8 w 45"/>
                  <a:gd name="T45" fmla="*/ 8 h 52"/>
                  <a:gd name="T46" fmla="*/ 2 w 45"/>
                  <a:gd name="T47" fmla="*/ 2 h 52"/>
                  <a:gd name="T48" fmla="*/ 0 w 45"/>
                  <a:gd name="T49" fmla="*/ 2 h 52"/>
                  <a:gd name="T50" fmla="*/ 0 w 45"/>
                  <a:gd name="T51" fmla="*/ 0 h 52"/>
                  <a:gd name="T52" fmla="*/ 41 w 45"/>
                  <a:gd name="T53" fmla="*/ 0 h 52"/>
                  <a:gd name="T54" fmla="*/ 45 w 45"/>
                  <a:gd name="T55" fmla="*/ 12 h 52"/>
                  <a:gd name="T56" fmla="*/ 43 w 45"/>
                  <a:gd name="T57" fmla="*/ 13 h 5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</a:cxnLst>
                <a:rect l="0" t="0" r="r" b="b"/>
                <a:pathLst>
                  <a:path w="45" h="52">
                    <a:moveTo>
                      <a:pt x="43" y="13"/>
                    </a:moveTo>
                    <a:cubicBezTo>
                      <a:pt x="41" y="9"/>
                      <a:pt x="37" y="2"/>
                      <a:pt x="26" y="2"/>
                    </a:cubicBezTo>
                    <a:cubicBezTo>
                      <a:pt x="23" y="2"/>
                      <a:pt x="23" y="2"/>
                      <a:pt x="23" y="2"/>
                    </a:cubicBezTo>
                    <a:cubicBezTo>
                      <a:pt x="19" y="2"/>
                      <a:pt x="16" y="4"/>
                      <a:pt x="16" y="8"/>
                    </a:cubicBezTo>
                    <a:cubicBezTo>
                      <a:pt x="16" y="24"/>
                      <a:pt x="16" y="24"/>
                      <a:pt x="16" y="24"/>
                    </a:cubicBezTo>
                    <a:cubicBezTo>
                      <a:pt x="23" y="24"/>
                      <a:pt x="23" y="24"/>
                      <a:pt x="23" y="24"/>
                    </a:cubicBezTo>
                    <a:cubicBezTo>
                      <a:pt x="27" y="24"/>
                      <a:pt x="31" y="21"/>
                      <a:pt x="31" y="17"/>
                    </a:cubicBezTo>
                    <a:cubicBezTo>
                      <a:pt x="31" y="15"/>
                      <a:pt x="31" y="15"/>
                      <a:pt x="31" y="15"/>
                    </a:cubicBezTo>
                    <a:cubicBezTo>
                      <a:pt x="33" y="15"/>
                      <a:pt x="33" y="15"/>
                      <a:pt x="33" y="15"/>
                    </a:cubicBezTo>
                    <a:cubicBezTo>
                      <a:pt x="33" y="36"/>
                      <a:pt x="33" y="36"/>
                      <a:pt x="33" y="36"/>
                    </a:cubicBezTo>
                    <a:cubicBezTo>
                      <a:pt x="31" y="36"/>
                      <a:pt x="31" y="36"/>
                      <a:pt x="31" y="36"/>
                    </a:cubicBezTo>
                    <a:cubicBezTo>
                      <a:pt x="31" y="34"/>
                      <a:pt x="31" y="34"/>
                      <a:pt x="31" y="34"/>
                    </a:cubicBezTo>
                    <a:cubicBezTo>
                      <a:pt x="31" y="31"/>
                      <a:pt x="28" y="26"/>
                      <a:pt x="24" y="26"/>
                    </a:cubicBezTo>
                    <a:cubicBezTo>
                      <a:pt x="16" y="26"/>
                      <a:pt x="16" y="26"/>
                      <a:pt x="16" y="26"/>
                    </a:cubicBezTo>
                    <a:cubicBezTo>
                      <a:pt x="16" y="45"/>
                      <a:pt x="16" y="45"/>
                      <a:pt x="16" y="45"/>
                    </a:cubicBezTo>
                    <a:cubicBezTo>
                      <a:pt x="16" y="48"/>
                      <a:pt x="18" y="50"/>
                      <a:pt x="21" y="50"/>
                    </a:cubicBezTo>
                    <a:cubicBezTo>
                      <a:pt x="25" y="50"/>
                      <a:pt x="25" y="50"/>
                      <a:pt x="25" y="50"/>
                    </a:cubicBezTo>
                    <a:cubicBezTo>
                      <a:pt x="25" y="52"/>
                      <a:pt x="25" y="52"/>
                      <a:pt x="25" y="52"/>
                    </a:cubicBezTo>
                    <a:cubicBezTo>
                      <a:pt x="0" y="52"/>
                      <a:pt x="0" y="52"/>
                      <a:pt x="0" y="52"/>
                    </a:cubicBezTo>
                    <a:cubicBezTo>
                      <a:pt x="0" y="50"/>
                      <a:pt x="0" y="50"/>
                      <a:pt x="0" y="50"/>
                    </a:cubicBezTo>
                    <a:cubicBezTo>
                      <a:pt x="3" y="50"/>
                      <a:pt x="3" y="50"/>
                      <a:pt x="3" y="50"/>
                    </a:cubicBezTo>
                    <a:cubicBezTo>
                      <a:pt x="6" y="50"/>
                      <a:pt x="8" y="49"/>
                      <a:pt x="8" y="45"/>
                    </a:cubicBezTo>
                    <a:cubicBezTo>
                      <a:pt x="8" y="8"/>
                      <a:pt x="8" y="8"/>
                      <a:pt x="8" y="8"/>
                    </a:cubicBezTo>
                    <a:cubicBezTo>
                      <a:pt x="8" y="5"/>
                      <a:pt x="6" y="2"/>
                      <a:pt x="2" y="2"/>
                    </a:cubicBezTo>
                    <a:cubicBezTo>
                      <a:pt x="0" y="2"/>
                      <a:pt x="0" y="2"/>
                      <a:pt x="0" y="2"/>
                    </a:cubicBezTo>
                    <a:cubicBezTo>
                      <a:pt x="0" y="0"/>
                      <a:pt x="0" y="0"/>
                      <a:pt x="0" y="0"/>
                    </a:cubicBezTo>
                    <a:cubicBezTo>
                      <a:pt x="41" y="0"/>
                      <a:pt x="41" y="0"/>
                      <a:pt x="41" y="0"/>
                    </a:cubicBezTo>
                    <a:cubicBezTo>
                      <a:pt x="45" y="12"/>
                      <a:pt x="45" y="12"/>
                      <a:pt x="45" y="12"/>
                    </a:cubicBezTo>
                    <a:lnTo>
                      <a:pt x="43" y="13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等线"/>
                  <a:ea typeface="+mn-ea"/>
                  <a:cs typeface="+mn-cs"/>
                </a:endParaRPr>
              </a:p>
            </p:txBody>
          </p:sp>
          <p:sp>
            <p:nvSpPr>
              <p:cNvPr id="60" name="íš1îḓe">
                <a:extLst>
                  <a:ext uri="{FF2B5EF4-FFF2-40B4-BE49-F238E27FC236}">
                    <a16:creationId xmlns:a16="http://schemas.microsoft.com/office/drawing/2014/main" id="{C0209520-CC88-5E90-AFC1-5D9667A04720}"/>
                  </a:ext>
                </a:extLst>
              </p:cNvPr>
              <p:cNvSpPr/>
              <p:nvPr/>
            </p:nvSpPr>
            <p:spPr bwMode="auto">
              <a:xfrm>
                <a:off x="5716588" y="4114801"/>
                <a:ext cx="193675" cy="201613"/>
              </a:xfrm>
              <a:custGeom>
                <a:avLst/>
                <a:gdLst>
                  <a:gd name="T0" fmla="*/ 0 w 37"/>
                  <a:gd name="T1" fmla="*/ 3 h 37"/>
                  <a:gd name="T2" fmla="*/ 12 w 37"/>
                  <a:gd name="T3" fmla="*/ 0 h 37"/>
                  <a:gd name="T4" fmla="*/ 12 w 37"/>
                  <a:gd name="T5" fmla="*/ 25 h 37"/>
                  <a:gd name="T6" fmla="*/ 18 w 37"/>
                  <a:gd name="T7" fmla="*/ 32 h 37"/>
                  <a:gd name="T8" fmla="*/ 24 w 37"/>
                  <a:gd name="T9" fmla="*/ 28 h 37"/>
                  <a:gd name="T10" fmla="*/ 24 w 37"/>
                  <a:gd name="T11" fmla="*/ 7 h 37"/>
                  <a:gd name="T12" fmla="*/ 22 w 37"/>
                  <a:gd name="T13" fmla="*/ 4 h 37"/>
                  <a:gd name="T14" fmla="*/ 19 w 37"/>
                  <a:gd name="T15" fmla="*/ 4 h 37"/>
                  <a:gd name="T16" fmla="*/ 19 w 37"/>
                  <a:gd name="T17" fmla="*/ 3 h 37"/>
                  <a:gd name="T18" fmla="*/ 32 w 37"/>
                  <a:gd name="T19" fmla="*/ 0 h 37"/>
                  <a:gd name="T20" fmla="*/ 32 w 37"/>
                  <a:gd name="T21" fmla="*/ 29 h 37"/>
                  <a:gd name="T22" fmla="*/ 35 w 37"/>
                  <a:gd name="T23" fmla="*/ 33 h 37"/>
                  <a:gd name="T24" fmla="*/ 37 w 37"/>
                  <a:gd name="T25" fmla="*/ 33 h 37"/>
                  <a:gd name="T26" fmla="*/ 37 w 37"/>
                  <a:gd name="T27" fmla="*/ 35 h 37"/>
                  <a:gd name="T28" fmla="*/ 24 w 37"/>
                  <a:gd name="T29" fmla="*/ 35 h 37"/>
                  <a:gd name="T30" fmla="*/ 24 w 37"/>
                  <a:gd name="T31" fmla="*/ 31 h 37"/>
                  <a:gd name="T32" fmla="*/ 15 w 37"/>
                  <a:gd name="T33" fmla="*/ 37 h 37"/>
                  <a:gd name="T34" fmla="*/ 5 w 37"/>
                  <a:gd name="T35" fmla="*/ 26 h 37"/>
                  <a:gd name="T36" fmla="*/ 5 w 37"/>
                  <a:gd name="T37" fmla="*/ 7 h 37"/>
                  <a:gd name="T38" fmla="*/ 2 w 37"/>
                  <a:gd name="T39" fmla="*/ 4 h 37"/>
                  <a:gd name="T40" fmla="*/ 0 w 37"/>
                  <a:gd name="T41" fmla="*/ 4 h 37"/>
                  <a:gd name="T42" fmla="*/ 0 w 37"/>
                  <a:gd name="T43" fmla="*/ 3 h 3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</a:cxnLst>
                <a:rect l="0" t="0" r="r" b="b"/>
                <a:pathLst>
                  <a:path w="37" h="37">
                    <a:moveTo>
                      <a:pt x="0" y="3"/>
                    </a:moveTo>
                    <a:cubicBezTo>
                      <a:pt x="12" y="0"/>
                      <a:pt x="12" y="0"/>
                      <a:pt x="12" y="0"/>
                    </a:cubicBezTo>
                    <a:cubicBezTo>
                      <a:pt x="12" y="25"/>
                      <a:pt x="12" y="25"/>
                      <a:pt x="12" y="25"/>
                    </a:cubicBezTo>
                    <a:cubicBezTo>
                      <a:pt x="12" y="28"/>
                      <a:pt x="14" y="32"/>
                      <a:pt x="18" y="32"/>
                    </a:cubicBezTo>
                    <a:cubicBezTo>
                      <a:pt x="21" y="32"/>
                      <a:pt x="23" y="30"/>
                      <a:pt x="24" y="28"/>
                    </a:cubicBezTo>
                    <a:cubicBezTo>
                      <a:pt x="24" y="7"/>
                      <a:pt x="24" y="7"/>
                      <a:pt x="24" y="7"/>
                    </a:cubicBezTo>
                    <a:cubicBezTo>
                      <a:pt x="24" y="5"/>
                      <a:pt x="24" y="4"/>
                      <a:pt x="22" y="4"/>
                    </a:cubicBezTo>
                    <a:cubicBezTo>
                      <a:pt x="21" y="4"/>
                      <a:pt x="20" y="4"/>
                      <a:pt x="19" y="4"/>
                    </a:cubicBezTo>
                    <a:cubicBezTo>
                      <a:pt x="19" y="3"/>
                      <a:pt x="19" y="3"/>
                      <a:pt x="19" y="3"/>
                    </a:cubicBezTo>
                    <a:cubicBezTo>
                      <a:pt x="32" y="0"/>
                      <a:pt x="32" y="0"/>
                      <a:pt x="32" y="0"/>
                    </a:cubicBezTo>
                    <a:cubicBezTo>
                      <a:pt x="32" y="29"/>
                      <a:pt x="32" y="29"/>
                      <a:pt x="32" y="29"/>
                    </a:cubicBezTo>
                    <a:cubicBezTo>
                      <a:pt x="32" y="32"/>
                      <a:pt x="33" y="33"/>
                      <a:pt x="35" y="33"/>
                    </a:cubicBezTo>
                    <a:cubicBezTo>
                      <a:pt x="37" y="33"/>
                      <a:pt x="37" y="33"/>
                      <a:pt x="37" y="33"/>
                    </a:cubicBezTo>
                    <a:cubicBezTo>
                      <a:pt x="37" y="35"/>
                      <a:pt x="37" y="35"/>
                      <a:pt x="37" y="35"/>
                    </a:cubicBezTo>
                    <a:cubicBezTo>
                      <a:pt x="24" y="35"/>
                      <a:pt x="24" y="35"/>
                      <a:pt x="24" y="35"/>
                    </a:cubicBezTo>
                    <a:cubicBezTo>
                      <a:pt x="24" y="31"/>
                      <a:pt x="24" y="31"/>
                      <a:pt x="24" y="31"/>
                    </a:cubicBezTo>
                    <a:cubicBezTo>
                      <a:pt x="23" y="33"/>
                      <a:pt x="20" y="37"/>
                      <a:pt x="15" y="37"/>
                    </a:cubicBezTo>
                    <a:cubicBezTo>
                      <a:pt x="10" y="37"/>
                      <a:pt x="5" y="34"/>
                      <a:pt x="5" y="26"/>
                    </a:cubicBezTo>
                    <a:cubicBezTo>
                      <a:pt x="5" y="7"/>
                      <a:pt x="5" y="7"/>
                      <a:pt x="5" y="7"/>
                    </a:cubicBezTo>
                    <a:cubicBezTo>
                      <a:pt x="5" y="6"/>
                      <a:pt x="4" y="4"/>
                      <a:pt x="2" y="4"/>
                    </a:cubicBezTo>
                    <a:cubicBezTo>
                      <a:pt x="2" y="4"/>
                      <a:pt x="1" y="4"/>
                      <a:pt x="0" y="4"/>
                    </a:cubicBezTo>
                    <a:lnTo>
                      <a:pt x="0" y="3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等线"/>
                  <a:ea typeface="+mn-ea"/>
                  <a:cs typeface="+mn-cs"/>
                </a:endParaRPr>
              </a:p>
            </p:txBody>
          </p:sp>
          <p:sp>
            <p:nvSpPr>
              <p:cNvPr id="61" name="iš1iďe">
                <a:extLst>
                  <a:ext uri="{FF2B5EF4-FFF2-40B4-BE49-F238E27FC236}">
                    <a16:creationId xmlns:a16="http://schemas.microsoft.com/office/drawing/2014/main" id="{BA1A5ABA-9FC7-8B05-95B6-4EB91E220884}"/>
                  </a:ext>
                </a:extLst>
              </p:cNvPr>
              <p:cNvSpPr/>
              <p:nvPr/>
            </p:nvSpPr>
            <p:spPr bwMode="auto">
              <a:xfrm>
                <a:off x="5937250" y="4016376"/>
                <a:ext cx="193675" cy="300038"/>
              </a:xfrm>
              <a:custGeom>
                <a:avLst/>
                <a:gdLst>
                  <a:gd name="T0" fmla="*/ 23 w 37"/>
                  <a:gd name="T1" fmla="*/ 53 h 55"/>
                  <a:gd name="T2" fmla="*/ 23 w 37"/>
                  <a:gd name="T3" fmla="*/ 50 h 55"/>
                  <a:gd name="T4" fmla="*/ 14 w 37"/>
                  <a:gd name="T5" fmla="*/ 55 h 55"/>
                  <a:gd name="T6" fmla="*/ 0 w 37"/>
                  <a:gd name="T7" fmla="*/ 36 h 55"/>
                  <a:gd name="T8" fmla="*/ 15 w 37"/>
                  <a:gd name="T9" fmla="*/ 18 h 55"/>
                  <a:gd name="T10" fmla="*/ 23 w 37"/>
                  <a:gd name="T11" fmla="*/ 21 h 55"/>
                  <a:gd name="T12" fmla="*/ 23 w 37"/>
                  <a:gd name="T13" fmla="*/ 7 h 55"/>
                  <a:gd name="T14" fmla="*/ 20 w 37"/>
                  <a:gd name="T15" fmla="*/ 4 h 55"/>
                  <a:gd name="T16" fmla="*/ 17 w 37"/>
                  <a:gd name="T17" fmla="*/ 5 h 55"/>
                  <a:gd name="T18" fmla="*/ 16 w 37"/>
                  <a:gd name="T19" fmla="*/ 3 h 55"/>
                  <a:gd name="T20" fmla="*/ 31 w 37"/>
                  <a:gd name="T21" fmla="*/ 0 h 55"/>
                  <a:gd name="T22" fmla="*/ 31 w 37"/>
                  <a:gd name="T23" fmla="*/ 48 h 55"/>
                  <a:gd name="T24" fmla="*/ 35 w 37"/>
                  <a:gd name="T25" fmla="*/ 51 h 55"/>
                  <a:gd name="T26" fmla="*/ 37 w 37"/>
                  <a:gd name="T27" fmla="*/ 51 h 55"/>
                  <a:gd name="T28" fmla="*/ 37 w 37"/>
                  <a:gd name="T29" fmla="*/ 53 h 55"/>
                  <a:gd name="T30" fmla="*/ 23 w 37"/>
                  <a:gd name="T31" fmla="*/ 53 h 55"/>
                  <a:gd name="T32" fmla="*/ 23 w 37"/>
                  <a:gd name="T33" fmla="*/ 24 h 55"/>
                  <a:gd name="T34" fmla="*/ 17 w 37"/>
                  <a:gd name="T35" fmla="*/ 21 h 55"/>
                  <a:gd name="T36" fmla="*/ 8 w 37"/>
                  <a:gd name="T37" fmla="*/ 37 h 55"/>
                  <a:gd name="T38" fmla="*/ 17 w 37"/>
                  <a:gd name="T39" fmla="*/ 51 h 55"/>
                  <a:gd name="T40" fmla="*/ 23 w 37"/>
                  <a:gd name="T41" fmla="*/ 48 h 55"/>
                  <a:gd name="T42" fmla="*/ 23 w 37"/>
                  <a:gd name="T43" fmla="*/ 24 h 55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</a:cxnLst>
                <a:rect l="0" t="0" r="r" b="b"/>
                <a:pathLst>
                  <a:path w="37" h="55">
                    <a:moveTo>
                      <a:pt x="23" y="53"/>
                    </a:moveTo>
                    <a:cubicBezTo>
                      <a:pt x="23" y="50"/>
                      <a:pt x="23" y="50"/>
                      <a:pt x="23" y="50"/>
                    </a:cubicBezTo>
                    <a:cubicBezTo>
                      <a:pt x="22" y="52"/>
                      <a:pt x="20" y="55"/>
                      <a:pt x="14" y="55"/>
                    </a:cubicBezTo>
                    <a:cubicBezTo>
                      <a:pt x="5" y="55"/>
                      <a:pt x="0" y="45"/>
                      <a:pt x="0" y="36"/>
                    </a:cubicBezTo>
                    <a:cubicBezTo>
                      <a:pt x="0" y="26"/>
                      <a:pt x="6" y="18"/>
                      <a:pt x="15" y="18"/>
                    </a:cubicBezTo>
                    <a:cubicBezTo>
                      <a:pt x="19" y="18"/>
                      <a:pt x="21" y="19"/>
                      <a:pt x="23" y="21"/>
                    </a:cubicBezTo>
                    <a:cubicBezTo>
                      <a:pt x="23" y="7"/>
                      <a:pt x="23" y="7"/>
                      <a:pt x="23" y="7"/>
                    </a:cubicBezTo>
                    <a:cubicBezTo>
                      <a:pt x="23" y="6"/>
                      <a:pt x="22" y="4"/>
                      <a:pt x="20" y="4"/>
                    </a:cubicBezTo>
                    <a:cubicBezTo>
                      <a:pt x="19" y="4"/>
                      <a:pt x="18" y="5"/>
                      <a:pt x="17" y="5"/>
                    </a:cubicBezTo>
                    <a:cubicBezTo>
                      <a:pt x="16" y="3"/>
                      <a:pt x="16" y="3"/>
                      <a:pt x="16" y="3"/>
                    </a:cubicBezTo>
                    <a:cubicBezTo>
                      <a:pt x="31" y="0"/>
                      <a:pt x="31" y="0"/>
                      <a:pt x="31" y="0"/>
                    </a:cubicBezTo>
                    <a:cubicBezTo>
                      <a:pt x="31" y="48"/>
                      <a:pt x="31" y="48"/>
                      <a:pt x="31" y="48"/>
                    </a:cubicBezTo>
                    <a:cubicBezTo>
                      <a:pt x="31" y="50"/>
                      <a:pt x="32" y="51"/>
                      <a:pt x="35" y="51"/>
                    </a:cubicBezTo>
                    <a:cubicBezTo>
                      <a:pt x="37" y="51"/>
                      <a:pt x="37" y="51"/>
                      <a:pt x="37" y="51"/>
                    </a:cubicBezTo>
                    <a:cubicBezTo>
                      <a:pt x="37" y="53"/>
                      <a:pt x="37" y="53"/>
                      <a:pt x="37" y="53"/>
                    </a:cubicBezTo>
                    <a:lnTo>
                      <a:pt x="23" y="53"/>
                    </a:lnTo>
                    <a:close/>
                    <a:moveTo>
                      <a:pt x="23" y="24"/>
                    </a:moveTo>
                    <a:cubicBezTo>
                      <a:pt x="22" y="22"/>
                      <a:pt x="21" y="21"/>
                      <a:pt x="17" y="21"/>
                    </a:cubicBezTo>
                    <a:cubicBezTo>
                      <a:pt x="10" y="21"/>
                      <a:pt x="8" y="30"/>
                      <a:pt x="8" y="37"/>
                    </a:cubicBezTo>
                    <a:cubicBezTo>
                      <a:pt x="8" y="45"/>
                      <a:pt x="12" y="51"/>
                      <a:pt x="17" y="51"/>
                    </a:cubicBezTo>
                    <a:cubicBezTo>
                      <a:pt x="20" y="51"/>
                      <a:pt x="22" y="49"/>
                      <a:pt x="23" y="48"/>
                    </a:cubicBezTo>
                    <a:lnTo>
                      <a:pt x="23" y="24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等线"/>
                  <a:ea typeface="+mn-ea"/>
                  <a:cs typeface="+mn-cs"/>
                </a:endParaRPr>
              </a:p>
            </p:txBody>
          </p:sp>
          <p:sp>
            <p:nvSpPr>
              <p:cNvPr id="62" name="iŝļíḓè">
                <a:extLst>
                  <a:ext uri="{FF2B5EF4-FFF2-40B4-BE49-F238E27FC236}">
                    <a16:creationId xmlns:a16="http://schemas.microsoft.com/office/drawing/2014/main" id="{93453C9A-4468-F454-CCD7-F9BAD8A36750}"/>
                  </a:ext>
                </a:extLst>
              </p:cNvPr>
              <p:cNvSpPr/>
              <p:nvPr/>
            </p:nvSpPr>
            <p:spPr bwMode="auto">
              <a:xfrm>
                <a:off x="6153150" y="4114801"/>
                <a:ext cx="173037" cy="201613"/>
              </a:xfrm>
              <a:custGeom>
                <a:avLst/>
                <a:gdLst>
                  <a:gd name="T0" fmla="*/ 25 w 33"/>
                  <a:gd name="T1" fmla="*/ 37 h 37"/>
                  <a:gd name="T2" fmla="*/ 19 w 33"/>
                  <a:gd name="T3" fmla="*/ 33 h 37"/>
                  <a:gd name="T4" fmla="*/ 9 w 33"/>
                  <a:gd name="T5" fmla="*/ 37 h 37"/>
                  <a:gd name="T6" fmla="*/ 0 w 33"/>
                  <a:gd name="T7" fmla="*/ 29 h 37"/>
                  <a:gd name="T8" fmla="*/ 3 w 33"/>
                  <a:gd name="T9" fmla="*/ 24 h 37"/>
                  <a:gd name="T10" fmla="*/ 19 w 33"/>
                  <a:gd name="T11" fmla="*/ 15 h 37"/>
                  <a:gd name="T12" fmla="*/ 19 w 33"/>
                  <a:gd name="T13" fmla="*/ 6 h 37"/>
                  <a:gd name="T14" fmla="*/ 15 w 33"/>
                  <a:gd name="T15" fmla="*/ 2 h 37"/>
                  <a:gd name="T16" fmla="*/ 11 w 33"/>
                  <a:gd name="T17" fmla="*/ 6 h 37"/>
                  <a:gd name="T18" fmla="*/ 6 w 33"/>
                  <a:gd name="T19" fmla="*/ 12 h 37"/>
                  <a:gd name="T20" fmla="*/ 1 w 33"/>
                  <a:gd name="T21" fmla="*/ 7 h 37"/>
                  <a:gd name="T22" fmla="*/ 3 w 33"/>
                  <a:gd name="T23" fmla="*/ 3 h 37"/>
                  <a:gd name="T24" fmla="*/ 15 w 33"/>
                  <a:gd name="T25" fmla="*/ 0 h 37"/>
                  <a:gd name="T26" fmla="*/ 26 w 33"/>
                  <a:gd name="T27" fmla="*/ 3 h 37"/>
                  <a:gd name="T28" fmla="*/ 27 w 33"/>
                  <a:gd name="T29" fmla="*/ 9 h 37"/>
                  <a:gd name="T30" fmla="*/ 27 w 33"/>
                  <a:gd name="T31" fmla="*/ 28 h 37"/>
                  <a:gd name="T32" fmla="*/ 29 w 33"/>
                  <a:gd name="T33" fmla="*/ 33 h 37"/>
                  <a:gd name="T34" fmla="*/ 32 w 33"/>
                  <a:gd name="T35" fmla="*/ 31 h 37"/>
                  <a:gd name="T36" fmla="*/ 33 w 33"/>
                  <a:gd name="T37" fmla="*/ 32 h 37"/>
                  <a:gd name="T38" fmla="*/ 25 w 33"/>
                  <a:gd name="T39" fmla="*/ 37 h 37"/>
                  <a:gd name="T40" fmla="*/ 19 w 33"/>
                  <a:gd name="T41" fmla="*/ 17 h 37"/>
                  <a:gd name="T42" fmla="*/ 9 w 33"/>
                  <a:gd name="T43" fmla="*/ 28 h 37"/>
                  <a:gd name="T44" fmla="*/ 14 w 33"/>
                  <a:gd name="T45" fmla="*/ 33 h 37"/>
                  <a:gd name="T46" fmla="*/ 19 w 33"/>
                  <a:gd name="T47" fmla="*/ 31 h 37"/>
                  <a:gd name="T48" fmla="*/ 19 w 33"/>
                  <a:gd name="T49" fmla="*/ 17 h 3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</a:cxnLst>
                <a:rect l="0" t="0" r="r" b="b"/>
                <a:pathLst>
                  <a:path w="33" h="37">
                    <a:moveTo>
                      <a:pt x="25" y="37"/>
                    </a:moveTo>
                    <a:cubicBezTo>
                      <a:pt x="23" y="37"/>
                      <a:pt x="20" y="35"/>
                      <a:pt x="19" y="33"/>
                    </a:cubicBezTo>
                    <a:cubicBezTo>
                      <a:pt x="17" y="34"/>
                      <a:pt x="14" y="37"/>
                      <a:pt x="9" y="37"/>
                    </a:cubicBezTo>
                    <a:cubicBezTo>
                      <a:pt x="3" y="37"/>
                      <a:pt x="0" y="33"/>
                      <a:pt x="0" y="29"/>
                    </a:cubicBezTo>
                    <a:cubicBezTo>
                      <a:pt x="0" y="28"/>
                      <a:pt x="1" y="26"/>
                      <a:pt x="3" y="24"/>
                    </a:cubicBezTo>
                    <a:cubicBezTo>
                      <a:pt x="7" y="18"/>
                      <a:pt x="14" y="16"/>
                      <a:pt x="19" y="15"/>
                    </a:cubicBezTo>
                    <a:cubicBezTo>
                      <a:pt x="19" y="6"/>
                      <a:pt x="19" y="6"/>
                      <a:pt x="19" y="6"/>
                    </a:cubicBezTo>
                    <a:cubicBezTo>
                      <a:pt x="19" y="5"/>
                      <a:pt x="19" y="2"/>
                      <a:pt x="15" y="2"/>
                    </a:cubicBezTo>
                    <a:cubicBezTo>
                      <a:pt x="11" y="2"/>
                      <a:pt x="11" y="5"/>
                      <a:pt x="11" y="6"/>
                    </a:cubicBezTo>
                    <a:cubicBezTo>
                      <a:pt x="10" y="8"/>
                      <a:pt x="10" y="12"/>
                      <a:pt x="6" y="12"/>
                    </a:cubicBezTo>
                    <a:cubicBezTo>
                      <a:pt x="3" y="12"/>
                      <a:pt x="1" y="10"/>
                      <a:pt x="1" y="7"/>
                    </a:cubicBezTo>
                    <a:cubicBezTo>
                      <a:pt x="1" y="6"/>
                      <a:pt x="2" y="4"/>
                      <a:pt x="3" y="3"/>
                    </a:cubicBezTo>
                    <a:cubicBezTo>
                      <a:pt x="7" y="0"/>
                      <a:pt x="14" y="0"/>
                      <a:pt x="15" y="0"/>
                    </a:cubicBezTo>
                    <a:cubicBezTo>
                      <a:pt x="17" y="0"/>
                      <a:pt x="24" y="0"/>
                      <a:pt x="26" y="3"/>
                    </a:cubicBezTo>
                    <a:cubicBezTo>
                      <a:pt x="27" y="5"/>
                      <a:pt x="27" y="8"/>
                      <a:pt x="27" y="9"/>
                    </a:cubicBezTo>
                    <a:cubicBezTo>
                      <a:pt x="27" y="28"/>
                      <a:pt x="27" y="28"/>
                      <a:pt x="27" y="28"/>
                    </a:cubicBezTo>
                    <a:cubicBezTo>
                      <a:pt x="27" y="30"/>
                      <a:pt x="27" y="33"/>
                      <a:pt x="29" y="33"/>
                    </a:cubicBezTo>
                    <a:cubicBezTo>
                      <a:pt x="31" y="33"/>
                      <a:pt x="32" y="32"/>
                      <a:pt x="32" y="31"/>
                    </a:cubicBezTo>
                    <a:cubicBezTo>
                      <a:pt x="33" y="32"/>
                      <a:pt x="33" y="32"/>
                      <a:pt x="33" y="32"/>
                    </a:cubicBezTo>
                    <a:cubicBezTo>
                      <a:pt x="30" y="37"/>
                      <a:pt x="26" y="37"/>
                      <a:pt x="25" y="37"/>
                    </a:cubicBezTo>
                    <a:close/>
                    <a:moveTo>
                      <a:pt x="19" y="17"/>
                    </a:moveTo>
                    <a:cubicBezTo>
                      <a:pt x="16" y="18"/>
                      <a:pt x="9" y="22"/>
                      <a:pt x="9" y="28"/>
                    </a:cubicBezTo>
                    <a:cubicBezTo>
                      <a:pt x="9" y="33"/>
                      <a:pt x="13" y="33"/>
                      <a:pt x="14" y="33"/>
                    </a:cubicBezTo>
                    <a:cubicBezTo>
                      <a:pt x="16" y="33"/>
                      <a:pt x="18" y="33"/>
                      <a:pt x="19" y="31"/>
                    </a:cubicBezTo>
                    <a:lnTo>
                      <a:pt x="19" y="17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等线"/>
                  <a:ea typeface="+mn-ea"/>
                  <a:cs typeface="+mn-cs"/>
                </a:endParaRPr>
              </a:p>
            </p:txBody>
          </p:sp>
          <p:sp>
            <p:nvSpPr>
              <p:cNvPr id="63" name="îšļîḋê">
                <a:extLst>
                  <a:ext uri="{FF2B5EF4-FFF2-40B4-BE49-F238E27FC236}">
                    <a16:creationId xmlns:a16="http://schemas.microsoft.com/office/drawing/2014/main" id="{01D8E183-BE23-75C8-B154-ED2D227E10CE}"/>
                  </a:ext>
                </a:extLst>
              </p:cNvPr>
              <p:cNvSpPr/>
              <p:nvPr/>
            </p:nvSpPr>
            <p:spPr bwMode="auto">
              <a:xfrm>
                <a:off x="6337300" y="4114801"/>
                <a:ext cx="198437" cy="192088"/>
              </a:xfrm>
              <a:custGeom>
                <a:avLst/>
                <a:gdLst>
                  <a:gd name="T0" fmla="*/ 0 w 38"/>
                  <a:gd name="T1" fmla="*/ 33 h 35"/>
                  <a:gd name="T2" fmla="*/ 5 w 38"/>
                  <a:gd name="T3" fmla="*/ 29 h 35"/>
                  <a:gd name="T4" fmla="*/ 5 w 38"/>
                  <a:gd name="T5" fmla="*/ 7 h 35"/>
                  <a:gd name="T6" fmla="*/ 3 w 38"/>
                  <a:gd name="T7" fmla="*/ 4 h 35"/>
                  <a:gd name="T8" fmla="*/ 0 w 38"/>
                  <a:gd name="T9" fmla="*/ 4 h 35"/>
                  <a:gd name="T10" fmla="*/ 0 w 38"/>
                  <a:gd name="T11" fmla="*/ 2 h 35"/>
                  <a:gd name="T12" fmla="*/ 12 w 38"/>
                  <a:gd name="T13" fmla="*/ 0 h 35"/>
                  <a:gd name="T14" fmla="*/ 12 w 38"/>
                  <a:gd name="T15" fmla="*/ 6 h 35"/>
                  <a:gd name="T16" fmla="*/ 24 w 38"/>
                  <a:gd name="T17" fmla="*/ 0 h 35"/>
                  <a:gd name="T18" fmla="*/ 33 w 38"/>
                  <a:gd name="T19" fmla="*/ 10 h 35"/>
                  <a:gd name="T20" fmla="*/ 33 w 38"/>
                  <a:gd name="T21" fmla="*/ 29 h 35"/>
                  <a:gd name="T22" fmla="*/ 36 w 38"/>
                  <a:gd name="T23" fmla="*/ 33 h 35"/>
                  <a:gd name="T24" fmla="*/ 38 w 38"/>
                  <a:gd name="T25" fmla="*/ 33 h 35"/>
                  <a:gd name="T26" fmla="*/ 38 w 38"/>
                  <a:gd name="T27" fmla="*/ 35 h 35"/>
                  <a:gd name="T28" fmla="*/ 25 w 38"/>
                  <a:gd name="T29" fmla="*/ 35 h 35"/>
                  <a:gd name="T30" fmla="*/ 25 w 38"/>
                  <a:gd name="T31" fmla="*/ 11 h 35"/>
                  <a:gd name="T32" fmla="*/ 20 w 38"/>
                  <a:gd name="T33" fmla="*/ 4 h 35"/>
                  <a:gd name="T34" fmla="*/ 12 w 38"/>
                  <a:gd name="T35" fmla="*/ 9 h 35"/>
                  <a:gd name="T36" fmla="*/ 12 w 38"/>
                  <a:gd name="T37" fmla="*/ 29 h 35"/>
                  <a:gd name="T38" fmla="*/ 17 w 38"/>
                  <a:gd name="T39" fmla="*/ 33 h 35"/>
                  <a:gd name="T40" fmla="*/ 17 w 38"/>
                  <a:gd name="T41" fmla="*/ 35 h 35"/>
                  <a:gd name="T42" fmla="*/ 0 w 38"/>
                  <a:gd name="T43" fmla="*/ 35 h 35"/>
                  <a:gd name="T44" fmla="*/ 0 w 38"/>
                  <a:gd name="T45" fmla="*/ 33 h 35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</a:cxnLst>
                <a:rect l="0" t="0" r="r" b="b"/>
                <a:pathLst>
                  <a:path w="38" h="35">
                    <a:moveTo>
                      <a:pt x="0" y="33"/>
                    </a:moveTo>
                    <a:cubicBezTo>
                      <a:pt x="3" y="33"/>
                      <a:pt x="5" y="33"/>
                      <a:pt x="5" y="29"/>
                    </a:cubicBezTo>
                    <a:cubicBezTo>
                      <a:pt x="5" y="7"/>
                      <a:pt x="5" y="7"/>
                      <a:pt x="5" y="7"/>
                    </a:cubicBezTo>
                    <a:cubicBezTo>
                      <a:pt x="5" y="6"/>
                      <a:pt x="5" y="4"/>
                      <a:pt x="3" y="4"/>
                    </a:cubicBezTo>
                    <a:cubicBezTo>
                      <a:pt x="2" y="4"/>
                      <a:pt x="1" y="4"/>
                      <a:pt x="0" y="4"/>
                    </a:cubicBezTo>
                    <a:cubicBezTo>
                      <a:pt x="0" y="2"/>
                      <a:pt x="0" y="2"/>
                      <a:pt x="0" y="2"/>
                    </a:cubicBezTo>
                    <a:cubicBezTo>
                      <a:pt x="12" y="0"/>
                      <a:pt x="12" y="0"/>
                      <a:pt x="12" y="0"/>
                    </a:cubicBezTo>
                    <a:cubicBezTo>
                      <a:pt x="12" y="6"/>
                      <a:pt x="12" y="6"/>
                      <a:pt x="12" y="6"/>
                    </a:cubicBezTo>
                    <a:cubicBezTo>
                      <a:pt x="14" y="4"/>
                      <a:pt x="18" y="0"/>
                      <a:pt x="24" y="0"/>
                    </a:cubicBezTo>
                    <a:cubicBezTo>
                      <a:pt x="29" y="0"/>
                      <a:pt x="33" y="4"/>
                      <a:pt x="33" y="10"/>
                    </a:cubicBezTo>
                    <a:cubicBezTo>
                      <a:pt x="33" y="29"/>
                      <a:pt x="33" y="29"/>
                      <a:pt x="33" y="29"/>
                    </a:cubicBezTo>
                    <a:cubicBezTo>
                      <a:pt x="33" y="31"/>
                      <a:pt x="34" y="33"/>
                      <a:pt x="36" y="33"/>
                    </a:cubicBezTo>
                    <a:cubicBezTo>
                      <a:pt x="38" y="33"/>
                      <a:pt x="38" y="33"/>
                      <a:pt x="38" y="33"/>
                    </a:cubicBezTo>
                    <a:cubicBezTo>
                      <a:pt x="38" y="35"/>
                      <a:pt x="38" y="35"/>
                      <a:pt x="38" y="35"/>
                    </a:cubicBezTo>
                    <a:cubicBezTo>
                      <a:pt x="25" y="35"/>
                      <a:pt x="25" y="35"/>
                      <a:pt x="25" y="35"/>
                    </a:cubicBezTo>
                    <a:cubicBezTo>
                      <a:pt x="25" y="11"/>
                      <a:pt x="25" y="11"/>
                      <a:pt x="25" y="11"/>
                    </a:cubicBezTo>
                    <a:cubicBezTo>
                      <a:pt x="25" y="6"/>
                      <a:pt x="22" y="4"/>
                      <a:pt x="20" y="4"/>
                    </a:cubicBezTo>
                    <a:cubicBezTo>
                      <a:pt x="16" y="4"/>
                      <a:pt x="13" y="8"/>
                      <a:pt x="12" y="9"/>
                    </a:cubicBezTo>
                    <a:cubicBezTo>
                      <a:pt x="12" y="29"/>
                      <a:pt x="12" y="29"/>
                      <a:pt x="12" y="29"/>
                    </a:cubicBezTo>
                    <a:cubicBezTo>
                      <a:pt x="12" y="33"/>
                      <a:pt x="15" y="33"/>
                      <a:pt x="17" y="33"/>
                    </a:cubicBezTo>
                    <a:cubicBezTo>
                      <a:pt x="17" y="35"/>
                      <a:pt x="17" y="35"/>
                      <a:pt x="17" y="35"/>
                    </a:cubicBezTo>
                    <a:cubicBezTo>
                      <a:pt x="0" y="35"/>
                      <a:pt x="0" y="35"/>
                      <a:pt x="0" y="35"/>
                    </a:cubicBezTo>
                    <a:lnTo>
                      <a:pt x="0" y="33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等线"/>
                  <a:ea typeface="+mn-ea"/>
                  <a:cs typeface="+mn-cs"/>
                </a:endParaRPr>
              </a:p>
            </p:txBody>
          </p:sp>
          <p:sp>
            <p:nvSpPr>
              <p:cNvPr id="64" name="ïṡḻïḑe">
                <a:extLst>
                  <a:ext uri="{FF2B5EF4-FFF2-40B4-BE49-F238E27FC236}">
                    <a16:creationId xmlns:a16="http://schemas.microsoft.com/office/drawing/2014/main" id="{8B4BA75E-717C-42AD-27B4-C63CAAE76D17}"/>
                  </a:ext>
                </a:extLst>
              </p:cNvPr>
              <p:cNvSpPr/>
              <p:nvPr/>
            </p:nvSpPr>
            <p:spPr bwMode="auto">
              <a:xfrm>
                <a:off x="6683375" y="4022726"/>
                <a:ext cx="268287" cy="293688"/>
              </a:xfrm>
              <a:custGeom>
                <a:avLst/>
                <a:gdLst>
                  <a:gd name="T0" fmla="*/ 51 w 51"/>
                  <a:gd name="T1" fmla="*/ 2 h 54"/>
                  <a:gd name="T2" fmla="*/ 48 w 51"/>
                  <a:gd name="T3" fmla="*/ 2 h 54"/>
                  <a:gd name="T4" fmla="*/ 43 w 51"/>
                  <a:gd name="T5" fmla="*/ 8 h 54"/>
                  <a:gd name="T6" fmla="*/ 43 w 51"/>
                  <a:gd name="T7" fmla="*/ 36 h 54"/>
                  <a:gd name="T8" fmla="*/ 26 w 51"/>
                  <a:gd name="T9" fmla="*/ 54 h 54"/>
                  <a:gd name="T10" fmla="*/ 8 w 51"/>
                  <a:gd name="T11" fmla="*/ 36 h 54"/>
                  <a:gd name="T12" fmla="*/ 8 w 51"/>
                  <a:gd name="T13" fmla="*/ 7 h 54"/>
                  <a:gd name="T14" fmla="*/ 3 w 51"/>
                  <a:gd name="T15" fmla="*/ 2 h 54"/>
                  <a:gd name="T16" fmla="*/ 0 w 51"/>
                  <a:gd name="T17" fmla="*/ 2 h 54"/>
                  <a:gd name="T18" fmla="*/ 0 w 51"/>
                  <a:gd name="T19" fmla="*/ 0 h 54"/>
                  <a:gd name="T20" fmla="*/ 24 w 51"/>
                  <a:gd name="T21" fmla="*/ 0 h 54"/>
                  <a:gd name="T22" fmla="*/ 24 w 51"/>
                  <a:gd name="T23" fmla="*/ 2 h 54"/>
                  <a:gd name="T24" fmla="*/ 21 w 51"/>
                  <a:gd name="T25" fmla="*/ 2 h 54"/>
                  <a:gd name="T26" fmla="*/ 16 w 51"/>
                  <a:gd name="T27" fmla="*/ 7 h 54"/>
                  <a:gd name="T28" fmla="*/ 16 w 51"/>
                  <a:gd name="T29" fmla="*/ 35 h 54"/>
                  <a:gd name="T30" fmla="*/ 29 w 51"/>
                  <a:gd name="T31" fmla="*/ 51 h 54"/>
                  <a:gd name="T32" fmla="*/ 41 w 51"/>
                  <a:gd name="T33" fmla="*/ 37 h 54"/>
                  <a:gd name="T34" fmla="*/ 41 w 51"/>
                  <a:gd name="T35" fmla="*/ 8 h 54"/>
                  <a:gd name="T36" fmla="*/ 35 w 51"/>
                  <a:gd name="T37" fmla="*/ 2 h 54"/>
                  <a:gd name="T38" fmla="*/ 34 w 51"/>
                  <a:gd name="T39" fmla="*/ 2 h 54"/>
                  <a:gd name="T40" fmla="*/ 34 w 51"/>
                  <a:gd name="T41" fmla="*/ 0 h 54"/>
                  <a:gd name="T42" fmla="*/ 51 w 51"/>
                  <a:gd name="T43" fmla="*/ 0 h 54"/>
                  <a:gd name="T44" fmla="*/ 51 w 51"/>
                  <a:gd name="T45" fmla="*/ 2 h 5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</a:cxnLst>
                <a:rect l="0" t="0" r="r" b="b"/>
                <a:pathLst>
                  <a:path w="51" h="54">
                    <a:moveTo>
                      <a:pt x="51" y="2"/>
                    </a:moveTo>
                    <a:cubicBezTo>
                      <a:pt x="48" y="2"/>
                      <a:pt x="48" y="2"/>
                      <a:pt x="48" y="2"/>
                    </a:cubicBezTo>
                    <a:cubicBezTo>
                      <a:pt x="45" y="2"/>
                      <a:pt x="43" y="4"/>
                      <a:pt x="43" y="8"/>
                    </a:cubicBezTo>
                    <a:cubicBezTo>
                      <a:pt x="43" y="36"/>
                      <a:pt x="43" y="36"/>
                      <a:pt x="43" y="36"/>
                    </a:cubicBezTo>
                    <a:cubicBezTo>
                      <a:pt x="43" y="44"/>
                      <a:pt x="39" y="54"/>
                      <a:pt x="26" y="54"/>
                    </a:cubicBezTo>
                    <a:cubicBezTo>
                      <a:pt x="17" y="54"/>
                      <a:pt x="8" y="49"/>
                      <a:pt x="8" y="36"/>
                    </a:cubicBezTo>
                    <a:cubicBezTo>
                      <a:pt x="8" y="7"/>
                      <a:pt x="8" y="7"/>
                      <a:pt x="8" y="7"/>
                    </a:cubicBezTo>
                    <a:cubicBezTo>
                      <a:pt x="8" y="4"/>
                      <a:pt x="6" y="2"/>
                      <a:pt x="3" y="2"/>
                    </a:cubicBezTo>
                    <a:cubicBezTo>
                      <a:pt x="0" y="2"/>
                      <a:pt x="0" y="2"/>
                      <a:pt x="0" y="2"/>
                    </a:cubicBezTo>
                    <a:cubicBezTo>
                      <a:pt x="0" y="0"/>
                      <a:pt x="0" y="0"/>
                      <a:pt x="0" y="0"/>
                    </a:cubicBezTo>
                    <a:cubicBezTo>
                      <a:pt x="24" y="0"/>
                      <a:pt x="24" y="0"/>
                      <a:pt x="24" y="0"/>
                    </a:cubicBezTo>
                    <a:cubicBezTo>
                      <a:pt x="24" y="2"/>
                      <a:pt x="24" y="2"/>
                      <a:pt x="24" y="2"/>
                    </a:cubicBezTo>
                    <a:cubicBezTo>
                      <a:pt x="21" y="2"/>
                      <a:pt x="21" y="2"/>
                      <a:pt x="21" y="2"/>
                    </a:cubicBezTo>
                    <a:cubicBezTo>
                      <a:pt x="17" y="2"/>
                      <a:pt x="16" y="4"/>
                      <a:pt x="16" y="7"/>
                    </a:cubicBezTo>
                    <a:cubicBezTo>
                      <a:pt x="16" y="35"/>
                      <a:pt x="16" y="35"/>
                      <a:pt x="16" y="35"/>
                    </a:cubicBezTo>
                    <a:cubicBezTo>
                      <a:pt x="16" y="46"/>
                      <a:pt x="22" y="51"/>
                      <a:pt x="29" y="51"/>
                    </a:cubicBezTo>
                    <a:cubicBezTo>
                      <a:pt x="36" y="51"/>
                      <a:pt x="41" y="45"/>
                      <a:pt x="41" y="37"/>
                    </a:cubicBezTo>
                    <a:cubicBezTo>
                      <a:pt x="41" y="8"/>
                      <a:pt x="41" y="8"/>
                      <a:pt x="41" y="8"/>
                    </a:cubicBezTo>
                    <a:cubicBezTo>
                      <a:pt x="41" y="5"/>
                      <a:pt x="39" y="2"/>
                      <a:pt x="35" y="2"/>
                    </a:cubicBezTo>
                    <a:cubicBezTo>
                      <a:pt x="34" y="2"/>
                      <a:pt x="34" y="2"/>
                      <a:pt x="34" y="2"/>
                    </a:cubicBezTo>
                    <a:cubicBezTo>
                      <a:pt x="34" y="0"/>
                      <a:pt x="34" y="0"/>
                      <a:pt x="34" y="0"/>
                    </a:cubicBezTo>
                    <a:cubicBezTo>
                      <a:pt x="51" y="0"/>
                      <a:pt x="51" y="0"/>
                      <a:pt x="51" y="0"/>
                    </a:cubicBezTo>
                    <a:lnTo>
                      <a:pt x="51" y="2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等线"/>
                  <a:ea typeface="+mn-ea"/>
                  <a:cs typeface="+mn-cs"/>
                </a:endParaRPr>
              </a:p>
            </p:txBody>
          </p:sp>
          <p:sp>
            <p:nvSpPr>
              <p:cNvPr id="65" name="íS1ïḑé">
                <a:extLst>
                  <a:ext uri="{FF2B5EF4-FFF2-40B4-BE49-F238E27FC236}">
                    <a16:creationId xmlns:a16="http://schemas.microsoft.com/office/drawing/2014/main" id="{805D2552-4A5E-8769-0D14-2E88A5456D1B}"/>
                  </a:ext>
                </a:extLst>
              </p:cNvPr>
              <p:cNvSpPr/>
              <p:nvPr/>
            </p:nvSpPr>
            <p:spPr bwMode="auto">
              <a:xfrm>
                <a:off x="6967538" y="4114801"/>
                <a:ext cx="200025" cy="192088"/>
              </a:xfrm>
              <a:custGeom>
                <a:avLst/>
                <a:gdLst>
                  <a:gd name="T0" fmla="*/ 1 w 38"/>
                  <a:gd name="T1" fmla="*/ 33 h 35"/>
                  <a:gd name="T2" fmla="*/ 5 w 38"/>
                  <a:gd name="T3" fmla="*/ 29 h 35"/>
                  <a:gd name="T4" fmla="*/ 5 w 38"/>
                  <a:gd name="T5" fmla="*/ 7 h 35"/>
                  <a:gd name="T6" fmla="*/ 3 w 38"/>
                  <a:gd name="T7" fmla="*/ 4 h 35"/>
                  <a:gd name="T8" fmla="*/ 1 w 38"/>
                  <a:gd name="T9" fmla="*/ 4 h 35"/>
                  <a:gd name="T10" fmla="*/ 0 w 38"/>
                  <a:gd name="T11" fmla="*/ 2 h 35"/>
                  <a:gd name="T12" fmla="*/ 13 w 38"/>
                  <a:gd name="T13" fmla="*/ 0 h 35"/>
                  <a:gd name="T14" fmla="*/ 13 w 38"/>
                  <a:gd name="T15" fmla="*/ 6 h 35"/>
                  <a:gd name="T16" fmla="*/ 24 w 38"/>
                  <a:gd name="T17" fmla="*/ 0 h 35"/>
                  <a:gd name="T18" fmla="*/ 33 w 38"/>
                  <a:gd name="T19" fmla="*/ 10 h 35"/>
                  <a:gd name="T20" fmla="*/ 33 w 38"/>
                  <a:gd name="T21" fmla="*/ 29 h 35"/>
                  <a:gd name="T22" fmla="*/ 36 w 38"/>
                  <a:gd name="T23" fmla="*/ 33 h 35"/>
                  <a:gd name="T24" fmla="*/ 38 w 38"/>
                  <a:gd name="T25" fmla="*/ 33 h 35"/>
                  <a:gd name="T26" fmla="*/ 38 w 38"/>
                  <a:gd name="T27" fmla="*/ 35 h 35"/>
                  <a:gd name="T28" fmla="*/ 26 w 38"/>
                  <a:gd name="T29" fmla="*/ 35 h 35"/>
                  <a:gd name="T30" fmla="*/ 26 w 38"/>
                  <a:gd name="T31" fmla="*/ 11 h 35"/>
                  <a:gd name="T32" fmla="*/ 20 w 38"/>
                  <a:gd name="T33" fmla="*/ 4 h 35"/>
                  <a:gd name="T34" fmla="*/ 13 w 38"/>
                  <a:gd name="T35" fmla="*/ 9 h 35"/>
                  <a:gd name="T36" fmla="*/ 13 w 38"/>
                  <a:gd name="T37" fmla="*/ 29 h 35"/>
                  <a:gd name="T38" fmla="*/ 18 w 38"/>
                  <a:gd name="T39" fmla="*/ 33 h 35"/>
                  <a:gd name="T40" fmla="*/ 18 w 38"/>
                  <a:gd name="T41" fmla="*/ 35 h 35"/>
                  <a:gd name="T42" fmla="*/ 1 w 38"/>
                  <a:gd name="T43" fmla="*/ 35 h 35"/>
                  <a:gd name="T44" fmla="*/ 1 w 38"/>
                  <a:gd name="T45" fmla="*/ 33 h 35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</a:cxnLst>
                <a:rect l="0" t="0" r="r" b="b"/>
                <a:pathLst>
                  <a:path w="38" h="35">
                    <a:moveTo>
                      <a:pt x="1" y="33"/>
                    </a:moveTo>
                    <a:cubicBezTo>
                      <a:pt x="3" y="33"/>
                      <a:pt x="5" y="33"/>
                      <a:pt x="5" y="29"/>
                    </a:cubicBezTo>
                    <a:cubicBezTo>
                      <a:pt x="5" y="7"/>
                      <a:pt x="5" y="7"/>
                      <a:pt x="5" y="7"/>
                    </a:cubicBezTo>
                    <a:cubicBezTo>
                      <a:pt x="5" y="6"/>
                      <a:pt x="5" y="4"/>
                      <a:pt x="3" y="4"/>
                    </a:cubicBezTo>
                    <a:cubicBezTo>
                      <a:pt x="2" y="4"/>
                      <a:pt x="1" y="4"/>
                      <a:pt x="1" y="4"/>
                    </a:cubicBezTo>
                    <a:cubicBezTo>
                      <a:pt x="0" y="2"/>
                      <a:pt x="0" y="2"/>
                      <a:pt x="0" y="2"/>
                    </a:cubicBezTo>
                    <a:cubicBezTo>
                      <a:pt x="13" y="0"/>
                      <a:pt x="13" y="0"/>
                      <a:pt x="13" y="0"/>
                    </a:cubicBezTo>
                    <a:cubicBezTo>
                      <a:pt x="13" y="6"/>
                      <a:pt x="13" y="6"/>
                      <a:pt x="13" y="6"/>
                    </a:cubicBezTo>
                    <a:cubicBezTo>
                      <a:pt x="15" y="4"/>
                      <a:pt x="19" y="0"/>
                      <a:pt x="24" y="0"/>
                    </a:cubicBezTo>
                    <a:cubicBezTo>
                      <a:pt x="29" y="0"/>
                      <a:pt x="33" y="4"/>
                      <a:pt x="33" y="10"/>
                    </a:cubicBezTo>
                    <a:cubicBezTo>
                      <a:pt x="33" y="29"/>
                      <a:pt x="33" y="29"/>
                      <a:pt x="33" y="29"/>
                    </a:cubicBezTo>
                    <a:cubicBezTo>
                      <a:pt x="33" y="31"/>
                      <a:pt x="34" y="33"/>
                      <a:pt x="36" y="33"/>
                    </a:cubicBezTo>
                    <a:cubicBezTo>
                      <a:pt x="38" y="33"/>
                      <a:pt x="38" y="33"/>
                      <a:pt x="38" y="33"/>
                    </a:cubicBezTo>
                    <a:cubicBezTo>
                      <a:pt x="38" y="35"/>
                      <a:pt x="38" y="35"/>
                      <a:pt x="38" y="35"/>
                    </a:cubicBezTo>
                    <a:cubicBezTo>
                      <a:pt x="26" y="35"/>
                      <a:pt x="26" y="35"/>
                      <a:pt x="26" y="35"/>
                    </a:cubicBezTo>
                    <a:cubicBezTo>
                      <a:pt x="26" y="11"/>
                      <a:pt x="26" y="11"/>
                      <a:pt x="26" y="11"/>
                    </a:cubicBezTo>
                    <a:cubicBezTo>
                      <a:pt x="26" y="6"/>
                      <a:pt x="22" y="4"/>
                      <a:pt x="20" y="4"/>
                    </a:cubicBezTo>
                    <a:cubicBezTo>
                      <a:pt x="17" y="4"/>
                      <a:pt x="14" y="8"/>
                      <a:pt x="13" y="9"/>
                    </a:cubicBezTo>
                    <a:cubicBezTo>
                      <a:pt x="13" y="29"/>
                      <a:pt x="13" y="29"/>
                      <a:pt x="13" y="29"/>
                    </a:cubicBezTo>
                    <a:cubicBezTo>
                      <a:pt x="13" y="33"/>
                      <a:pt x="16" y="33"/>
                      <a:pt x="18" y="33"/>
                    </a:cubicBezTo>
                    <a:cubicBezTo>
                      <a:pt x="18" y="35"/>
                      <a:pt x="18" y="35"/>
                      <a:pt x="18" y="35"/>
                    </a:cubicBezTo>
                    <a:cubicBezTo>
                      <a:pt x="1" y="35"/>
                      <a:pt x="1" y="35"/>
                      <a:pt x="1" y="35"/>
                    </a:cubicBezTo>
                    <a:lnTo>
                      <a:pt x="1" y="33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等线"/>
                  <a:ea typeface="+mn-ea"/>
                  <a:cs typeface="+mn-cs"/>
                </a:endParaRPr>
              </a:p>
            </p:txBody>
          </p:sp>
          <p:sp>
            <p:nvSpPr>
              <p:cNvPr id="66" name="ï$ḻîḍe">
                <a:extLst>
                  <a:ext uri="{FF2B5EF4-FFF2-40B4-BE49-F238E27FC236}">
                    <a16:creationId xmlns:a16="http://schemas.microsoft.com/office/drawing/2014/main" id="{3EF1557E-FC37-12CD-F32E-587D8E8623CC}"/>
                  </a:ext>
                </a:extLst>
              </p:cNvPr>
              <p:cNvSpPr/>
              <p:nvPr/>
            </p:nvSpPr>
            <p:spPr bwMode="auto">
              <a:xfrm>
                <a:off x="7188200" y="4016376"/>
                <a:ext cx="100012" cy="290513"/>
              </a:xfrm>
              <a:custGeom>
                <a:avLst/>
                <a:gdLst>
                  <a:gd name="T0" fmla="*/ 0 w 19"/>
                  <a:gd name="T1" fmla="*/ 51 h 53"/>
                  <a:gd name="T2" fmla="*/ 2 w 19"/>
                  <a:gd name="T3" fmla="*/ 51 h 53"/>
                  <a:gd name="T4" fmla="*/ 6 w 19"/>
                  <a:gd name="T5" fmla="*/ 47 h 53"/>
                  <a:gd name="T6" fmla="*/ 6 w 19"/>
                  <a:gd name="T7" fmla="*/ 26 h 53"/>
                  <a:gd name="T8" fmla="*/ 3 w 19"/>
                  <a:gd name="T9" fmla="*/ 22 h 53"/>
                  <a:gd name="T10" fmla="*/ 1 w 19"/>
                  <a:gd name="T11" fmla="*/ 23 h 53"/>
                  <a:gd name="T12" fmla="*/ 0 w 19"/>
                  <a:gd name="T13" fmla="*/ 21 h 53"/>
                  <a:gd name="T14" fmla="*/ 13 w 19"/>
                  <a:gd name="T15" fmla="*/ 18 h 53"/>
                  <a:gd name="T16" fmla="*/ 13 w 19"/>
                  <a:gd name="T17" fmla="*/ 47 h 53"/>
                  <a:gd name="T18" fmla="*/ 17 w 19"/>
                  <a:gd name="T19" fmla="*/ 51 h 53"/>
                  <a:gd name="T20" fmla="*/ 19 w 19"/>
                  <a:gd name="T21" fmla="*/ 51 h 53"/>
                  <a:gd name="T22" fmla="*/ 19 w 19"/>
                  <a:gd name="T23" fmla="*/ 53 h 53"/>
                  <a:gd name="T24" fmla="*/ 0 w 19"/>
                  <a:gd name="T25" fmla="*/ 53 h 53"/>
                  <a:gd name="T26" fmla="*/ 0 w 19"/>
                  <a:gd name="T27" fmla="*/ 51 h 53"/>
                  <a:gd name="T28" fmla="*/ 15 w 19"/>
                  <a:gd name="T29" fmla="*/ 5 h 53"/>
                  <a:gd name="T30" fmla="*/ 9 w 19"/>
                  <a:gd name="T31" fmla="*/ 10 h 53"/>
                  <a:gd name="T32" fmla="*/ 4 w 19"/>
                  <a:gd name="T33" fmla="*/ 5 h 53"/>
                  <a:gd name="T34" fmla="*/ 9 w 19"/>
                  <a:gd name="T35" fmla="*/ 0 h 53"/>
                  <a:gd name="T36" fmla="*/ 15 w 19"/>
                  <a:gd name="T37" fmla="*/ 5 h 53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</a:cxnLst>
                <a:rect l="0" t="0" r="r" b="b"/>
                <a:pathLst>
                  <a:path w="19" h="53">
                    <a:moveTo>
                      <a:pt x="0" y="51"/>
                    </a:moveTo>
                    <a:cubicBezTo>
                      <a:pt x="2" y="51"/>
                      <a:pt x="2" y="51"/>
                      <a:pt x="2" y="51"/>
                    </a:cubicBezTo>
                    <a:cubicBezTo>
                      <a:pt x="4" y="51"/>
                      <a:pt x="6" y="49"/>
                      <a:pt x="6" y="47"/>
                    </a:cubicBezTo>
                    <a:cubicBezTo>
                      <a:pt x="6" y="26"/>
                      <a:pt x="6" y="26"/>
                      <a:pt x="6" y="26"/>
                    </a:cubicBezTo>
                    <a:cubicBezTo>
                      <a:pt x="6" y="24"/>
                      <a:pt x="5" y="22"/>
                      <a:pt x="3" y="22"/>
                    </a:cubicBezTo>
                    <a:cubicBezTo>
                      <a:pt x="3" y="22"/>
                      <a:pt x="2" y="22"/>
                      <a:pt x="1" y="23"/>
                    </a:cubicBezTo>
                    <a:cubicBezTo>
                      <a:pt x="0" y="21"/>
                      <a:pt x="0" y="21"/>
                      <a:pt x="0" y="21"/>
                    </a:cubicBezTo>
                    <a:cubicBezTo>
                      <a:pt x="13" y="18"/>
                      <a:pt x="13" y="18"/>
                      <a:pt x="13" y="18"/>
                    </a:cubicBezTo>
                    <a:cubicBezTo>
                      <a:pt x="13" y="47"/>
                      <a:pt x="13" y="47"/>
                      <a:pt x="13" y="47"/>
                    </a:cubicBezTo>
                    <a:cubicBezTo>
                      <a:pt x="13" y="50"/>
                      <a:pt x="14" y="51"/>
                      <a:pt x="17" y="51"/>
                    </a:cubicBezTo>
                    <a:cubicBezTo>
                      <a:pt x="19" y="51"/>
                      <a:pt x="19" y="51"/>
                      <a:pt x="19" y="51"/>
                    </a:cubicBezTo>
                    <a:cubicBezTo>
                      <a:pt x="19" y="53"/>
                      <a:pt x="19" y="53"/>
                      <a:pt x="19" y="53"/>
                    </a:cubicBezTo>
                    <a:cubicBezTo>
                      <a:pt x="0" y="53"/>
                      <a:pt x="0" y="53"/>
                      <a:pt x="0" y="53"/>
                    </a:cubicBezTo>
                    <a:lnTo>
                      <a:pt x="0" y="51"/>
                    </a:lnTo>
                    <a:close/>
                    <a:moveTo>
                      <a:pt x="15" y="5"/>
                    </a:moveTo>
                    <a:cubicBezTo>
                      <a:pt x="15" y="7"/>
                      <a:pt x="12" y="10"/>
                      <a:pt x="9" y="10"/>
                    </a:cubicBezTo>
                    <a:cubicBezTo>
                      <a:pt x="7" y="10"/>
                      <a:pt x="4" y="7"/>
                      <a:pt x="4" y="5"/>
                    </a:cubicBezTo>
                    <a:cubicBezTo>
                      <a:pt x="4" y="2"/>
                      <a:pt x="7" y="0"/>
                      <a:pt x="9" y="0"/>
                    </a:cubicBezTo>
                    <a:cubicBezTo>
                      <a:pt x="12" y="0"/>
                      <a:pt x="15" y="2"/>
                      <a:pt x="15" y="5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等线"/>
                  <a:ea typeface="+mn-ea"/>
                  <a:cs typeface="+mn-cs"/>
                </a:endParaRPr>
              </a:p>
            </p:txBody>
          </p:sp>
          <p:sp>
            <p:nvSpPr>
              <p:cNvPr id="67" name="ïṣ1íḍè">
                <a:extLst>
                  <a:ext uri="{FF2B5EF4-FFF2-40B4-BE49-F238E27FC236}">
                    <a16:creationId xmlns:a16="http://schemas.microsoft.com/office/drawing/2014/main" id="{60687640-D700-93FF-D8FA-41630774FAE7}"/>
                  </a:ext>
                </a:extLst>
              </p:cNvPr>
              <p:cNvSpPr/>
              <p:nvPr/>
            </p:nvSpPr>
            <p:spPr bwMode="auto">
              <a:xfrm>
                <a:off x="7308850" y="4119564"/>
                <a:ext cx="195262" cy="196850"/>
              </a:xfrm>
              <a:custGeom>
                <a:avLst/>
                <a:gdLst>
                  <a:gd name="T0" fmla="*/ 36 w 37"/>
                  <a:gd name="T1" fmla="*/ 3 h 36"/>
                  <a:gd name="T2" fmla="*/ 31 w 37"/>
                  <a:gd name="T3" fmla="*/ 6 h 36"/>
                  <a:gd name="T4" fmla="*/ 20 w 37"/>
                  <a:gd name="T5" fmla="*/ 36 h 36"/>
                  <a:gd name="T6" fmla="*/ 18 w 37"/>
                  <a:gd name="T7" fmla="*/ 36 h 36"/>
                  <a:gd name="T8" fmla="*/ 5 w 37"/>
                  <a:gd name="T9" fmla="*/ 7 h 36"/>
                  <a:gd name="T10" fmla="*/ 0 w 37"/>
                  <a:gd name="T11" fmla="*/ 3 h 36"/>
                  <a:gd name="T12" fmla="*/ 0 w 37"/>
                  <a:gd name="T13" fmla="*/ 0 h 36"/>
                  <a:gd name="T14" fmla="*/ 16 w 37"/>
                  <a:gd name="T15" fmla="*/ 0 h 36"/>
                  <a:gd name="T16" fmla="*/ 16 w 37"/>
                  <a:gd name="T17" fmla="*/ 3 h 36"/>
                  <a:gd name="T18" fmla="*/ 15 w 37"/>
                  <a:gd name="T19" fmla="*/ 3 h 36"/>
                  <a:gd name="T20" fmla="*/ 13 w 37"/>
                  <a:gd name="T21" fmla="*/ 5 h 36"/>
                  <a:gd name="T22" fmla="*/ 13 w 37"/>
                  <a:gd name="T23" fmla="*/ 7 h 36"/>
                  <a:gd name="T24" fmla="*/ 21 w 37"/>
                  <a:gd name="T25" fmla="*/ 25 h 36"/>
                  <a:gd name="T26" fmla="*/ 29 w 37"/>
                  <a:gd name="T27" fmla="*/ 6 h 36"/>
                  <a:gd name="T28" fmla="*/ 29 w 37"/>
                  <a:gd name="T29" fmla="*/ 5 h 36"/>
                  <a:gd name="T30" fmla="*/ 27 w 37"/>
                  <a:gd name="T31" fmla="*/ 3 h 36"/>
                  <a:gd name="T32" fmla="*/ 24 w 37"/>
                  <a:gd name="T33" fmla="*/ 3 h 36"/>
                  <a:gd name="T34" fmla="*/ 24 w 37"/>
                  <a:gd name="T35" fmla="*/ 0 h 36"/>
                  <a:gd name="T36" fmla="*/ 37 w 37"/>
                  <a:gd name="T37" fmla="*/ 0 h 36"/>
                  <a:gd name="T38" fmla="*/ 37 w 37"/>
                  <a:gd name="T39" fmla="*/ 3 h 36"/>
                  <a:gd name="T40" fmla="*/ 36 w 37"/>
                  <a:gd name="T41" fmla="*/ 3 h 3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</a:cxnLst>
                <a:rect l="0" t="0" r="r" b="b"/>
                <a:pathLst>
                  <a:path w="37" h="36">
                    <a:moveTo>
                      <a:pt x="36" y="3"/>
                    </a:moveTo>
                    <a:cubicBezTo>
                      <a:pt x="33" y="3"/>
                      <a:pt x="32" y="5"/>
                      <a:pt x="31" y="6"/>
                    </a:cubicBezTo>
                    <a:cubicBezTo>
                      <a:pt x="20" y="36"/>
                      <a:pt x="20" y="36"/>
                      <a:pt x="20" y="36"/>
                    </a:cubicBezTo>
                    <a:cubicBezTo>
                      <a:pt x="18" y="36"/>
                      <a:pt x="18" y="36"/>
                      <a:pt x="18" y="36"/>
                    </a:cubicBezTo>
                    <a:cubicBezTo>
                      <a:pt x="5" y="7"/>
                      <a:pt x="5" y="7"/>
                      <a:pt x="5" y="7"/>
                    </a:cubicBezTo>
                    <a:cubicBezTo>
                      <a:pt x="3" y="3"/>
                      <a:pt x="2" y="3"/>
                      <a:pt x="0" y="3"/>
                    </a:cubicBezTo>
                    <a:cubicBezTo>
                      <a:pt x="0" y="0"/>
                      <a:pt x="0" y="0"/>
                      <a:pt x="0" y="0"/>
                    </a:cubicBezTo>
                    <a:cubicBezTo>
                      <a:pt x="16" y="0"/>
                      <a:pt x="16" y="0"/>
                      <a:pt x="16" y="0"/>
                    </a:cubicBezTo>
                    <a:cubicBezTo>
                      <a:pt x="16" y="3"/>
                      <a:pt x="16" y="3"/>
                      <a:pt x="16" y="3"/>
                    </a:cubicBezTo>
                    <a:cubicBezTo>
                      <a:pt x="15" y="3"/>
                      <a:pt x="15" y="3"/>
                      <a:pt x="15" y="3"/>
                    </a:cubicBezTo>
                    <a:cubicBezTo>
                      <a:pt x="14" y="3"/>
                      <a:pt x="13" y="3"/>
                      <a:pt x="13" y="5"/>
                    </a:cubicBezTo>
                    <a:cubicBezTo>
                      <a:pt x="13" y="6"/>
                      <a:pt x="13" y="7"/>
                      <a:pt x="13" y="7"/>
                    </a:cubicBezTo>
                    <a:cubicBezTo>
                      <a:pt x="21" y="25"/>
                      <a:pt x="21" y="25"/>
                      <a:pt x="21" y="25"/>
                    </a:cubicBezTo>
                    <a:cubicBezTo>
                      <a:pt x="29" y="6"/>
                      <a:pt x="29" y="6"/>
                      <a:pt x="29" y="6"/>
                    </a:cubicBezTo>
                    <a:cubicBezTo>
                      <a:pt x="29" y="6"/>
                      <a:pt x="29" y="5"/>
                      <a:pt x="29" y="5"/>
                    </a:cubicBezTo>
                    <a:cubicBezTo>
                      <a:pt x="29" y="4"/>
                      <a:pt x="29" y="3"/>
                      <a:pt x="27" y="3"/>
                    </a:cubicBezTo>
                    <a:cubicBezTo>
                      <a:pt x="24" y="3"/>
                      <a:pt x="24" y="3"/>
                      <a:pt x="24" y="3"/>
                    </a:cubicBezTo>
                    <a:cubicBezTo>
                      <a:pt x="24" y="0"/>
                      <a:pt x="24" y="0"/>
                      <a:pt x="24" y="0"/>
                    </a:cubicBezTo>
                    <a:cubicBezTo>
                      <a:pt x="37" y="0"/>
                      <a:pt x="37" y="0"/>
                      <a:pt x="37" y="0"/>
                    </a:cubicBezTo>
                    <a:cubicBezTo>
                      <a:pt x="37" y="3"/>
                      <a:pt x="37" y="3"/>
                      <a:pt x="37" y="3"/>
                    </a:cubicBezTo>
                    <a:lnTo>
                      <a:pt x="36" y="3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等线"/>
                  <a:ea typeface="+mn-ea"/>
                  <a:cs typeface="+mn-cs"/>
                </a:endParaRPr>
              </a:p>
            </p:txBody>
          </p:sp>
          <p:sp>
            <p:nvSpPr>
              <p:cNvPr id="68" name="íśliḍè">
                <a:extLst>
                  <a:ext uri="{FF2B5EF4-FFF2-40B4-BE49-F238E27FC236}">
                    <a16:creationId xmlns:a16="http://schemas.microsoft.com/office/drawing/2014/main" id="{4949D251-2D28-A686-0D30-9BF31B5980AC}"/>
                  </a:ext>
                </a:extLst>
              </p:cNvPr>
              <p:cNvSpPr/>
              <p:nvPr/>
            </p:nvSpPr>
            <p:spPr bwMode="auto">
              <a:xfrm>
                <a:off x="7529513" y="4114801"/>
                <a:ext cx="163512" cy="201613"/>
              </a:xfrm>
              <a:custGeom>
                <a:avLst/>
                <a:gdLst>
                  <a:gd name="T0" fmla="*/ 16 w 31"/>
                  <a:gd name="T1" fmla="*/ 37 h 37"/>
                  <a:gd name="T2" fmla="*/ 0 w 31"/>
                  <a:gd name="T3" fmla="*/ 19 h 37"/>
                  <a:gd name="T4" fmla="*/ 16 w 31"/>
                  <a:gd name="T5" fmla="*/ 0 h 37"/>
                  <a:gd name="T6" fmla="*/ 24 w 31"/>
                  <a:gd name="T7" fmla="*/ 4 h 37"/>
                  <a:gd name="T8" fmla="*/ 30 w 31"/>
                  <a:gd name="T9" fmla="*/ 16 h 37"/>
                  <a:gd name="T10" fmla="*/ 8 w 31"/>
                  <a:gd name="T11" fmla="*/ 16 h 37"/>
                  <a:gd name="T12" fmla="*/ 18 w 31"/>
                  <a:gd name="T13" fmla="*/ 33 h 37"/>
                  <a:gd name="T14" fmla="*/ 29 w 31"/>
                  <a:gd name="T15" fmla="*/ 26 h 37"/>
                  <a:gd name="T16" fmla="*/ 31 w 31"/>
                  <a:gd name="T17" fmla="*/ 27 h 37"/>
                  <a:gd name="T18" fmla="*/ 16 w 31"/>
                  <a:gd name="T19" fmla="*/ 37 h 37"/>
                  <a:gd name="T20" fmla="*/ 16 w 31"/>
                  <a:gd name="T21" fmla="*/ 2 h 37"/>
                  <a:gd name="T22" fmla="*/ 8 w 31"/>
                  <a:gd name="T23" fmla="*/ 14 h 37"/>
                  <a:gd name="T24" fmla="*/ 22 w 31"/>
                  <a:gd name="T25" fmla="*/ 14 h 37"/>
                  <a:gd name="T26" fmla="*/ 16 w 31"/>
                  <a:gd name="T27" fmla="*/ 2 h 3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</a:cxnLst>
                <a:rect l="0" t="0" r="r" b="b"/>
                <a:pathLst>
                  <a:path w="31" h="37">
                    <a:moveTo>
                      <a:pt x="16" y="37"/>
                    </a:moveTo>
                    <a:cubicBezTo>
                      <a:pt x="7" y="37"/>
                      <a:pt x="0" y="30"/>
                      <a:pt x="0" y="19"/>
                    </a:cubicBezTo>
                    <a:cubicBezTo>
                      <a:pt x="0" y="8"/>
                      <a:pt x="7" y="0"/>
                      <a:pt x="16" y="0"/>
                    </a:cubicBezTo>
                    <a:cubicBezTo>
                      <a:pt x="20" y="0"/>
                      <a:pt x="23" y="2"/>
                      <a:pt x="24" y="4"/>
                    </a:cubicBezTo>
                    <a:cubicBezTo>
                      <a:pt x="29" y="9"/>
                      <a:pt x="29" y="14"/>
                      <a:pt x="30" y="16"/>
                    </a:cubicBezTo>
                    <a:cubicBezTo>
                      <a:pt x="8" y="16"/>
                      <a:pt x="8" y="16"/>
                      <a:pt x="8" y="16"/>
                    </a:cubicBezTo>
                    <a:cubicBezTo>
                      <a:pt x="7" y="29"/>
                      <a:pt x="13" y="33"/>
                      <a:pt x="18" y="33"/>
                    </a:cubicBezTo>
                    <a:cubicBezTo>
                      <a:pt x="23" y="33"/>
                      <a:pt x="27" y="28"/>
                      <a:pt x="29" y="26"/>
                    </a:cubicBezTo>
                    <a:cubicBezTo>
                      <a:pt x="31" y="27"/>
                      <a:pt x="31" y="27"/>
                      <a:pt x="31" y="27"/>
                    </a:cubicBezTo>
                    <a:cubicBezTo>
                      <a:pt x="29" y="30"/>
                      <a:pt x="25" y="37"/>
                      <a:pt x="16" y="37"/>
                    </a:cubicBezTo>
                    <a:close/>
                    <a:moveTo>
                      <a:pt x="16" y="2"/>
                    </a:moveTo>
                    <a:cubicBezTo>
                      <a:pt x="9" y="2"/>
                      <a:pt x="8" y="11"/>
                      <a:pt x="8" y="14"/>
                    </a:cubicBezTo>
                    <a:cubicBezTo>
                      <a:pt x="22" y="14"/>
                      <a:pt x="22" y="14"/>
                      <a:pt x="22" y="14"/>
                    </a:cubicBezTo>
                    <a:cubicBezTo>
                      <a:pt x="22" y="10"/>
                      <a:pt x="21" y="2"/>
                      <a:pt x="16" y="2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等线"/>
                  <a:ea typeface="+mn-ea"/>
                  <a:cs typeface="+mn-cs"/>
                </a:endParaRPr>
              </a:p>
            </p:txBody>
          </p:sp>
          <p:sp>
            <p:nvSpPr>
              <p:cNvPr id="69" name="íšļiḓè">
                <a:extLst>
                  <a:ext uri="{FF2B5EF4-FFF2-40B4-BE49-F238E27FC236}">
                    <a16:creationId xmlns:a16="http://schemas.microsoft.com/office/drawing/2014/main" id="{A0235ACA-D998-6EEE-0A58-503B7D323E04}"/>
                  </a:ext>
                </a:extLst>
              </p:cNvPr>
              <p:cNvSpPr/>
              <p:nvPr/>
            </p:nvSpPr>
            <p:spPr bwMode="auto">
              <a:xfrm>
                <a:off x="7713663" y="4114801"/>
                <a:ext cx="173037" cy="192088"/>
              </a:xfrm>
              <a:custGeom>
                <a:avLst/>
                <a:gdLst>
                  <a:gd name="T0" fmla="*/ 14 w 33"/>
                  <a:gd name="T1" fmla="*/ 7 h 35"/>
                  <a:gd name="T2" fmla="*/ 26 w 33"/>
                  <a:gd name="T3" fmla="*/ 0 h 35"/>
                  <a:gd name="T4" fmla="*/ 33 w 33"/>
                  <a:gd name="T5" fmla="*/ 5 h 35"/>
                  <a:gd name="T6" fmla="*/ 28 w 33"/>
                  <a:gd name="T7" fmla="*/ 11 h 35"/>
                  <a:gd name="T8" fmla="*/ 23 w 33"/>
                  <a:gd name="T9" fmla="*/ 6 h 35"/>
                  <a:gd name="T10" fmla="*/ 22 w 33"/>
                  <a:gd name="T11" fmla="*/ 5 h 35"/>
                  <a:gd name="T12" fmla="*/ 14 w 33"/>
                  <a:gd name="T13" fmla="*/ 14 h 35"/>
                  <a:gd name="T14" fmla="*/ 14 w 33"/>
                  <a:gd name="T15" fmla="*/ 28 h 35"/>
                  <a:gd name="T16" fmla="*/ 19 w 33"/>
                  <a:gd name="T17" fmla="*/ 33 h 35"/>
                  <a:gd name="T18" fmla="*/ 21 w 33"/>
                  <a:gd name="T19" fmla="*/ 33 h 35"/>
                  <a:gd name="T20" fmla="*/ 21 w 33"/>
                  <a:gd name="T21" fmla="*/ 35 h 35"/>
                  <a:gd name="T22" fmla="*/ 0 w 33"/>
                  <a:gd name="T23" fmla="*/ 35 h 35"/>
                  <a:gd name="T24" fmla="*/ 0 w 33"/>
                  <a:gd name="T25" fmla="*/ 33 h 35"/>
                  <a:gd name="T26" fmla="*/ 1 w 33"/>
                  <a:gd name="T27" fmla="*/ 33 h 35"/>
                  <a:gd name="T28" fmla="*/ 7 w 33"/>
                  <a:gd name="T29" fmla="*/ 28 h 35"/>
                  <a:gd name="T30" fmla="*/ 7 w 33"/>
                  <a:gd name="T31" fmla="*/ 8 h 35"/>
                  <a:gd name="T32" fmla="*/ 4 w 33"/>
                  <a:gd name="T33" fmla="*/ 5 h 35"/>
                  <a:gd name="T34" fmla="*/ 1 w 33"/>
                  <a:gd name="T35" fmla="*/ 5 h 35"/>
                  <a:gd name="T36" fmla="*/ 0 w 33"/>
                  <a:gd name="T37" fmla="*/ 4 h 35"/>
                  <a:gd name="T38" fmla="*/ 14 w 33"/>
                  <a:gd name="T39" fmla="*/ 0 h 35"/>
                  <a:gd name="T40" fmla="*/ 14 w 33"/>
                  <a:gd name="T41" fmla="*/ 7 h 35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</a:cxnLst>
                <a:rect l="0" t="0" r="r" b="b"/>
                <a:pathLst>
                  <a:path w="33" h="35">
                    <a:moveTo>
                      <a:pt x="14" y="7"/>
                    </a:moveTo>
                    <a:cubicBezTo>
                      <a:pt x="16" y="4"/>
                      <a:pt x="19" y="0"/>
                      <a:pt x="26" y="0"/>
                    </a:cubicBezTo>
                    <a:cubicBezTo>
                      <a:pt x="31" y="0"/>
                      <a:pt x="33" y="2"/>
                      <a:pt x="33" y="5"/>
                    </a:cubicBezTo>
                    <a:cubicBezTo>
                      <a:pt x="33" y="8"/>
                      <a:pt x="31" y="11"/>
                      <a:pt x="28" y="11"/>
                    </a:cubicBezTo>
                    <a:cubicBezTo>
                      <a:pt x="25" y="11"/>
                      <a:pt x="23" y="9"/>
                      <a:pt x="23" y="6"/>
                    </a:cubicBezTo>
                    <a:cubicBezTo>
                      <a:pt x="23" y="5"/>
                      <a:pt x="23" y="5"/>
                      <a:pt x="22" y="5"/>
                    </a:cubicBezTo>
                    <a:cubicBezTo>
                      <a:pt x="17" y="5"/>
                      <a:pt x="15" y="12"/>
                      <a:pt x="14" y="14"/>
                    </a:cubicBezTo>
                    <a:cubicBezTo>
                      <a:pt x="14" y="28"/>
                      <a:pt x="14" y="28"/>
                      <a:pt x="14" y="28"/>
                    </a:cubicBezTo>
                    <a:cubicBezTo>
                      <a:pt x="14" y="32"/>
                      <a:pt x="16" y="33"/>
                      <a:pt x="19" y="33"/>
                    </a:cubicBezTo>
                    <a:cubicBezTo>
                      <a:pt x="21" y="33"/>
                      <a:pt x="21" y="33"/>
                      <a:pt x="21" y="33"/>
                    </a:cubicBezTo>
                    <a:cubicBezTo>
                      <a:pt x="21" y="35"/>
                      <a:pt x="21" y="35"/>
                      <a:pt x="21" y="35"/>
                    </a:cubicBezTo>
                    <a:cubicBezTo>
                      <a:pt x="0" y="35"/>
                      <a:pt x="0" y="35"/>
                      <a:pt x="0" y="35"/>
                    </a:cubicBezTo>
                    <a:cubicBezTo>
                      <a:pt x="0" y="33"/>
                      <a:pt x="0" y="33"/>
                      <a:pt x="0" y="33"/>
                    </a:cubicBezTo>
                    <a:cubicBezTo>
                      <a:pt x="1" y="33"/>
                      <a:pt x="1" y="33"/>
                      <a:pt x="1" y="33"/>
                    </a:cubicBezTo>
                    <a:cubicBezTo>
                      <a:pt x="5" y="33"/>
                      <a:pt x="7" y="32"/>
                      <a:pt x="7" y="28"/>
                    </a:cubicBezTo>
                    <a:cubicBezTo>
                      <a:pt x="7" y="8"/>
                      <a:pt x="7" y="8"/>
                      <a:pt x="7" y="8"/>
                    </a:cubicBezTo>
                    <a:cubicBezTo>
                      <a:pt x="7" y="5"/>
                      <a:pt x="5" y="5"/>
                      <a:pt x="4" y="5"/>
                    </a:cubicBezTo>
                    <a:cubicBezTo>
                      <a:pt x="2" y="5"/>
                      <a:pt x="1" y="5"/>
                      <a:pt x="1" y="5"/>
                    </a:cubicBezTo>
                    <a:cubicBezTo>
                      <a:pt x="0" y="4"/>
                      <a:pt x="0" y="4"/>
                      <a:pt x="0" y="4"/>
                    </a:cubicBezTo>
                    <a:cubicBezTo>
                      <a:pt x="14" y="0"/>
                      <a:pt x="14" y="0"/>
                      <a:pt x="14" y="0"/>
                    </a:cubicBezTo>
                    <a:lnTo>
                      <a:pt x="14" y="7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等线"/>
                  <a:ea typeface="+mn-ea"/>
                  <a:cs typeface="+mn-cs"/>
                </a:endParaRPr>
              </a:p>
            </p:txBody>
          </p:sp>
          <p:sp>
            <p:nvSpPr>
              <p:cNvPr id="70" name="i$lïḓê">
                <a:extLst>
                  <a:ext uri="{FF2B5EF4-FFF2-40B4-BE49-F238E27FC236}">
                    <a16:creationId xmlns:a16="http://schemas.microsoft.com/office/drawing/2014/main" id="{5597206B-C745-B876-8B18-1986BF14620B}"/>
                  </a:ext>
                </a:extLst>
              </p:cNvPr>
              <p:cNvSpPr/>
              <p:nvPr/>
            </p:nvSpPr>
            <p:spPr bwMode="auto">
              <a:xfrm>
                <a:off x="7902575" y="4114801"/>
                <a:ext cx="142875" cy="201613"/>
              </a:xfrm>
              <a:custGeom>
                <a:avLst/>
                <a:gdLst>
                  <a:gd name="T0" fmla="*/ 16 w 27"/>
                  <a:gd name="T1" fmla="*/ 37 h 37"/>
                  <a:gd name="T2" fmla="*/ 12 w 27"/>
                  <a:gd name="T3" fmla="*/ 36 h 37"/>
                  <a:gd name="T4" fmla="*/ 8 w 27"/>
                  <a:gd name="T5" fmla="*/ 35 h 37"/>
                  <a:gd name="T6" fmla="*/ 4 w 27"/>
                  <a:gd name="T7" fmla="*/ 37 h 37"/>
                  <a:gd name="T8" fmla="*/ 0 w 27"/>
                  <a:gd name="T9" fmla="*/ 25 h 37"/>
                  <a:gd name="T10" fmla="*/ 3 w 27"/>
                  <a:gd name="T11" fmla="*/ 24 h 37"/>
                  <a:gd name="T12" fmla="*/ 6 w 27"/>
                  <a:gd name="T13" fmla="*/ 29 h 37"/>
                  <a:gd name="T14" fmla="*/ 16 w 27"/>
                  <a:gd name="T15" fmla="*/ 34 h 37"/>
                  <a:gd name="T16" fmla="*/ 22 w 27"/>
                  <a:gd name="T17" fmla="*/ 29 h 37"/>
                  <a:gd name="T18" fmla="*/ 12 w 27"/>
                  <a:gd name="T19" fmla="*/ 21 h 37"/>
                  <a:gd name="T20" fmla="*/ 2 w 27"/>
                  <a:gd name="T21" fmla="*/ 10 h 37"/>
                  <a:gd name="T22" fmla="*/ 12 w 27"/>
                  <a:gd name="T23" fmla="*/ 0 h 37"/>
                  <a:gd name="T24" fmla="*/ 16 w 27"/>
                  <a:gd name="T25" fmla="*/ 1 h 37"/>
                  <a:gd name="T26" fmla="*/ 20 w 27"/>
                  <a:gd name="T27" fmla="*/ 1 h 37"/>
                  <a:gd name="T28" fmla="*/ 24 w 27"/>
                  <a:gd name="T29" fmla="*/ 0 h 37"/>
                  <a:gd name="T30" fmla="*/ 27 w 27"/>
                  <a:gd name="T31" fmla="*/ 11 h 37"/>
                  <a:gd name="T32" fmla="*/ 25 w 27"/>
                  <a:gd name="T33" fmla="*/ 12 h 37"/>
                  <a:gd name="T34" fmla="*/ 13 w 27"/>
                  <a:gd name="T35" fmla="*/ 3 h 37"/>
                  <a:gd name="T36" fmla="*/ 8 w 27"/>
                  <a:gd name="T37" fmla="*/ 7 h 37"/>
                  <a:gd name="T38" fmla="*/ 16 w 27"/>
                  <a:gd name="T39" fmla="*/ 14 h 37"/>
                  <a:gd name="T40" fmla="*/ 27 w 27"/>
                  <a:gd name="T41" fmla="*/ 26 h 37"/>
                  <a:gd name="T42" fmla="*/ 16 w 27"/>
                  <a:gd name="T43" fmla="*/ 37 h 3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</a:cxnLst>
                <a:rect l="0" t="0" r="r" b="b"/>
                <a:pathLst>
                  <a:path w="27" h="37">
                    <a:moveTo>
                      <a:pt x="16" y="37"/>
                    </a:moveTo>
                    <a:cubicBezTo>
                      <a:pt x="15" y="37"/>
                      <a:pt x="14" y="37"/>
                      <a:pt x="12" y="36"/>
                    </a:cubicBezTo>
                    <a:cubicBezTo>
                      <a:pt x="12" y="36"/>
                      <a:pt x="8" y="35"/>
                      <a:pt x="8" y="35"/>
                    </a:cubicBezTo>
                    <a:cubicBezTo>
                      <a:pt x="6" y="35"/>
                      <a:pt x="5" y="36"/>
                      <a:pt x="4" y="37"/>
                    </a:cubicBezTo>
                    <a:cubicBezTo>
                      <a:pt x="0" y="25"/>
                      <a:pt x="0" y="25"/>
                      <a:pt x="0" y="25"/>
                    </a:cubicBezTo>
                    <a:cubicBezTo>
                      <a:pt x="3" y="24"/>
                      <a:pt x="3" y="24"/>
                      <a:pt x="3" y="24"/>
                    </a:cubicBezTo>
                    <a:cubicBezTo>
                      <a:pt x="4" y="27"/>
                      <a:pt x="5" y="28"/>
                      <a:pt x="6" y="29"/>
                    </a:cubicBezTo>
                    <a:cubicBezTo>
                      <a:pt x="8" y="32"/>
                      <a:pt x="12" y="34"/>
                      <a:pt x="16" y="34"/>
                    </a:cubicBezTo>
                    <a:cubicBezTo>
                      <a:pt x="19" y="34"/>
                      <a:pt x="22" y="32"/>
                      <a:pt x="22" y="29"/>
                    </a:cubicBezTo>
                    <a:cubicBezTo>
                      <a:pt x="22" y="26"/>
                      <a:pt x="21" y="25"/>
                      <a:pt x="12" y="21"/>
                    </a:cubicBezTo>
                    <a:cubicBezTo>
                      <a:pt x="6" y="18"/>
                      <a:pt x="2" y="15"/>
                      <a:pt x="2" y="10"/>
                    </a:cubicBezTo>
                    <a:cubicBezTo>
                      <a:pt x="2" y="5"/>
                      <a:pt x="6" y="0"/>
                      <a:pt x="12" y="0"/>
                    </a:cubicBezTo>
                    <a:cubicBezTo>
                      <a:pt x="13" y="0"/>
                      <a:pt x="14" y="0"/>
                      <a:pt x="16" y="1"/>
                    </a:cubicBezTo>
                    <a:cubicBezTo>
                      <a:pt x="18" y="1"/>
                      <a:pt x="19" y="1"/>
                      <a:pt x="20" y="1"/>
                    </a:cubicBezTo>
                    <a:cubicBezTo>
                      <a:pt x="20" y="1"/>
                      <a:pt x="22" y="1"/>
                      <a:pt x="24" y="0"/>
                    </a:cubicBezTo>
                    <a:cubicBezTo>
                      <a:pt x="27" y="11"/>
                      <a:pt x="27" y="11"/>
                      <a:pt x="27" y="11"/>
                    </a:cubicBezTo>
                    <a:cubicBezTo>
                      <a:pt x="25" y="12"/>
                      <a:pt x="25" y="12"/>
                      <a:pt x="25" y="12"/>
                    </a:cubicBezTo>
                    <a:cubicBezTo>
                      <a:pt x="24" y="9"/>
                      <a:pt x="21" y="3"/>
                      <a:pt x="13" y="3"/>
                    </a:cubicBezTo>
                    <a:cubicBezTo>
                      <a:pt x="10" y="3"/>
                      <a:pt x="8" y="4"/>
                      <a:pt x="8" y="7"/>
                    </a:cubicBezTo>
                    <a:cubicBezTo>
                      <a:pt x="8" y="9"/>
                      <a:pt x="9" y="10"/>
                      <a:pt x="16" y="14"/>
                    </a:cubicBezTo>
                    <a:cubicBezTo>
                      <a:pt x="25" y="18"/>
                      <a:pt x="27" y="21"/>
                      <a:pt x="27" y="26"/>
                    </a:cubicBezTo>
                    <a:cubicBezTo>
                      <a:pt x="27" y="33"/>
                      <a:pt x="22" y="37"/>
                      <a:pt x="16" y="37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等线"/>
                  <a:ea typeface="+mn-ea"/>
                  <a:cs typeface="+mn-cs"/>
                </a:endParaRPr>
              </a:p>
            </p:txBody>
          </p:sp>
          <p:sp>
            <p:nvSpPr>
              <p:cNvPr id="71" name="iś1ïḍé">
                <a:extLst>
                  <a:ext uri="{FF2B5EF4-FFF2-40B4-BE49-F238E27FC236}">
                    <a16:creationId xmlns:a16="http://schemas.microsoft.com/office/drawing/2014/main" id="{816DC712-A514-FCAF-DF99-FD7680916E0B}"/>
                  </a:ext>
                </a:extLst>
              </p:cNvPr>
              <p:cNvSpPr/>
              <p:nvPr/>
            </p:nvSpPr>
            <p:spPr bwMode="auto">
              <a:xfrm>
                <a:off x="8070850" y="4016376"/>
                <a:ext cx="100012" cy="290513"/>
              </a:xfrm>
              <a:custGeom>
                <a:avLst/>
                <a:gdLst>
                  <a:gd name="T0" fmla="*/ 0 w 19"/>
                  <a:gd name="T1" fmla="*/ 51 h 53"/>
                  <a:gd name="T2" fmla="*/ 2 w 19"/>
                  <a:gd name="T3" fmla="*/ 51 h 53"/>
                  <a:gd name="T4" fmla="*/ 6 w 19"/>
                  <a:gd name="T5" fmla="*/ 47 h 53"/>
                  <a:gd name="T6" fmla="*/ 6 w 19"/>
                  <a:gd name="T7" fmla="*/ 26 h 53"/>
                  <a:gd name="T8" fmla="*/ 3 w 19"/>
                  <a:gd name="T9" fmla="*/ 22 h 53"/>
                  <a:gd name="T10" fmla="*/ 1 w 19"/>
                  <a:gd name="T11" fmla="*/ 23 h 53"/>
                  <a:gd name="T12" fmla="*/ 0 w 19"/>
                  <a:gd name="T13" fmla="*/ 21 h 53"/>
                  <a:gd name="T14" fmla="*/ 13 w 19"/>
                  <a:gd name="T15" fmla="*/ 18 h 53"/>
                  <a:gd name="T16" fmla="*/ 13 w 19"/>
                  <a:gd name="T17" fmla="*/ 47 h 53"/>
                  <a:gd name="T18" fmla="*/ 17 w 19"/>
                  <a:gd name="T19" fmla="*/ 51 h 53"/>
                  <a:gd name="T20" fmla="*/ 19 w 19"/>
                  <a:gd name="T21" fmla="*/ 51 h 53"/>
                  <a:gd name="T22" fmla="*/ 19 w 19"/>
                  <a:gd name="T23" fmla="*/ 53 h 53"/>
                  <a:gd name="T24" fmla="*/ 0 w 19"/>
                  <a:gd name="T25" fmla="*/ 53 h 53"/>
                  <a:gd name="T26" fmla="*/ 0 w 19"/>
                  <a:gd name="T27" fmla="*/ 51 h 53"/>
                  <a:gd name="T28" fmla="*/ 15 w 19"/>
                  <a:gd name="T29" fmla="*/ 5 h 53"/>
                  <a:gd name="T30" fmla="*/ 9 w 19"/>
                  <a:gd name="T31" fmla="*/ 10 h 53"/>
                  <a:gd name="T32" fmla="*/ 4 w 19"/>
                  <a:gd name="T33" fmla="*/ 5 h 53"/>
                  <a:gd name="T34" fmla="*/ 9 w 19"/>
                  <a:gd name="T35" fmla="*/ 0 h 53"/>
                  <a:gd name="T36" fmla="*/ 15 w 19"/>
                  <a:gd name="T37" fmla="*/ 5 h 53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</a:cxnLst>
                <a:rect l="0" t="0" r="r" b="b"/>
                <a:pathLst>
                  <a:path w="19" h="53">
                    <a:moveTo>
                      <a:pt x="0" y="51"/>
                    </a:moveTo>
                    <a:cubicBezTo>
                      <a:pt x="2" y="51"/>
                      <a:pt x="2" y="51"/>
                      <a:pt x="2" y="51"/>
                    </a:cubicBezTo>
                    <a:cubicBezTo>
                      <a:pt x="4" y="51"/>
                      <a:pt x="6" y="49"/>
                      <a:pt x="6" y="47"/>
                    </a:cubicBezTo>
                    <a:cubicBezTo>
                      <a:pt x="6" y="26"/>
                      <a:pt x="6" y="26"/>
                      <a:pt x="6" y="26"/>
                    </a:cubicBezTo>
                    <a:cubicBezTo>
                      <a:pt x="6" y="24"/>
                      <a:pt x="5" y="22"/>
                      <a:pt x="3" y="22"/>
                    </a:cubicBezTo>
                    <a:cubicBezTo>
                      <a:pt x="3" y="22"/>
                      <a:pt x="2" y="22"/>
                      <a:pt x="1" y="23"/>
                    </a:cubicBezTo>
                    <a:cubicBezTo>
                      <a:pt x="0" y="21"/>
                      <a:pt x="0" y="21"/>
                      <a:pt x="0" y="21"/>
                    </a:cubicBezTo>
                    <a:cubicBezTo>
                      <a:pt x="13" y="18"/>
                      <a:pt x="13" y="18"/>
                      <a:pt x="13" y="18"/>
                    </a:cubicBezTo>
                    <a:cubicBezTo>
                      <a:pt x="13" y="47"/>
                      <a:pt x="13" y="47"/>
                      <a:pt x="13" y="47"/>
                    </a:cubicBezTo>
                    <a:cubicBezTo>
                      <a:pt x="13" y="50"/>
                      <a:pt x="14" y="51"/>
                      <a:pt x="17" y="51"/>
                    </a:cubicBezTo>
                    <a:cubicBezTo>
                      <a:pt x="19" y="51"/>
                      <a:pt x="19" y="51"/>
                      <a:pt x="19" y="51"/>
                    </a:cubicBezTo>
                    <a:cubicBezTo>
                      <a:pt x="19" y="53"/>
                      <a:pt x="19" y="53"/>
                      <a:pt x="19" y="53"/>
                    </a:cubicBezTo>
                    <a:cubicBezTo>
                      <a:pt x="0" y="53"/>
                      <a:pt x="0" y="53"/>
                      <a:pt x="0" y="53"/>
                    </a:cubicBezTo>
                    <a:lnTo>
                      <a:pt x="0" y="51"/>
                    </a:lnTo>
                    <a:close/>
                    <a:moveTo>
                      <a:pt x="15" y="5"/>
                    </a:moveTo>
                    <a:cubicBezTo>
                      <a:pt x="15" y="7"/>
                      <a:pt x="12" y="10"/>
                      <a:pt x="9" y="10"/>
                    </a:cubicBezTo>
                    <a:cubicBezTo>
                      <a:pt x="7" y="10"/>
                      <a:pt x="4" y="7"/>
                      <a:pt x="4" y="5"/>
                    </a:cubicBezTo>
                    <a:cubicBezTo>
                      <a:pt x="4" y="2"/>
                      <a:pt x="7" y="0"/>
                      <a:pt x="9" y="0"/>
                    </a:cubicBezTo>
                    <a:cubicBezTo>
                      <a:pt x="12" y="0"/>
                      <a:pt x="15" y="2"/>
                      <a:pt x="15" y="5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等线"/>
                  <a:ea typeface="+mn-ea"/>
                  <a:cs typeface="+mn-cs"/>
                </a:endParaRPr>
              </a:p>
            </p:txBody>
          </p:sp>
          <p:sp>
            <p:nvSpPr>
              <p:cNvPr id="72" name="íşļîḓé">
                <a:extLst>
                  <a:ext uri="{FF2B5EF4-FFF2-40B4-BE49-F238E27FC236}">
                    <a16:creationId xmlns:a16="http://schemas.microsoft.com/office/drawing/2014/main" id="{6911224C-C981-9710-586F-EB5B2067507A}"/>
                  </a:ext>
                </a:extLst>
              </p:cNvPr>
              <p:cNvSpPr/>
              <p:nvPr/>
            </p:nvSpPr>
            <p:spPr bwMode="auto">
              <a:xfrm>
                <a:off x="8186738" y="4054476"/>
                <a:ext cx="127000" cy="261938"/>
              </a:xfrm>
              <a:custGeom>
                <a:avLst/>
                <a:gdLst>
                  <a:gd name="T0" fmla="*/ 0 w 24"/>
                  <a:gd name="T1" fmla="*/ 15 h 48"/>
                  <a:gd name="T2" fmla="*/ 0 w 24"/>
                  <a:gd name="T3" fmla="*/ 12 h 48"/>
                  <a:gd name="T4" fmla="*/ 11 w 24"/>
                  <a:gd name="T5" fmla="*/ 3 h 48"/>
                  <a:gd name="T6" fmla="*/ 11 w 24"/>
                  <a:gd name="T7" fmla="*/ 0 h 48"/>
                  <a:gd name="T8" fmla="*/ 14 w 24"/>
                  <a:gd name="T9" fmla="*/ 0 h 48"/>
                  <a:gd name="T10" fmla="*/ 14 w 24"/>
                  <a:gd name="T11" fmla="*/ 12 h 48"/>
                  <a:gd name="T12" fmla="*/ 24 w 24"/>
                  <a:gd name="T13" fmla="*/ 12 h 48"/>
                  <a:gd name="T14" fmla="*/ 24 w 24"/>
                  <a:gd name="T15" fmla="*/ 15 h 48"/>
                  <a:gd name="T16" fmla="*/ 14 w 24"/>
                  <a:gd name="T17" fmla="*/ 15 h 48"/>
                  <a:gd name="T18" fmla="*/ 14 w 24"/>
                  <a:gd name="T19" fmla="*/ 39 h 48"/>
                  <a:gd name="T20" fmla="*/ 18 w 24"/>
                  <a:gd name="T21" fmla="*/ 44 h 48"/>
                  <a:gd name="T22" fmla="*/ 23 w 24"/>
                  <a:gd name="T23" fmla="*/ 41 h 48"/>
                  <a:gd name="T24" fmla="*/ 24 w 24"/>
                  <a:gd name="T25" fmla="*/ 42 h 48"/>
                  <a:gd name="T26" fmla="*/ 14 w 24"/>
                  <a:gd name="T27" fmla="*/ 48 h 48"/>
                  <a:gd name="T28" fmla="*/ 6 w 24"/>
                  <a:gd name="T29" fmla="*/ 39 h 48"/>
                  <a:gd name="T30" fmla="*/ 6 w 24"/>
                  <a:gd name="T31" fmla="*/ 15 h 48"/>
                  <a:gd name="T32" fmla="*/ 0 w 24"/>
                  <a:gd name="T33" fmla="*/ 15 h 4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</a:cxnLst>
                <a:rect l="0" t="0" r="r" b="b"/>
                <a:pathLst>
                  <a:path w="24" h="48">
                    <a:moveTo>
                      <a:pt x="0" y="15"/>
                    </a:moveTo>
                    <a:cubicBezTo>
                      <a:pt x="0" y="12"/>
                      <a:pt x="0" y="12"/>
                      <a:pt x="0" y="12"/>
                    </a:cubicBezTo>
                    <a:cubicBezTo>
                      <a:pt x="10" y="12"/>
                      <a:pt x="11" y="4"/>
                      <a:pt x="11" y="3"/>
                    </a:cubicBezTo>
                    <a:cubicBezTo>
                      <a:pt x="11" y="0"/>
                      <a:pt x="11" y="0"/>
                      <a:pt x="11" y="0"/>
                    </a:cubicBezTo>
                    <a:cubicBezTo>
                      <a:pt x="14" y="0"/>
                      <a:pt x="14" y="0"/>
                      <a:pt x="14" y="0"/>
                    </a:cubicBezTo>
                    <a:cubicBezTo>
                      <a:pt x="14" y="12"/>
                      <a:pt x="14" y="12"/>
                      <a:pt x="14" y="12"/>
                    </a:cubicBezTo>
                    <a:cubicBezTo>
                      <a:pt x="24" y="12"/>
                      <a:pt x="24" y="12"/>
                      <a:pt x="24" y="12"/>
                    </a:cubicBezTo>
                    <a:cubicBezTo>
                      <a:pt x="24" y="15"/>
                      <a:pt x="24" y="15"/>
                      <a:pt x="24" y="15"/>
                    </a:cubicBezTo>
                    <a:cubicBezTo>
                      <a:pt x="14" y="15"/>
                      <a:pt x="14" y="15"/>
                      <a:pt x="14" y="15"/>
                    </a:cubicBezTo>
                    <a:cubicBezTo>
                      <a:pt x="14" y="39"/>
                      <a:pt x="14" y="39"/>
                      <a:pt x="14" y="39"/>
                    </a:cubicBezTo>
                    <a:cubicBezTo>
                      <a:pt x="14" y="43"/>
                      <a:pt x="16" y="44"/>
                      <a:pt x="18" y="44"/>
                    </a:cubicBezTo>
                    <a:cubicBezTo>
                      <a:pt x="20" y="44"/>
                      <a:pt x="21" y="42"/>
                      <a:pt x="23" y="41"/>
                    </a:cubicBezTo>
                    <a:cubicBezTo>
                      <a:pt x="24" y="42"/>
                      <a:pt x="24" y="42"/>
                      <a:pt x="24" y="42"/>
                    </a:cubicBezTo>
                    <a:cubicBezTo>
                      <a:pt x="22" y="45"/>
                      <a:pt x="19" y="48"/>
                      <a:pt x="14" y="48"/>
                    </a:cubicBezTo>
                    <a:cubicBezTo>
                      <a:pt x="9" y="48"/>
                      <a:pt x="6" y="44"/>
                      <a:pt x="6" y="39"/>
                    </a:cubicBezTo>
                    <a:cubicBezTo>
                      <a:pt x="6" y="15"/>
                      <a:pt x="6" y="15"/>
                      <a:pt x="6" y="15"/>
                    </a:cubicBezTo>
                    <a:lnTo>
                      <a:pt x="0" y="15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等线"/>
                  <a:ea typeface="+mn-ea"/>
                  <a:cs typeface="+mn-cs"/>
                </a:endParaRPr>
              </a:p>
            </p:txBody>
          </p:sp>
          <p:sp>
            <p:nvSpPr>
              <p:cNvPr id="73" name="ïṡḻîḑè">
                <a:extLst>
                  <a:ext uri="{FF2B5EF4-FFF2-40B4-BE49-F238E27FC236}">
                    <a16:creationId xmlns:a16="http://schemas.microsoft.com/office/drawing/2014/main" id="{847666AE-FB84-80F1-9C2E-55767D40F72A}"/>
                  </a:ext>
                </a:extLst>
              </p:cNvPr>
              <p:cNvSpPr/>
              <p:nvPr/>
            </p:nvSpPr>
            <p:spPr bwMode="auto">
              <a:xfrm>
                <a:off x="8329613" y="4119564"/>
                <a:ext cx="198437" cy="252413"/>
              </a:xfrm>
              <a:custGeom>
                <a:avLst/>
                <a:gdLst>
                  <a:gd name="T0" fmla="*/ 36 w 38"/>
                  <a:gd name="T1" fmla="*/ 3 h 46"/>
                  <a:gd name="T2" fmla="*/ 31 w 38"/>
                  <a:gd name="T3" fmla="*/ 8 h 46"/>
                  <a:gd name="T4" fmla="*/ 19 w 38"/>
                  <a:gd name="T5" fmla="*/ 37 h 46"/>
                  <a:gd name="T6" fmla="*/ 7 w 38"/>
                  <a:gd name="T7" fmla="*/ 46 h 46"/>
                  <a:gd name="T8" fmla="*/ 2 w 38"/>
                  <a:gd name="T9" fmla="*/ 41 h 46"/>
                  <a:gd name="T10" fmla="*/ 7 w 38"/>
                  <a:gd name="T11" fmla="*/ 36 h 46"/>
                  <a:gd name="T12" fmla="*/ 11 w 38"/>
                  <a:gd name="T13" fmla="*/ 40 h 46"/>
                  <a:gd name="T14" fmla="*/ 12 w 38"/>
                  <a:gd name="T15" fmla="*/ 41 h 46"/>
                  <a:gd name="T16" fmla="*/ 17 w 38"/>
                  <a:gd name="T17" fmla="*/ 35 h 46"/>
                  <a:gd name="T18" fmla="*/ 18 w 38"/>
                  <a:gd name="T19" fmla="*/ 34 h 46"/>
                  <a:gd name="T20" fmla="*/ 6 w 38"/>
                  <a:gd name="T21" fmla="*/ 7 h 46"/>
                  <a:gd name="T22" fmla="*/ 1 w 38"/>
                  <a:gd name="T23" fmla="*/ 3 h 46"/>
                  <a:gd name="T24" fmla="*/ 0 w 38"/>
                  <a:gd name="T25" fmla="*/ 3 h 46"/>
                  <a:gd name="T26" fmla="*/ 0 w 38"/>
                  <a:gd name="T27" fmla="*/ 0 h 46"/>
                  <a:gd name="T28" fmla="*/ 18 w 38"/>
                  <a:gd name="T29" fmla="*/ 0 h 46"/>
                  <a:gd name="T30" fmla="*/ 18 w 38"/>
                  <a:gd name="T31" fmla="*/ 3 h 46"/>
                  <a:gd name="T32" fmla="*/ 16 w 38"/>
                  <a:gd name="T33" fmla="*/ 3 h 46"/>
                  <a:gd name="T34" fmla="*/ 14 w 38"/>
                  <a:gd name="T35" fmla="*/ 5 h 46"/>
                  <a:gd name="T36" fmla="*/ 15 w 38"/>
                  <a:gd name="T37" fmla="*/ 8 h 46"/>
                  <a:gd name="T38" fmla="*/ 22 w 38"/>
                  <a:gd name="T39" fmla="*/ 24 h 46"/>
                  <a:gd name="T40" fmla="*/ 28 w 38"/>
                  <a:gd name="T41" fmla="*/ 8 h 46"/>
                  <a:gd name="T42" fmla="*/ 29 w 38"/>
                  <a:gd name="T43" fmla="*/ 5 h 46"/>
                  <a:gd name="T44" fmla="*/ 26 w 38"/>
                  <a:gd name="T45" fmla="*/ 3 h 46"/>
                  <a:gd name="T46" fmla="*/ 23 w 38"/>
                  <a:gd name="T47" fmla="*/ 3 h 46"/>
                  <a:gd name="T48" fmla="*/ 23 w 38"/>
                  <a:gd name="T49" fmla="*/ 0 h 46"/>
                  <a:gd name="T50" fmla="*/ 38 w 38"/>
                  <a:gd name="T51" fmla="*/ 0 h 46"/>
                  <a:gd name="T52" fmla="*/ 38 w 38"/>
                  <a:gd name="T53" fmla="*/ 3 h 46"/>
                  <a:gd name="T54" fmla="*/ 36 w 38"/>
                  <a:gd name="T55" fmla="*/ 3 h 4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</a:cxnLst>
                <a:rect l="0" t="0" r="r" b="b"/>
                <a:pathLst>
                  <a:path w="38" h="46">
                    <a:moveTo>
                      <a:pt x="36" y="3"/>
                    </a:moveTo>
                    <a:cubicBezTo>
                      <a:pt x="33" y="3"/>
                      <a:pt x="32" y="6"/>
                      <a:pt x="31" y="8"/>
                    </a:cubicBezTo>
                    <a:cubicBezTo>
                      <a:pt x="19" y="37"/>
                      <a:pt x="19" y="37"/>
                      <a:pt x="19" y="37"/>
                    </a:cubicBezTo>
                    <a:cubicBezTo>
                      <a:pt x="17" y="42"/>
                      <a:pt x="12" y="46"/>
                      <a:pt x="7" y="46"/>
                    </a:cubicBezTo>
                    <a:cubicBezTo>
                      <a:pt x="4" y="46"/>
                      <a:pt x="2" y="44"/>
                      <a:pt x="2" y="41"/>
                    </a:cubicBezTo>
                    <a:cubicBezTo>
                      <a:pt x="2" y="38"/>
                      <a:pt x="4" y="36"/>
                      <a:pt x="7" y="36"/>
                    </a:cubicBezTo>
                    <a:cubicBezTo>
                      <a:pt x="10" y="36"/>
                      <a:pt x="10" y="38"/>
                      <a:pt x="11" y="40"/>
                    </a:cubicBezTo>
                    <a:cubicBezTo>
                      <a:pt x="12" y="41"/>
                      <a:pt x="12" y="41"/>
                      <a:pt x="12" y="41"/>
                    </a:cubicBezTo>
                    <a:cubicBezTo>
                      <a:pt x="14" y="41"/>
                      <a:pt x="17" y="37"/>
                      <a:pt x="17" y="35"/>
                    </a:cubicBezTo>
                    <a:cubicBezTo>
                      <a:pt x="18" y="34"/>
                      <a:pt x="18" y="34"/>
                      <a:pt x="18" y="34"/>
                    </a:cubicBezTo>
                    <a:cubicBezTo>
                      <a:pt x="6" y="7"/>
                      <a:pt x="6" y="7"/>
                      <a:pt x="6" y="7"/>
                    </a:cubicBezTo>
                    <a:cubicBezTo>
                      <a:pt x="5" y="4"/>
                      <a:pt x="3" y="3"/>
                      <a:pt x="1" y="3"/>
                    </a:cubicBezTo>
                    <a:cubicBezTo>
                      <a:pt x="0" y="3"/>
                      <a:pt x="0" y="3"/>
                      <a:pt x="0" y="3"/>
                    </a:cubicBezTo>
                    <a:cubicBezTo>
                      <a:pt x="0" y="0"/>
                      <a:pt x="0" y="0"/>
                      <a:pt x="0" y="0"/>
                    </a:cubicBezTo>
                    <a:cubicBezTo>
                      <a:pt x="18" y="0"/>
                      <a:pt x="18" y="0"/>
                      <a:pt x="18" y="0"/>
                    </a:cubicBezTo>
                    <a:cubicBezTo>
                      <a:pt x="18" y="3"/>
                      <a:pt x="18" y="3"/>
                      <a:pt x="18" y="3"/>
                    </a:cubicBezTo>
                    <a:cubicBezTo>
                      <a:pt x="16" y="3"/>
                      <a:pt x="16" y="3"/>
                      <a:pt x="16" y="3"/>
                    </a:cubicBezTo>
                    <a:cubicBezTo>
                      <a:pt x="15" y="3"/>
                      <a:pt x="14" y="4"/>
                      <a:pt x="14" y="5"/>
                    </a:cubicBezTo>
                    <a:cubicBezTo>
                      <a:pt x="14" y="6"/>
                      <a:pt x="14" y="7"/>
                      <a:pt x="15" y="8"/>
                    </a:cubicBezTo>
                    <a:cubicBezTo>
                      <a:pt x="22" y="24"/>
                      <a:pt x="22" y="24"/>
                      <a:pt x="22" y="24"/>
                    </a:cubicBezTo>
                    <a:cubicBezTo>
                      <a:pt x="28" y="8"/>
                      <a:pt x="28" y="8"/>
                      <a:pt x="28" y="8"/>
                    </a:cubicBezTo>
                    <a:cubicBezTo>
                      <a:pt x="29" y="7"/>
                      <a:pt x="29" y="6"/>
                      <a:pt x="29" y="5"/>
                    </a:cubicBezTo>
                    <a:cubicBezTo>
                      <a:pt x="29" y="4"/>
                      <a:pt x="27" y="3"/>
                      <a:pt x="26" y="3"/>
                    </a:cubicBezTo>
                    <a:cubicBezTo>
                      <a:pt x="23" y="3"/>
                      <a:pt x="23" y="3"/>
                      <a:pt x="23" y="3"/>
                    </a:cubicBezTo>
                    <a:cubicBezTo>
                      <a:pt x="23" y="0"/>
                      <a:pt x="23" y="0"/>
                      <a:pt x="23" y="0"/>
                    </a:cubicBezTo>
                    <a:cubicBezTo>
                      <a:pt x="38" y="0"/>
                      <a:pt x="38" y="0"/>
                      <a:pt x="38" y="0"/>
                    </a:cubicBezTo>
                    <a:cubicBezTo>
                      <a:pt x="38" y="3"/>
                      <a:pt x="38" y="3"/>
                      <a:pt x="38" y="3"/>
                    </a:cubicBezTo>
                    <a:lnTo>
                      <a:pt x="36" y="3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等线"/>
                  <a:ea typeface="+mn-ea"/>
                  <a:cs typeface="+mn-cs"/>
                </a:endParaRPr>
              </a:p>
            </p:txBody>
          </p:sp>
        </p:grpSp>
        <p:grpSp>
          <p:nvGrpSpPr>
            <p:cNvPr id="46" name="ísḷîḓe">
              <a:extLst>
                <a:ext uri="{FF2B5EF4-FFF2-40B4-BE49-F238E27FC236}">
                  <a16:creationId xmlns:a16="http://schemas.microsoft.com/office/drawing/2014/main" id="{9F4DC11D-3B4A-8553-A2F5-430DD60C788F}"/>
                </a:ext>
              </a:extLst>
            </p:cNvPr>
            <p:cNvGrpSpPr/>
            <p:nvPr/>
          </p:nvGrpSpPr>
          <p:grpSpPr>
            <a:xfrm>
              <a:off x="5477124" y="2634664"/>
              <a:ext cx="741350" cy="1171206"/>
              <a:chOff x="4718050" y="4784723"/>
              <a:chExt cx="755650" cy="1193799"/>
            </a:xfrm>
            <a:grpFill/>
          </p:grpSpPr>
          <p:sp>
            <p:nvSpPr>
              <p:cNvPr id="57" name="ïṡļîḑê">
                <a:extLst>
                  <a:ext uri="{FF2B5EF4-FFF2-40B4-BE49-F238E27FC236}">
                    <a16:creationId xmlns:a16="http://schemas.microsoft.com/office/drawing/2014/main" id="{9F3C1B58-6196-5E50-4303-4E33A0BD9545}"/>
                  </a:ext>
                </a:extLst>
              </p:cNvPr>
              <p:cNvSpPr/>
              <p:nvPr/>
            </p:nvSpPr>
            <p:spPr bwMode="auto">
              <a:xfrm>
                <a:off x="4718050" y="4784723"/>
                <a:ext cx="373063" cy="1193799"/>
              </a:xfrm>
              <a:custGeom>
                <a:avLst/>
                <a:gdLst>
                  <a:gd name="T0" fmla="*/ 279 w 367"/>
                  <a:gd name="T1" fmla="*/ 506 h 1171"/>
                  <a:gd name="T2" fmla="*/ 247 w 367"/>
                  <a:gd name="T3" fmla="*/ 408 h 1171"/>
                  <a:gd name="T4" fmla="*/ 207 w 367"/>
                  <a:gd name="T5" fmla="*/ 413 h 1171"/>
                  <a:gd name="T6" fmla="*/ 257 w 367"/>
                  <a:gd name="T7" fmla="*/ 316 h 1171"/>
                  <a:gd name="T8" fmla="*/ 275 w 367"/>
                  <a:gd name="T9" fmla="*/ 282 h 1171"/>
                  <a:gd name="T10" fmla="*/ 295 w 367"/>
                  <a:gd name="T11" fmla="*/ 258 h 1171"/>
                  <a:gd name="T12" fmla="*/ 312 w 367"/>
                  <a:gd name="T13" fmla="*/ 221 h 1171"/>
                  <a:gd name="T14" fmla="*/ 352 w 367"/>
                  <a:gd name="T15" fmla="*/ 167 h 1171"/>
                  <a:gd name="T16" fmla="*/ 365 w 367"/>
                  <a:gd name="T17" fmla="*/ 133 h 1171"/>
                  <a:gd name="T18" fmla="*/ 365 w 367"/>
                  <a:gd name="T19" fmla="*/ 119 h 1171"/>
                  <a:gd name="T20" fmla="*/ 285 w 367"/>
                  <a:gd name="T21" fmla="*/ 1 h 1171"/>
                  <a:gd name="T22" fmla="*/ 277 w 367"/>
                  <a:gd name="T23" fmla="*/ 73 h 1171"/>
                  <a:gd name="T24" fmla="*/ 277 w 367"/>
                  <a:gd name="T25" fmla="*/ 92 h 1171"/>
                  <a:gd name="T26" fmla="*/ 295 w 367"/>
                  <a:gd name="T27" fmla="*/ 149 h 1171"/>
                  <a:gd name="T28" fmla="*/ 199 w 367"/>
                  <a:gd name="T29" fmla="*/ 333 h 1171"/>
                  <a:gd name="T30" fmla="*/ 149 w 367"/>
                  <a:gd name="T31" fmla="*/ 412 h 1171"/>
                  <a:gd name="T32" fmla="*/ 127 w 367"/>
                  <a:gd name="T33" fmla="*/ 499 h 1171"/>
                  <a:gd name="T34" fmla="*/ 196 w 367"/>
                  <a:gd name="T35" fmla="*/ 505 h 1171"/>
                  <a:gd name="T36" fmla="*/ 210 w 367"/>
                  <a:gd name="T37" fmla="*/ 498 h 1171"/>
                  <a:gd name="T38" fmla="*/ 178 w 367"/>
                  <a:gd name="T39" fmla="*/ 591 h 1171"/>
                  <a:gd name="T40" fmla="*/ 159 w 367"/>
                  <a:gd name="T41" fmla="*/ 636 h 1171"/>
                  <a:gd name="T42" fmla="*/ 139 w 367"/>
                  <a:gd name="T43" fmla="*/ 677 h 1171"/>
                  <a:gd name="T44" fmla="*/ 124 w 367"/>
                  <a:gd name="T45" fmla="*/ 701 h 1171"/>
                  <a:gd name="T46" fmla="*/ 77 w 367"/>
                  <a:gd name="T47" fmla="*/ 785 h 1171"/>
                  <a:gd name="T48" fmla="*/ 46 w 367"/>
                  <a:gd name="T49" fmla="*/ 829 h 1171"/>
                  <a:gd name="T50" fmla="*/ 35 w 367"/>
                  <a:gd name="T51" fmla="*/ 857 h 1171"/>
                  <a:gd name="T52" fmla="*/ 11 w 367"/>
                  <a:gd name="T53" fmla="*/ 897 h 1171"/>
                  <a:gd name="T54" fmla="*/ 12 w 367"/>
                  <a:gd name="T55" fmla="*/ 906 h 1171"/>
                  <a:gd name="T56" fmla="*/ 0 w 367"/>
                  <a:gd name="T57" fmla="*/ 948 h 1171"/>
                  <a:gd name="T58" fmla="*/ 10 w 367"/>
                  <a:gd name="T59" fmla="*/ 959 h 1171"/>
                  <a:gd name="T60" fmla="*/ 77 w 367"/>
                  <a:gd name="T61" fmla="*/ 893 h 1171"/>
                  <a:gd name="T62" fmla="*/ 113 w 367"/>
                  <a:gd name="T63" fmla="*/ 854 h 1171"/>
                  <a:gd name="T64" fmla="*/ 138 w 367"/>
                  <a:gd name="T65" fmla="*/ 817 h 1171"/>
                  <a:gd name="T66" fmla="*/ 140 w 367"/>
                  <a:gd name="T67" fmla="*/ 876 h 1171"/>
                  <a:gd name="T68" fmla="*/ 138 w 367"/>
                  <a:gd name="T69" fmla="*/ 913 h 1171"/>
                  <a:gd name="T70" fmla="*/ 140 w 367"/>
                  <a:gd name="T71" fmla="*/ 926 h 1171"/>
                  <a:gd name="T72" fmla="*/ 133 w 367"/>
                  <a:gd name="T73" fmla="*/ 970 h 1171"/>
                  <a:gd name="T74" fmla="*/ 133 w 367"/>
                  <a:gd name="T75" fmla="*/ 994 h 1171"/>
                  <a:gd name="T76" fmla="*/ 128 w 367"/>
                  <a:gd name="T77" fmla="*/ 999 h 1171"/>
                  <a:gd name="T78" fmla="*/ 127 w 367"/>
                  <a:gd name="T79" fmla="*/ 1073 h 1171"/>
                  <a:gd name="T80" fmla="*/ 157 w 367"/>
                  <a:gd name="T81" fmla="*/ 1171 h 1171"/>
                  <a:gd name="T82" fmla="*/ 179 w 367"/>
                  <a:gd name="T83" fmla="*/ 1170 h 1171"/>
                  <a:gd name="T84" fmla="*/ 192 w 367"/>
                  <a:gd name="T85" fmla="*/ 1159 h 1171"/>
                  <a:gd name="T86" fmla="*/ 201 w 367"/>
                  <a:gd name="T87" fmla="*/ 1137 h 1171"/>
                  <a:gd name="T88" fmla="*/ 205 w 367"/>
                  <a:gd name="T89" fmla="*/ 1075 h 1171"/>
                  <a:gd name="T90" fmla="*/ 198 w 367"/>
                  <a:gd name="T91" fmla="*/ 1069 h 1171"/>
                  <a:gd name="T92" fmla="*/ 198 w 367"/>
                  <a:gd name="T93" fmla="*/ 950 h 1171"/>
                  <a:gd name="T94" fmla="*/ 205 w 367"/>
                  <a:gd name="T95" fmla="*/ 935 h 1171"/>
                  <a:gd name="T96" fmla="*/ 205 w 367"/>
                  <a:gd name="T97" fmla="*/ 916 h 1171"/>
                  <a:gd name="T98" fmla="*/ 210 w 367"/>
                  <a:gd name="T99" fmla="*/ 893 h 1171"/>
                  <a:gd name="T100" fmla="*/ 209 w 367"/>
                  <a:gd name="T101" fmla="*/ 878 h 1171"/>
                  <a:gd name="T102" fmla="*/ 220 w 367"/>
                  <a:gd name="T103" fmla="*/ 842 h 1171"/>
                  <a:gd name="T104" fmla="*/ 220 w 367"/>
                  <a:gd name="T105" fmla="*/ 814 h 1171"/>
                  <a:gd name="T106" fmla="*/ 181 w 367"/>
                  <a:gd name="T107" fmla="*/ 711 h 1171"/>
                  <a:gd name="T108" fmla="*/ 210 w 367"/>
                  <a:gd name="T109" fmla="*/ 643 h 1171"/>
                  <a:gd name="T110" fmla="*/ 279 w 367"/>
                  <a:gd name="T111" fmla="*/ 506 h 117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  <a:cxn ang="0">
                    <a:pos x="T90" y="T91"/>
                  </a:cxn>
                  <a:cxn ang="0">
                    <a:pos x="T92" y="T93"/>
                  </a:cxn>
                  <a:cxn ang="0">
                    <a:pos x="T94" y="T95"/>
                  </a:cxn>
                  <a:cxn ang="0">
                    <a:pos x="T96" y="T97"/>
                  </a:cxn>
                  <a:cxn ang="0">
                    <a:pos x="T98" y="T99"/>
                  </a:cxn>
                  <a:cxn ang="0">
                    <a:pos x="T100" y="T101"/>
                  </a:cxn>
                  <a:cxn ang="0">
                    <a:pos x="T102" y="T103"/>
                  </a:cxn>
                  <a:cxn ang="0">
                    <a:pos x="T104" y="T105"/>
                  </a:cxn>
                  <a:cxn ang="0">
                    <a:pos x="T106" y="T107"/>
                  </a:cxn>
                  <a:cxn ang="0">
                    <a:pos x="T108" y="T109"/>
                  </a:cxn>
                  <a:cxn ang="0">
                    <a:pos x="T110" y="T111"/>
                  </a:cxn>
                </a:cxnLst>
                <a:rect l="0" t="0" r="r" b="b"/>
                <a:pathLst>
                  <a:path w="367" h="1171">
                    <a:moveTo>
                      <a:pt x="279" y="506"/>
                    </a:moveTo>
                    <a:cubicBezTo>
                      <a:pt x="298" y="459"/>
                      <a:pt x="292" y="421"/>
                      <a:pt x="247" y="408"/>
                    </a:cubicBezTo>
                    <a:cubicBezTo>
                      <a:pt x="230" y="403"/>
                      <a:pt x="221" y="412"/>
                      <a:pt x="207" y="413"/>
                    </a:cubicBezTo>
                    <a:cubicBezTo>
                      <a:pt x="225" y="375"/>
                      <a:pt x="242" y="350"/>
                      <a:pt x="257" y="316"/>
                    </a:cubicBezTo>
                    <a:cubicBezTo>
                      <a:pt x="261" y="307"/>
                      <a:pt x="278" y="293"/>
                      <a:pt x="275" y="282"/>
                    </a:cubicBezTo>
                    <a:cubicBezTo>
                      <a:pt x="281" y="273"/>
                      <a:pt x="290" y="266"/>
                      <a:pt x="295" y="258"/>
                    </a:cubicBezTo>
                    <a:cubicBezTo>
                      <a:pt x="302" y="245"/>
                      <a:pt x="303" y="232"/>
                      <a:pt x="312" y="221"/>
                    </a:cubicBezTo>
                    <a:cubicBezTo>
                      <a:pt x="321" y="208"/>
                      <a:pt x="345" y="182"/>
                      <a:pt x="352" y="167"/>
                    </a:cubicBezTo>
                    <a:cubicBezTo>
                      <a:pt x="356" y="156"/>
                      <a:pt x="360" y="144"/>
                      <a:pt x="365" y="133"/>
                    </a:cubicBezTo>
                    <a:cubicBezTo>
                      <a:pt x="367" y="126"/>
                      <a:pt x="363" y="122"/>
                      <a:pt x="365" y="119"/>
                    </a:cubicBezTo>
                    <a:cubicBezTo>
                      <a:pt x="365" y="68"/>
                      <a:pt x="339" y="0"/>
                      <a:pt x="285" y="1"/>
                    </a:cubicBezTo>
                    <a:cubicBezTo>
                      <a:pt x="276" y="21"/>
                      <a:pt x="270" y="45"/>
                      <a:pt x="277" y="73"/>
                    </a:cubicBezTo>
                    <a:cubicBezTo>
                      <a:pt x="277" y="79"/>
                      <a:pt x="277" y="85"/>
                      <a:pt x="277" y="92"/>
                    </a:cubicBezTo>
                    <a:cubicBezTo>
                      <a:pt x="280" y="99"/>
                      <a:pt x="299" y="140"/>
                      <a:pt x="295" y="149"/>
                    </a:cubicBezTo>
                    <a:cubicBezTo>
                      <a:pt x="264" y="215"/>
                      <a:pt x="234" y="276"/>
                      <a:pt x="199" y="333"/>
                    </a:cubicBezTo>
                    <a:cubicBezTo>
                      <a:pt x="186" y="354"/>
                      <a:pt x="156" y="390"/>
                      <a:pt x="149" y="412"/>
                    </a:cubicBezTo>
                    <a:cubicBezTo>
                      <a:pt x="142" y="432"/>
                      <a:pt x="105" y="464"/>
                      <a:pt x="127" y="499"/>
                    </a:cubicBezTo>
                    <a:cubicBezTo>
                      <a:pt x="136" y="514"/>
                      <a:pt x="178" y="517"/>
                      <a:pt x="196" y="505"/>
                    </a:cubicBezTo>
                    <a:cubicBezTo>
                      <a:pt x="200" y="503"/>
                      <a:pt x="202" y="499"/>
                      <a:pt x="210" y="498"/>
                    </a:cubicBezTo>
                    <a:cubicBezTo>
                      <a:pt x="204" y="536"/>
                      <a:pt x="195" y="561"/>
                      <a:pt x="178" y="591"/>
                    </a:cubicBezTo>
                    <a:cubicBezTo>
                      <a:pt x="182" y="599"/>
                      <a:pt x="159" y="628"/>
                      <a:pt x="159" y="636"/>
                    </a:cubicBezTo>
                    <a:cubicBezTo>
                      <a:pt x="159" y="642"/>
                      <a:pt x="143" y="669"/>
                      <a:pt x="139" y="677"/>
                    </a:cubicBezTo>
                    <a:cubicBezTo>
                      <a:pt x="142" y="682"/>
                      <a:pt x="125" y="697"/>
                      <a:pt x="124" y="701"/>
                    </a:cubicBezTo>
                    <a:cubicBezTo>
                      <a:pt x="109" y="734"/>
                      <a:pt x="93" y="755"/>
                      <a:pt x="77" y="785"/>
                    </a:cubicBezTo>
                    <a:cubicBezTo>
                      <a:pt x="69" y="801"/>
                      <a:pt x="56" y="815"/>
                      <a:pt x="46" y="829"/>
                    </a:cubicBezTo>
                    <a:cubicBezTo>
                      <a:pt x="40" y="839"/>
                      <a:pt x="41" y="845"/>
                      <a:pt x="35" y="857"/>
                    </a:cubicBezTo>
                    <a:cubicBezTo>
                      <a:pt x="30" y="869"/>
                      <a:pt x="15" y="883"/>
                      <a:pt x="11" y="897"/>
                    </a:cubicBezTo>
                    <a:cubicBezTo>
                      <a:pt x="12" y="900"/>
                      <a:pt x="12" y="903"/>
                      <a:pt x="12" y="906"/>
                    </a:cubicBezTo>
                    <a:cubicBezTo>
                      <a:pt x="7" y="917"/>
                      <a:pt x="0" y="932"/>
                      <a:pt x="0" y="948"/>
                    </a:cubicBezTo>
                    <a:cubicBezTo>
                      <a:pt x="3" y="952"/>
                      <a:pt x="6" y="955"/>
                      <a:pt x="10" y="959"/>
                    </a:cubicBezTo>
                    <a:cubicBezTo>
                      <a:pt x="33" y="957"/>
                      <a:pt x="68" y="913"/>
                      <a:pt x="77" y="893"/>
                    </a:cubicBezTo>
                    <a:cubicBezTo>
                      <a:pt x="84" y="881"/>
                      <a:pt x="104" y="868"/>
                      <a:pt x="113" y="854"/>
                    </a:cubicBezTo>
                    <a:cubicBezTo>
                      <a:pt x="120" y="844"/>
                      <a:pt x="126" y="820"/>
                      <a:pt x="138" y="817"/>
                    </a:cubicBezTo>
                    <a:cubicBezTo>
                      <a:pt x="140" y="821"/>
                      <a:pt x="142" y="869"/>
                      <a:pt x="140" y="876"/>
                    </a:cubicBezTo>
                    <a:cubicBezTo>
                      <a:pt x="140" y="876"/>
                      <a:pt x="138" y="913"/>
                      <a:pt x="138" y="913"/>
                    </a:cubicBezTo>
                    <a:cubicBezTo>
                      <a:pt x="138" y="915"/>
                      <a:pt x="141" y="922"/>
                      <a:pt x="140" y="926"/>
                    </a:cubicBezTo>
                    <a:cubicBezTo>
                      <a:pt x="134" y="939"/>
                      <a:pt x="133" y="949"/>
                      <a:pt x="133" y="970"/>
                    </a:cubicBezTo>
                    <a:cubicBezTo>
                      <a:pt x="133" y="978"/>
                      <a:pt x="133" y="986"/>
                      <a:pt x="133" y="994"/>
                    </a:cubicBezTo>
                    <a:cubicBezTo>
                      <a:pt x="131" y="996"/>
                      <a:pt x="130" y="998"/>
                      <a:pt x="128" y="999"/>
                    </a:cubicBezTo>
                    <a:cubicBezTo>
                      <a:pt x="128" y="1024"/>
                      <a:pt x="127" y="1048"/>
                      <a:pt x="127" y="1073"/>
                    </a:cubicBezTo>
                    <a:cubicBezTo>
                      <a:pt x="113" y="1114"/>
                      <a:pt x="126" y="1161"/>
                      <a:pt x="157" y="1171"/>
                    </a:cubicBezTo>
                    <a:cubicBezTo>
                      <a:pt x="165" y="1171"/>
                      <a:pt x="172" y="1170"/>
                      <a:pt x="179" y="1170"/>
                    </a:cubicBezTo>
                    <a:cubicBezTo>
                      <a:pt x="182" y="1164"/>
                      <a:pt x="188" y="1163"/>
                      <a:pt x="192" y="1159"/>
                    </a:cubicBezTo>
                    <a:cubicBezTo>
                      <a:pt x="195" y="1152"/>
                      <a:pt x="198" y="1144"/>
                      <a:pt x="201" y="1137"/>
                    </a:cubicBezTo>
                    <a:cubicBezTo>
                      <a:pt x="203" y="1131"/>
                      <a:pt x="209" y="1085"/>
                      <a:pt x="205" y="1075"/>
                    </a:cubicBezTo>
                    <a:cubicBezTo>
                      <a:pt x="202" y="1073"/>
                      <a:pt x="200" y="1071"/>
                      <a:pt x="198" y="1069"/>
                    </a:cubicBezTo>
                    <a:cubicBezTo>
                      <a:pt x="198" y="1030"/>
                      <a:pt x="198" y="990"/>
                      <a:pt x="198" y="950"/>
                    </a:cubicBezTo>
                    <a:cubicBezTo>
                      <a:pt x="199" y="943"/>
                      <a:pt x="203" y="941"/>
                      <a:pt x="205" y="935"/>
                    </a:cubicBezTo>
                    <a:cubicBezTo>
                      <a:pt x="205" y="928"/>
                      <a:pt x="205" y="922"/>
                      <a:pt x="205" y="916"/>
                    </a:cubicBezTo>
                    <a:cubicBezTo>
                      <a:pt x="207" y="909"/>
                      <a:pt x="208" y="901"/>
                      <a:pt x="210" y="893"/>
                    </a:cubicBezTo>
                    <a:cubicBezTo>
                      <a:pt x="210" y="888"/>
                      <a:pt x="209" y="883"/>
                      <a:pt x="209" y="878"/>
                    </a:cubicBezTo>
                    <a:cubicBezTo>
                      <a:pt x="213" y="867"/>
                      <a:pt x="217" y="852"/>
                      <a:pt x="220" y="842"/>
                    </a:cubicBezTo>
                    <a:cubicBezTo>
                      <a:pt x="220" y="833"/>
                      <a:pt x="220" y="823"/>
                      <a:pt x="220" y="814"/>
                    </a:cubicBezTo>
                    <a:cubicBezTo>
                      <a:pt x="225" y="779"/>
                      <a:pt x="207" y="725"/>
                      <a:pt x="181" y="711"/>
                    </a:cubicBezTo>
                    <a:cubicBezTo>
                      <a:pt x="181" y="682"/>
                      <a:pt x="201" y="665"/>
                      <a:pt x="210" y="643"/>
                    </a:cubicBezTo>
                    <a:cubicBezTo>
                      <a:pt x="231" y="597"/>
                      <a:pt x="260" y="553"/>
                      <a:pt x="279" y="506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等线"/>
                  <a:ea typeface="+mn-ea"/>
                  <a:cs typeface="+mn-cs"/>
                </a:endParaRPr>
              </a:p>
            </p:txBody>
          </p:sp>
          <p:sp>
            <p:nvSpPr>
              <p:cNvPr id="58" name="iṣľîḑe">
                <a:extLst>
                  <a:ext uri="{FF2B5EF4-FFF2-40B4-BE49-F238E27FC236}">
                    <a16:creationId xmlns:a16="http://schemas.microsoft.com/office/drawing/2014/main" id="{1239A72A-8265-598A-A730-D4D0580E7B36}"/>
                  </a:ext>
                </a:extLst>
              </p:cNvPr>
              <p:cNvSpPr/>
              <p:nvPr/>
            </p:nvSpPr>
            <p:spPr bwMode="auto">
              <a:xfrm>
                <a:off x="5000625" y="4865685"/>
                <a:ext cx="473075" cy="1063624"/>
              </a:xfrm>
              <a:custGeom>
                <a:avLst/>
                <a:gdLst>
                  <a:gd name="T0" fmla="*/ 392 w 466"/>
                  <a:gd name="T1" fmla="*/ 857 h 1043"/>
                  <a:gd name="T2" fmla="*/ 253 w 466"/>
                  <a:gd name="T3" fmla="*/ 759 h 1043"/>
                  <a:gd name="T4" fmla="*/ 169 w 466"/>
                  <a:gd name="T5" fmla="*/ 808 h 1043"/>
                  <a:gd name="T6" fmla="*/ 236 w 466"/>
                  <a:gd name="T7" fmla="*/ 670 h 1043"/>
                  <a:gd name="T8" fmla="*/ 319 w 466"/>
                  <a:gd name="T9" fmla="*/ 617 h 1043"/>
                  <a:gd name="T10" fmla="*/ 341 w 466"/>
                  <a:gd name="T11" fmla="*/ 489 h 1043"/>
                  <a:gd name="T12" fmla="*/ 362 w 466"/>
                  <a:gd name="T13" fmla="*/ 400 h 1043"/>
                  <a:gd name="T14" fmla="*/ 283 w 466"/>
                  <a:gd name="T15" fmla="*/ 247 h 1043"/>
                  <a:gd name="T16" fmla="*/ 147 w 466"/>
                  <a:gd name="T17" fmla="*/ 437 h 1043"/>
                  <a:gd name="T18" fmla="*/ 159 w 466"/>
                  <a:gd name="T19" fmla="*/ 389 h 1043"/>
                  <a:gd name="T20" fmla="*/ 325 w 466"/>
                  <a:gd name="T21" fmla="*/ 161 h 1043"/>
                  <a:gd name="T22" fmla="*/ 437 w 466"/>
                  <a:gd name="T23" fmla="*/ 1 h 1043"/>
                  <a:gd name="T24" fmla="*/ 356 w 466"/>
                  <a:gd name="T25" fmla="*/ 43 h 1043"/>
                  <a:gd name="T26" fmla="*/ 194 w 466"/>
                  <a:gd name="T27" fmla="*/ 172 h 1043"/>
                  <a:gd name="T28" fmla="*/ 201 w 466"/>
                  <a:gd name="T29" fmla="*/ 147 h 1043"/>
                  <a:gd name="T30" fmla="*/ 146 w 466"/>
                  <a:gd name="T31" fmla="*/ 23 h 1043"/>
                  <a:gd name="T32" fmla="*/ 96 w 466"/>
                  <a:gd name="T33" fmla="*/ 306 h 1043"/>
                  <a:gd name="T34" fmla="*/ 211 w 466"/>
                  <a:gd name="T35" fmla="*/ 214 h 1043"/>
                  <a:gd name="T36" fmla="*/ 384 w 466"/>
                  <a:gd name="T37" fmla="*/ 56 h 1043"/>
                  <a:gd name="T38" fmla="*/ 352 w 466"/>
                  <a:gd name="T39" fmla="*/ 93 h 1043"/>
                  <a:gd name="T40" fmla="*/ 240 w 466"/>
                  <a:gd name="T41" fmla="*/ 220 h 1043"/>
                  <a:gd name="T42" fmla="*/ 68 w 466"/>
                  <a:gd name="T43" fmla="*/ 555 h 1043"/>
                  <a:gd name="T44" fmla="*/ 110 w 466"/>
                  <a:gd name="T45" fmla="*/ 700 h 1043"/>
                  <a:gd name="T46" fmla="*/ 142 w 466"/>
                  <a:gd name="T47" fmla="*/ 574 h 1043"/>
                  <a:gd name="T48" fmla="*/ 258 w 466"/>
                  <a:gd name="T49" fmla="*/ 344 h 1043"/>
                  <a:gd name="T50" fmla="*/ 341 w 466"/>
                  <a:gd name="T51" fmla="*/ 260 h 1043"/>
                  <a:gd name="T52" fmla="*/ 332 w 466"/>
                  <a:gd name="T53" fmla="*/ 376 h 1043"/>
                  <a:gd name="T54" fmla="*/ 313 w 466"/>
                  <a:gd name="T55" fmla="*/ 503 h 1043"/>
                  <a:gd name="T56" fmla="*/ 293 w 466"/>
                  <a:gd name="T57" fmla="*/ 576 h 1043"/>
                  <a:gd name="T58" fmla="*/ 284 w 466"/>
                  <a:gd name="T59" fmla="*/ 627 h 1043"/>
                  <a:gd name="T60" fmla="*/ 284 w 466"/>
                  <a:gd name="T61" fmla="*/ 455 h 1043"/>
                  <a:gd name="T62" fmla="*/ 201 w 466"/>
                  <a:gd name="T63" fmla="*/ 572 h 1043"/>
                  <a:gd name="T64" fmla="*/ 3 w 466"/>
                  <a:gd name="T65" fmla="*/ 1027 h 1043"/>
                  <a:gd name="T66" fmla="*/ 105 w 466"/>
                  <a:gd name="T67" fmla="*/ 958 h 1043"/>
                  <a:gd name="T68" fmla="*/ 301 w 466"/>
                  <a:gd name="T69" fmla="*/ 768 h 1043"/>
                  <a:gd name="T70" fmla="*/ 378 w 466"/>
                  <a:gd name="T71" fmla="*/ 740 h 1043"/>
                  <a:gd name="T72" fmla="*/ 219 w 466"/>
                  <a:gd name="T73" fmla="*/ 881 h 1043"/>
                  <a:gd name="T74" fmla="*/ 304 w 466"/>
                  <a:gd name="T75" fmla="*/ 979 h 1043"/>
                  <a:gd name="T76" fmla="*/ 435 w 466"/>
                  <a:gd name="T77" fmla="*/ 991 h 1043"/>
                  <a:gd name="T78" fmla="*/ 449 w 466"/>
                  <a:gd name="T79" fmla="*/ 951 h 1043"/>
                  <a:gd name="T80" fmla="*/ 129 w 466"/>
                  <a:gd name="T81" fmla="*/ 467 h 1043"/>
                  <a:gd name="T82" fmla="*/ 134 w 466"/>
                  <a:gd name="T83" fmla="*/ 466 h 1043"/>
                  <a:gd name="T84" fmla="*/ 277 w 466"/>
                  <a:gd name="T85" fmla="*/ 889 h 1043"/>
                  <a:gd name="T86" fmla="*/ 309 w 466"/>
                  <a:gd name="T87" fmla="*/ 910 h 1043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</a:cxnLst>
                <a:rect l="0" t="0" r="r" b="b"/>
                <a:pathLst>
                  <a:path w="466" h="1043">
                    <a:moveTo>
                      <a:pt x="412" y="914"/>
                    </a:moveTo>
                    <a:cubicBezTo>
                      <a:pt x="407" y="911"/>
                      <a:pt x="388" y="899"/>
                      <a:pt x="385" y="893"/>
                    </a:cubicBezTo>
                    <a:cubicBezTo>
                      <a:pt x="379" y="887"/>
                      <a:pt x="392" y="857"/>
                      <a:pt x="392" y="857"/>
                    </a:cubicBezTo>
                    <a:cubicBezTo>
                      <a:pt x="396" y="826"/>
                      <a:pt x="441" y="785"/>
                      <a:pt x="420" y="740"/>
                    </a:cubicBezTo>
                    <a:cubicBezTo>
                      <a:pt x="405" y="709"/>
                      <a:pt x="367" y="710"/>
                      <a:pt x="334" y="722"/>
                    </a:cubicBezTo>
                    <a:cubicBezTo>
                      <a:pt x="307" y="731"/>
                      <a:pt x="277" y="745"/>
                      <a:pt x="253" y="759"/>
                    </a:cubicBezTo>
                    <a:cubicBezTo>
                      <a:pt x="245" y="763"/>
                      <a:pt x="238" y="773"/>
                      <a:pt x="230" y="776"/>
                    </a:cubicBezTo>
                    <a:cubicBezTo>
                      <a:pt x="210" y="786"/>
                      <a:pt x="190" y="795"/>
                      <a:pt x="173" y="808"/>
                    </a:cubicBezTo>
                    <a:cubicBezTo>
                      <a:pt x="171" y="808"/>
                      <a:pt x="170" y="808"/>
                      <a:pt x="169" y="808"/>
                    </a:cubicBezTo>
                    <a:cubicBezTo>
                      <a:pt x="168" y="807"/>
                      <a:pt x="167" y="805"/>
                      <a:pt x="166" y="803"/>
                    </a:cubicBezTo>
                    <a:cubicBezTo>
                      <a:pt x="195" y="763"/>
                      <a:pt x="208" y="713"/>
                      <a:pt x="233" y="670"/>
                    </a:cubicBezTo>
                    <a:cubicBezTo>
                      <a:pt x="234" y="670"/>
                      <a:pt x="235" y="670"/>
                      <a:pt x="236" y="670"/>
                    </a:cubicBezTo>
                    <a:cubicBezTo>
                      <a:pt x="238" y="694"/>
                      <a:pt x="273" y="713"/>
                      <a:pt x="298" y="708"/>
                    </a:cubicBezTo>
                    <a:cubicBezTo>
                      <a:pt x="310" y="691"/>
                      <a:pt x="311" y="654"/>
                      <a:pt x="319" y="634"/>
                    </a:cubicBezTo>
                    <a:cubicBezTo>
                      <a:pt x="319" y="628"/>
                      <a:pt x="319" y="623"/>
                      <a:pt x="319" y="617"/>
                    </a:cubicBezTo>
                    <a:cubicBezTo>
                      <a:pt x="322" y="609"/>
                      <a:pt x="326" y="592"/>
                      <a:pt x="330" y="582"/>
                    </a:cubicBezTo>
                    <a:cubicBezTo>
                      <a:pt x="331" y="567"/>
                      <a:pt x="332" y="552"/>
                      <a:pt x="334" y="537"/>
                    </a:cubicBezTo>
                    <a:cubicBezTo>
                      <a:pt x="338" y="523"/>
                      <a:pt x="344" y="505"/>
                      <a:pt x="341" y="489"/>
                    </a:cubicBezTo>
                    <a:cubicBezTo>
                      <a:pt x="344" y="485"/>
                      <a:pt x="346" y="475"/>
                      <a:pt x="348" y="469"/>
                    </a:cubicBezTo>
                    <a:cubicBezTo>
                      <a:pt x="348" y="463"/>
                      <a:pt x="348" y="458"/>
                      <a:pt x="348" y="453"/>
                    </a:cubicBezTo>
                    <a:cubicBezTo>
                      <a:pt x="353" y="441"/>
                      <a:pt x="361" y="413"/>
                      <a:pt x="362" y="400"/>
                    </a:cubicBezTo>
                    <a:cubicBezTo>
                      <a:pt x="363" y="387"/>
                      <a:pt x="385" y="326"/>
                      <a:pt x="382" y="322"/>
                    </a:cubicBezTo>
                    <a:cubicBezTo>
                      <a:pt x="386" y="291"/>
                      <a:pt x="408" y="244"/>
                      <a:pt x="375" y="223"/>
                    </a:cubicBezTo>
                    <a:cubicBezTo>
                      <a:pt x="343" y="203"/>
                      <a:pt x="305" y="232"/>
                      <a:pt x="283" y="247"/>
                    </a:cubicBezTo>
                    <a:cubicBezTo>
                      <a:pt x="227" y="285"/>
                      <a:pt x="193" y="338"/>
                      <a:pt x="165" y="400"/>
                    </a:cubicBezTo>
                    <a:cubicBezTo>
                      <a:pt x="163" y="402"/>
                      <a:pt x="161" y="404"/>
                      <a:pt x="159" y="406"/>
                    </a:cubicBezTo>
                    <a:cubicBezTo>
                      <a:pt x="153" y="415"/>
                      <a:pt x="151" y="428"/>
                      <a:pt x="147" y="437"/>
                    </a:cubicBezTo>
                    <a:cubicBezTo>
                      <a:pt x="145" y="441"/>
                      <a:pt x="138" y="449"/>
                      <a:pt x="137" y="452"/>
                    </a:cubicBezTo>
                    <a:cubicBezTo>
                      <a:pt x="134" y="450"/>
                      <a:pt x="136" y="450"/>
                      <a:pt x="135" y="447"/>
                    </a:cubicBezTo>
                    <a:cubicBezTo>
                      <a:pt x="147" y="437"/>
                      <a:pt x="149" y="410"/>
                      <a:pt x="159" y="389"/>
                    </a:cubicBezTo>
                    <a:cubicBezTo>
                      <a:pt x="176" y="353"/>
                      <a:pt x="199" y="322"/>
                      <a:pt x="218" y="287"/>
                    </a:cubicBezTo>
                    <a:cubicBezTo>
                      <a:pt x="235" y="253"/>
                      <a:pt x="267" y="226"/>
                      <a:pt x="291" y="193"/>
                    </a:cubicBezTo>
                    <a:cubicBezTo>
                      <a:pt x="300" y="180"/>
                      <a:pt x="316" y="173"/>
                      <a:pt x="325" y="161"/>
                    </a:cubicBezTo>
                    <a:cubicBezTo>
                      <a:pt x="332" y="151"/>
                      <a:pt x="347" y="133"/>
                      <a:pt x="357" y="127"/>
                    </a:cubicBezTo>
                    <a:cubicBezTo>
                      <a:pt x="398" y="100"/>
                      <a:pt x="438" y="61"/>
                      <a:pt x="454" y="13"/>
                    </a:cubicBezTo>
                    <a:cubicBezTo>
                      <a:pt x="448" y="9"/>
                      <a:pt x="442" y="5"/>
                      <a:pt x="437" y="1"/>
                    </a:cubicBezTo>
                    <a:cubicBezTo>
                      <a:pt x="432" y="6"/>
                      <a:pt x="422" y="0"/>
                      <a:pt x="417" y="2"/>
                    </a:cubicBezTo>
                    <a:cubicBezTo>
                      <a:pt x="412" y="4"/>
                      <a:pt x="405" y="12"/>
                      <a:pt x="401" y="15"/>
                    </a:cubicBezTo>
                    <a:cubicBezTo>
                      <a:pt x="386" y="26"/>
                      <a:pt x="371" y="33"/>
                      <a:pt x="356" y="43"/>
                    </a:cubicBezTo>
                    <a:cubicBezTo>
                      <a:pt x="343" y="50"/>
                      <a:pt x="333" y="65"/>
                      <a:pt x="321" y="72"/>
                    </a:cubicBezTo>
                    <a:cubicBezTo>
                      <a:pt x="281" y="99"/>
                      <a:pt x="252" y="129"/>
                      <a:pt x="212" y="155"/>
                    </a:cubicBezTo>
                    <a:cubicBezTo>
                      <a:pt x="206" y="161"/>
                      <a:pt x="200" y="166"/>
                      <a:pt x="194" y="172"/>
                    </a:cubicBezTo>
                    <a:cubicBezTo>
                      <a:pt x="193" y="172"/>
                      <a:pt x="193" y="173"/>
                      <a:pt x="192" y="174"/>
                    </a:cubicBezTo>
                    <a:cubicBezTo>
                      <a:pt x="192" y="172"/>
                      <a:pt x="192" y="171"/>
                      <a:pt x="191" y="170"/>
                    </a:cubicBezTo>
                    <a:cubicBezTo>
                      <a:pt x="197" y="167"/>
                      <a:pt x="196" y="156"/>
                      <a:pt x="201" y="147"/>
                    </a:cubicBezTo>
                    <a:cubicBezTo>
                      <a:pt x="206" y="135"/>
                      <a:pt x="213" y="122"/>
                      <a:pt x="215" y="105"/>
                    </a:cubicBezTo>
                    <a:cubicBezTo>
                      <a:pt x="220" y="69"/>
                      <a:pt x="183" y="22"/>
                      <a:pt x="147" y="23"/>
                    </a:cubicBezTo>
                    <a:cubicBezTo>
                      <a:pt x="146" y="23"/>
                      <a:pt x="146" y="23"/>
                      <a:pt x="146" y="23"/>
                    </a:cubicBezTo>
                    <a:cubicBezTo>
                      <a:pt x="135" y="37"/>
                      <a:pt x="137" y="61"/>
                      <a:pt x="129" y="78"/>
                    </a:cubicBezTo>
                    <a:cubicBezTo>
                      <a:pt x="112" y="117"/>
                      <a:pt x="88" y="163"/>
                      <a:pt x="73" y="211"/>
                    </a:cubicBezTo>
                    <a:cubicBezTo>
                      <a:pt x="63" y="245"/>
                      <a:pt x="76" y="295"/>
                      <a:pt x="96" y="306"/>
                    </a:cubicBezTo>
                    <a:cubicBezTo>
                      <a:pt x="120" y="302"/>
                      <a:pt x="141" y="277"/>
                      <a:pt x="154" y="264"/>
                    </a:cubicBezTo>
                    <a:cubicBezTo>
                      <a:pt x="157" y="260"/>
                      <a:pt x="160" y="256"/>
                      <a:pt x="163" y="253"/>
                    </a:cubicBezTo>
                    <a:cubicBezTo>
                      <a:pt x="183" y="243"/>
                      <a:pt x="194" y="226"/>
                      <a:pt x="211" y="214"/>
                    </a:cubicBezTo>
                    <a:cubicBezTo>
                      <a:pt x="238" y="196"/>
                      <a:pt x="259" y="176"/>
                      <a:pt x="280" y="152"/>
                    </a:cubicBezTo>
                    <a:cubicBezTo>
                      <a:pt x="295" y="134"/>
                      <a:pt x="322" y="117"/>
                      <a:pt x="332" y="98"/>
                    </a:cubicBezTo>
                    <a:cubicBezTo>
                      <a:pt x="341" y="82"/>
                      <a:pt x="377" y="69"/>
                      <a:pt x="384" y="56"/>
                    </a:cubicBezTo>
                    <a:cubicBezTo>
                      <a:pt x="385" y="56"/>
                      <a:pt x="386" y="56"/>
                      <a:pt x="387" y="56"/>
                    </a:cubicBezTo>
                    <a:cubicBezTo>
                      <a:pt x="387" y="56"/>
                      <a:pt x="387" y="57"/>
                      <a:pt x="387" y="58"/>
                    </a:cubicBezTo>
                    <a:cubicBezTo>
                      <a:pt x="377" y="71"/>
                      <a:pt x="363" y="80"/>
                      <a:pt x="352" y="93"/>
                    </a:cubicBezTo>
                    <a:cubicBezTo>
                      <a:pt x="353" y="94"/>
                      <a:pt x="333" y="115"/>
                      <a:pt x="329" y="120"/>
                    </a:cubicBezTo>
                    <a:cubicBezTo>
                      <a:pt x="304" y="147"/>
                      <a:pt x="277" y="172"/>
                      <a:pt x="253" y="201"/>
                    </a:cubicBezTo>
                    <a:cubicBezTo>
                      <a:pt x="255" y="203"/>
                      <a:pt x="243" y="217"/>
                      <a:pt x="240" y="220"/>
                    </a:cubicBezTo>
                    <a:cubicBezTo>
                      <a:pt x="224" y="237"/>
                      <a:pt x="209" y="257"/>
                      <a:pt x="195" y="276"/>
                    </a:cubicBezTo>
                    <a:cubicBezTo>
                      <a:pt x="141" y="351"/>
                      <a:pt x="103" y="443"/>
                      <a:pt x="75" y="534"/>
                    </a:cubicBezTo>
                    <a:cubicBezTo>
                      <a:pt x="73" y="542"/>
                      <a:pt x="70" y="550"/>
                      <a:pt x="68" y="555"/>
                    </a:cubicBezTo>
                    <a:cubicBezTo>
                      <a:pt x="69" y="559"/>
                      <a:pt x="69" y="562"/>
                      <a:pt x="70" y="566"/>
                    </a:cubicBezTo>
                    <a:cubicBezTo>
                      <a:pt x="57" y="602"/>
                      <a:pt x="13" y="739"/>
                      <a:pt x="88" y="738"/>
                    </a:cubicBezTo>
                    <a:cubicBezTo>
                      <a:pt x="102" y="728"/>
                      <a:pt x="105" y="719"/>
                      <a:pt x="110" y="700"/>
                    </a:cubicBezTo>
                    <a:cubicBezTo>
                      <a:pt x="110" y="693"/>
                      <a:pt x="110" y="686"/>
                      <a:pt x="110" y="679"/>
                    </a:cubicBezTo>
                    <a:cubicBezTo>
                      <a:pt x="122" y="655"/>
                      <a:pt x="126" y="615"/>
                      <a:pt x="140" y="589"/>
                    </a:cubicBezTo>
                    <a:cubicBezTo>
                      <a:pt x="141" y="584"/>
                      <a:pt x="141" y="579"/>
                      <a:pt x="142" y="574"/>
                    </a:cubicBezTo>
                    <a:cubicBezTo>
                      <a:pt x="165" y="524"/>
                      <a:pt x="183" y="467"/>
                      <a:pt x="205" y="419"/>
                    </a:cubicBezTo>
                    <a:cubicBezTo>
                      <a:pt x="214" y="398"/>
                      <a:pt x="232" y="380"/>
                      <a:pt x="243" y="359"/>
                    </a:cubicBezTo>
                    <a:cubicBezTo>
                      <a:pt x="248" y="354"/>
                      <a:pt x="253" y="349"/>
                      <a:pt x="258" y="344"/>
                    </a:cubicBezTo>
                    <a:cubicBezTo>
                      <a:pt x="266" y="328"/>
                      <a:pt x="277" y="315"/>
                      <a:pt x="293" y="304"/>
                    </a:cubicBezTo>
                    <a:cubicBezTo>
                      <a:pt x="295" y="301"/>
                      <a:pt x="297" y="298"/>
                      <a:pt x="299" y="295"/>
                    </a:cubicBezTo>
                    <a:cubicBezTo>
                      <a:pt x="312" y="282"/>
                      <a:pt x="324" y="268"/>
                      <a:pt x="341" y="260"/>
                    </a:cubicBezTo>
                    <a:cubicBezTo>
                      <a:pt x="344" y="262"/>
                      <a:pt x="347" y="264"/>
                      <a:pt x="349" y="265"/>
                    </a:cubicBezTo>
                    <a:cubicBezTo>
                      <a:pt x="360" y="282"/>
                      <a:pt x="347" y="312"/>
                      <a:pt x="341" y="324"/>
                    </a:cubicBezTo>
                    <a:cubicBezTo>
                      <a:pt x="345" y="329"/>
                      <a:pt x="334" y="370"/>
                      <a:pt x="332" y="376"/>
                    </a:cubicBezTo>
                    <a:cubicBezTo>
                      <a:pt x="328" y="397"/>
                      <a:pt x="324" y="419"/>
                      <a:pt x="320" y="440"/>
                    </a:cubicBezTo>
                    <a:cubicBezTo>
                      <a:pt x="319" y="458"/>
                      <a:pt x="316" y="463"/>
                      <a:pt x="312" y="476"/>
                    </a:cubicBezTo>
                    <a:cubicBezTo>
                      <a:pt x="314" y="481"/>
                      <a:pt x="314" y="501"/>
                      <a:pt x="313" y="503"/>
                    </a:cubicBezTo>
                    <a:cubicBezTo>
                      <a:pt x="311" y="505"/>
                      <a:pt x="308" y="507"/>
                      <a:pt x="306" y="508"/>
                    </a:cubicBezTo>
                    <a:cubicBezTo>
                      <a:pt x="306" y="516"/>
                      <a:pt x="306" y="525"/>
                      <a:pt x="306" y="533"/>
                    </a:cubicBezTo>
                    <a:cubicBezTo>
                      <a:pt x="301" y="544"/>
                      <a:pt x="296" y="563"/>
                      <a:pt x="293" y="576"/>
                    </a:cubicBezTo>
                    <a:cubicBezTo>
                      <a:pt x="294" y="580"/>
                      <a:pt x="295" y="585"/>
                      <a:pt x="295" y="590"/>
                    </a:cubicBezTo>
                    <a:cubicBezTo>
                      <a:pt x="292" y="599"/>
                      <a:pt x="288" y="614"/>
                      <a:pt x="288" y="625"/>
                    </a:cubicBezTo>
                    <a:cubicBezTo>
                      <a:pt x="286" y="625"/>
                      <a:pt x="285" y="626"/>
                      <a:pt x="284" y="627"/>
                    </a:cubicBezTo>
                    <a:cubicBezTo>
                      <a:pt x="260" y="620"/>
                      <a:pt x="276" y="577"/>
                      <a:pt x="282" y="564"/>
                    </a:cubicBezTo>
                    <a:cubicBezTo>
                      <a:pt x="287" y="551"/>
                      <a:pt x="312" y="507"/>
                      <a:pt x="302" y="480"/>
                    </a:cubicBezTo>
                    <a:cubicBezTo>
                      <a:pt x="298" y="470"/>
                      <a:pt x="290" y="463"/>
                      <a:pt x="284" y="455"/>
                    </a:cubicBezTo>
                    <a:cubicBezTo>
                      <a:pt x="275" y="443"/>
                      <a:pt x="265" y="436"/>
                      <a:pt x="253" y="432"/>
                    </a:cubicBezTo>
                    <a:cubicBezTo>
                      <a:pt x="236" y="426"/>
                      <a:pt x="225" y="439"/>
                      <a:pt x="218" y="444"/>
                    </a:cubicBezTo>
                    <a:cubicBezTo>
                      <a:pt x="187" y="466"/>
                      <a:pt x="191" y="536"/>
                      <a:pt x="201" y="572"/>
                    </a:cubicBezTo>
                    <a:cubicBezTo>
                      <a:pt x="203" y="580"/>
                      <a:pt x="209" y="614"/>
                      <a:pt x="206" y="622"/>
                    </a:cubicBezTo>
                    <a:cubicBezTo>
                      <a:pt x="164" y="721"/>
                      <a:pt x="105" y="809"/>
                      <a:pt x="58" y="908"/>
                    </a:cubicBezTo>
                    <a:cubicBezTo>
                      <a:pt x="40" y="947"/>
                      <a:pt x="0" y="975"/>
                      <a:pt x="3" y="1027"/>
                    </a:cubicBezTo>
                    <a:cubicBezTo>
                      <a:pt x="10" y="1032"/>
                      <a:pt x="17" y="1037"/>
                      <a:pt x="24" y="1043"/>
                    </a:cubicBezTo>
                    <a:cubicBezTo>
                      <a:pt x="58" y="1041"/>
                      <a:pt x="79" y="996"/>
                      <a:pt x="94" y="968"/>
                    </a:cubicBezTo>
                    <a:cubicBezTo>
                      <a:pt x="97" y="965"/>
                      <a:pt x="101" y="962"/>
                      <a:pt x="105" y="958"/>
                    </a:cubicBezTo>
                    <a:cubicBezTo>
                      <a:pt x="115" y="944"/>
                      <a:pt x="122" y="933"/>
                      <a:pt x="132" y="918"/>
                    </a:cubicBezTo>
                    <a:cubicBezTo>
                      <a:pt x="138" y="909"/>
                      <a:pt x="151" y="903"/>
                      <a:pt x="157" y="894"/>
                    </a:cubicBezTo>
                    <a:cubicBezTo>
                      <a:pt x="187" y="846"/>
                      <a:pt x="255" y="801"/>
                      <a:pt x="301" y="768"/>
                    </a:cubicBezTo>
                    <a:cubicBezTo>
                      <a:pt x="308" y="763"/>
                      <a:pt x="338" y="749"/>
                      <a:pt x="347" y="745"/>
                    </a:cubicBezTo>
                    <a:cubicBezTo>
                      <a:pt x="357" y="742"/>
                      <a:pt x="364" y="743"/>
                      <a:pt x="371" y="738"/>
                    </a:cubicBezTo>
                    <a:cubicBezTo>
                      <a:pt x="375" y="739"/>
                      <a:pt x="375" y="739"/>
                      <a:pt x="378" y="740"/>
                    </a:cubicBezTo>
                    <a:cubicBezTo>
                      <a:pt x="390" y="781"/>
                      <a:pt x="348" y="829"/>
                      <a:pt x="342" y="860"/>
                    </a:cubicBezTo>
                    <a:cubicBezTo>
                      <a:pt x="323" y="860"/>
                      <a:pt x="315" y="851"/>
                      <a:pt x="300" y="845"/>
                    </a:cubicBezTo>
                    <a:cubicBezTo>
                      <a:pt x="261" y="831"/>
                      <a:pt x="230" y="846"/>
                      <a:pt x="219" y="881"/>
                    </a:cubicBezTo>
                    <a:cubicBezTo>
                      <a:pt x="218" y="886"/>
                      <a:pt x="223" y="890"/>
                      <a:pt x="224" y="894"/>
                    </a:cubicBezTo>
                    <a:cubicBezTo>
                      <a:pt x="234" y="922"/>
                      <a:pt x="250" y="944"/>
                      <a:pt x="275" y="963"/>
                    </a:cubicBezTo>
                    <a:cubicBezTo>
                      <a:pt x="281" y="967"/>
                      <a:pt x="290" y="984"/>
                      <a:pt x="304" y="979"/>
                    </a:cubicBezTo>
                    <a:cubicBezTo>
                      <a:pt x="331" y="971"/>
                      <a:pt x="343" y="932"/>
                      <a:pt x="360" y="928"/>
                    </a:cubicBezTo>
                    <a:cubicBezTo>
                      <a:pt x="375" y="940"/>
                      <a:pt x="385" y="961"/>
                      <a:pt x="401" y="973"/>
                    </a:cubicBezTo>
                    <a:cubicBezTo>
                      <a:pt x="412" y="980"/>
                      <a:pt x="425" y="986"/>
                      <a:pt x="435" y="991"/>
                    </a:cubicBezTo>
                    <a:cubicBezTo>
                      <a:pt x="441" y="995"/>
                      <a:pt x="446" y="1001"/>
                      <a:pt x="456" y="1001"/>
                    </a:cubicBezTo>
                    <a:cubicBezTo>
                      <a:pt x="460" y="999"/>
                      <a:pt x="465" y="993"/>
                      <a:pt x="466" y="988"/>
                    </a:cubicBezTo>
                    <a:cubicBezTo>
                      <a:pt x="460" y="982"/>
                      <a:pt x="456" y="960"/>
                      <a:pt x="449" y="951"/>
                    </a:cubicBezTo>
                    <a:cubicBezTo>
                      <a:pt x="443" y="942"/>
                      <a:pt x="421" y="919"/>
                      <a:pt x="412" y="914"/>
                    </a:cubicBezTo>
                    <a:close/>
                    <a:moveTo>
                      <a:pt x="134" y="466"/>
                    </a:moveTo>
                    <a:cubicBezTo>
                      <a:pt x="132" y="466"/>
                      <a:pt x="131" y="467"/>
                      <a:pt x="129" y="467"/>
                    </a:cubicBezTo>
                    <a:cubicBezTo>
                      <a:pt x="130" y="465"/>
                      <a:pt x="131" y="462"/>
                      <a:pt x="132" y="460"/>
                    </a:cubicBezTo>
                    <a:cubicBezTo>
                      <a:pt x="133" y="461"/>
                      <a:pt x="134" y="461"/>
                      <a:pt x="134" y="462"/>
                    </a:cubicBezTo>
                    <a:cubicBezTo>
                      <a:pt x="134" y="463"/>
                      <a:pt x="134" y="465"/>
                      <a:pt x="134" y="466"/>
                    </a:cubicBezTo>
                    <a:close/>
                    <a:moveTo>
                      <a:pt x="309" y="910"/>
                    </a:moveTo>
                    <a:cubicBezTo>
                      <a:pt x="303" y="914"/>
                      <a:pt x="300" y="912"/>
                      <a:pt x="291" y="915"/>
                    </a:cubicBezTo>
                    <a:cubicBezTo>
                      <a:pt x="285" y="907"/>
                      <a:pt x="281" y="900"/>
                      <a:pt x="277" y="889"/>
                    </a:cubicBezTo>
                    <a:cubicBezTo>
                      <a:pt x="278" y="888"/>
                      <a:pt x="277" y="889"/>
                      <a:pt x="278" y="888"/>
                    </a:cubicBezTo>
                    <a:cubicBezTo>
                      <a:pt x="290" y="888"/>
                      <a:pt x="297" y="893"/>
                      <a:pt x="306" y="894"/>
                    </a:cubicBezTo>
                    <a:cubicBezTo>
                      <a:pt x="309" y="898"/>
                      <a:pt x="310" y="902"/>
                      <a:pt x="309" y="910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等线"/>
                  <a:ea typeface="+mn-ea"/>
                  <a:cs typeface="+mn-cs"/>
                </a:endParaRPr>
              </a:p>
            </p:txBody>
          </p:sp>
        </p:grpSp>
        <p:grpSp>
          <p:nvGrpSpPr>
            <p:cNvPr id="47" name="íšľïḋê">
              <a:extLst>
                <a:ext uri="{FF2B5EF4-FFF2-40B4-BE49-F238E27FC236}">
                  <a16:creationId xmlns:a16="http://schemas.microsoft.com/office/drawing/2014/main" id="{6FF000AD-4709-EEFE-9B50-1BA202A0C713}"/>
                </a:ext>
              </a:extLst>
            </p:cNvPr>
            <p:cNvGrpSpPr/>
            <p:nvPr/>
          </p:nvGrpSpPr>
          <p:grpSpPr>
            <a:xfrm>
              <a:off x="8190759" y="2868968"/>
              <a:ext cx="635165" cy="888620"/>
              <a:chOff x="6813550" y="4995860"/>
              <a:chExt cx="660400" cy="923924"/>
            </a:xfrm>
            <a:grpFill/>
          </p:grpSpPr>
          <p:sp>
            <p:nvSpPr>
              <p:cNvPr id="53" name="ïşḻiḍe">
                <a:extLst>
                  <a:ext uri="{FF2B5EF4-FFF2-40B4-BE49-F238E27FC236}">
                    <a16:creationId xmlns:a16="http://schemas.microsoft.com/office/drawing/2014/main" id="{F8EC91A4-4E71-EFDA-77B4-C7B9917BCFBE}"/>
                  </a:ext>
                </a:extLst>
              </p:cNvPr>
              <p:cNvSpPr/>
              <p:nvPr/>
            </p:nvSpPr>
            <p:spPr bwMode="auto">
              <a:xfrm>
                <a:off x="6813550" y="4995860"/>
                <a:ext cx="660400" cy="923924"/>
              </a:xfrm>
              <a:custGeom>
                <a:avLst/>
                <a:gdLst>
                  <a:gd name="T0" fmla="*/ 467 w 649"/>
                  <a:gd name="T1" fmla="*/ 260 h 907"/>
                  <a:gd name="T2" fmla="*/ 543 w 649"/>
                  <a:gd name="T3" fmla="*/ 120 h 907"/>
                  <a:gd name="T4" fmla="*/ 577 w 649"/>
                  <a:gd name="T5" fmla="*/ 2 h 907"/>
                  <a:gd name="T6" fmla="*/ 462 w 649"/>
                  <a:gd name="T7" fmla="*/ 50 h 907"/>
                  <a:gd name="T8" fmla="*/ 562 w 649"/>
                  <a:gd name="T9" fmla="*/ 49 h 907"/>
                  <a:gd name="T10" fmla="*/ 445 w 649"/>
                  <a:gd name="T11" fmla="*/ 265 h 907"/>
                  <a:gd name="T12" fmla="*/ 433 w 649"/>
                  <a:gd name="T13" fmla="*/ 236 h 907"/>
                  <a:gd name="T14" fmla="*/ 395 w 649"/>
                  <a:gd name="T15" fmla="*/ 120 h 907"/>
                  <a:gd name="T16" fmla="*/ 460 w 649"/>
                  <a:gd name="T17" fmla="*/ 18 h 907"/>
                  <a:gd name="T18" fmla="*/ 294 w 649"/>
                  <a:gd name="T19" fmla="*/ 91 h 907"/>
                  <a:gd name="T20" fmla="*/ 301 w 649"/>
                  <a:gd name="T21" fmla="*/ 122 h 907"/>
                  <a:gd name="T22" fmla="*/ 283 w 649"/>
                  <a:gd name="T23" fmla="*/ 157 h 907"/>
                  <a:gd name="T24" fmla="*/ 315 w 649"/>
                  <a:gd name="T25" fmla="*/ 202 h 907"/>
                  <a:gd name="T26" fmla="*/ 193 w 649"/>
                  <a:gd name="T27" fmla="*/ 266 h 907"/>
                  <a:gd name="T28" fmla="*/ 231 w 649"/>
                  <a:gd name="T29" fmla="*/ 330 h 907"/>
                  <a:gd name="T30" fmla="*/ 308 w 649"/>
                  <a:gd name="T31" fmla="*/ 264 h 907"/>
                  <a:gd name="T32" fmla="*/ 362 w 649"/>
                  <a:gd name="T33" fmla="*/ 332 h 907"/>
                  <a:gd name="T34" fmla="*/ 175 w 649"/>
                  <a:gd name="T35" fmla="*/ 395 h 907"/>
                  <a:gd name="T36" fmla="*/ 177 w 649"/>
                  <a:gd name="T37" fmla="*/ 277 h 907"/>
                  <a:gd name="T38" fmla="*/ 155 w 649"/>
                  <a:gd name="T39" fmla="*/ 258 h 907"/>
                  <a:gd name="T40" fmla="*/ 165 w 649"/>
                  <a:gd name="T41" fmla="*/ 428 h 907"/>
                  <a:gd name="T42" fmla="*/ 246 w 649"/>
                  <a:gd name="T43" fmla="*/ 406 h 907"/>
                  <a:gd name="T44" fmla="*/ 278 w 649"/>
                  <a:gd name="T45" fmla="*/ 393 h 907"/>
                  <a:gd name="T46" fmla="*/ 384 w 649"/>
                  <a:gd name="T47" fmla="*/ 399 h 907"/>
                  <a:gd name="T48" fmla="*/ 366 w 649"/>
                  <a:gd name="T49" fmla="*/ 494 h 907"/>
                  <a:gd name="T50" fmla="*/ 199 w 649"/>
                  <a:gd name="T51" fmla="*/ 615 h 907"/>
                  <a:gd name="T52" fmla="*/ 93 w 649"/>
                  <a:gd name="T53" fmla="*/ 660 h 907"/>
                  <a:gd name="T54" fmla="*/ 20 w 649"/>
                  <a:gd name="T55" fmla="*/ 679 h 907"/>
                  <a:gd name="T56" fmla="*/ 75 w 649"/>
                  <a:gd name="T57" fmla="*/ 751 h 907"/>
                  <a:gd name="T58" fmla="*/ 158 w 649"/>
                  <a:gd name="T59" fmla="*/ 718 h 907"/>
                  <a:gd name="T60" fmla="*/ 303 w 649"/>
                  <a:gd name="T61" fmla="*/ 847 h 907"/>
                  <a:gd name="T62" fmla="*/ 74 w 649"/>
                  <a:gd name="T63" fmla="*/ 775 h 907"/>
                  <a:gd name="T64" fmla="*/ 143 w 649"/>
                  <a:gd name="T65" fmla="*/ 847 h 907"/>
                  <a:gd name="T66" fmla="*/ 329 w 649"/>
                  <a:gd name="T67" fmla="*/ 906 h 907"/>
                  <a:gd name="T68" fmla="*/ 342 w 649"/>
                  <a:gd name="T69" fmla="*/ 787 h 907"/>
                  <a:gd name="T70" fmla="*/ 374 w 649"/>
                  <a:gd name="T71" fmla="*/ 641 h 907"/>
                  <a:gd name="T72" fmla="*/ 426 w 649"/>
                  <a:gd name="T73" fmla="*/ 624 h 907"/>
                  <a:gd name="T74" fmla="*/ 444 w 649"/>
                  <a:gd name="T75" fmla="*/ 561 h 907"/>
                  <a:gd name="T76" fmla="*/ 331 w 649"/>
                  <a:gd name="T77" fmla="*/ 570 h 907"/>
                  <a:gd name="T78" fmla="*/ 434 w 649"/>
                  <a:gd name="T79" fmla="*/ 481 h 907"/>
                  <a:gd name="T80" fmla="*/ 300 w 649"/>
                  <a:gd name="T81" fmla="*/ 473 h 907"/>
                  <a:gd name="T82" fmla="*/ 353 w 649"/>
                  <a:gd name="T83" fmla="*/ 434 h 907"/>
                  <a:gd name="T84" fmla="*/ 474 w 649"/>
                  <a:gd name="T85" fmla="*/ 401 h 907"/>
                  <a:gd name="T86" fmla="*/ 244 w 649"/>
                  <a:gd name="T87" fmla="*/ 294 h 907"/>
                  <a:gd name="T88" fmla="*/ 336 w 649"/>
                  <a:gd name="T89" fmla="*/ 238 h 907"/>
                  <a:gd name="T90" fmla="*/ 349 w 649"/>
                  <a:gd name="T91" fmla="*/ 250 h 907"/>
                  <a:gd name="T92" fmla="*/ 412 w 649"/>
                  <a:gd name="T93" fmla="*/ 129 h 907"/>
                  <a:gd name="T94" fmla="*/ 411 w 649"/>
                  <a:gd name="T95" fmla="*/ 138 h 907"/>
                  <a:gd name="T96" fmla="*/ 390 w 649"/>
                  <a:gd name="T97" fmla="*/ 272 h 907"/>
                  <a:gd name="T98" fmla="*/ 433 w 649"/>
                  <a:gd name="T99" fmla="*/ 353 h 907"/>
                  <a:gd name="T100" fmla="*/ 470 w 649"/>
                  <a:gd name="T101" fmla="*/ 334 h 907"/>
                  <a:gd name="T102" fmla="*/ 626 w 649"/>
                  <a:gd name="T103" fmla="*/ 306 h 90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  <a:cxn ang="0">
                    <a:pos x="T90" y="T91"/>
                  </a:cxn>
                  <a:cxn ang="0">
                    <a:pos x="T92" y="T93"/>
                  </a:cxn>
                  <a:cxn ang="0">
                    <a:pos x="T94" y="T95"/>
                  </a:cxn>
                  <a:cxn ang="0">
                    <a:pos x="T96" y="T97"/>
                  </a:cxn>
                  <a:cxn ang="0">
                    <a:pos x="T98" y="T99"/>
                  </a:cxn>
                  <a:cxn ang="0">
                    <a:pos x="T100" y="T101"/>
                  </a:cxn>
                  <a:cxn ang="0">
                    <a:pos x="T102" y="T103"/>
                  </a:cxn>
                </a:cxnLst>
                <a:rect l="0" t="0" r="r" b="b"/>
                <a:pathLst>
                  <a:path w="649" h="907">
                    <a:moveTo>
                      <a:pt x="513" y="305"/>
                    </a:moveTo>
                    <a:cubicBezTo>
                      <a:pt x="507" y="305"/>
                      <a:pt x="501" y="305"/>
                      <a:pt x="496" y="305"/>
                    </a:cubicBezTo>
                    <a:cubicBezTo>
                      <a:pt x="482" y="309"/>
                      <a:pt x="468" y="309"/>
                      <a:pt x="455" y="315"/>
                    </a:cubicBezTo>
                    <a:cubicBezTo>
                      <a:pt x="439" y="314"/>
                      <a:pt x="463" y="267"/>
                      <a:pt x="467" y="260"/>
                    </a:cubicBezTo>
                    <a:cubicBezTo>
                      <a:pt x="484" y="234"/>
                      <a:pt x="495" y="199"/>
                      <a:pt x="508" y="170"/>
                    </a:cubicBezTo>
                    <a:cubicBezTo>
                      <a:pt x="514" y="159"/>
                      <a:pt x="524" y="151"/>
                      <a:pt x="530" y="141"/>
                    </a:cubicBezTo>
                    <a:cubicBezTo>
                      <a:pt x="531" y="138"/>
                      <a:pt x="531" y="135"/>
                      <a:pt x="532" y="132"/>
                    </a:cubicBezTo>
                    <a:cubicBezTo>
                      <a:pt x="536" y="128"/>
                      <a:pt x="539" y="124"/>
                      <a:pt x="543" y="120"/>
                    </a:cubicBezTo>
                    <a:cubicBezTo>
                      <a:pt x="543" y="118"/>
                      <a:pt x="543" y="115"/>
                      <a:pt x="543" y="113"/>
                    </a:cubicBezTo>
                    <a:cubicBezTo>
                      <a:pt x="547" y="110"/>
                      <a:pt x="551" y="106"/>
                      <a:pt x="556" y="103"/>
                    </a:cubicBezTo>
                    <a:cubicBezTo>
                      <a:pt x="561" y="92"/>
                      <a:pt x="566" y="85"/>
                      <a:pt x="571" y="77"/>
                    </a:cubicBezTo>
                    <a:cubicBezTo>
                      <a:pt x="577" y="66"/>
                      <a:pt x="598" y="13"/>
                      <a:pt x="577" y="2"/>
                    </a:cubicBezTo>
                    <a:cubicBezTo>
                      <a:pt x="575" y="0"/>
                      <a:pt x="546" y="2"/>
                      <a:pt x="540" y="4"/>
                    </a:cubicBezTo>
                    <a:cubicBezTo>
                      <a:pt x="513" y="13"/>
                      <a:pt x="488" y="28"/>
                      <a:pt x="465" y="37"/>
                    </a:cubicBezTo>
                    <a:cubicBezTo>
                      <a:pt x="463" y="40"/>
                      <a:pt x="462" y="43"/>
                      <a:pt x="462" y="49"/>
                    </a:cubicBezTo>
                    <a:cubicBezTo>
                      <a:pt x="462" y="49"/>
                      <a:pt x="462" y="50"/>
                      <a:pt x="462" y="50"/>
                    </a:cubicBezTo>
                    <a:cubicBezTo>
                      <a:pt x="476" y="59"/>
                      <a:pt x="513" y="35"/>
                      <a:pt x="527" y="30"/>
                    </a:cubicBezTo>
                    <a:cubicBezTo>
                      <a:pt x="539" y="25"/>
                      <a:pt x="540" y="32"/>
                      <a:pt x="551" y="23"/>
                    </a:cubicBezTo>
                    <a:cubicBezTo>
                      <a:pt x="555" y="23"/>
                      <a:pt x="558" y="24"/>
                      <a:pt x="561" y="25"/>
                    </a:cubicBezTo>
                    <a:cubicBezTo>
                      <a:pt x="561" y="33"/>
                      <a:pt x="561" y="41"/>
                      <a:pt x="562" y="49"/>
                    </a:cubicBezTo>
                    <a:cubicBezTo>
                      <a:pt x="549" y="75"/>
                      <a:pt x="534" y="104"/>
                      <a:pt x="520" y="126"/>
                    </a:cubicBezTo>
                    <a:cubicBezTo>
                      <a:pt x="507" y="146"/>
                      <a:pt x="490" y="164"/>
                      <a:pt x="481" y="185"/>
                    </a:cubicBezTo>
                    <a:cubicBezTo>
                      <a:pt x="474" y="200"/>
                      <a:pt x="465" y="217"/>
                      <a:pt x="458" y="232"/>
                    </a:cubicBezTo>
                    <a:cubicBezTo>
                      <a:pt x="454" y="243"/>
                      <a:pt x="449" y="254"/>
                      <a:pt x="445" y="265"/>
                    </a:cubicBezTo>
                    <a:cubicBezTo>
                      <a:pt x="437" y="277"/>
                      <a:pt x="422" y="303"/>
                      <a:pt x="417" y="319"/>
                    </a:cubicBezTo>
                    <a:cubicBezTo>
                      <a:pt x="412" y="322"/>
                      <a:pt x="407" y="323"/>
                      <a:pt x="397" y="323"/>
                    </a:cubicBezTo>
                    <a:cubicBezTo>
                      <a:pt x="396" y="321"/>
                      <a:pt x="397" y="323"/>
                      <a:pt x="395" y="321"/>
                    </a:cubicBezTo>
                    <a:cubicBezTo>
                      <a:pt x="396" y="286"/>
                      <a:pt x="450" y="279"/>
                      <a:pt x="433" y="236"/>
                    </a:cubicBezTo>
                    <a:cubicBezTo>
                      <a:pt x="429" y="228"/>
                      <a:pt x="432" y="226"/>
                      <a:pt x="425" y="221"/>
                    </a:cubicBezTo>
                    <a:cubicBezTo>
                      <a:pt x="425" y="194"/>
                      <a:pt x="460" y="111"/>
                      <a:pt x="422" y="99"/>
                    </a:cubicBezTo>
                    <a:cubicBezTo>
                      <a:pt x="418" y="103"/>
                      <a:pt x="415" y="102"/>
                      <a:pt x="409" y="106"/>
                    </a:cubicBezTo>
                    <a:cubicBezTo>
                      <a:pt x="404" y="110"/>
                      <a:pt x="399" y="115"/>
                      <a:pt x="395" y="120"/>
                    </a:cubicBezTo>
                    <a:cubicBezTo>
                      <a:pt x="386" y="115"/>
                      <a:pt x="378" y="109"/>
                      <a:pt x="368" y="109"/>
                    </a:cubicBezTo>
                    <a:cubicBezTo>
                      <a:pt x="366" y="107"/>
                      <a:pt x="364" y="104"/>
                      <a:pt x="362" y="102"/>
                    </a:cubicBezTo>
                    <a:cubicBezTo>
                      <a:pt x="380" y="87"/>
                      <a:pt x="432" y="33"/>
                      <a:pt x="454" y="31"/>
                    </a:cubicBezTo>
                    <a:cubicBezTo>
                      <a:pt x="458" y="27"/>
                      <a:pt x="460" y="26"/>
                      <a:pt x="460" y="18"/>
                    </a:cubicBezTo>
                    <a:cubicBezTo>
                      <a:pt x="454" y="10"/>
                      <a:pt x="444" y="2"/>
                      <a:pt x="434" y="2"/>
                    </a:cubicBezTo>
                    <a:cubicBezTo>
                      <a:pt x="411" y="19"/>
                      <a:pt x="396" y="51"/>
                      <a:pt x="373" y="65"/>
                    </a:cubicBezTo>
                    <a:cubicBezTo>
                      <a:pt x="363" y="71"/>
                      <a:pt x="346" y="82"/>
                      <a:pt x="343" y="90"/>
                    </a:cubicBezTo>
                    <a:cubicBezTo>
                      <a:pt x="327" y="90"/>
                      <a:pt x="308" y="86"/>
                      <a:pt x="294" y="91"/>
                    </a:cubicBezTo>
                    <a:cubicBezTo>
                      <a:pt x="288" y="94"/>
                      <a:pt x="285" y="100"/>
                      <a:pt x="277" y="102"/>
                    </a:cubicBezTo>
                    <a:cubicBezTo>
                      <a:pt x="274" y="106"/>
                      <a:pt x="273" y="108"/>
                      <a:pt x="273" y="117"/>
                    </a:cubicBezTo>
                    <a:cubicBezTo>
                      <a:pt x="273" y="117"/>
                      <a:pt x="273" y="117"/>
                      <a:pt x="273" y="117"/>
                    </a:cubicBezTo>
                    <a:cubicBezTo>
                      <a:pt x="280" y="122"/>
                      <a:pt x="299" y="118"/>
                      <a:pt x="301" y="122"/>
                    </a:cubicBezTo>
                    <a:cubicBezTo>
                      <a:pt x="303" y="124"/>
                      <a:pt x="302" y="123"/>
                      <a:pt x="303" y="126"/>
                    </a:cubicBezTo>
                    <a:cubicBezTo>
                      <a:pt x="295" y="129"/>
                      <a:pt x="290" y="137"/>
                      <a:pt x="282" y="138"/>
                    </a:cubicBezTo>
                    <a:cubicBezTo>
                      <a:pt x="279" y="142"/>
                      <a:pt x="279" y="146"/>
                      <a:pt x="279" y="153"/>
                    </a:cubicBezTo>
                    <a:cubicBezTo>
                      <a:pt x="281" y="154"/>
                      <a:pt x="282" y="156"/>
                      <a:pt x="283" y="157"/>
                    </a:cubicBezTo>
                    <a:cubicBezTo>
                      <a:pt x="304" y="153"/>
                      <a:pt x="320" y="142"/>
                      <a:pt x="331" y="126"/>
                    </a:cubicBezTo>
                    <a:cubicBezTo>
                      <a:pt x="340" y="126"/>
                      <a:pt x="348" y="126"/>
                      <a:pt x="354" y="127"/>
                    </a:cubicBezTo>
                    <a:cubicBezTo>
                      <a:pt x="357" y="131"/>
                      <a:pt x="359" y="132"/>
                      <a:pt x="360" y="138"/>
                    </a:cubicBezTo>
                    <a:cubicBezTo>
                      <a:pt x="345" y="158"/>
                      <a:pt x="330" y="179"/>
                      <a:pt x="315" y="202"/>
                    </a:cubicBezTo>
                    <a:cubicBezTo>
                      <a:pt x="305" y="202"/>
                      <a:pt x="299" y="198"/>
                      <a:pt x="293" y="194"/>
                    </a:cubicBezTo>
                    <a:cubicBezTo>
                      <a:pt x="285" y="194"/>
                      <a:pt x="238" y="255"/>
                      <a:pt x="237" y="263"/>
                    </a:cubicBezTo>
                    <a:cubicBezTo>
                      <a:pt x="231" y="269"/>
                      <a:pt x="225" y="274"/>
                      <a:pt x="219" y="280"/>
                    </a:cubicBezTo>
                    <a:cubicBezTo>
                      <a:pt x="212" y="273"/>
                      <a:pt x="205" y="266"/>
                      <a:pt x="193" y="266"/>
                    </a:cubicBezTo>
                    <a:cubicBezTo>
                      <a:pt x="181" y="284"/>
                      <a:pt x="184" y="320"/>
                      <a:pt x="208" y="325"/>
                    </a:cubicBezTo>
                    <a:cubicBezTo>
                      <a:pt x="214" y="320"/>
                      <a:pt x="220" y="320"/>
                      <a:pt x="224" y="314"/>
                    </a:cubicBezTo>
                    <a:cubicBezTo>
                      <a:pt x="228" y="314"/>
                      <a:pt x="228" y="314"/>
                      <a:pt x="229" y="315"/>
                    </a:cubicBezTo>
                    <a:cubicBezTo>
                      <a:pt x="232" y="314"/>
                      <a:pt x="231" y="326"/>
                      <a:pt x="231" y="330"/>
                    </a:cubicBezTo>
                    <a:cubicBezTo>
                      <a:pt x="235" y="333"/>
                      <a:pt x="236" y="334"/>
                      <a:pt x="243" y="334"/>
                    </a:cubicBezTo>
                    <a:cubicBezTo>
                      <a:pt x="250" y="328"/>
                      <a:pt x="253" y="321"/>
                      <a:pt x="257" y="315"/>
                    </a:cubicBezTo>
                    <a:cubicBezTo>
                      <a:pt x="270" y="295"/>
                      <a:pt x="289" y="281"/>
                      <a:pt x="302" y="264"/>
                    </a:cubicBezTo>
                    <a:cubicBezTo>
                      <a:pt x="304" y="264"/>
                      <a:pt x="306" y="264"/>
                      <a:pt x="308" y="264"/>
                    </a:cubicBezTo>
                    <a:cubicBezTo>
                      <a:pt x="315" y="274"/>
                      <a:pt x="318" y="287"/>
                      <a:pt x="325" y="296"/>
                    </a:cubicBezTo>
                    <a:cubicBezTo>
                      <a:pt x="318" y="300"/>
                      <a:pt x="305" y="306"/>
                      <a:pt x="293" y="306"/>
                    </a:cubicBezTo>
                    <a:cubicBezTo>
                      <a:pt x="293" y="308"/>
                      <a:pt x="293" y="310"/>
                      <a:pt x="293" y="312"/>
                    </a:cubicBezTo>
                    <a:cubicBezTo>
                      <a:pt x="300" y="317"/>
                      <a:pt x="352" y="332"/>
                      <a:pt x="362" y="332"/>
                    </a:cubicBezTo>
                    <a:cubicBezTo>
                      <a:pt x="362" y="333"/>
                      <a:pt x="362" y="335"/>
                      <a:pt x="362" y="336"/>
                    </a:cubicBezTo>
                    <a:cubicBezTo>
                      <a:pt x="337" y="347"/>
                      <a:pt x="304" y="350"/>
                      <a:pt x="276" y="358"/>
                    </a:cubicBezTo>
                    <a:cubicBezTo>
                      <a:pt x="248" y="367"/>
                      <a:pt x="220" y="375"/>
                      <a:pt x="191" y="385"/>
                    </a:cubicBezTo>
                    <a:cubicBezTo>
                      <a:pt x="186" y="388"/>
                      <a:pt x="181" y="391"/>
                      <a:pt x="175" y="395"/>
                    </a:cubicBezTo>
                    <a:cubicBezTo>
                      <a:pt x="174" y="393"/>
                      <a:pt x="175" y="394"/>
                      <a:pt x="174" y="393"/>
                    </a:cubicBezTo>
                    <a:cubicBezTo>
                      <a:pt x="176" y="377"/>
                      <a:pt x="179" y="362"/>
                      <a:pt x="181" y="346"/>
                    </a:cubicBezTo>
                    <a:cubicBezTo>
                      <a:pt x="176" y="329"/>
                      <a:pt x="179" y="300"/>
                      <a:pt x="175" y="285"/>
                    </a:cubicBezTo>
                    <a:cubicBezTo>
                      <a:pt x="176" y="282"/>
                      <a:pt x="177" y="279"/>
                      <a:pt x="177" y="277"/>
                    </a:cubicBezTo>
                    <a:cubicBezTo>
                      <a:pt x="172" y="265"/>
                      <a:pt x="172" y="249"/>
                      <a:pt x="172" y="232"/>
                    </a:cubicBezTo>
                    <a:cubicBezTo>
                      <a:pt x="169" y="230"/>
                      <a:pt x="165" y="227"/>
                      <a:pt x="164" y="224"/>
                    </a:cubicBezTo>
                    <a:cubicBezTo>
                      <a:pt x="162" y="224"/>
                      <a:pt x="160" y="224"/>
                      <a:pt x="158" y="224"/>
                    </a:cubicBezTo>
                    <a:cubicBezTo>
                      <a:pt x="151" y="235"/>
                      <a:pt x="160" y="244"/>
                      <a:pt x="155" y="258"/>
                    </a:cubicBezTo>
                    <a:cubicBezTo>
                      <a:pt x="150" y="274"/>
                      <a:pt x="151" y="293"/>
                      <a:pt x="148" y="309"/>
                    </a:cubicBezTo>
                    <a:cubicBezTo>
                      <a:pt x="149" y="315"/>
                      <a:pt x="150" y="322"/>
                      <a:pt x="150" y="328"/>
                    </a:cubicBezTo>
                    <a:cubicBezTo>
                      <a:pt x="143" y="347"/>
                      <a:pt x="144" y="382"/>
                      <a:pt x="150" y="400"/>
                    </a:cubicBezTo>
                    <a:cubicBezTo>
                      <a:pt x="156" y="414"/>
                      <a:pt x="151" y="424"/>
                      <a:pt x="165" y="428"/>
                    </a:cubicBezTo>
                    <a:cubicBezTo>
                      <a:pt x="182" y="434"/>
                      <a:pt x="210" y="418"/>
                      <a:pt x="219" y="413"/>
                    </a:cubicBezTo>
                    <a:cubicBezTo>
                      <a:pt x="223" y="413"/>
                      <a:pt x="226" y="413"/>
                      <a:pt x="229" y="413"/>
                    </a:cubicBezTo>
                    <a:cubicBezTo>
                      <a:pt x="232" y="411"/>
                      <a:pt x="234" y="409"/>
                      <a:pt x="237" y="407"/>
                    </a:cubicBezTo>
                    <a:cubicBezTo>
                      <a:pt x="240" y="406"/>
                      <a:pt x="243" y="406"/>
                      <a:pt x="246" y="406"/>
                    </a:cubicBezTo>
                    <a:cubicBezTo>
                      <a:pt x="248" y="404"/>
                      <a:pt x="249" y="402"/>
                      <a:pt x="250" y="401"/>
                    </a:cubicBezTo>
                    <a:cubicBezTo>
                      <a:pt x="254" y="401"/>
                      <a:pt x="258" y="401"/>
                      <a:pt x="261" y="401"/>
                    </a:cubicBezTo>
                    <a:cubicBezTo>
                      <a:pt x="263" y="398"/>
                      <a:pt x="265" y="396"/>
                      <a:pt x="266" y="394"/>
                    </a:cubicBezTo>
                    <a:cubicBezTo>
                      <a:pt x="270" y="394"/>
                      <a:pt x="274" y="393"/>
                      <a:pt x="278" y="393"/>
                    </a:cubicBezTo>
                    <a:cubicBezTo>
                      <a:pt x="280" y="392"/>
                      <a:pt x="282" y="389"/>
                      <a:pt x="283" y="388"/>
                    </a:cubicBezTo>
                    <a:cubicBezTo>
                      <a:pt x="288" y="388"/>
                      <a:pt x="292" y="387"/>
                      <a:pt x="296" y="387"/>
                    </a:cubicBezTo>
                    <a:cubicBezTo>
                      <a:pt x="318" y="376"/>
                      <a:pt x="352" y="357"/>
                      <a:pt x="379" y="362"/>
                    </a:cubicBezTo>
                    <a:cubicBezTo>
                      <a:pt x="379" y="378"/>
                      <a:pt x="381" y="391"/>
                      <a:pt x="384" y="399"/>
                    </a:cubicBezTo>
                    <a:cubicBezTo>
                      <a:pt x="365" y="402"/>
                      <a:pt x="348" y="416"/>
                      <a:pt x="333" y="425"/>
                    </a:cubicBezTo>
                    <a:cubicBezTo>
                      <a:pt x="301" y="444"/>
                      <a:pt x="241" y="466"/>
                      <a:pt x="239" y="511"/>
                    </a:cubicBezTo>
                    <a:cubicBezTo>
                      <a:pt x="258" y="523"/>
                      <a:pt x="333" y="507"/>
                      <a:pt x="349" y="502"/>
                    </a:cubicBezTo>
                    <a:cubicBezTo>
                      <a:pt x="355" y="500"/>
                      <a:pt x="360" y="494"/>
                      <a:pt x="366" y="494"/>
                    </a:cubicBezTo>
                    <a:cubicBezTo>
                      <a:pt x="367" y="493"/>
                      <a:pt x="369" y="491"/>
                      <a:pt x="370" y="490"/>
                    </a:cubicBezTo>
                    <a:cubicBezTo>
                      <a:pt x="371" y="492"/>
                      <a:pt x="371" y="491"/>
                      <a:pt x="373" y="493"/>
                    </a:cubicBezTo>
                    <a:cubicBezTo>
                      <a:pt x="367" y="511"/>
                      <a:pt x="304" y="556"/>
                      <a:pt x="303" y="579"/>
                    </a:cubicBezTo>
                    <a:cubicBezTo>
                      <a:pt x="277" y="597"/>
                      <a:pt x="230" y="604"/>
                      <a:pt x="199" y="615"/>
                    </a:cubicBezTo>
                    <a:cubicBezTo>
                      <a:pt x="195" y="614"/>
                      <a:pt x="191" y="613"/>
                      <a:pt x="187" y="611"/>
                    </a:cubicBezTo>
                    <a:cubicBezTo>
                      <a:pt x="173" y="616"/>
                      <a:pt x="163" y="631"/>
                      <a:pt x="154" y="635"/>
                    </a:cubicBezTo>
                    <a:cubicBezTo>
                      <a:pt x="149" y="635"/>
                      <a:pt x="145" y="635"/>
                      <a:pt x="141" y="635"/>
                    </a:cubicBezTo>
                    <a:cubicBezTo>
                      <a:pt x="125" y="641"/>
                      <a:pt x="107" y="653"/>
                      <a:pt x="93" y="660"/>
                    </a:cubicBezTo>
                    <a:cubicBezTo>
                      <a:pt x="86" y="655"/>
                      <a:pt x="64" y="669"/>
                      <a:pt x="60" y="671"/>
                    </a:cubicBezTo>
                    <a:cubicBezTo>
                      <a:pt x="56" y="671"/>
                      <a:pt x="52" y="671"/>
                      <a:pt x="47" y="670"/>
                    </a:cubicBezTo>
                    <a:cubicBezTo>
                      <a:pt x="46" y="673"/>
                      <a:pt x="44" y="675"/>
                      <a:pt x="42" y="677"/>
                    </a:cubicBezTo>
                    <a:cubicBezTo>
                      <a:pt x="34" y="681"/>
                      <a:pt x="27" y="672"/>
                      <a:pt x="20" y="679"/>
                    </a:cubicBezTo>
                    <a:cubicBezTo>
                      <a:pt x="13" y="680"/>
                      <a:pt x="0" y="692"/>
                      <a:pt x="6" y="704"/>
                    </a:cubicBezTo>
                    <a:cubicBezTo>
                      <a:pt x="14" y="720"/>
                      <a:pt x="26" y="740"/>
                      <a:pt x="43" y="747"/>
                    </a:cubicBezTo>
                    <a:cubicBezTo>
                      <a:pt x="49" y="750"/>
                      <a:pt x="55" y="746"/>
                      <a:pt x="62" y="750"/>
                    </a:cubicBezTo>
                    <a:cubicBezTo>
                      <a:pt x="64" y="750"/>
                      <a:pt x="71" y="753"/>
                      <a:pt x="75" y="751"/>
                    </a:cubicBezTo>
                    <a:cubicBezTo>
                      <a:pt x="85" y="747"/>
                      <a:pt x="97" y="747"/>
                      <a:pt x="109" y="742"/>
                    </a:cubicBezTo>
                    <a:cubicBezTo>
                      <a:pt x="117" y="738"/>
                      <a:pt x="128" y="729"/>
                      <a:pt x="138" y="725"/>
                    </a:cubicBezTo>
                    <a:cubicBezTo>
                      <a:pt x="142" y="725"/>
                      <a:pt x="147" y="725"/>
                      <a:pt x="151" y="725"/>
                    </a:cubicBezTo>
                    <a:cubicBezTo>
                      <a:pt x="153" y="724"/>
                      <a:pt x="156" y="719"/>
                      <a:pt x="158" y="718"/>
                    </a:cubicBezTo>
                    <a:cubicBezTo>
                      <a:pt x="177" y="710"/>
                      <a:pt x="199" y="703"/>
                      <a:pt x="217" y="691"/>
                    </a:cubicBezTo>
                    <a:cubicBezTo>
                      <a:pt x="233" y="680"/>
                      <a:pt x="277" y="652"/>
                      <a:pt x="299" y="657"/>
                    </a:cubicBezTo>
                    <a:cubicBezTo>
                      <a:pt x="307" y="669"/>
                      <a:pt x="299" y="690"/>
                      <a:pt x="303" y="707"/>
                    </a:cubicBezTo>
                    <a:cubicBezTo>
                      <a:pt x="311" y="741"/>
                      <a:pt x="303" y="804"/>
                      <a:pt x="303" y="847"/>
                    </a:cubicBezTo>
                    <a:cubicBezTo>
                      <a:pt x="294" y="845"/>
                      <a:pt x="283" y="862"/>
                      <a:pt x="266" y="854"/>
                    </a:cubicBezTo>
                    <a:cubicBezTo>
                      <a:pt x="248" y="846"/>
                      <a:pt x="223" y="841"/>
                      <a:pt x="204" y="835"/>
                    </a:cubicBezTo>
                    <a:cubicBezTo>
                      <a:pt x="201" y="835"/>
                      <a:pt x="198" y="835"/>
                      <a:pt x="195" y="836"/>
                    </a:cubicBezTo>
                    <a:cubicBezTo>
                      <a:pt x="154" y="814"/>
                      <a:pt x="114" y="794"/>
                      <a:pt x="74" y="775"/>
                    </a:cubicBezTo>
                    <a:cubicBezTo>
                      <a:pt x="71" y="775"/>
                      <a:pt x="69" y="776"/>
                      <a:pt x="66" y="777"/>
                    </a:cubicBezTo>
                    <a:cubicBezTo>
                      <a:pt x="65" y="778"/>
                      <a:pt x="64" y="779"/>
                      <a:pt x="63" y="780"/>
                    </a:cubicBezTo>
                    <a:cubicBezTo>
                      <a:pt x="64" y="797"/>
                      <a:pt x="107" y="820"/>
                      <a:pt x="121" y="829"/>
                    </a:cubicBezTo>
                    <a:cubicBezTo>
                      <a:pt x="129" y="833"/>
                      <a:pt x="135" y="842"/>
                      <a:pt x="143" y="847"/>
                    </a:cubicBezTo>
                    <a:cubicBezTo>
                      <a:pt x="146" y="843"/>
                      <a:pt x="160" y="852"/>
                      <a:pt x="164" y="854"/>
                    </a:cubicBezTo>
                    <a:cubicBezTo>
                      <a:pt x="186" y="867"/>
                      <a:pt x="210" y="875"/>
                      <a:pt x="233" y="885"/>
                    </a:cubicBezTo>
                    <a:cubicBezTo>
                      <a:pt x="233" y="885"/>
                      <a:pt x="277" y="894"/>
                      <a:pt x="281" y="895"/>
                    </a:cubicBezTo>
                    <a:cubicBezTo>
                      <a:pt x="295" y="901"/>
                      <a:pt x="312" y="907"/>
                      <a:pt x="329" y="906"/>
                    </a:cubicBezTo>
                    <a:cubicBezTo>
                      <a:pt x="329" y="906"/>
                      <a:pt x="329" y="906"/>
                      <a:pt x="330" y="906"/>
                    </a:cubicBezTo>
                    <a:cubicBezTo>
                      <a:pt x="332" y="903"/>
                      <a:pt x="332" y="897"/>
                      <a:pt x="333" y="895"/>
                    </a:cubicBezTo>
                    <a:cubicBezTo>
                      <a:pt x="338" y="885"/>
                      <a:pt x="350" y="876"/>
                      <a:pt x="354" y="866"/>
                    </a:cubicBezTo>
                    <a:cubicBezTo>
                      <a:pt x="358" y="856"/>
                      <a:pt x="347" y="799"/>
                      <a:pt x="342" y="787"/>
                    </a:cubicBezTo>
                    <a:cubicBezTo>
                      <a:pt x="343" y="775"/>
                      <a:pt x="343" y="763"/>
                      <a:pt x="343" y="751"/>
                    </a:cubicBezTo>
                    <a:cubicBezTo>
                      <a:pt x="335" y="722"/>
                      <a:pt x="334" y="678"/>
                      <a:pt x="333" y="654"/>
                    </a:cubicBezTo>
                    <a:cubicBezTo>
                      <a:pt x="338" y="650"/>
                      <a:pt x="343" y="645"/>
                      <a:pt x="348" y="643"/>
                    </a:cubicBezTo>
                    <a:cubicBezTo>
                      <a:pt x="357" y="642"/>
                      <a:pt x="365" y="641"/>
                      <a:pt x="374" y="641"/>
                    </a:cubicBezTo>
                    <a:cubicBezTo>
                      <a:pt x="375" y="639"/>
                      <a:pt x="376" y="637"/>
                      <a:pt x="378" y="635"/>
                    </a:cubicBezTo>
                    <a:cubicBezTo>
                      <a:pt x="384" y="632"/>
                      <a:pt x="402" y="633"/>
                      <a:pt x="412" y="629"/>
                    </a:cubicBezTo>
                    <a:cubicBezTo>
                      <a:pt x="414" y="628"/>
                      <a:pt x="416" y="623"/>
                      <a:pt x="418" y="622"/>
                    </a:cubicBezTo>
                    <a:cubicBezTo>
                      <a:pt x="421" y="621"/>
                      <a:pt x="425" y="624"/>
                      <a:pt x="426" y="624"/>
                    </a:cubicBezTo>
                    <a:cubicBezTo>
                      <a:pt x="434" y="626"/>
                      <a:pt x="442" y="619"/>
                      <a:pt x="445" y="616"/>
                    </a:cubicBezTo>
                    <a:cubicBezTo>
                      <a:pt x="469" y="623"/>
                      <a:pt x="503" y="644"/>
                      <a:pt x="530" y="633"/>
                    </a:cubicBezTo>
                    <a:cubicBezTo>
                      <a:pt x="551" y="625"/>
                      <a:pt x="571" y="584"/>
                      <a:pt x="544" y="567"/>
                    </a:cubicBezTo>
                    <a:cubicBezTo>
                      <a:pt x="513" y="547"/>
                      <a:pt x="481" y="550"/>
                      <a:pt x="444" y="561"/>
                    </a:cubicBezTo>
                    <a:cubicBezTo>
                      <a:pt x="425" y="566"/>
                      <a:pt x="403" y="564"/>
                      <a:pt x="385" y="570"/>
                    </a:cubicBezTo>
                    <a:cubicBezTo>
                      <a:pt x="378" y="570"/>
                      <a:pt x="370" y="570"/>
                      <a:pt x="363" y="570"/>
                    </a:cubicBezTo>
                    <a:cubicBezTo>
                      <a:pt x="353" y="573"/>
                      <a:pt x="342" y="576"/>
                      <a:pt x="331" y="574"/>
                    </a:cubicBezTo>
                    <a:cubicBezTo>
                      <a:pt x="331" y="573"/>
                      <a:pt x="331" y="571"/>
                      <a:pt x="331" y="570"/>
                    </a:cubicBezTo>
                    <a:cubicBezTo>
                      <a:pt x="337" y="566"/>
                      <a:pt x="342" y="560"/>
                      <a:pt x="348" y="557"/>
                    </a:cubicBezTo>
                    <a:cubicBezTo>
                      <a:pt x="355" y="557"/>
                      <a:pt x="362" y="556"/>
                      <a:pt x="369" y="556"/>
                    </a:cubicBezTo>
                    <a:cubicBezTo>
                      <a:pt x="388" y="547"/>
                      <a:pt x="412" y="528"/>
                      <a:pt x="422" y="509"/>
                    </a:cubicBezTo>
                    <a:cubicBezTo>
                      <a:pt x="425" y="503"/>
                      <a:pt x="439" y="492"/>
                      <a:pt x="434" y="481"/>
                    </a:cubicBezTo>
                    <a:cubicBezTo>
                      <a:pt x="434" y="479"/>
                      <a:pt x="406" y="461"/>
                      <a:pt x="402" y="460"/>
                    </a:cubicBezTo>
                    <a:cubicBezTo>
                      <a:pt x="379" y="462"/>
                      <a:pt x="355" y="465"/>
                      <a:pt x="331" y="467"/>
                    </a:cubicBezTo>
                    <a:cubicBezTo>
                      <a:pt x="323" y="467"/>
                      <a:pt x="315" y="467"/>
                      <a:pt x="306" y="467"/>
                    </a:cubicBezTo>
                    <a:cubicBezTo>
                      <a:pt x="304" y="468"/>
                      <a:pt x="303" y="472"/>
                      <a:pt x="300" y="473"/>
                    </a:cubicBezTo>
                    <a:cubicBezTo>
                      <a:pt x="299" y="472"/>
                      <a:pt x="297" y="471"/>
                      <a:pt x="296" y="471"/>
                    </a:cubicBezTo>
                    <a:cubicBezTo>
                      <a:pt x="296" y="469"/>
                      <a:pt x="296" y="468"/>
                      <a:pt x="296" y="467"/>
                    </a:cubicBezTo>
                    <a:cubicBezTo>
                      <a:pt x="313" y="460"/>
                      <a:pt x="327" y="443"/>
                      <a:pt x="342" y="436"/>
                    </a:cubicBezTo>
                    <a:cubicBezTo>
                      <a:pt x="346" y="435"/>
                      <a:pt x="350" y="435"/>
                      <a:pt x="353" y="434"/>
                    </a:cubicBezTo>
                    <a:cubicBezTo>
                      <a:pt x="357" y="432"/>
                      <a:pt x="364" y="424"/>
                      <a:pt x="368" y="423"/>
                    </a:cubicBezTo>
                    <a:cubicBezTo>
                      <a:pt x="370" y="424"/>
                      <a:pt x="373" y="425"/>
                      <a:pt x="375" y="426"/>
                    </a:cubicBezTo>
                    <a:cubicBezTo>
                      <a:pt x="398" y="416"/>
                      <a:pt x="434" y="410"/>
                      <a:pt x="459" y="401"/>
                    </a:cubicBezTo>
                    <a:cubicBezTo>
                      <a:pt x="464" y="401"/>
                      <a:pt x="469" y="401"/>
                      <a:pt x="474" y="401"/>
                    </a:cubicBezTo>
                    <a:cubicBezTo>
                      <a:pt x="510" y="389"/>
                      <a:pt x="552" y="379"/>
                      <a:pt x="586" y="364"/>
                    </a:cubicBezTo>
                    <a:cubicBezTo>
                      <a:pt x="616" y="350"/>
                      <a:pt x="649" y="340"/>
                      <a:pt x="648" y="299"/>
                    </a:cubicBezTo>
                    <a:cubicBezTo>
                      <a:pt x="622" y="273"/>
                      <a:pt x="543" y="293"/>
                      <a:pt x="513" y="305"/>
                    </a:cubicBezTo>
                    <a:close/>
                    <a:moveTo>
                      <a:pt x="244" y="294"/>
                    </a:moveTo>
                    <a:cubicBezTo>
                      <a:pt x="258" y="272"/>
                      <a:pt x="266" y="246"/>
                      <a:pt x="279" y="228"/>
                    </a:cubicBezTo>
                    <a:cubicBezTo>
                      <a:pt x="294" y="236"/>
                      <a:pt x="252" y="291"/>
                      <a:pt x="244" y="294"/>
                    </a:cubicBezTo>
                    <a:close/>
                    <a:moveTo>
                      <a:pt x="349" y="250"/>
                    </a:moveTo>
                    <a:cubicBezTo>
                      <a:pt x="345" y="246"/>
                      <a:pt x="341" y="242"/>
                      <a:pt x="336" y="238"/>
                    </a:cubicBezTo>
                    <a:cubicBezTo>
                      <a:pt x="326" y="215"/>
                      <a:pt x="352" y="193"/>
                      <a:pt x="362" y="178"/>
                    </a:cubicBezTo>
                    <a:cubicBezTo>
                      <a:pt x="363" y="178"/>
                      <a:pt x="363" y="178"/>
                      <a:pt x="364" y="178"/>
                    </a:cubicBezTo>
                    <a:cubicBezTo>
                      <a:pt x="361" y="199"/>
                      <a:pt x="359" y="255"/>
                      <a:pt x="365" y="272"/>
                    </a:cubicBezTo>
                    <a:cubicBezTo>
                      <a:pt x="356" y="271"/>
                      <a:pt x="353" y="256"/>
                      <a:pt x="349" y="250"/>
                    </a:cubicBezTo>
                    <a:close/>
                    <a:moveTo>
                      <a:pt x="385" y="229"/>
                    </a:moveTo>
                    <a:cubicBezTo>
                      <a:pt x="385" y="210"/>
                      <a:pt x="385" y="192"/>
                      <a:pt x="385" y="174"/>
                    </a:cubicBezTo>
                    <a:cubicBezTo>
                      <a:pt x="387" y="172"/>
                      <a:pt x="389" y="170"/>
                      <a:pt x="391" y="168"/>
                    </a:cubicBezTo>
                    <a:cubicBezTo>
                      <a:pt x="398" y="153"/>
                      <a:pt x="399" y="137"/>
                      <a:pt x="412" y="129"/>
                    </a:cubicBezTo>
                    <a:cubicBezTo>
                      <a:pt x="411" y="129"/>
                      <a:pt x="411" y="128"/>
                      <a:pt x="411" y="127"/>
                    </a:cubicBezTo>
                    <a:cubicBezTo>
                      <a:pt x="414" y="128"/>
                      <a:pt x="414" y="127"/>
                      <a:pt x="416" y="129"/>
                    </a:cubicBezTo>
                    <a:cubicBezTo>
                      <a:pt x="416" y="129"/>
                      <a:pt x="417" y="129"/>
                      <a:pt x="417" y="128"/>
                    </a:cubicBezTo>
                    <a:cubicBezTo>
                      <a:pt x="415" y="132"/>
                      <a:pt x="413" y="135"/>
                      <a:pt x="411" y="138"/>
                    </a:cubicBezTo>
                    <a:cubicBezTo>
                      <a:pt x="410" y="142"/>
                      <a:pt x="412" y="147"/>
                      <a:pt x="413" y="149"/>
                    </a:cubicBezTo>
                    <a:cubicBezTo>
                      <a:pt x="405" y="157"/>
                      <a:pt x="397" y="234"/>
                      <a:pt x="410" y="246"/>
                    </a:cubicBezTo>
                    <a:cubicBezTo>
                      <a:pt x="410" y="257"/>
                      <a:pt x="398" y="268"/>
                      <a:pt x="389" y="270"/>
                    </a:cubicBezTo>
                    <a:cubicBezTo>
                      <a:pt x="389" y="271"/>
                      <a:pt x="389" y="271"/>
                      <a:pt x="390" y="272"/>
                    </a:cubicBezTo>
                    <a:cubicBezTo>
                      <a:pt x="381" y="265"/>
                      <a:pt x="385" y="243"/>
                      <a:pt x="385" y="229"/>
                    </a:cubicBezTo>
                    <a:close/>
                    <a:moveTo>
                      <a:pt x="584" y="329"/>
                    </a:moveTo>
                    <a:cubicBezTo>
                      <a:pt x="538" y="360"/>
                      <a:pt x="476" y="375"/>
                      <a:pt x="414" y="388"/>
                    </a:cubicBezTo>
                    <a:cubicBezTo>
                      <a:pt x="407" y="369"/>
                      <a:pt x="428" y="364"/>
                      <a:pt x="433" y="353"/>
                    </a:cubicBezTo>
                    <a:cubicBezTo>
                      <a:pt x="433" y="351"/>
                      <a:pt x="433" y="348"/>
                      <a:pt x="433" y="346"/>
                    </a:cubicBezTo>
                    <a:cubicBezTo>
                      <a:pt x="433" y="346"/>
                      <a:pt x="434" y="346"/>
                      <a:pt x="434" y="347"/>
                    </a:cubicBezTo>
                    <a:cubicBezTo>
                      <a:pt x="434" y="346"/>
                      <a:pt x="434" y="346"/>
                      <a:pt x="434" y="345"/>
                    </a:cubicBezTo>
                    <a:cubicBezTo>
                      <a:pt x="435" y="344"/>
                      <a:pt x="468" y="333"/>
                      <a:pt x="470" y="334"/>
                    </a:cubicBezTo>
                    <a:cubicBezTo>
                      <a:pt x="476" y="337"/>
                      <a:pt x="493" y="329"/>
                      <a:pt x="500" y="326"/>
                    </a:cubicBezTo>
                    <a:cubicBezTo>
                      <a:pt x="505" y="329"/>
                      <a:pt x="562" y="313"/>
                      <a:pt x="569" y="310"/>
                    </a:cubicBezTo>
                    <a:cubicBezTo>
                      <a:pt x="579" y="307"/>
                      <a:pt x="586" y="310"/>
                      <a:pt x="592" y="305"/>
                    </a:cubicBezTo>
                    <a:cubicBezTo>
                      <a:pt x="600" y="304"/>
                      <a:pt x="625" y="305"/>
                      <a:pt x="626" y="306"/>
                    </a:cubicBezTo>
                    <a:cubicBezTo>
                      <a:pt x="627" y="306"/>
                      <a:pt x="628" y="306"/>
                      <a:pt x="629" y="306"/>
                    </a:cubicBezTo>
                    <a:cubicBezTo>
                      <a:pt x="622" y="316"/>
                      <a:pt x="595" y="322"/>
                      <a:pt x="584" y="329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等线"/>
                  <a:ea typeface="+mn-ea"/>
                  <a:cs typeface="+mn-cs"/>
                </a:endParaRPr>
              </a:p>
            </p:txBody>
          </p:sp>
          <p:sp>
            <p:nvSpPr>
              <p:cNvPr id="54" name="iṩḷîḑé">
                <a:extLst>
                  <a:ext uri="{FF2B5EF4-FFF2-40B4-BE49-F238E27FC236}">
                    <a16:creationId xmlns:a16="http://schemas.microsoft.com/office/drawing/2014/main" id="{0350D0D4-082A-B33C-650F-32D6E3DC58C5}"/>
                  </a:ext>
                </a:extLst>
              </p:cNvPr>
              <p:cNvSpPr/>
              <p:nvPr/>
            </p:nvSpPr>
            <p:spPr bwMode="auto">
              <a:xfrm>
                <a:off x="6967538" y="4999035"/>
                <a:ext cx="112713" cy="184150"/>
              </a:xfrm>
              <a:custGeom>
                <a:avLst/>
                <a:gdLst>
                  <a:gd name="T0" fmla="*/ 4 w 111"/>
                  <a:gd name="T1" fmla="*/ 181 h 181"/>
                  <a:gd name="T2" fmla="*/ 16 w 111"/>
                  <a:gd name="T3" fmla="*/ 163 h 181"/>
                  <a:gd name="T4" fmla="*/ 87 w 111"/>
                  <a:gd name="T5" fmla="*/ 91 h 181"/>
                  <a:gd name="T6" fmla="*/ 106 w 111"/>
                  <a:gd name="T7" fmla="*/ 60 h 181"/>
                  <a:gd name="T8" fmla="*/ 93 w 111"/>
                  <a:gd name="T9" fmla="*/ 0 h 181"/>
                  <a:gd name="T10" fmla="*/ 90 w 111"/>
                  <a:gd name="T11" fmla="*/ 0 h 181"/>
                  <a:gd name="T12" fmla="*/ 46 w 111"/>
                  <a:gd name="T13" fmla="*/ 94 h 181"/>
                  <a:gd name="T14" fmla="*/ 0 w 111"/>
                  <a:gd name="T15" fmla="*/ 177 h 181"/>
                  <a:gd name="T16" fmla="*/ 3 w 111"/>
                  <a:gd name="T17" fmla="*/ 181 h 181"/>
                  <a:gd name="T18" fmla="*/ 4 w 111"/>
                  <a:gd name="T19" fmla="*/ 181 h 18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</a:cxnLst>
                <a:rect l="0" t="0" r="r" b="b"/>
                <a:pathLst>
                  <a:path w="111" h="181">
                    <a:moveTo>
                      <a:pt x="4" y="181"/>
                    </a:moveTo>
                    <a:cubicBezTo>
                      <a:pt x="10" y="176"/>
                      <a:pt x="11" y="168"/>
                      <a:pt x="16" y="163"/>
                    </a:cubicBezTo>
                    <a:cubicBezTo>
                      <a:pt x="40" y="141"/>
                      <a:pt x="63" y="115"/>
                      <a:pt x="87" y="91"/>
                    </a:cubicBezTo>
                    <a:cubicBezTo>
                      <a:pt x="91" y="87"/>
                      <a:pt x="108" y="64"/>
                      <a:pt x="106" y="60"/>
                    </a:cubicBezTo>
                    <a:cubicBezTo>
                      <a:pt x="111" y="37"/>
                      <a:pt x="108" y="12"/>
                      <a:pt x="93" y="0"/>
                    </a:cubicBezTo>
                    <a:cubicBezTo>
                      <a:pt x="92" y="0"/>
                      <a:pt x="91" y="0"/>
                      <a:pt x="90" y="0"/>
                    </a:cubicBezTo>
                    <a:cubicBezTo>
                      <a:pt x="70" y="27"/>
                      <a:pt x="59" y="65"/>
                      <a:pt x="46" y="94"/>
                    </a:cubicBezTo>
                    <a:cubicBezTo>
                      <a:pt x="32" y="124"/>
                      <a:pt x="11" y="143"/>
                      <a:pt x="0" y="177"/>
                    </a:cubicBezTo>
                    <a:cubicBezTo>
                      <a:pt x="1" y="179"/>
                      <a:pt x="2" y="180"/>
                      <a:pt x="3" y="181"/>
                    </a:cubicBezTo>
                    <a:cubicBezTo>
                      <a:pt x="3" y="181"/>
                      <a:pt x="4" y="181"/>
                      <a:pt x="4" y="181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等线"/>
                  <a:ea typeface="+mn-ea"/>
                  <a:cs typeface="+mn-cs"/>
                </a:endParaRPr>
              </a:p>
            </p:txBody>
          </p:sp>
          <p:sp>
            <p:nvSpPr>
              <p:cNvPr id="55" name="ïṧlïḋè">
                <a:extLst>
                  <a:ext uri="{FF2B5EF4-FFF2-40B4-BE49-F238E27FC236}">
                    <a16:creationId xmlns:a16="http://schemas.microsoft.com/office/drawing/2014/main" id="{D4E4936C-3983-EA3B-3A69-BCECDC9F608C}"/>
                  </a:ext>
                </a:extLst>
              </p:cNvPr>
              <p:cNvSpPr/>
              <p:nvPr/>
            </p:nvSpPr>
            <p:spPr bwMode="auto">
              <a:xfrm>
                <a:off x="7018338" y="5157785"/>
                <a:ext cx="57150" cy="71437"/>
              </a:xfrm>
              <a:custGeom>
                <a:avLst/>
                <a:gdLst>
                  <a:gd name="T0" fmla="*/ 1 w 56"/>
                  <a:gd name="T1" fmla="*/ 65 h 70"/>
                  <a:gd name="T2" fmla="*/ 5 w 56"/>
                  <a:gd name="T3" fmla="*/ 70 h 70"/>
                  <a:gd name="T4" fmla="*/ 52 w 56"/>
                  <a:gd name="T5" fmla="*/ 48 h 70"/>
                  <a:gd name="T6" fmla="*/ 55 w 56"/>
                  <a:gd name="T7" fmla="*/ 26 h 70"/>
                  <a:gd name="T8" fmla="*/ 11 w 56"/>
                  <a:gd name="T9" fmla="*/ 0 h 70"/>
                  <a:gd name="T10" fmla="*/ 4 w 56"/>
                  <a:gd name="T11" fmla="*/ 30 h 70"/>
                  <a:gd name="T12" fmla="*/ 6 w 56"/>
                  <a:gd name="T13" fmla="*/ 46 h 70"/>
                  <a:gd name="T14" fmla="*/ 1 w 56"/>
                  <a:gd name="T15" fmla="*/ 65 h 7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</a:cxnLst>
                <a:rect l="0" t="0" r="r" b="b"/>
                <a:pathLst>
                  <a:path w="56" h="70">
                    <a:moveTo>
                      <a:pt x="1" y="65"/>
                    </a:moveTo>
                    <a:cubicBezTo>
                      <a:pt x="2" y="67"/>
                      <a:pt x="3" y="68"/>
                      <a:pt x="5" y="70"/>
                    </a:cubicBezTo>
                    <a:cubicBezTo>
                      <a:pt x="23" y="67"/>
                      <a:pt x="36" y="52"/>
                      <a:pt x="52" y="48"/>
                    </a:cubicBezTo>
                    <a:cubicBezTo>
                      <a:pt x="56" y="41"/>
                      <a:pt x="55" y="33"/>
                      <a:pt x="55" y="26"/>
                    </a:cubicBezTo>
                    <a:cubicBezTo>
                      <a:pt x="42" y="15"/>
                      <a:pt x="31" y="1"/>
                      <a:pt x="11" y="0"/>
                    </a:cubicBezTo>
                    <a:cubicBezTo>
                      <a:pt x="7" y="4"/>
                      <a:pt x="0" y="19"/>
                      <a:pt x="4" y="30"/>
                    </a:cubicBezTo>
                    <a:cubicBezTo>
                      <a:pt x="5" y="32"/>
                      <a:pt x="8" y="41"/>
                      <a:pt x="6" y="46"/>
                    </a:cubicBezTo>
                    <a:cubicBezTo>
                      <a:pt x="4" y="50"/>
                      <a:pt x="1" y="59"/>
                      <a:pt x="1" y="65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等线"/>
                  <a:ea typeface="+mn-ea"/>
                  <a:cs typeface="+mn-cs"/>
                </a:endParaRPr>
              </a:p>
            </p:txBody>
          </p:sp>
          <p:sp>
            <p:nvSpPr>
              <p:cNvPr id="56" name="íṩḷïdè">
                <a:extLst>
                  <a:ext uri="{FF2B5EF4-FFF2-40B4-BE49-F238E27FC236}">
                    <a16:creationId xmlns:a16="http://schemas.microsoft.com/office/drawing/2014/main" id="{FF4ACDC3-3C93-05DF-8C10-008D03310979}"/>
                  </a:ext>
                </a:extLst>
              </p:cNvPr>
              <p:cNvSpPr/>
              <p:nvPr/>
            </p:nvSpPr>
            <p:spPr bwMode="auto">
              <a:xfrm>
                <a:off x="6881813" y="5394322"/>
                <a:ext cx="50800" cy="155575"/>
              </a:xfrm>
              <a:custGeom>
                <a:avLst/>
                <a:gdLst>
                  <a:gd name="T0" fmla="*/ 31 w 50"/>
                  <a:gd name="T1" fmla="*/ 148 h 154"/>
                  <a:gd name="T2" fmla="*/ 40 w 50"/>
                  <a:gd name="T3" fmla="*/ 89 h 154"/>
                  <a:gd name="T4" fmla="*/ 39 w 50"/>
                  <a:gd name="T5" fmla="*/ 58 h 154"/>
                  <a:gd name="T6" fmla="*/ 48 w 50"/>
                  <a:gd name="T7" fmla="*/ 3 h 154"/>
                  <a:gd name="T8" fmla="*/ 42 w 50"/>
                  <a:gd name="T9" fmla="*/ 0 h 154"/>
                  <a:gd name="T10" fmla="*/ 11 w 50"/>
                  <a:gd name="T11" fmla="*/ 56 h 154"/>
                  <a:gd name="T12" fmla="*/ 12 w 50"/>
                  <a:gd name="T13" fmla="*/ 70 h 154"/>
                  <a:gd name="T14" fmla="*/ 6 w 50"/>
                  <a:gd name="T15" fmla="*/ 79 h 154"/>
                  <a:gd name="T16" fmla="*/ 6 w 50"/>
                  <a:gd name="T17" fmla="*/ 102 h 154"/>
                  <a:gd name="T18" fmla="*/ 10 w 50"/>
                  <a:gd name="T19" fmla="*/ 154 h 154"/>
                  <a:gd name="T20" fmla="*/ 31 w 50"/>
                  <a:gd name="T21" fmla="*/ 148 h 15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</a:cxnLst>
                <a:rect l="0" t="0" r="r" b="b"/>
                <a:pathLst>
                  <a:path w="50" h="154">
                    <a:moveTo>
                      <a:pt x="31" y="148"/>
                    </a:moveTo>
                    <a:cubicBezTo>
                      <a:pt x="39" y="134"/>
                      <a:pt x="40" y="109"/>
                      <a:pt x="40" y="89"/>
                    </a:cubicBezTo>
                    <a:cubicBezTo>
                      <a:pt x="40" y="78"/>
                      <a:pt x="40" y="68"/>
                      <a:pt x="39" y="58"/>
                    </a:cubicBezTo>
                    <a:cubicBezTo>
                      <a:pt x="48" y="47"/>
                      <a:pt x="50" y="22"/>
                      <a:pt x="48" y="3"/>
                    </a:cubicBezTo>
                    <a:cubicBezTo>
                      <a:pt x="45" y="1"/>
                      <a:pt x="46" y="1"/>
                      <a:pt x="42" y="0"/>
                    </a:cubicBezTo>
                    <a:cubicBezTo>
                      <a:pt x="34" y="19"/>
                      <a:pt x="20" y="36"/>
                      <a:pt x="11" y="56"/>
                    </a:cubicBezTo>
                    <a:cubicBezTo>
                      <a:pt x="12" y="61"/>
                      <a:pt x="12" y="66"/>
                      <a:pt x="12" y="70"/>
                    </a:cubicBezTo>
                    <a:cubicBezTo>
                      <a:pt x="11" y="73"/>
                      <a:pt x="7" y="76"/>
                      <a:pt x="6" y="79"/>
                    </a:cubicBezTo>
                    <a:cubicBezTo>
                      <a:pt x="6" y="86"/>
                      <a:pt x="6" y="94"/>
                      <a:pt x="6" y="102"/>
                    </a:cubicBezTo>
                    <a:cubicBezTo>
                      <a:pt x="0" y="114"/>
                      <a:pt x="0" y="139"/>
                      <a:pt x="10" y="154"/>
                    </a:cubicBezTo>
                    <a:cubicBezTo>
                      <a:pt x="22" y="154"/>
                      <a:pt x="23" y="150"/>
                      <a:pt x="31" y="148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等线"/>
                  <a:ea typeface="+mn-ea"/>
                  <a:cs typeface="+mn-cs"/>
                </a:endParaRPr>
              </a:p>
            </p:txBody>
          </p:sp>
        </p:grpSp>
        <p:grpSp>
          <p:nvGrpSpPr>
            <p:cNvPr id="48" name="iṩ1ídè">
              <a:extLst>
                <a:ext uri="{FF2B5EF4-FFF2-40B4-BE49-F238E27FC236}">
                  <a16:creationId xmlns:a16="http://schemas.microsoft.com/office/drawing/2014/main" id="{CD0576D5-5E90-3D26-8DCF-26A2557E101D}"/>
                </a:ext>
              </a:extLst>
            </p:cNvPr>
            <p:cNvGrpSpPr/>
            <p:nvPr/>
          </p:nvGrpSpPr>
          <p:grpSpPr>
            <a:xfrm>
              <a:off x="7273918" y="2792408"/>
              <a:ext cx="599342" cy="855718"/>
              <a:chOff x="6115050" y="4976810"/>
              <a:chExt cx="560388" cy="800100"/>
            </a:xfrm>
            <a:grpFill/>
          </p:grpSpPr>
          <p:sp>
            <p:nvSpPr>
              <p:cNvPr id="51" name="íśḷíďê">
                <a:extLst>
                  <a:ext uri="{FF2B5EF4-FFF2-40B4-BE49-F238E27FC236}">
                    <a16:creationId xmlns:a16="http://schemas.microsoft.com/office/drawing/2014/main" id="{7820C6CC-DCDD-9CA8-38B0-1A01AE63DB43}"/>
                  </a:ext>
                </a:extLst>
              </p:cNvPr>
              <p:cNvSpPr/>
              <p:nvPr/>
            </p:nvSpPr>
            <p:spPr bwMode="auto">
              <a:xfrm>
                <a:off x="6115050" y="4976810"/>
                <a:ext cx="477838" cy="792162"/>
              </a:xfrm>
              <a:custGeom>
                <a:avLst/>
                <a:gdLst>
                  <a:gd name="T0" fmla="*/ 471 w 471"/>
                  <a:gd name="T1" fmla="*/ 354 h 778"/>
                  <a:gd name="T2" fmla="*/ 358 w 471"/>
                  <a:gd name="T3" fmla="*/ 323 h 778"/>
                  <a:gd name="T4" fmla="*/ 351 w 471"/>
                  <a:gd name="T5" fmla="*/ 337 h 778"/>
                  <a:gd name="T6" fmla="*/ 384 w 471"/>
                  <a:gd name="T7" fmla="*/ 358 h 778"/>
                  <a:gd name="T8" fmla="*/ 366 w 471"/>
                  <a:gd name="T9" fmla="*/ 387 h 778"/>
                  <a:gd name="T10" fmla="*/ 288 w 471"/>
                  <a:gd name="T11" fmla="*/ 435 h 778"/>
                  <a:gd name="T12" fmla="*/ 288 w 471"/>
                  <a:gd name="T13" fmla="*/ 418 h 778"/>
                  <a:gd name="T14" fmla="*/ 288 w 471"/>
                  <a:gd name="T15" fmla="*/ 403 h 778"/>
                  <a:gd name="T16" fmla="*/ 305 w 471"/>
                  <a:gd name="T17" fmla="*/ 352 h 778"/>
                  <a:gd name="T18" fmla="*/ 305 w 471"/>
                  <a:gd name="T19" fmla="*/ 336 h 778"/>
                  <a:gd name="T20" fmla="*/ 315 w 471"/>
                  <a:gd name="T21" fmla="*/ 315 h 778"/>
                  <a:gd name="T22" fmla="*/ 316 w 471"/>
                  <a:gd name="T23" fmla="*/ 291 h 778"/>
                  <a:gd name="T24" fmla="*/ 326 w 471"/>
                  <a:gd name="T25" fmla="*/ 223 h 778"/>
                  <a:gd name="T26" fmla="*/ 329 w 471"/>
                  <a:gd name="T27" fmla="*/ 170 h 778"/>
                  <a:gd name="T28" fmla="*/ 346 w 471"/>
                  <a:gd name="T29" fmla="*/ 98 h 778"/>
                  <a:gd name="T30" fmla="*/ 356 w 471"/>
                  <a:gd name="T31" fmla="*/ 26 h 778"/>
                  <a:gd name="T32" fmla="*/ 303 w 471"/>
                  <a:gd name="T33" fmla="*/ 0 h 778"/>
                  <a:gd name="T34" fmla="*/ 288 w 471"/>
                  <a:gd name="T35" fmla="*/ 47 h 778"/>
                  <a:gd name="T36" fmla="*/ 292 w 471"/>
                  <a:gd name="T37" fmla="*/ 60 h 778"/>
                  <a:gd name="T38" fmla="*/ 288 w 471"/>
                  <a:gd name="T39" fmla="*/ 135 h 778"/>
                  <a:gd name="T40" fmla="*/ 281 w 471"/>
                  <a:gd name="T41" fmla="*/ 178 h 778"/>
                  <a:gd name="T42" fmla="*/ 283 w 471"/>
                  <a:gd name="T43" fmla="*/ 191 h 778"/>
                  <a:gd name="T44" fmla="*/ 276 w 471"/>
                  <a:gd name="T45" fmla="*/ 215 h 778"/>
                  <a:gd name="T46" fmla="*/ 277 w 471"/>
                  <a:gd name="T47" fmla="*/ 245 h 778"/>
                  <a:gd name="T48" fmla="*/ 246 w 471"/>
                  <a:gd name="T49" fmla="*/ 391 h 778"/>
                  <a:gd name="T50" fmla="*/ 247 w 471"/>
                  <a:gd name="T51" fmla="*/ 405 h 778"/>
                  <a:gd name="T52" fmla="*/ 240 w 471"/>
                  <a:gd name="T53" fmla="*/ 414 h 778"/>
                  <a:gd name="T54" fmla="*/ 224 w 471"/>
                  <a:gd name="T55" fmla="*/ 470 h 778"/>
                  <a:gd name="T56" fmla="*/ 141 w 471"/>
                  <a:gd name="T57" fmla="*/ 533 h 778"/>
                  <a:gd name="T58" fmla="*/ 106 w 471"/>
                  <a:gd name="T59" fmla="*/ 563 h 778"/>
                  <a:gd name="T60" fmla="*/ 63 w 471"/>
                  <a:gd name="T61" fmla="*/ 583 h 778"/>
                  <a:gd name="T62" fmla="*/ 57 w 471"/>
                  <a:gd name="T63" fmla="*/ 591 h 778"/>
                  <a:gd name="T64" fmla="*/ 71 w 471"/>
                  <a:gd name="T65" fmla="*/ 619 h 778"/>
                  <a:gd name="T66" fmla="*/ 78 w 471"/>
                  <a:gd name="T67" fmla="*/ 623 h 778"/>
                  <a:gd name="T68" fmla="*/ 117 w 471"/>
                  <a:gd name="T69" fmla="*/ 598 h 778"/>
                  <a:gd name="T70" fmla="*/ 140 w 471"/>
                  <a:gd name="T71" fmla="*/ 577 h 778"/>
                  <a:gd name="T72" fmla="*/ 152 w 471"/>
                  <a:gd name="T73" fmla="*/ 563 h 778"/>
                  <a:gd name="T74" fmla="*/ 169 w 471"/>
                  <a:gd name="T75" fmla="*/ 554 h 778"/>
                  <a:gd name="T76" fmla="*/ 181 w 471"/>
                  <a:gd name="T77" fmla="*/ 539 h 778"/>
                  <a:gd name="T78" fmla="*/ 192 w 471"/>
                  <a:gd name="T79" fmla="*/ 537 h 778"/>
                  <a:gd name="T80" fmla="*/ 206 w 471"/>
                  <a:gd name="T81" fmla="*/ 522 h 778"/>
                  <a:gd name="T82" fmla="*/ 211 w 471"/>
                  <a:gd name="T83" fmla="*/ 524 h 778"/>
                  <a:gd name="T84" fmla="*/ 186 w 471"/>
                  <a:gd name="T85" fmla="*/ 584 h 778"/>
                  <a:gd name="T86" fmla="*/ 86 w 471"/>
                  <a:gd name="T87" fmla="*/ 703 h 778"/>
                  <a:gd name="T88" fmla="*/ 77 w 471"/>
                  <a:gd name="T89" fmla="*/ 703 h 778"/>
                  <a:gd name="T90" fmla="*/ 35 w 471"/>
                  <a:gd name="T91" fmla="*/ 720 h 778"/>
                  <a:gd name="T92" fmla="*/ 10 w 471"/>
                  <a:gd name="T93" fmla="*/ 720 h 778"/>
                  <a:gd name="T94" fmla="*/ 0 w 471"/>
                  <a:gd name="T95" fmla="*/ 728 h 778"/>
                  <a:gd name="T96" fmla="*/ 11 w 471"/>
                  <a:gd name="T97" fmla="*/ 746 h 778"/>
                  <a:gd name="T98" fmla="*/ 143 w 471"/>
                  <a:gd name="T99" fmla="*/ 731 h 778"/>
                  <a:gd name="T100" fmla="*/ 235 w 471"/>
                  <a:gd name="T101" fmla="*/ 584 h 778"/>
                  <a:gd name="T102" fmla="*/ 270 w 471"/>
                  <a:gd name="T103" fmla="*/ 489 h 778"/>
                  <a:gd name="T104" fmla="*/ 327 w 471"/>
                  <a:gd name="T105" fmla="*/ 452 h 778"/>
                  <a:gd name="T106" fmla="*/ 471 w 471"/>
                  <a:gd name="T107" fmla="*/ 354 h 77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  <a:cxn ang="0">
                    <a:pos x="T90" y="T91"/>
                  </a:cxn>
                  <a:cxn ang="0">
                    <a:pos x="T92" y="T93"/>
                  </a:cxn>
                  <a:cxn ang="0">
                    <a:pos x="T94" y="T95"/>
                  </a:cxn>
                  <a:cxn ang="0">
                    <a:pos x="T96" y="T97"/>
                  </a:cxn>
                  <a:cxn ang="0">
                    <a:pos x="T98" y="T99"/>
                  </a:cxn>
                  <a:cxn ang="0">
                    <a:pos x="T100" y="T101"/>
                  </a:cxn>
                  <a:cxn ang="0">
                    <a:pos x="T102" y="T103"/>
                  </a:cxn>
                  <a:cxn ang="0">
                    <a:pos x="T104" y="T105"/>
                  </a:cxn>
                  <a:cxn ang="0">
                    <a:pos x="T106" y="T107"/>
                  </a:cxn>
                </a:cxnLst>
                <a:rect l="0" t="0" r="r" b="b"/>
                <a:pathLst>
                  <a:path w="471" h="778">
                    <a:moveTo>
                      <a:pt x="471" y="354"/>
                    </a:moveTo>
                    <a:cubicBezTo>
                      <a:pt x="467" y="329"/>
                      <a:pt x="390" y="322"/>
                      <a:pt x="358" y="323"/>
                    </a:cubicBezTo>
                    <a:cubicBezTo>
                      <a:pt x="355" y="327"/>
                      <a:pt x="351" y="330"/>
                      <a:pt x="351" y="337"/>
                    </a:cubicBezTo>
                    <a:cubicBezTo>
                      <a:pt x="362" y="342"/>
                      <a:pt x="370" y="356"/>
                      <a:pt x="384" y="358"/>
                    </a:cubicBezTo>
                    <a:cubicBezTo>
                      <a:pt x="396" y="375"/>
                      <a:pt x="379" y="381"/>
                      <a:pt x="366" y="387"/>
                    </a:cubicBezTo>
                    <a:cubicBezTo>
                      <a:pt x="358" y="391"/>
                      <a:pt x="288" y="433"/>
                      <a:pt x="288" y="435"/>
                    </a:cubicBezTo>
                    <a:cubicBezTo>
                      <a:pt x="276" y="432"/>
                      <a:pt x="287" y="422"/>
                      <a:pt x="288" y="418"/>
                    </a:cubicBezTo>
                    <a:cubicBezTo>
                      <a:pt x="288" y="413"/>
                      <a:pt x="288" y="408"/>
                      <a:pt x="288" y="403"/>
                    </a:cubicBezTo>
                    <a:cubicBezTo>
                      <a:pt x="296" y="386"/>
                      <a:pt x="299" y="370"/>
                      <a:pt x="305" y="352"/>
                    </a:cubicBezTo>
                    <a:cubicBezTo>
                      <a:pt x="305" y="347"/>
                      <a:pt x="305" y="341"/>
                      <a:pt x="305" y="336"/>
                    </a:cubicBezTo>
                    <a:cubicBezTo>
                      <a:pt x="308" y="331"/>
                      <a:pt x="313" y="321"/>
                      <a:pt x="315" y="315"/>
                    </a:cubicBezTo>
                    <a:cubicBezTo>
                      <a:pt x="316" y="307"/>
                      <a:pt x="316" y="299"/>
                      <a:pt x="316" y="291"/>
                    </a:cubicBezTo>
                    <a:cubicBezTo>
                      <a:pt x="323" y="271"/>
                      <a:pt x="319" y="240"/>
                      <a:pt x="326" y="223"/>
                    </a:cubicBezTo>
                    <a:cubicBezTo>
                      <a:pt x="326" y="223"/>
                      <a:pt x="327" y="173"/>
                      <a:pt x="329" y="170"/>
                    </a:cubicBezTo>
                    <a:cubicBezTo>
                      <a:pt x="337" y="151"/>
                      <a:pt x="340" y="120"/>
                      <a:pt x="346" y="98"/>
                    </a:cubicBezTo>
                    <a:cubicBezTo>
                      <a:pt x="350" y="82"/>
                      <a:pt x="363" y="37"/>
                      <a:pt x="356" y="26"/>
                    </a:cubicBezTo>
                    <a:cubicBezTo>
                      <a:pt x="345" y="9"/>
                      <a:pt x="322" y="5"/>
                      <a:pt x="303" y="0"/>
                    </a:cubicBezTo>
                    <a:cubicBezTo>
                      <a:pt x="295" y="12"/>
                      <a:pt x="287" y="27"/>
                      <a:pt x="288" y="47"/>
                    </a:cubicBezTo>
                    <a:cubicBezTo>
                      <a:pt x="289" y="52"/>
                      <a:pt x="294" y="54"/>
                      <a:pt x="292" y="60"/>
                    </a:cubicBezTo>
                    <a:cubicBezTo>
                      <a:pt x="286" y="78"/>
                      <a:pt x="284" y="111"/>
                      <a:pt x="288" y="135"/>
                    </a:cubicBezTo>
                    <a:cubicBezTo>
                      <a:pt x="284" y="143"/>
                      <a:pt x="283" y="165"/>
                      <a:pt x="281" y="178"/>
                    </a:cubicBezTo>
                    <a:cubicBezTo>
                      <a:pt x="281" y="182"/>
                      <a:pt x="282" y="186"/>
                      <a:pt x="283" y="191"/>
                    </a:cubicBezTo>
                    <a:cubicBezTo>
                      <a:pt x="280" y="198"/>
                      <a:pt x="278" y="209"/>
                      <a:pt x="276" y="215"/>
                    </a:cubicBezTo>
                    <a:cubicBezTo>
                      <a:pt x="276" y="225"/>
                      <a:pt x="276" y="235"/>
                      <a:pt x="277" y="245"/>
                    </a:cubicBezTo>
                    <a:cubicBezTo>
                      <a:pt x="263" y="290"/>
                      <a:pt x="265" y="349"/>
                      <a:pt x="246" y="391"/>
                    </a:cubicBezTo>
                    <a:cubicBezTo>
                      <a:pt x="247" y="396"/>
                      <a:pt x="247" y="400"/>
                      <a:pt x="247" y="405"/>
                    </a:cubicBezTo>
                    <a:cubicBezTo>
                      <a:pt x="246" y="407"/>
                      <a:pt x="241" y="411"/>
                      <a:pt x="240" y="414"/>
                    </a:cubicBezTo>
                    <a:cubicBezTo>
                      <a:pt x="235" y="430"/>
                      <a:pt x="236" y="460"/>
                      <a:pt x="224" y="470"/>
                    </a:cubicBezTo>
                    <a:cubicBezTo>
                      <a:pt x="200" y="491"/>
                      <a:pt x="168" y="515"/>
                      <a:pt x="141" y="533"/>
                    </a:cubicBezTo>
                    <a:cubicBezTo>
                      <a:pt x="129" y="541"/>
                      <a:pt x="118" y="556"/>
                      <a:pt x="106" y="563"/>
                    </a:cubicBezTo>
                    <a:cubicBezTo>
                      <a:pt x="95" y="570"/>
                      <a:pt x="65" y="570"/>
                      <a:pt x="63" y="583"/>
                    </a:cubicBezTo>
                    <a:cubicBezTo>
                      <a:pt x="58" y="584"/>
                      <a:pt x="58" y="585"/>
                      <a:pt x="57" y="591"/>
                    </a:cubicBezTo>
                    <a:cubicBezTo>
                      <a:pt x="62" y="597"/>
                      <a:pt x="69" y="610"/>
                      <a:pt x="71" y="619"/>
                    </a:cubicBezTo>
                    <a:cubicBezTo>
                      <a:pt x="73" y="621"/>
                      <a:pt x="75" y="622"/>
                      <a:pt x="78" y="623"/>
                    </a:cubicBezTo>
                    <a:cubicBezTo>
                      <a:pt x="94" y="623"/>
                      <a:pt x="108" y="607"/>
                      <a:pt x="117" y="598"/>
                    </a:cubicBezTo>
                    <a:cubicBezTo>
                      <a:pt x="124" y="591"/>
                      <a:pt x="132" y="584"/>
                      <a:pt x="140" y="577"/>
                    </a:cubicBezTo>
                    <a:cubicBezTo>
                      <a:pt x="143" y="574"/>
                      <a:pt x="147" y="566"/>
                      <a:pt x="152" y="563"/>
                    </a:cubicBezTo>
                    <a:cubicBezTo>
                      <a:pt x="158" y="560"/>
                      <a:pt x="163" y="557"/>
                      <a:pt x="169" y="554"/>
                    </a:cubicBezTo>
                    <a:cubicBezTo>
                      <a:pt x="173" y="549"/>
                      <a:pt x="177" y="544"/>
                      <a:pt x="181" y="539"/>
                    </a:cubicBezTo>
                    <a:cubicBezTo>
                      <a:pt x="185" y="538"/>
                      <a:pt x="188" y="537"/>
                      <a:pt x="192" y="537"/>
                    </a:cubicBezTo>
                    <a:cubicBezTo>
                      <a:pt x="195" y="534"/>
                      <a:pt x="203" y="526"/>
                      <a:pt x="206" y="522"/>
                    </a:cubicBezTo>
                    <a:cubicBezTo>
                      <a:pt x="208" y="523"/>
                      <a:pt x="209" y="523"/>
                      <a:pt x="211" y="524"/>
                    </a:cubicBezTo>
                    <a:cubicBezTo>
                      <a:pt x="211" y="549"/>
                      <a:pt x="195" y="565"/>
                      <a:pt x="186" y="584"/>
                    </a:cubicBezTo>
                    <a:cubicBezTo>
                      <a:pt x="168" y="625"/>
                      <a:pt x="122" y="683"/>
                      <a:pt x="86" y="703"/>
                    </a:cubicBezTo>
                    <a:cubicBezTo>
                      <a:pt x="83" y="703"/>
                      <a:pt x="80" y="703"/>
                      <a:pt x="77" y="703"/>
                    </a:cubicBezTo>
                    <a:cubicBezTo>
                      <a:pt x="66" y="707"/>
                      <a:pt x="47" y="714"/>
                      <a:pt x="35" y="720"/>
                    </a:cubicBezTo>
                    <a:cubicBezTo>
                      <a:pt x="27" y="720"/>
                      <a:pt x="18" y="720"/>
                      <a:pt x="10" y="720"/>
                    </a:cubicBezTo>
                    <a:cubicBezTo>
                      <a:pt x="7" y="722"/>
                      <a:pt x="4" y="725"/>
                      <a:pt x="0" y="728"/>
                    </a:cubicBezTo>
                    <a:cubicBezTo>
                      <a:pt x="0" y="739"/>
                      <a:pt x="6" y="740"/>
                      <a:pt x="11" y="746"/>
                    </a:cubicBezTo>
                    <a:cubicBezTo>
                      <a:pt x="42" y="778"/>
                      <a:pt x="124" y="759"/>
                      <a:pt x="143" y="731"/>
                    </a:cubicBezTo>
                    <a:cubicBezTo>
                      <a:pt x="175" y="683"/>
                      <a:pt x="208" y="637"/>
                      <a:pt x="235" y="584"/>
                    </a:cubicBezTo>
                    <a:cubicBezTo>
                      <a:pt x="250" y="552"/>
                      <a:pt x="254" y="521"/>
                      <a:pt x="270" y="489"/>
                    </a:cubicBezTo>
                    <a:cubicBezTo>
                      <a:pt x="275" y="480"/>
                      <a:pt x="317" y="460"/>
                      <a:pt x="327" y="452"/>
                    </a:cubicBezTo>
                    <a:cubicBezTo>
                      <a:pt x="374" y="417"/>
                      <a:pt x="424" y="388"/>
                      <a:pt x="471" y="35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等线"/>
                  <a:ea typeface="+mn-ea"/>
                  <a:cs typeface="+mn-cs"/>
                </a:endParaRPr>
              </a:p>
            </p:txBody>
          </p:sp>
          <p:sp>
            <p:nvSpPr>
              <p:cNvPr id="52" name="íšľíḑê">
                <a:extLst>
                  <a:ext uri="{FF2B5EF4-FFF2-40B4-BE49-F238E27FC236}">
                    <a16:creationId xmlns:a16="http://schemas.microsoft.com/office/drawing/2014/main" id="{A69857F0-E7E1-806D-071A-349EDD83D41E}"/>
                  </a:ext>
                </a:extLst>
              </p:cNvPr>
              <p:cNvSpPr/>
              <p:nvPr/>
            </p:nvSpPr>
            <p:spPr bwMode="auto">
              <a:xfrm>
                <a:off x="6384925" y="5484810"/>
                <a:ext cx="290513" cy="292100"/>
              </a:xfrm>
              <a:custGeom>
                <a:avLst/>
                <a:gdLst>
                  <a:gd name="T0" fmla="*/ 229 w 286"/>
                  <a:gd name="T1" fmla="*/ 216 h 287"/>
                  <a:gd name="T2" fmla="*/ 225 w 286"/>
                  <a:gd name="T3" fmla="*/ 211 h 287"/>
                  <a:gd name="T4" fmla="*/ 210 w 286"/>
                  <a:gd name="T5" fmla="*/ 210 h 287"/>
                  <a:gd name="T6" fmla="*/ 206 w 286"/>
                  <a:gd name="T7" fmla="*/ 205 h 287"/>
                  <a:gd name="T8" fmla="*/ 194 w 286"/>
                  <a:gd name="T9" fmla="*/ 205 h 287"/>
                  <a:gd name="T10" fmla="*/ 171 w 286"/>
                  <a:gd name="T11" fmla="*/ 192 h 287"/>
                  <a:gd name="T12" fmla="*/ 151 w 286"/>
                  <a:gd name="T13" fmla="*/ 169 h 287"/>
                  <a:gd name="T14" fmla="*/ 117 w 286"/>
                  <a:gd name="T15" fmla="*/ 142 h 287"/>
                  <a:gd name="T16" fmla="*/ 107 w 286"/>
                  <a:gd name="T17" fmla="*/ 120 h 287"/>
                  <a:gd name="T18" fmla="*/ 66 w 286"/>
                  <a:gd name="T19" fmla="*/ 56 h 287"/>
                  <a:gd name="T20" fmla="*/ 14 w 286"/>
                  <a:gd name="T21" fmla="*/ 0 h 287"/>
                  <a:gd name="T22" fmla="*/ 40 w 286"/>
                  <a:gd name="T23" fmla="*/ 118 h 287"/>
                  <a:gd name="T24" fmla="*/ 65 w 286"/>
                  <a:gd name="T25" fmla="*/ 182 h 287"/>
                  <a:gd name="T26" fmla="*/ 66 w 286"/>
                  <a:gd name="T27" fmla="*/ 204 h 287"/>
                  <a:gd name="T28" fmla="*/ 88 w 286"/>
                  <a:gd name="T29" fmla="*/ 257 h 287"/>
                  <a:gd name="T30" fmla="*/ 103 w 286"/>
                  <a:gd name="T31" fmla="*/ 268 h 287"/>
                  <a:gd name="T32" fmla="*/ 151 w 286"/>
                  <a:gd name="T33" fmla="*/ 276 h 287"/>
                  <a:gd name="T34" fmla="*/ 172 w 286"/>
                  <a:gd name="T35" fmla="*/ 276 h 287"/>
                  <a:gd name="T36" fmla="*/ 183 w 286"/>
                  <a:gd name="T37" fmla="*/ 270 h 287"/>
                  <a:gd name="T38" fmla="*/ 232 w 286"/>
                  <a:gd name="T39" fmla="*/ 269 h 287"/>
                  <a:gd name="T40" fmla="*/ 286 w 286"/>
                  <a:gd name="T41" fmla="*/ 238 h 287"/>
                  <a:gd name="T42" fmla="*/ 229 w 286"/>
                  <a:gd name="T43" fmla="*/ 216 h 28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</a:cxnLst>
                <a:rect l="0" t="0" r="r" b="b"/>
                <a:pathLst>
                  <a:path w="286" h="287">
                    <a:moveTo>
                      <a:pt x="229" y="216"/>
                    </a:moveTo>
                    <a:cubicBezTo>
                      <a:pt x="228" y="214"/>
                      <a:pt x="226" y="212"/>
                      <a:pt x="225" y="211"/>
                    </a:cubicBezTo>
                    <a:cubicBezTo>
                      <a:pt x="220" y="210"/>
                      <a:pt x="215" y="210"/>
                      <a:pt x="210" y="210"/>
                    </a:cubicBezTo>
                    <a:cubicBezTo>
                      <a:pt x="209" y="208"/>
                      <a:pt x="208" y="206"/>
                      <a:pt x="206" y="205"/>
                    </a:cubicBezTo>
                    <a:cubicBezTo>
                      <a:pt x="202" y="205"/>
                      <a:pt x="198" y="205"/>
                      <a:pt x="194" y="205"/>
                    </a:cubicBezTo>
                    <a:cubicBezTo>
                      <a:pt x="201" y="202"/>
                      <a:pt x="175" y="194"/>
                      <a:pt x="171" y="192"/>
                    </a:cubicBezTo>
                    <a:cubicBezTo>
                      <a:pt x="164" y="184"/>
                      <a:pt x="157" y="177"/>
                      <a:pt x="151" y="169"/>
                    </a:cubicBezTo>
                    <a:cubicBezTo>
                      <a:pt x="142" y="158"/>
                      <a:pt x="125" y="155"/>
                      <a:pt x="117" y="142"/>
                    </a:cubicBezTo>
                    <a:cubicBezTo>
                      <a:pt x="119" y="141"/>
                      <a:pt x="109" y="123"/>
                      <a:pt x="107" y="120"/>
                    </a:cubicBezTo>
                    <a:cubicBezTo>
                      <a:pt x="94" y="107"/>
                      <a:pt x="75" y="72"/>
                      <a:pt x="66" y="56"/>
                    </a:cubicBezTo>
                    <a:cubicBezTo>
                      <a:pt x="55" y="37"/>
                      <a:pt x="41" y="2"/>
                      <a:pt x="14" y="0"/>
                    </a:cubicBezTo>
                    <a:cubicBezTo>
                      <a:pt x="0" y="23"/>
                      <a:pt x="32" y="95"/>
                      <a:pt x="40" y="118"/>
                    </a:cubicBezTo>
                    <a:cubicBezTo>
                      <a:pt x="48" y="141"/>
                      <a:pt x="55" y="165"/>
                      <a:pt x="65" y="182"/>
                    </a:cubicBezTo>
                    <a:cubicBezTo>
                      <a:pt x="65" y="189"/>
                      <a:pt x="66" y="197"/>
                      <a:pt x="66" y="204"/>
                    </a:cubicBezTo>
                    <a:cubicBezTo>
                      <a:pt x="74" y="223"/>
                      <a:pt x="78" y="242"/>
                      <a:pt x="88" y="257"/>
                    </a:cubicBezTo>
                    <a:cubicBezTo>
                      <a:pt x="93" y="261"/>
                      <a:pt x="98" y="264"/>
                      <a:pt x="103" y="268"/>
                    </a:cubicBezTo>
                    <a:cubicBezTo>
                      <a:pt x="122" y="278"/>
                      <a:pt x="128" y="287"/>
                      <a:pt x="151" y="276"/>
                    </a:cubicBezTo>
                    <a:cubicBezTo>
                      <a:pt x="158" y="276"/>
                      <a:pt x="165" y="276"/>
                      <a:pt x="172" y="276"/>
                    </a:cubicBezTo>
                    <a:cubicBezTo>
                      <a:pt x="175" y="274"/>
                      <a:pt x="179" y="272"/>
                      <a:pt x="183" y="270"/>
                    </a:cubicBezTo>
                    <a:cubicBezTo>
                      <a:pt x="199" y="269"/>
                      <a:pt x="216" y="269"/>
                      <a:pt x="232" y="269"/>
                    </a:cubicBezTo>
                    <a:cubicBezTo>
                      <a:pt x="258" y="256"/>
                      <a:pt x="267" y="261"/>
                      <a:pt x="286" y="238"/>
                    </a:cubicBezTo>
                    <a:cubicBezTo>
                      <a:pt x="272" y="217"/>
                      <a:pt x="250" y="226"/>
                      <a:pt x="229" y="216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等线"/>
                  <a:ea typeface="+mn-ea"/>
                  <a:cs typeface="+mn-cs"/>
                </a:endParaRPr>
              </a:p>
            </p:txBody>
          </p:sp>
        </p:grpSp>
        <p:sp>
          <p:nvSpPr>
            <p:cNvPr id="49" name="ïšḻîḍe">
              <a:extLst>
                <a:ext uri="{FF2B5EF4-FFF2-40B4-BE49-F238E27FC236}">
                  <a16:creationId xmlns:a16="http://schemas.microsoft.com/office/drawing/2014/main" id="{6D6942DA-02ED-A6AE-4FB8-729D161CD5EA}"/>
                </a:ext>
              </a:extLst>
            </p:cNvPr>
            <p:cNvSpPr/>
            <p:nvPr/>
          </p:nvSpPr>
          <p:spPr bwMode="auto">
            <a:xfrm>
              <a:off x="6615743" y="3000099"/>
              <a:ext cx="425964" cy="517912"/>
            </a:xfrm>
            <a:custGeom>
              <a:avLst/>
              <a:gdLst>
                <a:gd name="T0" fmla="*/ 20 w 354"/>
                <a:gd name="T1" fmla="*/ 276 h 430"/>
                <a:gd name="T2" fmla="*/ 22 w 354"/>
                <a:gd name="T3" fmla="*/ 302 h 430"/>
                <a:gd name="T4" fmla="*/ 27 w 354"/>
                <a:gd name="T5" fmla="*/ 307 h 430"/>
                <a:gd name="T6" fmla="*/ 25 w 354"/>
                <a:gd name="T7" fmla="*/ 328 h 430"/>
                <a:gd name="T8" fmla="*/ 49 w 354"/>
                <a:gd name="T9" fmla="*/ 418 h 430"/>
                <a:gd name="T10" fmla="*/ 68 w 354"/>
                <a:gd name="T11" fmla="*/ 408 h 430"/>
                <a:gd name="T12" fmla="*/ 70 w 354"/>
                <a:gd name="T13" fmla="*/ 387 h 430"/>
                <a:gd name="T14" fmla="*/ 83 w 354"/>
                <a:gd name="T15" fmla="*/ 331 h 430"/>
                <a:gd name="T16" fmla="*/ 50 w 354"/>
                <a:gd name="T17" fmla="*/ 251 h 430"/>
                <a:gd name="T18" fmla="*/ 50 w 354"/>
                <a:gd name="T19" fmla="*/ 237 h 430"/>
                <a:gd name="T20" fmla="*/ 44 w 354"/>
                <a:gd name="T21" fmla="*/ 232 h 430"/>
                <a:gd name="T22" fmla="*/ 50 w 354"/>
                <a:gd name="T23" fmla="*/ 196 h 430"/>
                <a:gd name="T24" fmla="*/ 79 w 354"/>
                <a:gd name="T25" fmla="*/ 177 h 430"/>
                <a:gd name="T26" fmla="*/ 85 w 354"/>
                <a:gd name="T27" fmla="*/ 169 h 430"/>
                <a:gd name="T28" fmla="*/ 111 w 354"/>
                <a:gd name="T29" fmla="*/ 152 h 430"/>
                <a:gd name="T30" fmla="*/ 168 w 354"/>
                <a:gd name="T31" fmla="*/ 99 h 430"/>
                <a:gd name="T32" fmla="*/ 193 w 354"/>
                <a:gd name="T33" fmla="*/ 85 h 430"/>
                <a:gd name="T34" fmla="*/ 293 w 354"/>
                <a:gd name="T35" fmla="*/ 47 h 430"/>
                <a:gd name="T36" fmla="*/ 272 w 354"/>
                <a:gd name="T37" fmla="*/ 101 h 430"/>
                <a:gd name="T38" fmla="*/ 241 w 354"/>
                <a:gd name="T39" fmla="*/ 177 h 430"/>
                <a:gd name="T40" fmla="*/ 241 w 354"/>
                <a:gd name="T41" fmla="*/ 190 h 430"/>
                <a:gd name="T42" fmla="*/ 230 w 354"/>
                <a:gd name="T43" fmla="*/ 208 h 430"/>
                <a:gd name="T44" fmla="*/ 230 w 354"/>
                <a:gd name="T45" fmla="*/ 225 h 430"/>
                <a:gd name="T46" fmla="*/ 218 w 354"/>
                <a:gd name="T47" fmla="*/ 245 h 430"/>
                <a:gd name="T48" fmla="*/ 218 w 354"/>
                <a:gd name="T49" fmla="*/ 263 h 430"/>
                <a:gd name="T50" fmla="*/ 213 w 354"/>
                <a:gd name="T51" fmla="*/ 267 h 430"/>
                <a:gd name="T52" fmla="*/ 210 w 354"/>
                <a:gd name="T53" fmla="*/ 279 h 430"/>
                <a:gd name="T54" fmla="*/ 210 w 354"/>
                <a:gd name="T55" fmla="*/ 281 h 430"/>
                <a:gd name="T56" fmla="*/ 193 w 354"/>
                <a:gd name="T57" fmla="*/ 248 h 430"/>
                <a:gd name="T58" fmla="*/ 106 w 354"/>
                <a:gd name="T59" fmla="*/ 189 h 430"/>
                <a:gd name="T60" fmla="*/ 103 w 354"/>
                <a:gd name="T61" fmla="*/ 267 h 430"/>
                <a:gd name="T62" fmla="*/ 131 w 354"/>
                <a:gd name="T63" fmla="*/ 332 h 430"/>
                <a:gd name="T64" fmla="*/ 112 w 354"/>
                <a:gd name="T65" fmla="*/ 365 h 430"/>
                <a:gd name="T66" fmla="*/ 90 w 354"/>
                <a:gd name="T67" fmla="*/ 396 h 430"/>
                <a:gd name="T68" fmla="*/ 85 w 354"/>
                <a:gd name="T69" fmla="*/ 407 h 430"/>
                <a:gd name="T70" fmla="*/ 89 w 354"/>
                <a:gd name="T71" fmla="*/ 412 h 430"/>
                <a:gd name="T72" fmla="*/ 143 w 354"/>
                <a:gd name="T73" fmla="*/ 366 h 430"/>
                <a:gd name="T74" fmla="*/ 154 w 354"/>
                <a:gd name="T75" fmla="*/ 366 h 430"/>
                <a:gd name="T76" fmla="*/ 208 w 354"/>
                <a:gd name="T77" fmla="*/ 430 h 430"/>
                <a:gd name="T78" fmla="*/ 213 w 354"/>
                <a:gd name="T79" fmla="*/ 430 h 430"/>
                <a:gd name="T80" fmla="*/ 260 w 354"/>
                <a:gd name="T81" fmla="*/ 289 h 430"/>
                <a:gd name="T82" fmla="*/ 282 w 354"/>
                <a:gd name="T83" fmla="*/ 224 h 430"/>
                <a:gd name="T84" fmla="*/ 281 w 354"/>
                <a:gd name="T85" fmla="*/ 214 h 430"/>
                <a:gd name="T86" fmla="*/ 292 w 354"/>
                <a:gd name="T87" fmla="*/ 186 h 430"/>
                <a:gd name="T88" fmla="*/ 294 w 354"/>
                <a:gd name="T89" fmla="*/ 170 h 430"/>
                <a:gd name="T90" fmla="*/ 311 w 354"/>
                <a:gd name="T91" fmla="*/ 138 h 430"/>
                <a:gd name="T92" fmla="*/ 317 w 354"/>
                <a:gd name="T93" fmla="*/ 111 h 430"/>
                <a:gd name="T94" fmla="*/ 330 w 354"/>
                <a:gd name="T95" fmla="*/ 92 h 430"/>
                <a:gd name="T96" fmla="*/ 343 w 354"/>
                <a:gd name="T97" fmla="*/ 40 h 430"/>
                <a:gd name="T98" fmla="*/ 291 w 354"/>
                <a:gd name="T99" fmla="*/ 0 h 430"/>
                <a:gd name="T100" fmla="*/ 272 w 354"/>
                <a:gd name="T101" fmla="*/ 8 h 430"/>
                <a:gd name="T102" fmla="*/ 210 w 354"/>
                <a:gd name="T103" fmla="*/ 31 h 430"/>
                <a:gd name="T104" fmla="*/ 176 w 354"/>
                <a:gd name="T105" fmla="*/ 53 h 430"/>
                <a:gd name="T106" fmla="*/ 168 w 354"/>
                <a:gd name="T107" fmla="*/ 52 h 430"/>
                <a:gd name="T108" fmla="*/ 162 w 354"/>
                <a:gd name="T109" fmla="*/ 59 h 430"/>
                <a:gd name="T110" fmla="*/ 143 w 354"/>
                <a:gd name="T111" fmla="*/ 65 h 430"/>
                <a:gd name="T112" fmla="*/ 75 w 354"/>
                <a:gd name="T113" fmla="*/ 109 h 430"/>
                <a:gd name="T114" fmla="*/ 26 w 354"/>
                <a:gd name="T115" fmla="*/ 155 h 430"/>
                <a:gd name="T116" fmla="*/ 25 w 354"/>
                <a:gd name="T117" fmla="*/ 222 h 430"/>
                <a:gd name="T118" fmla="*/ 7 w 354"/>
                <a:gd name="T119" fmla="*/ 227 h 430"/>
                <a:gd name="T120" fmla="*/ 15 w 354"/>
                <a:gd name="T121" fmla="*/ 269 h 430"/>
                <a:gd name="T122" fmla="*/ 20 w 354"/>
                <a:gd name="T123" fmla="*/ 276 h 43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  <a:cxn ang="0">
                  <a:pos x="T118" y="T119"/>
                </a:cxn>
                <a:cxn ang="0">
                  <a:pos x="T120" y="T121"/>
                </a:cxn>
                <a:cxn ang="0">
                  <a:pos x="T122" y="T123"/>
                </a:cxn>
              </a:cxnLst>
              <a:rect l="0" t="0" r="r" b="b"/>
              <a:pathLst>
                <a:path w="354" h="430">
                  <a:moveTo>
                    <a:pt x="20" y="276"/>
                  </a:moveTo>
                  <a:cubicBezTo>
                    <a:pt x="21" y="285"/>
                    <a:pt x="22" y="293"/>
                    <a:pt x="22" y="302"/>
                  </a:cubicBezTo>
                  <a:cubicBezTo>
                    <a:pt x="24" y="304"/>
                    <a:pt x="25" y="305"/>
                    <a:pt x="27" y="307"/>
                  </a:cubicBezTo>
                  <a:cubicBezTo>
                    <a:pt x="27" y="314"/>
                    <a:pt x="26" y="321"/>
                    <a:pt x="25" y="328"/>
                  </a:cubicBezTo>
                  <a:cubicBezTo>
                    <a:pt x="33" y="356"/>
                    <a:pt x="27" y="403"/>
                    <a:pt x="49" y="418"/>
                  </a:cubicBezTo>
                  <a:cubicBezTo>
                    <a:pt x="56" y="425"/>
                    <a:pt x="65" y="412"/>
                    <a:pt x="68" y="408"/>
                  </a:cubicBezTo>
                  <a:cubicBezTo>
                    <a:pt x="68" y="401"/>
                    <a:pt x="69" y="394"/>
                    <a:pt x="70" y="387"/>
                  </a:cubicBezTo>
                  <a:cubicBezTo>
                    <a:pt x="76" y="375"/>
                    <a:pt x="86" y="354"/>
                    <a:pt x="83" y="331"/>
                  </a:cubicBezTo>
                  <a:cubicBezTo>
                    <a:pt x="78" y="299"/>
                    <a:pt x="61" y="276"/>
                    <a:pt x="50" y="251"/>
                  </a:cubicBezTo>
                  <a:cubicBezTo>
                    <a:pt x="50" y="246"/>
                    <a:pt x="50" y="242"/>
                    <a:pt x="50" y="237"/>
                  </a:cubicBezTo>
                  <a:cubicBezTo>
                    <a:pt x="48" y="235"/>
                    <a:pt x="46" y="234"/>
                    <a:pt x="44" y="232"/>
                  </a:cubicBezTo>
                  <a:cubicBezTo>
                    <a:pt x="39" y="222"/>
                    <a:pt x="50" y="209"/>
                    <a:pt x="50" y="196"/>
                  </a:cubicBezTo>
                  <a:cubicBezTo>
                    <a:pt x="59" y="186"/>
                    <a:pt x="66" y="184"/>
                    <a:pt x="79" y="177"/>
                  </a:cubicBezTo>
                  <a:cubicBezTo>
                    <a:pt x="81" y="174"/>
                    <a:pt x="83" y="172"/>
                    <a:pt x="85" y="169"/>
                  </a:cubicBezTo>
                  <a:cubicBezTo>
                    <a:pt x="94" y="164"/>
                    <a:pt x="102" y="158"/>
                    <a:pt x="111" y="152"/>
                  </a:cubicBezTo>
                  <a:cubicBezTo>
                    <a:pt x="126" y="142"/>
                    <a:pt x="158" y="112"/>
                    <a:pt x="168" y="99"/>
                  </a:cubicBezTo>
                  <a:cubicBezTo>
                    <a:pt x="169" y="101"/>
                    <a:pt x="188" y="88"/>
                    <a:pt x="193" y="85"/>
                  </a:cubicBezTo>
                  <a:cubicBezTo>
                    <a:pt x="222" y="70"/>
                    <a:pt x="248" y="46"/>
                    <a:pt x="293" y="47"/>
                  </a:cubicBezTo>
                  <a:cubicBezTo>
                    <a:pt x="292" y="59"/>
                    <a:pt x="278" y="86"/>
                    <a:pt x="272" y="101"/>
                  </a:cubicBezTo>
                  <a:cubicBezTo>
                    <a:pt x="259" y="128"/>
                    <a:pt x="255" y="152"/>
                    <a:pt x="241" y="177"/>
                  </a:cubicBezTo>
                  <a:cubicBezTo>
                    <a:pt x="241" y="181"/>
                    <a:pt x="241" y="186"/>
                    <a:pt x="241" y="190"/>
                  </a:cubicBezTo>
                  <a:cubicBezTo>
                    <a:pt x="239" y="194"/>
                    <a:pt x="232" y="203"/>
                    <a:pt x="230" y="208"/>
                  </a:cubicBezTo>
                  <a:cubicBezTo>
                    <a:pt x="230" y="213"/>
                    <a:pt x="230" y="219"/>
                    <a:pt x="230" y="225"/>
                  </a:cubicBezTo>
                  <a:cubicBezTo>
                    <a:pt x="228" y="232"/>
                    <a:pt x="221" y="238"/>
                    <a:pt x="218" y="245"/>
                  </a:cubicBezTo>
                  <a:cubicBezTo>
                    <a:pt x="218" y="251"/>
                    <a:pt x="218" y="257"/>
                    <a:pt x="218" y="263"/>
                  </a:cubicBezTo>
                  <a:cubicBezTo>
                    <a:pt x="216" y="265"/>
                    <a:pt x="214" y="266"/>
                    <a:pt x="213" y="267"/>
                  </a:cubicBezTo>
                  <a:cubicBezTo>
                    <a:pt x="212" y="270"/>
                    <a:pt x="213" y="276"/>
                    <a:pt x="210" y="279"/>
                  </a:cubicBezTo>
                  <a:cubicBezTo>
                    <a:pt x="210" y="280"/>
                    <a:pt x="210" y="280"/>
                    <a:pt x="210" y="281"/>
                  </a:cubicBezTo>
                  <a:cubicBezTo>
                    <a:pt x="201" y="277"/>
                    <a:pt x="199" y="257"/>
                    <a:pt x="193" y="248"/>
                  </a:cubicBezTo>
                  <a:cubicBezTo>
                    <a:pt x="175" y="223"/>
                    <a:pt x="147" y="190"/>
                    <a:pt x="106" y="189"/>
                  </a:cubicBezTo>
                  <a:cubicBezTo>
                    <a:pt x="89" y="206"/>
                    <a:pt x="93" y="245"/>
                    <a:pt x="103" y="267"/>
                  </a:cubicBezTo>
                  <a:cubicBezTo>
                    <a:pt x="106" y="275"/>
                    <a:pt x="133" y="322"/>
                    <a:pt x="131" y="332"/>
                  </a:cubicBezTo>
                  <a:cubicBezTo>
                    <a:pt x="128" y="344"/>
                    <a:pt x="118" y="357"/>
                    <a:pt x="112" y="365"/>
                  </a:cubicBezTo>
                  <a:cubicBezTo>
                    <a:pt x="106" y="374"/>
                    <a:pt x="102" y="394"/>
                    <a:pt x="90" y="396"/>
                  </a:cubicBezTo>
                  <a:cubicBezTo>
                    <a:pt x="85" y="402"/>
                    <a:pt x="86" y="401"/>
                    <a:pt x="85" y="407"/>
                  </a:cubicBezTo>
                  <a:cubicBezTo>
                    <a:pt x="86" y="409"/>
                    <a:pt x="88" y="410"/>
                    <a:pt x="89" y="412"/>
                  </a:cubicBezTo>
                  <a:cubicBezTo>
                    <a:pt x="106" y="411"/>
                    <a:pt x="136" y="378"/>
                    <a:pt x="143" y="366"/>
                  </a:cubicBezTo>
                  <a:cubicBezTo>
                    <a:pt x="147" y="366"/>
                    <a:pt x="151" y="366"/>
                    <a:pt x="154" y="366"/>
                  </a:cubicBezTo>
                  <a:cubicBezTo>
                    <a:pt x="173" y="387"/>
                    <a:pt x="194" y="406"/>
                    <a:pt x="208" y="430"/>
                  </a:cubicBezTo>
                  <a:cubicBezTo>
                    <a:pt x="209" y="430"/>
                    <a:pt x="211" y="430"/>
                    <a:pt x="213" y="430"/>
                  </a:cubicBezTo>
                  <a:cubicBezTo>
                    <a:pt x="249" y="405"/>
                    <a:pt x="244" y="337"/>
                    <a:pt x="260" y="289"/>
                  </a:cubicBezTo>
                  <a:cubicBezTo>
                    <a:pt x="266" y="271"/>
                    <a:pt x="275" y="244"/>
                    <a:pt x="282" y="224"/>
                  </a:cubicBezTo>
                  <a:cubicBezTo>
                    <a:pt x="281" y="221"/>
                    <a:pt x="281" y="217"/>
                    <a:pt x="281" y="214"/>
                  </a:cubicBezTo>
                  <a:cubicBezTo>
                    <a:pt x="284" y="206"/>
                    <a:pt x="290" y="191"/>
                    <a:pt x="292" y="186"/>
                  </a:cubicBezTo>
                  <a:cubicBezTo>
                    <a:pt x="292" y="181"/>
                    <a:pt x="293" y="176"/>
                    <a:pt x="294" y="170"/>
                  </a:cubicBezTo>
                  <a:cubicBezTo>
                    <a:pt x="298" y="161"/>
                    <a:pt x="309" y="149"/>
                    <a:pt x="311" y="138"/>
                  </a:cubicBezTo>
                  <a:cubicBezTo>
                    <a:pt x="313" y="130"/>
                    <a:pt x="313" y="122"/>
                    <a:pt x="317" y="111"/>
                  </a:cubicBezTo>
                  <a:cubicBezTo>
                    <a:pt x="318" y="114"/>
                    <a:pt x="329" y="94"/>
                    <a:pt x="330" y="92"/>
                  </a:cubicBezTo>
                  <a:cubicBezTo>
                    <a:pt x="337" y="75"/>
                    <a:pt x="337" y="57"/>
                    <a:pt x="343" y="40"/>
                  </a:cubicBezTo>
                  <a:cubicBezTo>
                    <a:pt x="354" y="9"/>
                    <a:pt x="317" y="0"/>
                    <a:pt x="291" y="0"/>
                  </a:cubicBezTo>
                  <a:cubicBezTo>
                    <a:pt x="287" y="8"/>
                    <a:pt x="280" y="5"/>
                    <a:pt x="272" y="8"/>
                  </a:cubicBezTo>
                  <a:cubicBezTo>
                    <a:pt x="261" y="12"/>
                    <a:pt x="217" y="31"/>
                    <a:pt x="210" y="31"/>
                  </a:cubicBezTo>
                  <a:cubicBezTo>
                    <a:pt x="200" y="37"/>
                    <a:pt x="187" y="48"/>
                    <a:pt x="176" y="53"/>
                  </a:cubicBezTo>
                  <a:cubicBezTo>
                    <a:pt x="173" y="53"/>
                    <a:pt x="170" y="53"/>
                    <a:pt x="168" y="52"/>
                  </a:cubicBezTo>
                  <a:cubicBezTo>
                    <a:pt x="166" y="55"/>
                    <a:pt x="164" y="57"/>
                    <a:pt x="162" y="59"/>
                  </a:cubicBezTo>
                  <a:cubicBezTo>
                    <a:pt x="155" y="63"/>
                    <a:pt x="149" y="61"/>
                    <a:pt x="143" y="65"/>
                  </a:cubicBezTo>
                  <a:cubicBezTo>
                    <a:pt x="122" y="78"/>
                    <a:pt x="97" y="95"/>
                    <a:pt x="75" y="109"/>
                  </a:cubicBezTo>
                  <a:cubicBezTo>
                    <a:pt x="58" y="120"/>
                    <a:pt x="34" y="135"/>
                    <a:pt x="26" y="155"/>
                  </a:cubicBezTo>
                  <a:cubicBezTo>
                    <a:pt x="20" y="173"/>
                    <a:pt x="24" y="201"/>
                    <a:pt x="25" y="222"/>
                  </a:cubicBezTo>
                  <a:cubicBezTo>
                    <a:pt x="22" y="224"/>
                    <a:pt x="10" y="224"/>
                    <a:pt x="7" y="227"/>
                  </a:cubicBezTo>
                  <a:cubicBezTo>
                    <a:pt x="0" y="233"/>
                    <a:pt x="11" y="261"/>
                    <a:pt x="15" y="269"/>
                  </a:cubicBezTo>
                  <a:cubicBezTo>
                    <a:pt x="16" y="271"/>
                    <a:pt x="18" y="274"/>
                    <a:pt x="20" y="276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/>
                <a:ea typeface="+mn-ea"/>
                <a:cs typeface="+mn-cs"/>
              </a:endParaRPr>
            </a:p>
          </p:txBody>
        </p:sp>
        <p:sp>
          <p:nvSpPr>
            <p:cNvPr id="50" name="î$ḷiďê">
              <a:extLst>
                <a:ext uri="{FF2B5EF4-FFF2-40B4-BE49-F238E27FC236}">
                  <a16:creationId xmlns:a16="http://schemas.microsoft.com/office/drawing/2014/main" id="{9CC37C3F-307B-5D68-E38E-1E3F81E42DF0}"/>
                </a:ext>
              </a:extLst>
            </p:cNvPr>
            <p:cNvSpPr/>
            <p:nvPr/>
          </p:nvSpPr>
          <p:spPr bwMode="auto">
            <a:xfrm>
              <a:off x="6527548" y="3450476"/>
              <a:ext cx="514159" cy="247697"/>
            </a:xfrm>
            <a:custGeom>
              <a:avLst/>
              <a:gdLst>
                <a:gd name="T0" fmla="*/ 365 w 428"/>
                <a:gd name="T1" fmla="*/ 1 h 206"/>
                <a:gd name="T2" fmla="*/ 278 w 428"/>
                <a:gd name="T3" fmla="*/ 25 h 206"/>
                <a:gd name="T4" fmla="*/ 257 w 428"/>
                <a:gd name="T5" fmla="*/ 24 h 206"/>
                <a:gd name="T6" fmla="*/ 249 w 428"/>
                <a:gd name="T7" fmla="*/ 30 h 206"/>
                <a:gd name="T8" fmla="*/ 233 w 428"/>
                <a:gd name="T9" fmla="*/ 30 h 206"/>
                <a:gd name="T10" fmla="*/ 225 w 428"/>
                <a:gd name="T11" fmla="*/ 36 h 206"/>
                <a:gd name="T12" fmla="*/ 213 w 428"/>
                <a:gd name="T13" fmla="*/ 36 h 206"/>
                <a:gd name="T14" fmla="*/ 206 w 428"/>
                <a:gd name="T15" fmla="*/ 43 h 206"/>
                <a:gd name="T16" fmla="*/ 196 w 428"/>
                <a:gd name="T17" fmla="*/ 42 h 206"/>
                <a:gd name="T18" fmla="*/ 178 w 428"/>
                <a:gd name="T19" fmla="*/ 54 h 206"/>
                <a:gd name="T20" fmla="*/ 163 w 428"/>
                <a:gd name="T21" fmla="*/ 55 h 206"/>
                <a:gd name="T22" fmla="*/ 157 w 428"/>
                <a:gd name="T23" fmla="*/ 62 h 206"/>
                <a:gd name="T24" fmla="*/ 131 w 428"/>
                <a:gd name="T25" fmla="*/ 68 h 206"/>
                <a:gd name="T26" fmla="*/ 111 w 428"/>
                <a:gd name="T27" fmla="*/ 80 h 206"/>
                <a:gd name="T28" fmla="*/ 104 w 428"/>
                <a:gd name="T29" fmla="*/ 78 h 206"/>
                <a:gd name="T30" fmla="*/ 77 w 428"/>
                <a:gd name="T31" fmla="*/ 91 h 206"/>
                <a:gd name="T32" fmla="*/ 57 w 428"/>
                <a:gd name="T33" fmla="*/ 96 h 206"/>
                <a:gd name="T34" fmla="*/ 7 w 428"/>
                <a:gd name="T35" fmla="*/ 106 h 206"/>
                <a:gd name="T36" fmla="*/ 5 w 428"/>
                <a:gd name="T37" fmla="*/ 144 h 206"/>
                <a:gd name="T38" fmla="*/ 51 w 428"/>
                <a:gd name="T39" fmla="*/ 206 h 206"/>
                <a:gd name="T40" fmla="*/ 103 w 428"/>
                <a:gd name="T41" fmla="*/ 170 h 206"/>
                <a:gd name="T42" fmla="*/ 122 w 428"/>
                <a:gd name="T43" fmla="*/ 154 h 206"/>
                <a:gd name="T44" fmla="*/ 141 w 428"/>
                <a:gd name="T45" fmla="*/ 136 h 206"/>
                <a:gd name="T46" fmla="*/ 216 w 428"/>
                <a:gd name="T47" fmla="*/ 95 h 206"/>
                <a:gd name="T48" fmla="*/ 312 w 428"/>
                <a:gd name="T49" fmla="*/ 68 h 206"/>
                <a:gd name="T50" fmla="*/ 315 w 428"/>
                <a:gd name="T51" fmla="*/ 69 h 206"/>
                <a:gd name="T52" fmla="*/ 318 w 428"/>
                <a:gd name="T53" fmla="*/ 69 h 206"/>
                <a:gd name="T54" fmla="*/ 282 w 428"/>
                <a:gd name="T55" fmla="*/ 97 h 206"/>
                <a:gd name="T56" fmla="*/ 278 w 428"/>
                <a:gd name="T57" fmla="*/ 110 h 206"/>
                <a:gd name="T58" fmla="*/ 320 w 428"/>
                <a:gd name="T59" fmla="*/ 95 h 206"/>
                <a:gd name="T60" fmla="*/ 335 w 428"/>
                <a:gd name="T61" fmla="*/ 95 h 206"/>
                <a:gd name="T62" fmla="*/ 427 w 428"/>
                <a:gd name="T63" fmla="*/ 42 h 206"/>
                <a:gd name="T64" fmla="*/ 365 w 428"/>
                <a:gd name="T65" fmla="*/ 1 h 20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</a:cxnLst>
              <a:rect l="0" t="0" r="r" b="b"/>
              <a:pathLst>
                <a:path w="428" h="206">
                  <a:moveTo>
                    <a:pt x="365" y="1"/>
                  </a:moveTo>
                  <a:cubicBezTo>
                    <a:pt x="356" y="12"/>
                    <a:pt x="297" y="17"/>
                    <a:pt x="278" y="25"/>
                  </a:cubicBezTo>
                  <a:cubicBezTo>
                    <a:pt x="271" y="24"/>
                    <a:pt x="264" y="24"/>
                    <a:pt x="257" y="24"/>
                  </a:cubicBezTo>
                  <a:cubicBezTo>
                    <a:pt x="254" y="26"/>
                    <a:pt x="252" y="28"/>
                    <a:pt x="249" y="30"/>
                  </a:cubicBezTo>
                  <a:cubicBezTo>
                    <a:pt x="244" y="30"/>
                    <a:pt x="238" y="30"/>
                    <a:pt x="233" y="30"/>
                  </a:cubicBezTo>
                  <a:cubicBezTo>
                    <a:pt x="230" y="32"/>
                    <a:pt x="227" y="34"/>
                    <a:pt x="225" y="36"/>
                  </a:cubicBezTo>
                  <a:cubicBezTo>
                    <a:pt x="221" y="36"/>
                    <a:pt x="217" y="36"/>
                    <a:pt x="213" y="36"/>
                  </a:cubicBezTo>
                  <a:cubicBezTo>
                    <a:pt x="211" y="39"/>
                    <a:pt x="208" y="41"/>
                    <a:pt x="206" y="43"/>
                  </a:cubicBezTo>
                  <a:cubicBezTo>
                    <a:pt x="202" y="43"/>
                    <a:pt x="199" y="43"/>
                    <a:pt x="196" y="42"/>
                  </a:cubicBezTo>
                  <a:cubicBezTo>
                    <a:pt x="192" y="44"/>
                    <a:pt x="183" y="50"/>
                    <a:pt x="178" y="54"/>
                  </a:cubicBezTo>
                  <a:cubicBezTo>
                    <a:pt x="173" y="54"/>
                    <a:pt x="168" y="55"/>
                    <a:pt x="163" y="55"/>
                  </a:cubicBezTo>
                  <a:cubicBezTo>
                    <a:pt x="161" y="57"/>
                    <a:pt x="159" y="59"/>
                    <a:pt x="157" y="62"/>
                  </a:cubicBezTo>
                  <a:cubicBezTo>
                    <a:pt x="147" y="66"/>
                    <a:pt x="140" y="64"/>
                    <a:pt x="131" y="68"/>
                  </a:cubicBezTo>
                  <a:cubicBezTo>
                    <a:pt x="123" y="71"/>
                    <a:pt x="117" y="78"/>
                    <a:pt x="111" y="80"/>
                  </a:cubicBezTo>
                  <a:cubicBezTo>
                    <a:pt x="109" y="80"/>
                    <a:pt x="106" y="79"/>
                    <a:pt x="104" y="78"/>
                  </a:cubicBezTo>
                  <a:cubicBezTo>
                    <a:pt x="96" y="82"/>
                    <a:pt x="85" y="88"/>
                    <a:pt x="77" y="91"/>
                  </a:cubicBezTo>
                  <a:cubicBezTo>
                    <a:pt x="67" y="95"/>
                    <a:pt x="63" y="90"/>
                    <a:pt x="57" y="96"/>
                  </a:cubicBezTo>
                  <a:cubicBezTo>
                    <a:pt x="48" y="90"/>
                    <a:pt x="15" y="98"/>
                    <a:pt x="7" y="106"/>
                  </a:cubicBezTo>
                  <a:cubicBezTo>
                    <a:pt x="0" y="113"/>
                    <a:pt x="2" y="136"/>
                    <a:pt x="5" y="144"/>
                  </a:cubicBezTo>
                  <a:cubicBezTo>
                    <a:pt x="14" y="168"/>
                    <a:pt x="36" y="185"/>
                    <a:pt x="51" y="206"/>
                  </a:cubicBezTo>
                  <a:cubicBezTo>
                    <a:pt x="61" y="205"/>
                    <a:pt x="97" y="178"/>
                    <a:pt x="103" y="170"/>
                  </a:cubicBezTo>
                  <a:cubicBezTo>
                    <a:pt x="105" y="166"/>
                    <a:pt x="117" y="158"/>
                    <a:pt x="122" y="154"/>
                  </a:cubicBezTo>
                  <a:cubicBezTo>
                    <a:pt x="129" y="148"/>
                    <a:pt x="135" y="142"/>
                    <a:pt x="141" y="136"/>
                  </a:cubicBezTo>
                  <a:cubicBezTo>
                    <a:pt x="164" y="121"/>
                    <a:pt x="189" y="105"/>
                    <a:pt x="216" y="95"/>
                  </a:cubicBezTo>
                  <a:cubicBezTo>
                    <a:pt x="231" y="90"/>
                    <a:pt x="308" y="72"/>
                    <a:pt x="312" y="68"/>
                  </a:cubicBezTo>
                  <a:cubicBezTo>
                    <a:pt x="315" y="68"/>
                    <a:pt x="314" y="67"/>
                    <a:pt x="315" y="69"/>
                  </a:cubicBezTo>
                  <a:cubicBezTo>
                    <a:pt x="316" y="69"/>
                    <a:pt x="317" y="69"/>
                    <a:pt x="318" y="69"/>
                  </a:cubicBezTo>
                  <a:cubicBezTo>
                    <a:pt x="313" y="77"/>
                    <a:pt x="292" y="95"/>
                    <a:pt x="282" y="97"/>
                  </a:cubicBezTo>
                  <a:cubicBezTo>
                    <a:pt x="279" y="101"/>
                    <a:pt x="278" y="102"/>
                    <a:pt x="278" y="110"/>
                  </a:cubicBezTo>
                  <a:cubicBezTo>
                    <a:pt x="291" y="119"/>
                    <a:pt x="309" y="101"/>
                    <a:pt x="320" y="95"/>
                  </a:cubicBezTo>
                  <a:cubicBezTo>
                    <a:pt x="325" y="95"/>
                    <a:pt x="330" y="95"/>
                    <a:pt x="335" y="95"/>
                  </a:cubicBezTo>
                  <a:cubicBezTo>
                    <a:pt x="364" y="76"/>
                    <a:pt x="411" y="71"/>
                    <a:pt x="427" y="42"/>
                  </a:cubicBezTo>
                  <a:cubicBezTo>
                    <a:pt x="428" y="16"/>
                    <a:pt x="390" y="0"/>
                    <a:pt x="365" y="1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/>
                <a:ea typeface="+mn-ea"/>
                <a:cs typeface="+mn-cs"/>
              </a:endParaRPr>
            </a:p>
          </p:txBody>
        </p:sp>
      </p:grpSp>
      <p:sp>
        <p:nvSpPr>
          <p:cNvPr id="2" name="文本框 1">
            <a:extLst>
              <a:ext uri="{FF2B5EF4-FFF2-40B4-BE49-F238E27FC236}">
                <a16:creationId xmlns:a16="http://schemas.microsoft.com/office/drawing/2014/main" id="{C7E24442-1CC8-BECA-DAB5-FC2D217D5AD4}"/>
              </a:ext>
            </a:extLst>
          </p:cNvPr>
          <p:cNvSpPr txBox="1"/>
          <p:nvPr/>
        </p:nvSpPr>
        <p:spPr>
          <a:xfrm>
            <a:off x="401706" y="1086750"/>
            <a:ext cx="8304972" cy="35791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457200" marR="0" lvl="1" indent="0" algn="l" defTabSz="914400" rtl="0" eaLnBrk="1" fontAlgn="auto" latinLnBrk="0" hangingPunct="1">
              <a:lnSpc>
                <a:spcPts val="2000"/>
              </a:lnSpc>
              <a:spcBef>
                <a:spcPts val="1560"/>
              </a:spcBef>
              <a:spcAft>
                <a:spcPts val="78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2400" b="0" i="0" u="none" strike="noStrike" kern="1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路径</a:t>
            </a:r>
            <a:r>
              <a:rPr kumimoji="0" lang="en-US" altLang="zh-CN" sz="2400" b="0" i="0" u="none" strike="noStrike" kern="1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·</a:t>
            </a:r>
            <a:r>
              <a:rPr kumimoji="0" lang="zh-CN" altLang="en-US" sz="2400" b="0" i="0" u="none" strike="noStrike" kern="1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：社会经济地位 </a:t>
            </a:r>
            <a:r>
              <a:rPr kumimoji="0" lang="en-US" altLang="zh-CN" sz="2400" b="0" i="0" u="none" strike="noStrike" kern="1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(SES) ——</a:t>
            </a:r>
            <a:r>
              <a:rPr kumimoji="0" lang="zh-CN" altLang="en-US" sz="2400" b="0" i="0" u="none" strike="noStrike" kern="1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 睡眠问题</a:t>
            </a:r>
            <a:r>
              <a:rPr kumimoji="0" lang="en-US" altLang="zh-CN" sz="2400" b="0" i="0" u="none" strike="noStrike" kern="1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——</a:t>
            </a:r>
            <a:r>
              <a:rPr kumimoji="0" lang="zh-CN" altLang="en-US" sz="2400" b="0" i="0" u="none" strike="noStrike" kern="1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疼痛结局</a:t>
            </a:r>
          </a:p>
        </p:txBody>
      </p:sp>
      <p:sp>
        <p:nvSpPr>
          <p:cNvPr id="3" name="椭圆 2">
            <a:extLst>
              <a:ext uri="{FF2B5EF4-FFF2-40B4-BE49-F238E27FC236}">
                <a16:creationId xmlns:a16="http://schemas.microsoft.com/office/drawing/2014/main" id="{9E1C1B04-C09F-086E-1A7E-8389F91DE02F}"/>
              </a:ext>
            </a:extLst>
          </p:cNvPr>
          <p:cNvSpPr/>
          <p:nvPr/>
        </p:nvSpPr>
        <p:spPr>
          <a:xfrm>
            <a:off x="638175" y="1099623"/>
            <a:ext cx="219075" cy="219075"/>
          </a:xfrm>
          <a:prstGeom prst="ellipse">
            <a:avLst/>
          </a:prstGeom>
          <a:solidFill>
            <a:srgbClr val="1B4489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等线"/>
              <a:ea typeface="等线" panose="02010600030101010101" pitchFamily="2" charset="-122"/>
              <a:cs typeface="+mn-cs"/>
            </a:endParaRPr>
          </a:p>
        </p:txBody>
      </p:sp>
      <p:sp>
        <p:nvSpPr>
          <p:cNvPr id="9" name="文本框 8">
            <a:extLst>
              <a:ext uri="{FF2B5EF4-FFF2-40B4-BE49-F238E27FC236}">
                <a16:creationId xmlns:a16="http://schemas.microsoft.com/office/drawing/2014/main" id="{409D50CD-0FB6-F899-6AAE-4FB2846BAD14}"/>
              </a:ext>
            </a:extLst>
          </p:cNvPr>
          <p:cNvSpPr txBox="1"/>
          <p:nvPr/>
        </p:nvSpPr>
        <p:spPr>
          <a:xfrm>
            <a:off x="1289601" y="1821341"/>
            <a:ext cx="6096000" cy="34881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914400" marR="0" lvl="2" indent="0" algn="l" defTabSz="914400" rtl="0" eaLnBrk="1" fontAlgn="auto" latinLnBrk="0" hangingPunct="1">
              <a:lnSpc>
                <a:spcPts val="2000"/>
              </a:lnSpc>
              <a:spcBef>
                <a:spcPts val="1560"/>
              </a:spcBef>
              <a:spcAft>
                <a:spcPts val="780"/>
              </a:spcAft>
              <a:buClr>
                <a:srgbClr val="000000"/>
              </a:buClr>
              <a:buSzTx/>
              <a:buFontTx/>
              <a:buNone/>
              <a:tabLst/>
              <a:defRPr/>
            </a:pPr>
            <a:r>
              <a:rPr kumimoji="0" lang="zh-CN" altLang="en-US" sz="2000" b="1" i="0" u="none" strike="noStrike" kern="100" cap="none" spc="0" normalizeH="0" baseline="0" noProof="0" dirty="0">
                <a:ln>
                  <a:noFill/>
                </a:ln>
                <a:solidFill>
                  <a:srgbClr val="1A1A1A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中介效应的具体量化</a:t>
            </a:r>
          </a:p>
        </p:txBody>
      </p:sp>
      <p:sp>
        <p:nvSpPr>
          <p:cNvPr id="18" name="文本框 17">
            <a:extLst>
              <a:ext uri="{FF2B5EF4-FFF2-40B4-BE49-F238E27FC236}">
                <a16:creationId xmlns:a16="http://schemas.microsoft.com/office/drawing/2014/main" id="{CBBCC790-E175-F16A-327D-BBC38BC78C27}"/>
              </a:ext>
            </a:extLst>
          </p:cNvPr>
          <p:cNvSpPr txBox="1"/>
          <p:nvPr/>
        </p:nvSpPr>
        <p:spPr>
          <a:xfrm>
            <a:off x="706643" y="1995747"/>
            <a:ext cx="5300618" cy="305468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304800" defTabSz="914400" rtl="0" eaLnBrk="1" fontAlgn="auto" latinLnBrk="0" hangingPunct="1">
              <a:lnSpc>
                <a:spcPts val="21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en-US" altLang="zh-CN" kern="100" dirty="0">
              <a:solidFill>
                <a:prstClr val="black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0" marR="0" lvl="0" indent="304800" defTabSz="914400" rtl="0" eaLnBrk="1" fontAlgn="auto" latinLnBrk="0" hangingPunct="1">
              <a:lnSpc>
                <a:spcPts val="21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zh-CN" altLang="en-US" b="1" kern="100" dirty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发现一：睡眠质量 </a:t>
            </a:r>
            <a:r>
              <a:rPr lang="en-US" altLang="zh-CN" b="1" kern="100" dirty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(PSQI) </a:t>
            </a:r>
            <a:r>
              <a:rPr lang="zh-CN" altLang="en-US" b="1" kern="100" dirty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是核心路径</a:t>
            </a:r>
            <a:endParaRPr lang="en-US" altLang="zh-CN" b="1" kern="100" dirty="0">
              <a:solidFill>
                <a:prstClr val="black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0" marR="0" lvl="0" indent="304800" algn="just" defTabSz="914400" rtl="0" eaLnBrk="1" fontAlgn="auto" latinLnBrk="0" hangingPunct="1">
              <a:lnSpc>
                <a:spcPts val="21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altLang="zh-CN" kern="100" dirty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• </a:t>
            </a:r>
            <a:r>
              <a:rPr lang="zh-CN" altLang="en-US" kern="100" dirty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解释了 </a:t>
            </a:r>
            <a:r>
              <a:rPr lang="en-US" altLang="zh-CN" kern="100" dirty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45% </a:t>
            </a:r>
            <a:r>
              <a:rPr lang="zh-CN" altLang="en-US" kern="100" dirty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由家庭收入差异导致的疼痛风险 </a:t>
            </a:r>
            <a:r>
              <a:rPr lang="en-US" altLang="zh-CN" kern="100" dirty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(PM=45%) </a:t>
            </a:r>
          </a:p>
          <a:p>
            <a:pPr marL="0" marR="0" lvl="0" indent="304800" algn="just" defTabSz="914400" rtl="0" eaLnBrk="1" fontAlgn="auto" latinLnBrk="0" hangingPunct="1">
              <a:lnSpc>
                <a:spcPts val="21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altLang="zh-CN" kern="100" dirty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• </a:t>
            </a:r>
            <a:r>
              <a:rPr lang="zh-CN" altLang="en-US" kern="100" dirty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解释了 </a:t>
            </a:r>
            <a:r>
              <a:rPr lang="en-US" altLang="zh-CN" kern="100" dirty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95% </a:t>
            </a:r>
            <a:r>
              <a:rPr lang="zh-CN" altLang="en-US" kern="100" dirty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由父亲职业地位导致的疼痛风险 </a:t>
            </a:r>
            <a:r>
              <a:rPr lang="en-US" altLang="zh-CN" kern="100" dirty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(PM=95%) —— </a:t>
            </a:r>
            <a:r>
              <a:rPr lang="zh-CN" altLang="en-US" kern="100" dirty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提示早期家庭环境通过塑造睡眠习惯产生深远影响</a:t>
            </a:r>
            <a:endParaRPr lang="en-US" altLang="zh-CN" kern="100" dirty="0">
              <a:solidFill>
                <a:prstClr val="black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0" marR="0" lvl="0" indent="304800" algn="just" defTabSz="914400" rtl="0" eaLnBrk="1" fontAlgn="auto" latinLnBrk="0" hangingPunct="1">
              <a:lnSpc>
                <a:spcPts val="21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en-US" altLang="zh-CN" kern="100" dirty="0">
              <a:solidFill>
                <a:prstClr val="black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0" marR="0" lvl="0" indent="304800" algn="just" defTabSz="914400" rtl="0" eaLnBrk="1" fontAlgn="auto" latinLnBrk="0" hangingPunct="1">
              <a:lnSpc>
                <a:spcPts val="21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zh-CN" altLang="en-US" b="1" kern="100" dirty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发现二：短睡眠 </a:t>
            </a:r>
            <a:r>
              <a:rPr lang="en-US" altLang="zh-CN" b="1" kern="100" dirty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(&lt;6</a:t>
            </a:r>
            <a:r>
              <a:rPr lang="zh-CN" altLang="en-US" b="1" kern="100" dirty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小时</a:t>
            </a:r>
            <a:r>
              <a:rPr lang="en-US" altLang="zh-CN" b="1" kern="100" dirty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) </a:t>
            </a:r>
            <a:r>
              <a:rPr lang="zh-CN" altLang="en-US" b="1" kern="100" dirty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的特定影响</a:t>
            </a:r>
            <a:endParaRPr lang="en-US" altLang="zh-CN" b="1" kern="100" dirty="0">
              <a:solidFill>
                <a:prstClr val="black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0" marR="0" lvl="0" indent="304800" algn="just" defTabSz="914400" rtl="0" eaLnBrk="1" fontAlgn="auto" latinLnBrk="0" hangingPunct="1">
              <a:lnSpc>
                <a:spcPts val="21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altLang="zh-CN" kern="100" dirty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• </a:t>
            </a:r>
            <a:r>
              <a:rPr lang="zh-CN" altLang="en-US" kern="100" dirty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主要中介了“受教育程度” </a:t>
            </a:r>
            <a:r>
              <a:rPr lang="en-US" altLang="zh-CN" kern="100" dirty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(PM=31%) </a:t>
            </a:r>
            <a:r>
              <a:rPr lang="zh-CN" altLang="en-US" kern="100" dirty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和“收入” </a:t>
            </a:r>
            <a:r>
              <a:rPr lang="en-US" altLang="zh-CN" kern="100" dirty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(PM=37%) </a:t>
            </a:r>
            <a:r>
              <a:rPr lang="zh-CN" altLang="en-US" kern="100" dirty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对慢性疼痛的影响。</a:t>
            </a:r>
            <a:endParaRPr lang="en-US" altLang="zh-CN" kern="100" dirty="0">
              <a:solidFill>
                <a:prstClr val="black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22" name="矩形 21">
            <a:extLst>
              <a:ext uri="{FF2B5EF4-FFF2-40B4-BE49-F238E27FC236}">
                <a16:creationId xmlns:a16="http://schemas.microsoft.com/office/drawing/2014/main" id="{F6DDFC48-565D-E913-C478-8F04C9B30FF3}"/>
              </a:ext>
            </a:extLst>
          </p:cNvPr>
          <p:cNvSpPr/>
          <p:nvPr/>
        </p:nvSpPr>
        <p:spPr>
          <a:xfrm rot="5400000">
            <a:off x="1732526" y="726796"/>
            <a:ext cx="3340379" cy="5392144"/>
          </a:xfrm>
          <a:prstGeom prst="rect">
            <a:avLst/>
          </a:prstGeom>
          <a:noFill/>
          <a:ln>
            <a:solidFill>
              <a:srgbClr val="297AD0"/>
            </a:solidFill>
            <a:prstDash val="dash"/>
          </a:ln>
          <a:effectLst>
            <a:outerShdw blurRad="241300" dist="101600" dir="2700000" algn="tl" rotWithShape="0">
              <a:prstClr val="black">
                <a:alpha val="3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zh-CN">
                <a:solidFill>
                  <a:schemeClr val="lt1"/>
                </a:solidFill>
              </a:defRPr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等线" panose="02010600030101010101" charset="-122"/>
              <a:ea typeface="等线" panose="02010600030101010101" charset="-122"/>
              <a:cs typeface="+mn-cs"/>
            </a:endParaRPr>
          </a:p>
        </p:txBody>
      </p:sp>
      <p:sp>
        <p:nvSpPr>
          <p:cNvPr id="25" name="文本框 24">
            <a:extLst>
              <a:ext uri="{FF2B5EF4-FFF2-40B4-BE49-F238E27FC236}">
                <a16:creationId xmlns:a16="http://schemas.microsoft.com/office/drawing/2014/main" id="{C83657C9-B079-E6BC-CFDF-64E6C758975B}"/>
              </a:ext>
            </a:extLst>
          </p:cNvPr>
          <p:cNvSpPr txBox="1"/>
          <p:nvPr/>
        </p:nvSpPr>
        <p:spPr>
          <a:xfrm>
            <a:off x="7098645" y="5076316"/>
            <a:ext cx="4217834" cy="33701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459105" algn="just" defTabSz="914400" rtl="0" eaLnBrk="1" fontAlgn="auto" latinLnBrk="0" hangingPunct="1">
              <a:lnSpc>
                <a:spcPts val="21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1400" b="1" i="0" u="none" strike="noStrike" kern="100" cap="none" spc="0" normalizeH="0" baseline="0" noProof="0" dirty="0">
                <a:ln>
                  <a:noFill/>
                </a:ln>
                <a:solidFill>
                  <a:srgbClr val="1B4489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睡眠质量</a:t>
            </a:r>
            <a:r>
              <a:rPr kumimoji="0" lang="en-US" altLang="zh-CN" sz="1400" b="1" i="0" u="none" strike="noStrike" kern="100" cap="none" spc="0" normalizeH="0" baseline="0" noProof="0" dirty="0">
                <a:ln>
                  <a:noFill/>
                </a:ln>
                <a:solidFill>
                  <a:srgbClr val="1B4489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VS</a:t>
            </a:r>
            <a:r>
              <a:rPr kumimoji="0" lang="zh-CN" altLang="en-US" sz="1400" b="1" i="0" u="none" strike="noStrike" kern="100" cap="none" spc="0" normalizeH="0" baseline="0" noProof="0" dirty="0">
                <a:ln>
                  <a:noFill/>
                </a:ln>
                <a:solidFill>
                  <a:srgbClr val="1B4489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短睡眠的中介效应对比</a:t>
            </a:r>
          </a:p>
        </p:txBody>
      </p:sp>
      <p:pic>
        <p:nvPicPr>
          <p:cNvPr id="5" name="图片 4">
            <a:extLst>
              <a:ext uri="{FF2B5EF4-FFF2-40B4-BE49-F238E27FC236}">
                <a16:creationId xmlns:a16="http://schemas.microsoft.com/office/drawing/2014/main" id="{D4477EAB-815B-A057-CE75-8C2503FC2D2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62411" y="1758811"/>
            <a:ext cx="5567294" cy="3340377"/>
          </a:xfrm>
          <a:prstGeom prst="rect">
            <a:avLst/>
          </a:prstGeom>
        </p:spPr>
      </p:pic>
      <p:sp>
        <p:nvSpPr>
          <p:cNvPr id="8" name="文本框 7">
            <a:extLst>
              <a:ext uri="{FF2B5EF4-FFF2-40B4-BE49-F238E27FC236}">
                <a16:creationId xmlns:a16="http://schemas.microsoft.com/office/drawing/2014/main" id="{F4FF83C7-3C35-F0CF-28DC-4D9B16031B47}"/>
              </a:ext>
            </a:extLst>
          </p:cNvPr>
          <p:cNvSpPr txBox="1"/>
          <p:nvPr/>
        </p:nvSpPr>
        <p:spPr>
          <a:xfrm>
            <a:off x="1079435" y="5771250"/>
            <a:ext cx="10052119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b="1" kern="100" dirty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短睡眠与低 </a:t>
            </a:r>
            <a:r>
              <a:rPr lang="en-US" altLang="zh-CN" b="1" kern="100" dirty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SES </a:t>
            </a:r>
            <a:r>
              <a:rPr lang="zh-CN" altLang="en-US" b="1" kern="100" dirty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的双重劣势：</a:t>
            </a:r>
            <a:r>
              <a:rPr lang="zh-CN" altLang="en-US" kern="100" dirty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短睡眠时长（</a:t>
            </a:r>
            <a:r>
              <a:rPr lang="en-US" altLang="zh-CN" kern="100" dirty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&lt; 6 </a:t>
            </a:r>
            <a:r>
              <a:rPr lang="zh-CN" altLang="en-US" kern="100" dirty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小时）主要在教育和收入差异中发挥显著中介作用，低 </a:t>
            </a:r>
            <a:r>
              <a:rPr lang="en-US" altLang="zh-CN" kern="100" dirty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SES </a:t>
            </a:r>
            <a:r>
              <a:rPr lang="zh-CN" altLang="en-US" kern="100" dirty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群体不仅更容易遭遇睡眠问题，而且这些问题对其疼痛体验的“放大效应”更为显著</a:t>
            </a:r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1729625042"/>
      </p:ext>
    </p:extLst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xmlns:p14="http://schemas.microsoft.com/office/powerpoint/2010/main" spd="slow" p14:dur="1250">
        <p15:prstTrans prst="peelOff"/>
      </p:transition>
    </mc:Choice>
    <mc:Fallback xmlns="">
      <p:transition spd="slow">
        <p:fade/>
      </p:transition>
    </mc:Fallback>
  </mc:AlternateContent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椭圆 29"/>
          <p:cNvSpPr/>
          <p:nvPr/>
        </p:nvSpPr>
        <p:spPr>
          <a:xfrm>
            <a:off x="3302000" y="635000"/>
            <a:ext cx="5588000" cy="5588000"/>
          </a:xfrm>
          <a:prstGeom prst="ellipse">
            <a:avLst/>
          </a:prstGeom>
          <a:solidFill>
            <a:schemeClr val="bg1"/>
          </a:solidFill>
          <a:ln>
            <a:noFill/>
          </a:ln>
          <a:effectLst>
            <a:outerShdw blurRad="355600" sx="101000" sy="101000" algn="ctr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noAutofit/>
          </a:bodyPr>
          <a:lstStyle/>
          <a:p>
            <a:pPr algn="ctr"/>
            <a:endParaRPr lang="zh-CN" altLang="en-US" dirty="0"/>
          </a:p>
        </p:txBody>
      </p:sp>
      <p:sp>
        <p:nvSpPr>
          <p:cNvPr id="31" name="圆: 空心 4"/>
          <p:cNvSpPr/>
          <p:nvPr/>
        </p:nvSpPr>
        <p:spPr>
          <a:xfrm>
            <a:off x="1574800" y="-1092200"/>
            <a:ext cx="9042400" cy="9042400"/>
          </a:xfrm>
          <a:prstGeom prst="donut">
            <a:avLst>
              <a:gd name="adj" fmla="val 6774"/>
            </a:avLst>
          </a:prstGeom>
          <a:gradFill>
            <a:gsLst>
              <a:gs pos="43000">
                <a:srgbClr val="2257AE"/>
              </a:gs>
              <a:gs pos="100000">
                <a:schemeClr val="bg1">
                  <a:alpha val="0"/>
                </a:schemeClr>
              </a:gs>
            </a:gsLst>
            <a:lin ang="5400000" scaled="1"/>
          </a:gra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" name="文本框 2"/>
          <p:cNvSpPr txBox="1"/>
          <p:nvPr/>
        </p:nvSpPr>
        <p:spPr>
          <a:xfrm>
            <a:off x="4055861" y="3635288"/>
            <a:ext cx="4020820" cy="7914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lnSpc>
                <a:spcPct val="125000"/>
              </a:lnSpc>
              <a:defRPr/>
            </a:pPr>
            <a:r>
              <a:rPr lang="zh-CN" altLang="en-US" sz="4000" dirty="0">
                <a:solidFill>
                  <a:srgbClr val="1B4489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批判与新方案</a:t>
            </a:r>
            <a:endParaRPr lang="zh-CN" altLang="en-US" sz="4000" dirty="0">
              <a:solidFill>
                <a:srgbClr val="1B4489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cxnSp>
        <p:nvCxnSpPr>
          <p:cNvPr id="4" name="直接连接符 3"/>
          <p:cNvCxnSpPr/>
          <p:nvPr/>
        </p:nvCxnSpPr>
        <p:spPr>
          <a:xfrm>
            <a:off x="4637521" y="3422072"/>
            <a:ext cx="2857500" cy="0"/>
          </a:xfrm>
          <a:prstGeom prst="line">
            <a:avLst/>
          </a:prstGeom>
          <a:ln>
            <a:solidFill>
              <a:srgbClr val="1B4489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5" name="组合 4"/>
          <p:cNvGrpSpPr/>
          <p:nvPr/>
        </p:nvGrpSpPr>
        <p:grpSpPr>
          <a:xfrm>
            <a:off x="5383915" y="1777042"/>
            <a:ext cx="1424169" cy="1425586"/>
            <a:chOff x="4800275" y="1947706"/>
            <a:chExt cx="810699" cy="811505"/>
          </a:xfrm>
        </p:grpSpPr>
        <p:sp>
          <p:nvSpPr>
            <p:cNvPr id="6" name="iSḻîďê"/>
            <p:cNvSpPr/>
            <p:nvPr/>
          </p:nvSpPr>
          <p:spPr bwMode="auto">
            <a:xfrm>
              <a:off x="4934048" y="2082286"/>
              <a:ext cx="542347" cy="542346"/>
            </a:xfrm>
            <a:custGeom>
              <a:avLst/>
              <a:gdLst>
                <a:gd name="T0" fmla="*/ 429 w 858"/>
                <a:gd name="T1" fmla="*/ 0 h 857"/>
                <a:gd name="T2" fmla="*/ 858 w 858"/>
                <a:gd name="T3" fmla="*/ 428 h 857"/>
                <a:gd name="T4" fmla="*/ 429 w 858"/>
                <a:gd name="T5" fmla="*/ 857 h 857"/>
                <a:gd name="T6" fmla="*/ 0 w 858"/>
                <a:gd name="T7" fmla="*/ 428 h 857"/>
                <a:gd name="T8" fmla="*/ 429 w 858"/>
                <a:gd name="T9" fmla="*/ 0 h 857"/>
                <a:gd name="T10" fmla="*/ 429 w 858"/>
                <a:gd name="T11" fmla="*/ 24 h 857"/>
                <a:gd name="T12" fmla="*/ 25 w 858"/>
                <a:gd name="T13" fmla="*/ 428 h 857"/>
                <a:gd name="T14" fmla="*/ 429 w 858"/>
                <a:gd name="T15" fmla="*/ 833 h 857"/>
                <a:gd name="T16" fmla="*/ 834 w 858"/>
                <a:gd name="T17" fmla="*/ 428 h 857"/>
                <a:gd name="T18" fmla="*/ 429 w 858"/>
                <a:gd name="T19" fmla="*/ 24 h 85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858" h="857">
                  <a:moveTo>
                    <a:pt x="429" y="0"/>
                  </a:moveTo>
                  <a:cubicBezTo>
                    <a:pt x="665" y="0"/>
                    <a:pt x="858" y="192"/>
                    <a:pt x="858" y="428"/>
                  </a:cubicBezTo>
                  <a:cubicBezTo>
                    <a:pt x="858" y="665"/>
                    <a:pt x="665" y="857"/>
                    <a:pt x="429" y="857"/>
                  </a:cubicBezTo>
                  <a:cubicBezTo>
                    <a:pt x="193" y="857"/>
                    <a:pt x="0" y="665"/>
                    <a:pt x="0" y="428"/>
                  </a:cubicBezTo>
                  <a:cubicBezTo>
                    <a:pt x="0" y="192"/>
                    <a:pt x="193" y="0"/>
                    <a:pt x="429" y="0"/>
                  </a:cubicBezTo>
                  <a:close/>
                  <a:moveTo>
                    <a:pt x="429" y="24"/>
                  </a:moveTo>
                  <a:cubicBezTo>
                    <a:pt x="207" y="24"/>
                    <a:pt x="25" y="206"/>
                    <a:pt x="25" y="428"/>
                  </a:cubicBezTo>
                  <a:cubicBezTo>
                    <a:pt x="25" y="651"/>
                    <a:pt x="207" y="833"/>
                    <a:pt x="429" y="833"/>
                  </a:cubicBezTo>
                  <a:cubicBezTo>
                    <a:pt x="652" y="833"/>
                    <a:pt x="834" y="651"/>
                    <a:pt x="834" y="428"/>
                  </a:cubicBezTo>
                  <a:cubicBezTo>
                    <a:pt x="834" y="206"/>
                    <a:pt x="652" y="24"/>
                    <a:pt x="429" y="24"/>
                  </a:cubicBezTo>
                  <a:close/>
                </a:path>
              </a:pathLst>
            </a:custGeom>
            <a:solidFill>
              <a:srgbClr val="2257AE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7" name="iśliḍê"/>
            <p:cNvSpPr/>
            <p:nvPr/>
          </p:nvSpPr>
          <p:spPr bwMode="auto">
            <a:xfrm>
              <a:off x="4800275" y="1947706"/>
              <a:ext cx="810699" cy="811505"/>
            </a:xfrm>
            <a:custGeom>
              <a:avLst/>
              <a:gdLst>
                <a:gd name="T0" fmla="*/ 641 w 1283"/>
                <a:gd name="T1" fmla="*/ 0 h 1283"/>
                <a:gd name="T2" fmla="*/ 1283 w 1283"/>
                <a:gd name="T3" fmla="*/ 641 h 1283"/>
                <a:gd name="T4" fmla="*/ 641 w 1283"/>
                <a:gd name="T5" fmla="*/ 1283 h 1283"/>
                <a:gd name="T6" fmla="*/ 0 w 1283"/>
                <a:gd name="T7" fmla="*/ 641 h 1283"/>
                <a:gd name="T8" fmla="*/ 641 w 1283"/>
                <a:gd name="T9" fmla="*/ 0 h 1283"/>
                <a:gd name="T10" fmla="*/ 641 w 1283"/>
                <a:gd name="T11" fmla="*/ 24 h 1283"/>
                <a:gd name="T12" fmla="*/ 24 w 1283"/>
                <a:gd name="T13" fmla="*/ 641 h 1283"/>
                <a:gd name="T14" fmla="*/ 641 w 1283"/>
                <a:gd name="T15" fmla="*/ 1259 h 1283"/>
                <a:gd name="T16" fmla="*/ 1258 w 1283"/>
                <a:gd name="T17" fmla="*/ 641 h 1283"/>
                <a:gd name="T18" fmla="*/ 641 w 1283"/>
                <a:gd name="T19" fmla="*/ 24 h 128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1283" h="1283">
                  <a:moveTo>
                    <a:pt x="641" y="0"/>
                  </a:moveTo>
                  <a:cubicBezTo>
                    <a:pt x="995" y="0"/>
                    <a:pt x="1283" y="288"/>
                    <a:pt x="1283" y="641"/>
                  </a:cubicBezTo>
                  <a:cubicBezTo>
                    <a:pt x="1283" y="995"/>
                    <a:pt x="995" y="1283"/>
                    <a:pt x="641" y="1283"/>
                  </a:cubicBezTo>
                  <a:cubicBezTo>
                    <a:pt x="288" y="1283"/>
                    <a:pt x="0" y="995"/>
                    <a:pt x="0" y="641"/>
                  </a:cubicBezTo>
                  <a:cubicBezTo>
                    <a:pt x="0" y="288"/>
                    <a:pt x="288" y="0"/>
                    <a:pt x="641" y="0"/>
                  </a:cubicBezTo>
                  <a:close/>
                  <a:moveTo>
                    <a:pt x="641" y="24"/>
                  </a:moveTo>
                  <a:cubicBezTo>
                    <a:pt x="301" y="24"/>
                    <a:pt x="24" y="302"/>
                    <a:pt x="24" y="641"/>
                  </a:cubicBezTo>
                  <a:cubicBezTo>
                    <a:pt x="24" y="981"/>
                    <a:pt x="301" y="1259"/>
                    <a:pt x="641" y="1259"/>
                  </a:cubicBezTo>
                  <a:cubicBezTo>
                    <a:pt x="981" y="1259"/>
                    <a:pt x="1258" y="981"/>
                    <a:pt x="1258" y="641"/>
                  </a:cubicBezTo>
                  <a:cubicBezTo>
                    <a:pt x="1258" y="302"/>
                    <a:pt x="981" y="24"/>
                    <a:pt x="641" y="24"/>
                  </a:cubicBezTo>
                  <a:close/>
                </a:path>
              </a:pathLst>
            </a:custGeom>
            <a:solidFill>
              <a:srgbClr val="2257AE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8" name="ïšlîḋè"/>
            <p:cNvSpPr/>
            <p:nvPr/>
          </p:nvSpPr>
          <p:spPr bwMode="auto">
            <a:xfrm>
              <a:off x="4832510" y="1979941"/>
              <a:ext cx="747036" cy="508500"/>
            </a:xfrm>
            <a:custGeom>
              <a:avLst/>
              <a:gdLst>
                <a:gd name="T0" fmla="*/ 46 w 1182"/>
                <a:gd name="T1" fmla="*/ 693 h 803"/>
                <a:gd name="T2" fmla="*/ 46 w 1182"/>
                <a:gd name="T3" fmla="*/ 715 h 803"/>
                <a:gd name="T4" fmla="*/ 139 w 1182"/>
                <a:gd name="T5" fmla="*/ 703 h 803"/>
                <a:gd name="T6" fmla="*/ 51 w 1182"/>
                <a:gd name="T7" fmla="*/ 781 h 803"/>
                <a:gd name="T8" fmla="*/ 82 w 1182"/>
                <a:gd name="T9" fmla="*/ 547 h 803"/>
                <a:gd name="T10" fmla="*/ 22 w 1182"/>
                <a:gd name="T11" fmla="*/ 647 h 803"/>
                <a:gd name="T12" fmla="*/ 22 w 1182"/>
                <a:gd name="T13" fmla="*/ 616 h 803"/>
                <a:gd name="T14" fmla="*/ 4 w 1182"/>
                <a:gd name="T15" fmla="*/ 574 h 803"/>
                <a:gd name="T16" fmla="*/ 136 w 1182"/>
                <a:gd name="T17" fmla="*/ 477 h 803"/>
                <a:gd name="T18" fmla="*/ 143 w 1182"/>
                <a:gd name="T19" fmla="*/ 477 h 803"/>
                <a:gd name="T20" fmla="*/ 24 w 1182"/>
                <a:gd name="T21" fmla="*/ 490 h 803"/>
                <a:gd name="T22" fmla="*/ 156 w 1182"/>
                <a:gd name="T23" fmla="*/ 330 h 803"/>
                <a:gd name="T24" fmla="*/ 193 w 1182"/>
                <a:gd name="T25" fmla="*/ 355 h 803"/>
                <a:gd name="T26" fmla="*/ 143 w 1182"/>
                <a:gd name="T27" fmla="*/ 368 h 803"/>
                <a:gd name="T28" fmla="*/ 159 w 1182"/>
                <a:gd name="T29" fmla="*/ 414 h 803"/>
                <a:gd name="T30" fmla="*/ 186 w 1182"/>
                <a:gd name="T31" fmla="*/ 304 h 803"/>
                <a:gd name="T32" fmla="*/ 228 w 1182"/>
                <a:gd name="T33" fmla="*/ 266 h 803"/>
                <a:gd name="T34" fmla="*/ 236 w 1182"/>
                <a:gd name="T35" fmla="*/ 121 h 803"/>
                <a:gd name="T36" fmla="*/ 271 w 1182"/>
                <a:gd name="T37" fmla="*/ 193 h 803"/>
                <a:gd name="T38" fmla="*/ 224 w 1182"/>
                <a:gd name="T39" fmla="*/ 274 h 803"/>
                <a:gd name="T40" fmla="*/ 500 w 1182"/>
                <a:gd name="T41" fmla="*/ 26 h 803"/>
                <a:gd name="T42" fmla="*/ 417 w 1182"/>
                <a:gd name="T43" fmla="*/ 112 h 803"/>
                <a:gd name="T44" fmla="*/ 447 w 1182"/>
                <a:gd name="T45" fmla="*/ 21 h 803"/>
                <a:gd name="T46" fmla="*/ 492 w 1182"/>
                <a:gd name="T47" fmla="*/ 31 h 803"/>
                <a:gd name="T48" fmla="*/ 532 w 1182"/>
                <a:gd name="T49" fmla="*/ 125 h 803"/>
                <a:gd name="T50" fmla="*/ 573 w 1182"/>
                <a:gd name="T51" fmla="*/ 0 h 803"/>
                <a:gd name="T52" fmla="*/ 662 w 1182"/>
                <a:gd name="T53" fmla="*/ 0 h 803"/>
                <a:gd name="T54" fmla="*/ 557 w 1182"/>
                <a:gd name="T55" fmla="*/ 29 h 803"/>
                <a:gd name="T56" fmla="*/ 727 w 1182"/>
                <a:gd name="T57" fmla="*/ 143 h 803"/>
                <a:gd name="T58" fmla="*/ 753 w 1182"/>
                <a:gd name="T59" fmla="*/ 22 h 803"/>
                <a:gd name="T60" fmla="*/ 662 w 1182"/>
                <a:gd name="T61" fmla="*/ 130 h 803"/>
                <a:gd name="T62" fmla="*/ 892 w 1182"/>
                <a:gd name="T63" fmla="*/ 83 h 803"/>
                <a:gd name="T64" fmla="*/ 773 w 1182"/>
                <a:gd name="T65" fmla="*/ 30 h 803"/>
                <a:gd name="T66" fmla="*/ 812 w 1182"/>
                <a:gd name="T67" fmla="*/ 74 h 803"/>
                <a:gd name="T68" fmla="*/ 855 w 1182"/>
                <a:gd name="T69" fmla="*/ 67 h 803"/>
                <a:gd name="T70" fmla="*/ 864 w 1182"/>
                <a:gd name="T71" fmla="*/ 193 h 803"/>
                <a:gd name="T72" fmla="*/ 951 w 1182"/>
                <a:gd name="T73" fmla="*/ 241 h 803"/>
                <a:gd name="T74" fmla="*/ 924 w 1182"/>
                <a:gd name="T75" fmla="*/ 226 h 803"/>
                <a:gd name="T76" fmla="*/ 965 w 1182"/>
                <a:gd name="T77" fmla="*/ 144 h 803"/>
                <a:gd name="T78" fmla="*/ 920 w 1182"/>
                <a:gd name="T79" fmla="*/ 102 h 803"/>
                <a:gd name="T80" fmla="*/ 1051 w 1182"/>
                <a:gd name="T81" fmla="*/ 244 h 803"/>
                <a:gd name="T82" fmla="*/ 1007 w 1182"/>
                <a:gd name="T83" fmla="*/ 277 h 803"/>
                <a:gd name="T84" fmla="*/ 934 w 1182"/>
                <a:gd name="T85" fmla="*/ 272 h 803"/>
                <a:gd name="T86" fmla="*/ 1070 w 1182"/>
                <a:gd name="T87" fmla="*/ 246 h 803"/>
                <a:gd name="T88" fmla="*/ 1121 w 1182"/>
                <a:gd name="T89" fmla="*/ 427 h 803"/>
                <a:gd name="T90" fmla="*/ 1143 w 1182"/>
                <a:gd name="T91" fmla="*/ 373 h 803"/>
                <a:gd name="T92" fmla="*/ 1024 w 1182"/>
                <a:gd name="T93" fmla="*/ 422 h 803"/>
                <a:gd name="T94" fmla="*/ 1011 w 1182"/>
                <a:gd name="T95" fmla="*/ 391 h 803"/>
                <a:gd name="T96" fmla="*/ 1099 w 1182"/>
                <a:gd name="T97" fmla="*/ 389 h 803"/>
                <a:gd name="T98" fmla="*/ 1055 w 1182"/>
                <a:gd name="T99" fmla="*/ 527 h 803"/>
                <a:gd name="T100" fmla="*/ 1146 w 1182"/>
                <a:gd name="T101" fmla="*/ 454 h 803"/>
                <a:gd name="T102" fmla="*/ 1171 w 1182"/>
                <a:gd name="T103" fmla="*/ 496 h 803"/>
                <a:gd name="T104" fmla="*/ 1075 w 1182"/>
                <a:gd name="T105" fmla="*/ 597 h 803"/>
                <a:gd name="T106" fmla="*/ 1180 w 1182"/>
                <a:gd name="T107" fmla="*/ 523 h 803"/>
                <a:gd name="T108" fmla="*/ 1056 w 1182"/>
                <a:gd name="T109" fmla="*/ 548 h 803"/>
                <a:gd name="T110" fmla="*/ 1146 w 1182"/>
                <a:gd name="T111" fmla="*/ 793 h 803"/>
                <a:gd name="T112" fmla="*/ 1036 w 1182"/>
                <a:gd name="T113" fmla="*/ 737 h 803"/>
                <a:gd name="T114" fmla="*/ 1091 w 1182"/>
                <a:gd name="T115" fmla="*/ 699 h 803"/>
                <a:gd name="T116" fmla="*/ 1160 w 1182"/>
                <a:gd name="T117" fmla="*/ 728 h 803"/>
                <a:gd name="T118" fmla="*/ 1128 w 1182"/>
                <a:gd name="T119" fmla="*/ 755 h 80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  <a:cxn ang="0">
                  <a:pos x="T118" y="T119"/>
                </a:cxn>
              </a:cxnLst>
              <a:rect l="0" t="0" r="r" b="b"/>
              <a:pathLst>
                <a:path w="1182" h="803">
                  <a:moveTo>
                    <a:pt x="42" y="801"/>
                  </a:moveTo>
                  <a:cubicBezTo>
                    <a:pt x="38" y="803"/>
                    <a:pt x="38" y="803"/>
                    <a:pt x="38" y="803"/>
                  </a:cubicBezTo>
                  <a:cubicBezTo>
                    <a:pt x="8" y="699"/>
                    <a:pt x="8" y="699"/>
                    <a:pt x="8" y="699"/>
                  </a:cubicBezTo>
                  <a:cubicBezTo>
                    <a:pt x="45" y="688"/>
                    <a:pt x="45" y="688"/>
                    <a:pt x="45" y="688"/>
                  </a:cubicBezTo>
                  <a:cubicBezTo>
                    <a:pt x="46" y="693"/>
                    <a:pt x="46" y="693"/>
                    <a:pt x="46" y="693"/>
                  </a:cubicBezTo>
                  <a:cubicBezTo>
                    <a:pt x="25" y="701"/>
                    <a:pt x="19" y="717"/>
                    <a:pt x="27" y="741"/>
                  </a:cubicBezTo>
                  <a:cubicBezTo>
                    <a:pt x="29" y="752"/>
                    <a:pt x="34" y="755"/>
                    <a:pt x="40" y="753"/>
                  </a:cubicBezTo>
                  <a:cubicBezTo>
                    <a:pt x="82" y="740"/>
                    <a:pt x="82" y="740"/>
                    <a:pt x="82" y="740"/>
                  </a:cubicBezTo>
                  <a:cubicBezTo>
                    <a:pt x="79" y="723"/>
                    <a:pt x="67" y="716"/>
                    <a:pt x="47" y="720"/>
                  </a:cubicBezTo>
                  <a:cubicBezTo>
                    <a:pt x="46" y="715"/>
                    <a:pt x="46" y="715"/>
                    <a:pt x="46" y="715"/>
                  </a:cubicBezTo>
                  <a:cubicBezTo>
                    <a:pt x="107" y="698"/>
                    <a:pt x="107" y="698"/>
                    <a:pt x="107" y="698"/>
                  </a:cubicBezTo>
                  <a:cubicBezTo>
                    <a:pt x="109" y="703"/>
                    <a:pt x="109" y="703"/>
                    <a:pt x="109" y="703"/>
                  </a:cubicBezTo>
                  <a:cubicBezTo>
                    <a:pt x="89" y="709"/>
                    <a:pt x="83" y="721"/>
                    <a:pt x="89" y="739"/>
                  </a:cubicBezTo>
                  <a:cubicBezTo>
                    <a:pt x="131" y="726"/>
                    <a:pt x="131" y="726"/>
                    <a:pt x="131" y="726"/>
                  </a:cubicBezTo>
                  <a:cubicBezTo>
                    <a:pt x="141" y="725"/>
                    <a:pt x="143" y="717"/>
                    <a:pt x="139" y="703"/>
                  </a:cubicBezTo>
                  <a:cubicBezTo>
                    <a:pt x="143" y="701"/>
                    <a:pt x="143" y="701"/>
                    <a:pt x="143" y="701"/>
                  </a:cubicBezTo>
                  <a:cubicBezTo>
                    <a:pt x="162" y="767"/>
                    <a:pt x="162" y="767"/>
                    <a:pt x="162" y="767"/>
                  </a:cubicBezTo>
                  <a:cubicBezTo>
                    <a:pt x="158" y="768"/>
                    <a:pt x="158" y="768"/>
                    <a:pt x="158" y="768"/>
                  </a:cubicBezTo>
                  <a:cubicBezTo>
                    <a:pt x="154" y="757"/>
                    <a:pt x="148" y="752"/>
                    <a:pt x="139" y="756"/>
                  </a:cubicBezTo>
                  <a:cubicBezTo>
                    <a:pt x="51" y="781"/>
                    <a:pt x="51" y="781"/>
                    <a:pt x="51" y="781"/>
                  </a:cubicBezTo>
                  <a:cubicBezTo>
                    <a:pt x="42" y="783"/>
                    <a:pt x="39" y="790"/>
                    <a:pt x="42" y="801"/>
                  </a:cubicBezTo>
                  <a:close/>
                  <a:moveTo>
                    <a:pt x="0" y="532"/>
                  </a:moveTo>
                  <a:cubicBezTo>
                    <a:pt x="4" y="532"/>
                    <a:pt x="4" y="532"/>
                    <a:pt x="4" y="532"/>
                  </a:cubicBezTo>
                  <a:cubicBezTo>
                    <a:pt x="5" y="543"/>
                    <a:pt x="10" y="548"/>
                    <a:pt x="21" y="547"/>
                  </a:cubicBezTo>
                  <a:cubicBezTo>
                    <a:pt x="82" y="547"/>
                    <a:pt x="82" y="547"/>
                    <a:pt x="82" y="547"/>
                  </a:cubicBezTo>
                  <a:cubicBezTo>
                    <a:pt x="99" y="547"/>
                    <a:pt x="111" y="551"/>
                    <a:pt x="118" y="557"/>
                  </a:cubicBezTo>
                  <a:cubicBezTo>
                    <a:pt x="126" y="566"/>
                    <a:pt x="131" y="578"/>
                    <a:pt x="131" y="594"/>
                  </a:cubicBezTo>
                  <a:cubicBezTo>
                    <a:pt x="131" y="611"/>
                    <a:pt x="128" y="624"/>
                    <a:pt x="121" y="633"/>
                  </a:cubicBezTo>
                  <a:cubicBezTo>
                    <a:pt x="114" y="643"/>
                    <a:pt x="102" y="647"/>
                    <a:pt x="86" y="647"/>
                  </a:cubicBezTo>
                  <a:cubicBezTo>
                    <a:pt x="22" y="647"/>
                    <a:pt x="22" y="647"/>
                    <a:pt x="22" y="647"/>
                  </a:cubicBezTo>
                  <a:cubicBezTo>
                    <a:pt x="10" y="646"/>
                    <a:pt x="4" y="651"/>
                    <a:pt x="4" y="662"/>
                  </a:cubicBezTo>
                  <a:cubicBezTo>
                    <a:pt x="0" y="662"/>
                    <a:pt x="0" y="662"/>
                    <a:pt x="0" y="662"/>
                  </a:cubicBezTo>
                  <a:cubicBezTo>
                    <a:pt x="0" y="597"/>
                    <a:pt x="0" y="597"/>
                    <a:pt x="0" y="597"/>
                  </a:cubicBezTo>
                  <a:cubicBezTo>
                    <a:pt x="4" y="597"/>
                    <a:pt x="4" y="597"/>
                    <a:pt x="4" y="597"/>
                  </a:cubicBezTo>
                  <a:cubicBezTo>
                    <a:pt x="3" y="611"/>
                    <a:pt x="9" y="617"/>
                    <a:pt x="22" y="616"/>
                  </a:cubicBezTo>
                  <a:cubicBezTo>
                    <a:pt x="86" y="616"/>
                    <a:pt x="86" y="616"/>
                    <a:pt x="86" y="616"/>
                  </a:cubicBezTo>
                  <a:cubicBezTo>
                    <a:pt x="110" y="616"/>
                    <a:pt x="123" y="607"/>
                    <a:pt x="123" y="588"/>
                  </a:cubicBezTo>
                  <a:cubicBezTo>
                    <a:pt x="123" y="565"/>
                    <a:pt x="109" y="554"/>
                    <a:pt x="82" y="555"/>
                  </a:cubicBezTo>
                  <a:cubicBezTo>
                    <a:pt x="24" y="555"/>
                    <a:pt x="24" y="555"/>
                    <a:pt x="24" y="555"/>
                  </a:cubicBezTo>
                  <a:cubicBezTo>
                    <a:pt x="11" y="554"/>
                    <a:pt x="4" y="560"/>
                    <a:pt x="4" y="574"/>
                  </a:cubicBezTo>
                  <a:cubicBezTo>
                    <a:pt x="0" y="574"/>
                    <a:pt x="0" y="574"/>
                    <a:pt x="0" y="574"/>
                  </a:cubicBezTo>
                  <a:cubicBezTo>
                    <a:pt x="0" y="532"/>
                    <a:pt x="0" y="532"/>
                    <a:pt x="0" y="532"/>
                  </a:cubicBezTo>
                  <a:close/>
                  <a:moveTo>
                    <a:pt x="31" y="461"/>
                  </a:moveTo>
                  <a:cubicBezTo>
                    <a:pt x="123" y="485"/>
                    <a:pt x="123" y="485"/>
                    <a:pt x="123" y="485"/>
                  </a:cubicBezTo>
                  <a:cubicBezTo>
                    <a:pt x="130" y="488"/>
                    <a:pt x="135" y="485"/>
                    <a:pt x="136" y="477"/>
                  </a:cubicBezTo>
                  <a:cubicBezTo>
                    <a:pt x="144" y="453"/>
                    <a:pt x="128" y="435"/>
                    <a:pt x="90" y="426"/>
                  </a:cubicBezTo>
                  <a:cubicBezTo>
                    <a:pt x="53" y="417"/>
                    <a:pt x="32" y="424"/>
                    <a:pt x="25" y="447"/>
                  </a:cubicBezTo>
                  <a:cubicBezTo>
                    <a:pt x="23" y="455"/>
                    <a:pt x="25" y="460"/>
                    <a:pt x="31" y="461"/>
                  </a:cubicBezTo>
                  <a:close/>
                  <a:moveTo>
                    <a:pt x="128" y="535"/>
                  </a:moveTo>
                  <a:cubicBezTo>
                    <a:pt x="143" y="477"/>
                    <a:pt x="143" y="477"/>
                    <a:pt x="143" y="477"/>
                  </a:cubicBezTo>
                  <a:cubicBezTo>
                    <a:pt x="153" y="433"/>
                    <a:pt x="137" y="405"/>
                    <a:pt x="97" y="393"/>
                  </a:cubicBezTo>
                  <a:cubicBezTo>
                    <a:pt x="58" y="384"/>
                    <a:pt x="31" y="402"/>
                    <a:pt x="19" y="445"/>
                  </a:cubicBezTo>
                  <a:cubicBezTo>
                    <a:pt x="4" y="501"/>
                    <a:pt x="4" y="501"/>
                    <a:pt x="4" y="501"/>
                  </a:cubicBezTo>
                  <a:cubicBezTo>
                    <a:pt x="8" y="502"/>
                    <a:pt x="8" y="502"/>
                    <a:pt x="8" y="502"/>
                  </a:cubicBezTo>
                  <a:cubicBezTo>
                    <a:pt x="11" y="492"/>
                    <a:pt x="17" y="488"/>
                    <a:pt x="24" y="490"/>
                  </a:cubicBezTo>
                  <a:cubicBezTo>
                    <a:pt x="116" y="515"/>
                    <a:pt x="116" y="515"/>
                    <a:pt x="116" y="515"/>
                  </a:cubicBezTo>
                  <a:cubicBezTo>
                    <a:pt x="124" y="517"/>
                    <a:pt x="126" y="523"/>
                    <a:pt x="124" y="533"/>
                  </a:cubicBezTo>
                  <a:cubicBezTo>
                    <a:pt x="128" y="535"/>
                    <a:pt x="128" y="535"/>
                    <a:pt x="128" y="535"/>
                  </a:cubicBezTo>
                  <a:close/>
                  <a:moveTo>
                    <a:pt x="137" y="362"/>
                  </a:moveTo>
                  <a:cubicBezTo>
                    <a:pt x="156" y="330"/>
                    <a:pt x="156" y="330"/>
                    <a:pt x="156" y="330"/>
                  </a:cubicBezTo>
                  <a:cubicBezTo>
                    <a:pt x="106" y="323"/>
                    <a:pt x="106" y="323"/>
                    <a:pt x="106" y="323"/>
                  </a:cubicBezTo>
                  <a:cubicBezTo>
                    <a:pt x="137" y="362"/>
                    <a:pt x="137" y="362"/>
                    <a:pt x="137" y="362"/>
                  </a:cubicBezTo>
                  <a:close/>
                  <a:moveTo>
                    <a:pt x="220" y="300"/>
                  </a:moveTo>
                  <a:cubicBezTo>
                    <a:pt x="224" y="302"/>
                    <a:pt x="224" y="302"/>
                    <a:pt x="224" y="302"/>
                  </a:cubicBezTo>
                  <a:cubicBezTo>
                    <a:pt x="193" y="355"/>
                    <a:pt x="193" y="355"/>
                    <a:pt x="193" y="355"/>
                  </a:cubicBezTo>
                  <a:cubicBezTo>
                    <a:pt x="189" y="353"/>
                    <a:pt x="189" y="353"/>
                    <a:pt x="189" y="353"/>
                  </a:cubicBezTo>
                  <a:cubicBezTo>
                    <a:pt x="189" y="353"/>
                    <a:pt x="189" y="352"/>
                    <a:pt x="190" y="351"/>
                  </a:cubicBezTo>
                  <a:cubicBezTo>
                    <a:pt x="194" y="342"/>
                    <a:pt x="195" y="337"/>
                    <a:pt x="190" y="336"/>
                  </a:cubicBezTo>
                  <a:cubicBezTo>
                    <a:pt x="186" y="334"/>
                    <a:pt x="177" y="332"/>
                    <a:pt x="164" y="331"/>
                  </a:cubicBezTo>
                  <a:cubicBezTo>
                    <a:pt x="143" y="368"/>
                    <a:pt x="143" y="368"/>
                    <a:pt x="143" y="368"/>
                  </a:cubicBezTo>
                  <a:cubicBezTo>
                    <a:pt x="151" y="380"/>
                    <a:pt x="157" y="387"/>
                    <a:pt x="159" y="388"/>
                  </a:cubicBezTo>
                  <a:cubicBezTo>
                    <a:pt x="163" y="390"/>
                    <a:pt x="168" y="387"/>
                    <a:pt x="174" y="379"/>
                  </a:cubicBezTo>
                  <a:cubicBezTo>
                    <a:pt x="174" y="378"/>
                    <a:pt x="174" y="378"/>
                    <a:pt x="174" y="378"/>
                  </a:cubicBezTo>
                  <a:cubicBezTo>
                    <a:pt x="178" y="380"/>
                    <a:pt x="178" y="380"/>
                    <a:pt x="178" y="380"/>
                  </a:cubicBezTo>
                  <a:cubicBezTo>
                    <a:pt x="159" y="414"/>
                    <a:pt x="159" y="414"/>
                    <a:pt x="159" y="414"/>
                  </a:cubicBezTo>
                  <a:cubicBezTo>
                    <a:pt x="155" y="412"/>
                    <a:pt x="155" y="412"/>
                    <a:pt x="155" y="412"/>
                  </a:cubicBezTo>
                  <a:cubicBezTo>
                    <a:pt x="159" y="405"/>
                    <a:pt x="156" y="396"/>
                    <a:pt x="145" y="385"/>
                  </a:cubicBezTo>
                  <a:cubicBezTo>
                    <a:pt x="75" y="295"/>
                    <a:pt x="75" y="295"/>
                    <a:pt x="75" y="295"/>
                  </a:cubicBezTo>
                  <a:cubicBezTo>
                    <a:pt x="78" y="291"/>
                    <a:pt x="78" y="291"/>
                    <a:pt x="78" y="291"/>
                  </a:cubicBezTo>
                  <a:cubicBezTo>
                    <a:pt x="186" y="304"/>
                    <a:pt x="186" y="304"/>
                    <a:pt x="186" y="304"/>
                  </a:cubicBezTo>
                  <a:cubicBezTo>
                    <a:pt x="208" y="308"/>
                    <a:pt x="219" y="306"/>
                    <a:pt x="220" y="300"/>
                  </a:cubicBezTo>
                  <a:close/>
                  <a:moveTo>
                    <a:pt x="225" y="301"/>
                  </a:moveTo>
                  <a:cubicBezTo>
                    <a:pt x="257" y="271"/>
                    <a:pt x="257" y="271"/>
                    <a:pt x="257" y="271"/>
                  </a:cubicBezTo>
                  <a:cubicBezTo>
                    <a:pt x="254" y="268"/>
                    <a:pt x="254" y="268"/>
                    <a:pt x="254" y="268"/>
                  </a:cubicBezTo>
                  <a:cubicBezTo>
                    <a:pt x="244" y="277"/>
                    <a:pt x="236" y="276"/>
                    <a:pt x="228" y="266"/>
                  </a:cubicBezTo>
                  <a:cubicBezTo>
                    <a:pt x="176" y="211"/>
                    <a:pt x="176" y="211"/>
                    <a:pt x="176" y="211"/>
                  </a:cubicBezTo>
                  <a:cubicBezTo>
                    <a:pt x="308" y="227"/>
                    <a:pt x="308" y="227"/>
                    <a:pt x="308" y="227"/>
                  </a:cubicBezTo>
                  <a:cubicBezTo>
                    <a:pt x="311" y="224"/>
                    <a:pt x="311" y="224"/>
                    <a:pt x="311" y="224"/>
                  </a:cubicBezTo>
                  <a:cubicBezTo>
                    <a:pt x="236" y="143"/>
                    <a:pt x="236" y="143"/>
                    <a:pt x="236" y="143"/>
                  </a:cubicBezTo>
                  <a:cubicBezTo>
                    <a:pt x="228" y="136"/>
                    <a:pt x="229" y="129"/>
                    <a:pt x="236" y="121"/>
                  </a:cubicBezTo>
                  <a:cubicBezTo>
                    <a:pt x="233" y="118"/>
                    <a:pt x="233" y="118"/>
                    <a:pt x="233" y="118"/>
                  </a:cubicBezTo>
                  <a:cubicBezTo>
                    <a:pt x="203" y="146"/>
                    <a:pt x="203" y="146"/>
                    <a:pt x="203" y="146"/>
                  </a:cubicBezTo>
                  <a:cubicBezTo>
                    <a:pt x="206" y="149"/>
                    <a:pt x="206" y="149"/>
                    <a:pt x="206" y="149"/>
                  </a:cubicBezTo>
                  <a:cubicBezTo>
                    <a:pt x="216" y="140"/>
                    <a:pt x="224" y="141"/>
                    <a:pt x="232" y="151"/>
                  </a:cubicBezTo>
                  <a:cubicBezTo>
                    <a:pt x="271" y="193"/>
                    <a:pt x="271" y="193"/>
                    <a:pt x="271" y="193"/>
                  </a:cubicBezTo>
                  <a:cubicBezTo>
                    <a:pt x="167" y="179"/>
                    <a:pt x="167" y="179"/>
                    <a:pt x="167" y="179"/>
                  </a:cubicBezTo>
                  <a:cubicBezTo>
                    <a:pt x="138" y="206"/>
                    <a:pt x="138" y="206"/>
                    <a:pt x="138" y="206"/>
                  </a:cubicBezTo>
                  <a:cubicBezTo>
                    <a:pt x="141" y="209"/>
                    <a:pt x="141" y="209"/>
                    <a:pt x="141" y="209"/>
                  </a:cubicBezTo>
                  <a:cubicBezTo>
                    <a:pt x="143" y="207"/>
                    <a:pt x="150" y="207"/>
                    <a:pt x="163" y="208"/>
                  </a:cubicBezTo>
                  <a:cubicBezTo>
                    <a:pt x="224" y="274"/>
                    <a:pt x="224" y="274"/>
                    <a:pt x="224" y="274"/>
                  </a:cubicBezTo>
                  <a:cubicBezTo>
                    <a:pt x="232" y="281"/>
                    <a:pt x="231" y="289"/>
                    <a:pt x="222" y="298"/>
                  </a:cubicBezTo>
                  <a:cubicBezTo>
                    <a:pt x="225" y="301"/>
                    <a:pt x="225" y="301"/>
                    <a:pt x="225" y="301"/>
                  </a:cubicBezTo>
                  <a:close/>
                  <a:moveTo>
                    <a:pt x="509" y="2"/>
                  </a:moveTo>
                  <a:cubicBezTo>
                    <a:pt x="510" y="7"/>
                    <a:pt x="510" y="7"/>
                    <a:pt x="510" y="7"/>
                  </a:cubicBezTo>
                  <a:cubicBezTo>
                    <a:pt x="500" y="10"/>
                    <a:pt x="496" y="16"/>
                    <a:pt x="500" y="26"/>
                  </a:cubicBezTo>
                  <a:cubicBezTo>
                    <a:pt x="513" y="86"/>
                    <a:pt x="513" y="86"/>
                    <a:pt x="513" y="86"/>
                  </a:cubicBezTo>
                  <a:cubicBezTo>
                    <a:pt x="517" y="103"/>
                    <a:pt x="516" y="115"/>
                    <a:pt x="511" y="123"/>
                  </a:cubicBezTo>
                  <a:cubicBezTo>
                    <a:pt x="505" y="133"/>
                    <a:pt x="494" y="140"/>
                    <a:pt x="478" y="144"/>
                  </a:cubicBezTo>
                  <a:cubicBezTo>
                    <a:pt x="461" y="148"/>
                    <a:pt x="448" y="147"/>
                    <a:pt x="438" y="143"/>
                  </a:cubicBezTo>
                  <a:cubicBezTo>
                    <a:pt x="427" y="138"/>
                    <a:pt x="420" y="128"/>
                    <a:pt x="417" y="112"/>
                  </a:cubicBezTo>
                  <a:cubicBezTo>
                    <a:pt x="403" y="50"/>
                    <a:pt x="403" y="50"/>
                    <a:pt x="403" y="50"/>
                  </a:cubicBezTo>
                  <a:cubicBezTo>
                    <a:pt x="401" y="38"/>
                    <a:pt x="394" y="33"/>
                    <a:pt x="383" y="36"/>
                  </a:cubicBezTo>
                  <a:cubicBezTo>
                    <a:pt x="382" y="32"/>
                    <a:pt x="382" y="32"/>
                    <a:pt x="382" y="32"/>
                  </a:cubicBezTo>
                  <a:cubicBezTo>
                    <a:pt x="446" y="17"/>
                    <a:pt x="446" y="17"/>
                    <a:pt x="446" y="17"/>
                  </a:cubicBezTo>
                  <a:cubicBezTo>
                    <a:pt x="447" y="21"/>
                    <a:pt x="447" y="21"/>
                    <a:pt x="447" y="21"/>
                  </a:cubicBezTo>
                  <a:cubicBezTo>
                    <a:pt x="433" y="23"/>
                    <a:pt x="428" y="30"/>
                    <a:pt x="432" y="43"/>
                  </a:cubicBezTo>
                  <a:cubicBezTo>
                    <a:pt x="447" y="105"/>
                    <a:pt x="447" y="105"/>
                    <a:pt x="447" y="105"/>
                  </a:cubicBezTo>
                  <a:cubicBezTo>
                    <a:pt x="452" y="129"/>
                    <a:pt x="463" y="139"/>
                    <a:pt x="482" y="135"/>
                  </a:cubicBezTo>
                  <a:cubicBezTo>
                    <a:pt x="505" y="130"/>
                    <a:pt x="512" y="114"/>
                    <a:pt x="505" y="87"/>
                  </a:cubicBezTo>
                  <a:cubicBezTo>
                    <a:pt x="492" y="31"/>
                    <a:pt x="492" y="31"/>
                    <a:pt x="492" y="31"/>
                  </a:cubicBezTo>
                  <a:cubicBezTo>
                    <a:pt x="490" y="18"/>
                    <a:pt x="483" y="13"/>
                    <a:pt x="470" y="16"/>
                  </a:cubicBezTo>
                  <a:cubicBezTo>
                    <a:pt x="469" y="12"/>
                    <a:pt x="469" y="12"/>
                    <a:pt x="469" y="12"/>
                  </a:cubicBezTo>
                  <a:cubicBezTo>
                    <a:pt x="509" y="2"/>
                    <a:pt x="509" y="2"/>
                    <a:pt x="509" y="2"/>
                  </a:cubicBezTo>
                  <a:close/>
                  <a:moveTo>
                    <a:pt x="532" y="129"/>
                  </a:moveTo>
                  <a:cubicBezTo>
                    <a:pt x="532" y="125"/>
                    <a:pt x="532" y="125"/>
                    <a:pt x="532" y="125"/>
                  </a:cubicBezTo>
                  <a:cubicBezTo>
                    <a:pt x="544" y="124"/>
                    <a:pt x="550" y="119"/>
                    <a:pt x="549" y="109"/>
                  </a:cubicBezTo>
                  <a:cubicBezTo>
                    <a:pt x="549" y="19"/>
                    <a:pt x="549" y="19"/>
                    <a:pt x="549" y="19"/>
                  </a:cubicBezTo>
                  <a:cubicBezTo>
                    <a:pt x="541" y="9"/>
                    <a:pt x="535" y="4"/>
                    <a:pt x="533" y="5"/>
                  </a:cubicBezTo>
                  <a:cubicBezTo>
                    <a:pt x="533" y="0"/>
                    <a:pt x="533" y="0"/>
                    <a:pt x="533" y="0"/>
                  </a:cubicBezTo>
                  <a:cubicBezTo>
                    <a:pt x="573" y="0"/>
                    <a:pt x="573" y="0"/>
                    <a:pt x="573" y="0"/>
                  </a:cubicBezTo>
                  <a:cubicBezTo>
                    <a:pt x="639" y="82"/>
                    <a:pt x="639" y="82"/>
                    <a:pt x="639" y="82"/>
                  </a:cubicBezTo>
                  <a:cubicBezTo>
                    <a:pt x="639" y="24"/>
                    <a:pt x="639" y="24"/>
                    <a:pt x="639" y="24"/>
                  </a:cubicBezTo>
                  <a:cubicBezTo>
                    <a:pt x="640" y="12"/>
                    <a:pt x="634" y="5"/>
                    <a:pt x="621" y="5"/>
                  </a:cubicBezTo>
                  <a:cubicBezTo>
                    <a:pt x="621" y="0"/>
                    <a:pt x="621" y="0"/>
                    <a:pt x="621" y="0"/>
                  </a:cubicBezTo>
                  <a:cubicBezTo>
                    <a:pt x="662" y="0"/>
                    <a:pt x="662" y="0"/>
                    <a:pt x="662" y="0"/>
                  </a:cubicBezTo>
                  <a:cubicBezTo>
                    <a:pt x="662" y="5"/>
                    <a:pt x="662" y="5"/>
                    <a:pt x="662" y="5"/>
                  </a:cubicBezTo>
                  <a:cubicBezTo>
                    <a:pt x="651" y="6"/>
                    <a:pt x="646" y="11"/>
                    <a:pt x="647" y="21"/>
                  </a:cubicBezTo>
                  <a:cubicBezTo>
                    <a:pt x="647" y="132"/>
                    <a:pt x="647" y="132"/>
                    <a:pt x="647" y="132"/>
                  </a:cubicBezTo>
                  <a:cubicBezTo>
                    <a:pt x="642" y="132"/>
                    <a:pt x="642" y="132"/>
                    <a:pt x="642" y="132"/>
                  </a:cubicBezTo>
                  <a:cubicBezTo>
                    <a:pt x="557" y="29"/>
                    <a:pt x="557" y="29"/>
                    <a:pt x="557" y="29"/>
                  </a:cubicBezTo>
                  <a:cubicBezTo>
                    <a:pt x="557" y="105"/>
                    <a:pt x="557" y="105"/>
                    <a:pt x="557" y="105"/>
                  </a:cubicBezTo>
                  <a:cubicBezTo>
                    <a:pt x="556" y="118"/>
                    <a:pt x="562" y="125"/>
                    <a:pt x="575" y="125"/>
                  </a:cubicBezTo>
                  <a:cubicBezTo>
                    <a:pt x="575" y="129"/>
                    <a:pt x="575" y="129"/>
                    <a:pt x="575" y="129"/>
                  </a:cubicBezTo>
                  <a:cubicBezTo>
                    <a:pt x="532" y="129"/>
                    <a:pt x="532" y="129"/>
                    <a:pt x="532" y="129"/>
                  </a:cubicBezTo>
                  <a:close/>
                  <a:moveTo>
                    <a:pt x="727" y="143"/>
                  </a:moveTo>
                  <a:cubicBezTo>
                    <a:pt x="714" y="141"/>
                    <a:pt x="709" y="135"/>
                    <a:pt x="712" y="126"/>
                  </a:cubicBezTo>
                  <a:cubicBezTo>
                    <a:pt x="731" y="36"/>
                    <a:pt x="731" y="36"/>
                    <a:pt x="731" y="36"/>
                  </a:cubicBezTo>
                  <a:cubicBezTo>
                    <a:pt x="732" y="27"/>
                    <a:pt x="739" y="23"/>
                    <a:pt x="751" y="26"/>
                  </a:cubicBezTo>
                  <a:cubicBezTo>
                    <a:pt x="751" y="26"/>
                    <a:pt x="752" y="26"/>
                    <a:pt x="752" y="26"/>
                  </a:cubicBezTo>
                  <a:cubicBezTo>
                    <a:pt x="753" y="22"/>
                    <a:pt x="753" y="22"/>
                    <a:pt x="753" y="22"/>
                  </a:cubicBezTo>
                  <a:cubicBezTo>
                    <a:pt x="687" y="8"/>
                    <a:pt x="687" y="8"/>
                    <a:pt x="687" y="8"/>
                  </a:cubicBezTo>
                  <a:cubicBezTo>
                    <a:pt x="686" y="12"/>
                    <a:pt x="686" y="12"/>
                    <a:pt x="686" y="12"/>
                  </a:cubicBezTo>
                  <a:cubicBezTo>
                    <a:pt x="699" y="15"/>
                    <a:pt x="703" y="21"/>
                    <a:pt x="701" y="30"/>
                  </a:cubicBezTo>
                  <a:cubicBezTo>
                    <a:pt x="682" y="119"/>
                    <a:pt x="682" y="119"/>
                    <a:pt x="682" y="119"/>
                  </a:cubicBezTo>
                  <a:cubicBezTo>
                    <a:pt x="681" y="128"/>
                    <a:pt x="674" y="132"/>
                    <a:pt x="662" y="130"/>
                  </a:cubicBezTo>
                  <a:cubicBezTo>
                    <a:pt x="661" y="134"/>
                    <a:pt x="661" y="134"/>
                    <a:pt x="661" y="134"/>
                  </a:cubicBezTo>
                  <a:cubicBezTo>
                    <a:pt x="726" y="148"/>
                    <a:pt x="726" y="148"/>
                    <a:pt x="726" y="148"/>
                  </a:cubicBezTo>
                  <a:cubicBezTo>
                    <a:pt x="727" y="143"/>
                    <a:pt x="727" y="143"/>
                    <a:pt x="727" y="143"/>
                  </a:cubicBezTo>
                  <a:close/>
                  <a:moveTo>
                    <a:pt x="894" y="79"/>
                  </a:moveTo>
                  <a:cubicBezTo>
                    <a:pt x="892" y="83"/>
                    <a:pt x="892" y="83"/>
                    <a:pt x="892" y="83"/>
                  </a:cubicBezTo>
                  <a:cubicBezTo>
                    <a:pt x="885" y="80"/>
                    <a:pt x="878" y="82"/>
                    <a:pt x="870" y="91"/>
                  </a:cubicBezTo>
                  <a:cubicBezTo>
                    <a:pt x="786" y="174"/>
                    <a:pt x="786" y="174"/>
                    <a:pt x="786" y="174"/>
                  </a:cubicBezTo>
                  <a:cubicBezTo>
                    <a:pt x="781" y="172"/>
                    <a:pt x="781" y="172"/>
                    <a:pt x="781" y="172"/>
                  </a:cubicBezTo>
                  <a:cubicBezTo>
                    <a:pt x="783" y="49"/>
                    <a:pt x="783" y="49"/>
                    <a:pt x="783" y="49"/>
                  </a:cubicBezTo>
                  <a:cubicBezTo>
                    <a:pt x="783" y="40"/>
                    <a:pt x="780" y="33"/>
                    <a:pt x="773" y="30"/>
                  </a:cubicBezTo>
                  <a:cubicBezTo>
                    <a:pt x="775" y="26"/>
                    <a:pt x="775" y="26"/>
                    <a:pt x="775" y="26"/>
                  </a:cubicBezTo>
                  <a:cubicBezTo>
                    <a:pt x="833" y="52"/>
                    <a:pt x="833" y="52"/>
                    <a:pt x="833" y="52"/>
                  </a:cubicBezTo>
                  <a:cubicBezTo>
                    <a:pt x="832" y="56"/>
                    <a:pt x="832" y="56"/>
                    <a:pt x="832" y="56"/>
                  </a:cubicBezTo>
                  <a:cubicBezTo>
                    <a:pt x="820" y="51"/>
                    <a:pt x="814" y="52"/>
                    <a:pt x="813" y="57"/>
                  </a:cubicBezTo>
                  <a:cubicBezTo>
                    <a:pt x="812" y="60"/>
                    <a:pt x="812" y="66"/>
                    <a:pt x="812" y="74"/>
                  </a:cubicBezTo>
                  <a:cubicBezTo>
                    <a:pt x="810" y="140"/>
                    <a:pt x="810" y="140"/>
                    <a:pt x="810" y="140"/>
                  </a:cubicBezTo>
                  <a:cubicBezTo>
                    <a:pt x="858" y="92"/>
                    <a:pt x="858" y="92"/>
                    <a:pt x="858" y="92"/>
                  </a:cubicBezTo>
                  <a:cubicBezTo>
                    <a:pt x="858" y="92"/>
                    <a:pt x="859" y="91"/>
                    <a:pt x="860" y="90"/>
                  </a:cubicBezTo>
                  <a:cubicBezTo>
                    <a:pt x="864" y="86"/>
                    <a:pt x="866" y="84"/>
                    <a:pt x="867" y="82"/>
                  </a:cubicBezTo>
                  <a:cubicBezTo>
                    <a:pt x="870" y="77"/>
                    <a:pt x="866" y="72"/>
                    <a:pt x="855" y="67"/>
                  </a:cubicBezTo>
                  <a:cubicBezTo>
                    <a:pt x="857" y="63"/>
                    <a:pt x="857" y="63"/>
                    <a:pt x="857" y="63"/>
                  </a:cubicBezTo>
                  <a:cubicBezTo>
                    <a:pt x="894" y="79"/>
                    <a:pt x="894" y="79"/>
                    <a:pt x="894" y="79"/>
                  </a:cubicBezTo>
                  <a:close/>
                  <a:moveTo>
                    <a:pt x="920" y="102"/>
                  </a:moveTo>
                  <a:cubicBezTo>
                    <a:pt x="929" y="110"/>
                    <a:pt x="930" y="117"/>
                    <a:pt x="924" y="124"/>
                  </a:cubicBezTo>
                  <a:cubicBezTo>
                    <a:pt x="864" y="193"/>
                    <a:pt x="864" y="193"/>
                    <a:pt x="864" y="193"/>
                  </a:cubicBezTo>
                  <a:cubicBezTo>
                    <a:pt x="859" y="201"/>
                    <a:pt x="851" y="200"/>
                    <a:pt x="842" y="193"/>
                  </a:cubicBezTo>
                  <a:cubicBezTo>
                    <a:pt x="839" y="196"/>
                    <a:pt x="839" y="196"/>
                    <a:pt x="839" y="196"/>
                  </a:cubicBezTo>
                  <a:cubicBezTo>
                    <a:pt x="923" y="269"/>
                    <a:pt x="923" y="269"/>
                    <a:pt x="923" y="269"/>
                  </a:cubicBezTo>
                  <a:cubicBezTo>
                    <a:pt x="954" y="244"/>
                    <a:pt x="954" y="244"/>
                    <a:pt x="954" y="244"/>
                  </a:cubicBezTo>
                  <a:cubicBezTo>
                    <a:pt x="951" y="241"/>
                    <a:pt x="951" y="241"/>
                    <a:pt x="951" y="241"/>
                  </a:cubicBezTo>
                  <a:cubicBezTo>
                    <a:pt x="928" y="252"/>
                    <a:pt x="909" y="250"/>
                    <a:pt x="891" y="234"/>
                  </a:cubicBezTo>
                  <a:cubicBezTo>
                    <a:pt x="882" y="226"/>
                    <a:pt x="880" y="220"/>
                    <a:pt x="885" y="215"/>
                  </a:cubicBezTo>
                  <a:cubicBezTo>
                    <a:pt x="916" y="180"/>
                    <a:pt x="916" y="180"/>
                    <a:pt x="916" y="180"/>
                  </a:cubicBezTo>
                  <a:cubicBezTo>
                    <a:pt x="931" y="192"/>
                    <a:pt x="933" y="206"/>
                    <a:pt x="920" y="223"/>
                  </a:cubicBezTo>
                  <a:cubicBezTo>
                    <a:pt x="924" y="226"/>
                    <a:pt x="924" y="226"/>
                    <a:pt x="924" y="226"/>
                  </a:cubicBezTo>
                  <a:cubicBezTo>
                    <a:pt x="966" y="177"/>
                    <a:pt x="966" y="177"/>
                    <a:pt x="966" y="177"/>
                  </a:cubicBezTo>
                  <a:cubicBezTo>
                    <a:pt x="962" y="174"/>
                    <a:pt x="962" y="174"/>
                    <a:pt x="962" y="174"/>
                  </a:cubicBezTo>
                  <a:cubicBezTo>
                    <a:pt x="948" y="189"/>
                    <a:pt x="934" y="189"/>
                    <a:pt x="920" y="175"/>
                  </a:cubicBezTo>
                  <a:cubicBezTo>
                    <a:pt x="949" y="142"/>
                    <a:pt x="949" y="142"/>
                    <a:pt x="949" y="142"/>
                  </a:cubicBezTo>
                  <a:cubicBezTo>
                    <a:pt x="953" y="136"/>
                    <a:pt x="958" y="137"/>
                    <a:pt x="965" y="144"/>
                  </a:cubicBezTo>
                  <a:cubicBezTo>
                    <a:pt x="987" y="161"/>
                    <a:pt x="991" y="179"/>
                    <a:pt x="978" y="196"/>
                  </a:cubicBezTo>
                  <a:cubicBezTo>
                    <a:pt x="981" y="200"/>
                    <a:pt x="981" y="200"/>
                    <a:pt x="981" y="200"/>
                  </a:cubicBezTo>
                  <a:cubicBezTo>
                    <a:pt x="1006" y="171"/>
                    <a:pt x="1006" y="171"/>
                    <a:pt x="1006" y="171"/>
                  </a:cubicBezTo>
                  <a:cubicBezTo>
                    <a:pt x="923" y="99"/>
                    <a:pt x="923" y="99"/>
                    <a:pt x="923" y="99"/>
                  </a:cubicBezTo>
                  <a:cubicBezTo>
                    <a:pt x="920" y="102"/>
                    <a:pt x="920" y="102"/>
                    <a:pt x="920" y="102"/>
                  </a:cubicBezTo>
                  <a:close/>
                  <a:moveTo>
                    <a:pt x="1051" y="244"/>
                  </a:moveTo>
                  <a:cubicBezTo>
                    <a:pt x="1011" y="273"/>
                    <a:pt x="1011" y="273"/>
                    <a:pt x="1011" y="273"/>
                  </a:cubicBezTo>
                  <a:cubicBezTo>
                    <a:pt x="1026" y="294"/>
                    <a:pt x="1040" y="298"/>
                    <a:pt x="1056" y="284"/>
                  </a:cubicBezTo>
                  <a:cubicBezTo>
                    <a:pt x="1070" y="273"/>
                    <a:pt x="1073" y="261"/>
                    <a:pt x="1064" y="249"/>
                  </a:cubicBezTo>
                  <a:cubicBezTo>
                    <a:pt x="1059" y="241"/>
                    <a:pt x="1055" y="239"/>
                    <a:pt x="1051" y="244"/>
                  </a:cubicBezTo>
                  <a:close/>
                  <a:moveTo>
                    <a:pt x="1013" y="377"/>
                  </a:moveTo>
                  <a:cubicBezTo>
                    <a:pt x="1009" y="379"/>
                    <a:pt x="1009" y="379"/>
                    <a:pt x="1009" y="379"/>
                  </a:cubicBezTo>
                  <a:cubicBezTo>
                    <a:pt x="986" y="348"/>
                    <a:pt x="986" y="348"/>
                    <a:pt x="986" y="348"/>
                  </a:cubicBezTo>
                  <a:cubicBezTo>
                    <a:pt x="1010" y="281"/>
                    <a:pt x="1010" y="281"/>
                    <a:pt x="1010" y="281"/>
                  </a:cubicBezTo>
                  <a:cubicBezTo>
                    <a:pt x="1007" y="277"/>
                    <a:pt x="1007" y="277"/>
                    <a:pt x="1007" y="277"/>
                  </a:cubicBezTo>
                  <a:cubicBezTo>
                    <a:pt x="977" y="299"/>
                    <a:pt x="977" y="299"/>
                    <a:pt x="977" y="299"/>
                  </a:cubicBezTo>
                  <a:cubicBezTo>
                    <a:pt x="967" y="305"/>
                    <a:pt x="965" y="313"/>
                    <a:pt x="973" y="323"/>
                  </a:cubicBezTo>
                  <a:cubicBezTo>
                    <a:pt x="969" y="326"/>
                    <a:pt x="969" y="326"/>
                    <a:pt x="969" y="326"/>
                  </a:cubicBezTo>
                  <a:cubicBezTo>
                    <a:pt x="930" y="275"/>
                    <a:pt x="930" y="275"/>
                    <a:pt x="930" y="275"/>
                  </a:cubicBezTo>
                  <a:cubicBezTo>
                    <a:pt x="934" y="272"/>
                    <a:pt x="934" y="272"/>
                    <a:pt x="934" y="272"/>
                  </a:cubicBezTo>
                  <a:cubicBezTo>
                    <a:pt x="941" y="282"/>
                    <a:pt x="949" y="283"/>
                    <a:pt x="958" y="274"/>
                  </a:cubicBezTo>
                  <a:cubicBezTo>
                    <a:pt x="1025" y="224"/>
                    <a:pt x="1025" y="224"/>
                    <a:pt x="1025" y="224"/>
                  </a:cubicBezTo>
                  <a:cubicBezTo>
                    <a:pt x="1036" y="217"/>
                    <a:pt x="1038" y="209"/>
                    <a:pt x="1030" y="200"/>
                  </a:cubicBezTo>
                  <a:cubicBezTo>
                    <a:pt x="1033" y="197"/>
                    <a:pt x="1033" y="197"/>
                    <a:pt x="1033" y="197"/>
                  </a:cubicBezTo>
                  <a:cubicBezTo>
                    <a:pt x="1070" y="246"/>
                    <a:pt x="1070" y="246"/>
                    <a:pt x="1070" y="246"/>
                  </a:cubicBezTo>
                  <a:cubicBezTo>
                    <a:pt x="1091" y="274"/>
                    <a:pt x="1093" y="295"/>
                    <a:pt x="1076" y="309"/>
                  </a:cubicBezTo>
                  <a:cubicBezTo>
                    <a:pt x="1063" y="319"/>
                    <a:pt x="1049" y="317"/>
                    <a:pt x="1032" y="305"/>
                  </a:cubicBezTo>
                  <a:cubicBezTo>
                    <a:pt x="1011" y="368"/>
                    <a:pt x="1011" y="368"/>
                    <a:pt x="1011" y="368"/>
                  </a:cubicBezTo>
                  <a:cubicBezTo>
                    <a:pt x="1011" y="372"/>
                    <a:pt x="1011" y="375"/>
                    <a:pt x="1013" y="377"/>
                  </a:cubicBezTo>
                  <a:close/>
                  <a:moveTo>
                    <a:pt x="1121" y="427"/>
                  </a:moveTo>
                  <a:cubicBezTo>
                    <a:pt x="1159" y="412"/>
                    <a:pt x="1159" y="412"/>
                    <a:pt x="1159" y="412"/>
                  </a:cubicBezTo>
                  <a:cubicBezTo>
                    <a:pt x="1157" y="406"/>
                    <a:pt x="1157" y="406"/>
                    <a:pt x="1157" y="406"/>
                  </a:cubicBezTo>
                  <a:cubicBezTo>
                    <a:pt x="1152" y="407"/>
                    <a:pt x="1149" y="406"/>
                    <a:pt x="1148" y="403"/>
                  </a:cubicBezTo>
                  <a:cubicBezTo>
                    <a:pt x="1148" y="402"/>
                    <a:pt x="1147" y="399"/>
                    <a:pt x="1147" y="395"/>
                  </a:cubicBezTo>
                  <a:cubicBezTo>
                    <a:pt x="1147" y="386"/>
                    <a:pt x="1145" y="378"/>
                    <a:pt x="1143" y="373"/>
                  </a:cubicBezTo>
                  <a:cubicBezTo>
                    <a:pt x="1133" y="348"/>
                    <a:pt x="1116" y="340"/>
                    <a:pt x="1092" y="348"/>
                  </a:cubicBezTo>
                  <a:cubicBezTo>
                    <a:pt x="1077" y="353"/>
                    <a:pt x="1069" y="368"/>
                    <a:pt x="1067" y="393"/>
                  </a:cubicBezTo>
                  <a:cubicBezTo>
                    <a:pt x="1066" y="407"/>
                    <a:pt x="1066" y="407"/>
                    <a:pt x="1066" y="407"/>
                  </a:cubicBezTo>
                  <a:cubicBezTo>
                    <a:pt x="1066" y="423"/>
                    <a:pt x="1062" y="433"/>
                    <a:pt x="1052" y="436"/>
                  </a:cubicBezTo>
                  <a:cubicBezTo>
                    <a:pt x="1039" y="440"/>
                    <a:pt x="1030" y="435"/>
                    <a:pt x="1024" y="422"/>
                  </a:cubicBezTo>
                  <a:cubicBezTo>
                    <a:pt x="1017" y="403"/>
                    <a:pt x="1024" y="386"/>
                    <a:pt x="1046" y="370"/>
                  </a:cubicBezTo>
                  <a:cubicBezTo>
                    <a:pt x="1045" y="365"/>
                    <a:pt x="1045" y="365"/>
                    <a:pt x="1045" y="365"/>
                  </a:cubicBezTo>
                  <a:cubicBezTo>
                    <a:pt x="1002" y="382"/>
                    <a:pt x="1002" y="382"/>
                    <a:pt x="1002" y="382"/>
                  </a:cubicBezTo>
                  <a:cubicBezTo>
                    <a:pt x="1004" y="387"/>
                    <a:pt x="1004" y="387"/>
                    <a:pt x="1004" y="387"/>
                  </a:cubicBezTo>
                  <a:cubicBezTo>
                    <a:pt x="1008" y="387"/>
                    <a:pt x="1010" y="388"/>
                    <a:pt x="1011" y="391"/>
                  </a:cubicBezTo>
                  <a:cubicBezTo>
                    <a:pt x="1012" y="392"/>
                    <a:pt x="1013" y="395"/>
                    <a:pt x="1013" y="399"/>
                  </a:cubicBezTo>
                  <a:cubicBezTo>
                    <a:pt x="1014" y="408"/>
                    <a:pt x="1016" y="416"/>
                    <a:pt x="1019" y="423"/>
                  </a:cubicBezTo>
                  <a:cubicBezTo>
                    <a:pt x="1031" y="450"/>
                    <a:pt x="1049" y="460"/>
                    <a:pt x="1072" y="452"/>
                  </a:cubicBezTo>
                  <a:cubicBezTo>
                    <a:pt x="1087" y="446"/>
                    <a:pt x="1095" y="436"/>
                    <a:pt x="1097" y="420"/>
                  </a:cubicBezTo>
                  <a:cubicBezTo>
                    <a:pt x="1099" y="389"/>
                    <a:pt x="1099" y="389"/>
                    <a:pt x="1099" y="389"/>
                  </a:cubicBezTo>
                  <a:cubicBezTo>
                    <a:pt x="1100" y="373"/>
                    <a:pt x="1104" y="364"/>
                    <a:pt x="1113" y="362"/>
                  </a:cubicBezTo>
                  <a:cubicBezTo>
                    <a:pt x="1123" y="358"/>
                    <a:pt x="1131" y="362"/>
                    <a:pt x="1137" y="374"/>
                  </a:cubicBezTo>
                  <a:cubicBezTo>
                    <a:pt x="1143" y="391"/>
                    <a:pt x="1137" y="407"/>
                    <a:pt x="1119" y="422"/>
                  </a:cubicBezTo>
                  <a:cubicBezTo>
                    <a:pt x="1121" y="427"/>
                    <a:pt x="1121" y="427"/>
                    <a:pt x="1121" y="427"/>
                  </a:cubicBezTo>
                  <a:close/>
                  <a:moveTo>
                    <a:pt x="1055" y="527"/>
                  </a:moveTo>
                  <a:cubicBezTo>
                    <a:pt x="1051" y="528"/>
                    <a:pt x="1051" y="528"/>
                    <a:pt x="1051" y="528"/>
                  </a:cubicBezTo>
                  <a:cubicBezTo>
                    <a:pt x="1035" y="463"/>
                    <a:pt x="1035" y="463"/>
                    <a:pt x="1035" y="463"/>
                  </a:cubicBezTo>
                  <a:cubicBezTo>
                    <a:pt x="1039" y="462"/>
                    <a:pt x="1039" y="462"/>
                    <a:pt x="1039" y="462"/>
                  </a:cubicBezTo>
                  <a:cubicBezTo>
                    <a:pt x="1043" y="474"/>
                    <a:pt x="1049" y="479"/>
                    <a:pt x="1057" y="476"/>
                  </a:cubicBezTo>
                  <a:cubicBezTo>
                    <a:pt x="1146" y="454"/>
                    <a:pt x="1146" y="454"/>
                    <a:pt x="1146" y="454"/>
                  </a:cubicBezTo>
                  <a:cubicBezTo>
                    <a:pt x="1155" y="452"/>
                    <a:pt x="1159" y="445"/>
                    <a:pt x="1155" y="433"/>
                  </a:cubicBezTo>
                  <a:cubicBezTo>
                    <a:pt x="1160" y="432"/>
                    <a:pt x="1160" y="432"/>
                    <a:pt x="1160" y="432"/>
                  </a:cubicBezTo>
                  <a:cubicBezTo>
                    <a:pt x="1176" y="497"/>
                    <a:pt x="1176" y="497"/>
                    <a:pt x="1176" y="497"/>
                  </a:cubicBezTo>
                  <a:cubicBezTo>
                    <a:pt x="1172" y="498"/>
                    <a:pt x="1172" y="498"/>
                    <a:pt x="1172" y="498"/>
                  </a:cubicBezTo>
                  <a:cubicBezTo>
                    <a:pt x="1172" y="497"/>
                    <a:pt x="1171" y="497"/>
                    <a:pt x="1171" y="496"/>
                  </a:cubicBezTo>
                  <a:cubicBezTo>
                    <a:pt x="1168" y="485"/>
                    <a:pt x="1163" y="480"/>
                    <a:pt x="1153" y="483"/>
                  </a:cubicBezTo>
                  <a:cubicBezTo>
                    <a:pt x="1065" y="505"/>
                    <a:pt x="1065" y="505"/>
                    <a:pt x="1065" y="505"/>
                  </a:cubicBezTo>
                  <a:cubicBezTo>
                    <a:pt x="1055" y="507"/>
                    <a:pt x="1052" y="514"/>
                    <a:pt x="1055" y="527"/>
                  </a:cubicBezTo>
                  <a:close/>
                  <a:moveTo>
                    <a:pt x="1057" y="616"/>
                  </a:moveTo>
                  <a:cubicBezTo>
                    <a:pt x="1056" y="602"/>
                    <a:pt x="1062" y="596"/>
                    <a:pt x="1075" y="597"/>
                  </a:cubicBezTo>
                  <a:cubicBezTo>
                    <a:pt x="1175" y="595"/>
                    <a:pt x="1175" y="595"/>
                    <a:pt x="1175" y="595"/>
                  </a:cubicBezTo>
                  <a:cubicBezTo>
                    <a:pt x="1176" y="617"/>
                    <a:pt x="1166" y="630"/>
                    <a:pt x="1144" y="632"/>
                  </a:cubicBezTo>
                  <a:cubicBezTo>
                    <a:pt x="1144" y="638"/>
                    <a:pt x="1144" y="638"/>
                    <a:pt x="1144" y="638"/>
                  </a:cubicBezTo>
                  <a:cubicBezTo>
                    <a:pt x="1182" y="637"/>
                    <a:pt x="1182" y="637"/>
                    <a:pt x="1182" y="637"/>
                  </a:cubicBezTo>
                  <a:cubicBezTo>
                    <a:pt x="1180" y="523"/>
                    <a:pt x="1180" y="523"/>
                    <a:pt x="1180" y="523"/>
                  </a:cubicBezTo>
                  <a:cubicBezTo>
                    <a:pt x="1142" y="523"/>
                    <a:pt x="1142" y="523"/>
                    <a:pt x="1142" y="523"/>
                  </a:cubicBezTo>
                  <a:cubicBezTo>
                    <a:pt x="1142" y="528"/>
                    <a:pt x="1142" y="528"/>
                    <a:pt x="1142" y="528"/>
                  </a:cubicBezTo>
                  <a:cubicBezTo>
                    <a:pt x="1164" y="530"/>
                    <a:pt x="1175" y="542"/>
                    <a:pt x="1175" y="565"/>
                  </a:cubicBezTo>
                  <a:cubicBezTo>
                    <a:pt x="1074" y="566"/>
                    <a:pt x="1074" y="566"/>
                    <a:pt x="1074" y="566"/>
                  </a:cubicBezTo>
                  <a:cubicBezTo>
                    <a:pt x="1061" y="568"/>
                    <a:pt x="1055" y="562"/>
                    <a:pt x="1056" y="548"/>
                  </a:cubicBezTo>
                  <a:cubicBezTo>
                    <a:pt x="1051" y="548"/>
                    <a:pt x="1051" y="548"/>
                    <a:pt x="1051" y="548"/>
                  </a:cubicBezTo>
                  <a:cubicBezTo>
                    <a:pt x="1053" y="616"/>
                    <a:pt x="1053" y="616"/>
                    <a:pt x="1053" y="616"/>
                  </a:cubicBezTo>
                  <a:cubicBezTo>
                    <a:pt x="1057" y="616"/>
                    <a:pt x="1057" y="616"/>
                    <a:pt x="1057" y="616"/>
                  </a:cubicBezTo>
                  <a:close/>
                  <a:moveTo>
                    <a:pt x="1151" y="794"/>
                  </a:moveTo>
                  <a:cubicBezTo>
                    <a:pt x="1146" y="793"/>
                    <a:pt x="1146" y="793"/>
                    <a:pt x="1146" y="793"/>
                  </a:cubicBezTo>
                  <a:cubicBezTo>
                    <a:pt x="1146" y="793"/>
                    <a:pt x="1146" y="793"/>
                    <a:pt x="1146" y="792"/>
                  </a:cubicBezTo>
                  <a:cubicBezTo>
                    <a:pt x="1147" y="787"/>
                    <a:pt x="1145" y="782"/>
                    <a:pt x="1142" y="779"/>
                  </a:cubicBezTo>
                  <a:cubicBezTo>
                    <a:pt x="1091" y="731"/>
                    <a:pt x="1091" y="731"/>
                    <a:pt x="1091" y="731"/>
                  </a:cubicBezTo>
                  <a:cubicBezTo>
                    <a:pt x="1057" y="724"/>
                    <a:pt x="1057" y="724"/>
                    <a:pt x="1057" y="724"/>
                  </a:cubicBezTo>
                  <a:cubicBezTo>
                    <a:pt x="1045" y="720"/>
                    <a:pt x="1038" y="724"/>
                    <a:pt x="1036" y="737"/>
                  </a:cubicBezTo>
                  <a:cubicBezTo>
                    <a:pt x="1031" y="736"/>
                    <a:pt x="1031" y="736"/>
                    <a:pt x="1031" y="736"/>
                  </a:cubicBezTo>
                  <a:cubicBezTo>
                    <a:pt x="1045" y="671"/>
                    <a:pt x="1045" y="671"/>
                    <a:pt x="1045" y="671"/>
                  </a:cubicBezTo>
                  <a:cubicBezTo>
                    <a:pt x="1049" y="672"/>
                    <a:pt x="1049" y="672"/>
                    <a:pt x="1049" y="672"/>
                  </a:cubicBezTo>
                  <a:cubicBezTo>
                    <a:pt x="1046" y="685"/>
                    <a:pt x="1051" y="692"/>
                    <a:pt x="1063" y="693"/>
                  </a:cubicBezTo>
                  <a:cubicBezTo>
                    <a:pt x="1091" y="699"/>
                    <a:pt x="1091" y="699"/>
                    <a:pt x="1091" y="699"/>
                  </a:cubicBezTo>
                  <a:cubicBezTo>
                    <a:pt x="1160" y="678"/>
                    <a:pt x="1160" y="678"/>
                    <a:pt x="1160" y="678"/>
                  </a:cubicBezTo>
                  <a:cubicBezTo>
                    <a:pt x="1167" y="676"/>
                    <a:pt x="1171" y="672"/>
                    <a:pt x="1173" y="665"/>
                  </a:cubicBezTo>
                  <a:cubicBezTo>
                    <a:pt x="1178" y="666"/>
                    <a:pt x="1178" y="666"/>
                    <a:pt x="1178" y="666"/>
                  </a:cubicBezTo>
                  <a:cubicBezTo>
                    <a:pt x="1164" y="729"/>
                    <a:pt x="1164" y="729"/>
                    <a:pt x="1164" y="729"/>
                  </a:cubicBezTo>
                  <a:cubicBezTo>
                    <a:pt x="1160" y="728"/>
                    <a:pt x="1160" y="728"/>
                    <a:pt x="1160" y="728"/>
                  </a:cubicBezTo>
                  <a:cubicBezTo>
                    <a:pt x="1163" y="716"/>
                    <a:pt x="1162" y="711"/>
                    <a:pt x="1157" y="711"/>
                  </a:cubicBezTo>
                  <a:cubicBezTo>
                    <a:pt x="1155" y="711"/>
                    <a:pt x="1152" y="711"/>
                    <a:pt x="1148" y="713"/>
                  </a:cubicBezTo>
                  <a:cubicBezTo>
                    <a:pt x="1147" y="713"/>
                    <a:pt x="1146" y="714"/>
                    <a:pt x="1146" y="714"/>
                  </a:cubicBezTo>
                  <a:cubicBezTo>
                    <a:pt x="1097" y="727"/>
                    <a:pt x="1097" y="727"/>
                    <a:pt x="1097" y="727"/>
                  </a:cubicBezTo>
                  <a:cubicBezTo>
                    <a:pt x="1128" y="755"/>
                    <a:pt x="1128" y="755"/>
                    <a:pt x="1128" y="755"/>
                  </a:cubicBezTo>
                  <a:cubicBezTo>
                    <a:pt x="1133" y="760"/>
                    <a:pt x="1138" y="764"/>
                    <a:pt x="1143" y="765"/>
                  </a:cubicBezTo>
                  <a:cubicBezTo>
                    <a:pt x="1148" y="767"/>
                    <a:pt x="1152" y="763"/>
                    <a:pt x="1155" y="752"/>
                  </a:cubicBezTo>
                  <a:cubicBezTo>
                    <a:pt x="1159" y="753"/>
                    <a:pt x="1159" y="753"/>
                    <a:pt x="1159" y="753"/>
                  </a:cubicBezTo>
                  <a:lnTo>
                    <a:pt x="1151" y="794"/>
                  </a:lnTo>
                  <a:close/>
                </a:path>
              </a:pathLst>
            </a:custGeom>
            <a:solidFill>
              <a:srgbClr val="2257AE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9" name="íṥļiďè"/>
            <p:cNvSpPr/>
            <p:nvPr/>
          </p:nvSpPr>
          <p:spPr bwMode="auto">
            <a:xfrm>
              <a:off x="5224965" y="2643167"/>
              <a:ext cx="70111" cy="84616"/>
            </a:xfrm>
            <a:custGeom>
              <a:avLst/>
              <a:gdLst>
                <a:gd name="T0" fmla="*/ 4 w 111"/>
                <a:gd name="T1" fmla="*/ 78 h 133"/>
                <a:gd name="T2" fmla="*/ 1 w 111"/>
                <a:gd name="T3" fmla="*/ 41 h 133"/>
                <a:gd name="T4" fmla="*/ 14 w 111"/>
                <a:gd name="T5" fmla="*/ 16 h 133"/>
                <a:gd name="T6" fmla="*/ 40 w 111"/>
                <a:gd name="T7" fmla="*/ 3 h 133"/>
                <a:gd name="T8" fmla="*/ 63 w 111"/>
                <a:gd name="T9" fmla="*/ 1 h 133"/>
                <a:gd name="T10" fmla="*/ 82 w 111"/>
                <a:gd name="T11" fmla="*/ 9 h 133"/>
                <a:gd name="T12" fmla="*/ 96 w 111"/>
                <a:gd name="T13" fmla="*/ 26 h 133"/>
                <a:gd name="T14" fmla="*/ 106 w 111"/>
                <a:gd name="T15" fmla="*/ 54 h 133"/>
                <a:gd name="T16" fmla="*/ 109 w 111"/>
                <a:gd name="T17" fmla="*/ 91 h 133"/>
                <a:gd name="T18" fmla="*/ 97 w 111"/>
                <a:gd name="T19" fmla="*/ 115 h 133"/>
                <a:gd name="T20" fmla="*/ 70 w 111"/>
                <a:gd name="T21" fmla="*/ 129 h 133"/>
                <a:gd name="T22" fmla="*/ 31 w 111"/>
                <a:gd name="T23" fmla="*/ 125 h 133"/>
                <a:gd name="T24" fmla="*/ 4 w 111"/>
                <a:gd name="T25" fmla="*/ 78 h 133"/>
                <a:gd name="T26" fmla="*/ 24 w 111"/>
                <a:gd name="T27" fmla="*/ 73 h 133"/>
                <a:gd name="T28" fmla="*/ 42 w 111"/>
                <a:gd name="T29" fmla="*/ 112 h 133"/>
                <a:gd name="T30" fmla="*/ 67 w 111"/>
                <a:gd name="T31" fmla="*/ 117 h 133"/>
                <a:gd name="T32" fmla="*/ 87 w 111"/>
                <a:gd name="T33" fmla="*/ 101 h 133"/>
                <a:gd name="T34" fmla="*/ 87 w 111"/>
                <a:gd name="T35" fmla="*/ 59 h 133"/>
                <a:gd name="T36" fmla="*/ 68 w 111"/>
                <a:gd name="T37" fmla="*/ 20 h 133"/>
                <a:gd name="T38" fmla="*/ 43 w 111"/>
                <a:gd name="T39" fmla="*/ 15 h 133"/>
                <a:gd name="T40" fmla="*/ 24 w 111"/>
                <a:gd name="T41" fmla="*/ 29 h 133"/>
                <a:gd name="T42" fmla="*/ 24 w 111"/>
                <a:gd name="T43" fmla="*/ 73 h 13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</a:cxnLst>
              <a:rect l="0" t="0" r="r" b="b"/>
              <a:pathLst>
                <a:path w="111" h="133">
                  <a:moveTo>
                    <a:pt x="4" y="78"/>
                  </a:moveTo>
                  <a:cubicBezTo>
                    <a:pt x="0" y="63"/>
                    <a:pt x="0" y="51"/>
                    <a:pt x="1" y="41"/>
                  </a:cubicBezTo>
                  <a:cubicBezTo>
                    <a:pt x="3" y="31"/>
                    <a:pt x="7" y="23"/>
                    <a:pt x="14" y="16"/>
                  </a:cubicBezTo>
                  <a:cubicBezTo>
                    <a:pt x="20" y="10"/>
                    <a:pt x="29" y="5"/>
                    <a:pt x="40" y="3"/>
                  </a:cubicBezTo>
                  <a:cubicBezTo>
                    <a:pt x="49" y="1"/>
                    <a:pt x="56" y="0"/>
                    <a:pt x="63" y="1"/>
                  </a:cubicBezTo>
                  <a:cubicBezTo>
                    <a:pt x="70" y="3"/>
                    <a:pt x="77" y="5"/>
                    <a:pt x="82" y="9"/>
                  </a:cubicBezTo>
                  <a:cubicBezTo>
                    <a:pt x="87" y="13"/>
                    <a:pt x="92" y="19"/>
                    <a:pt x="96" y="26"/>
                  </a:cubicBezTo>
                  <a:cubicBezTo>
                    <a:pt x="100" y="32"/>
                    <a:pt x="104" y="42"/>
                    <a:pt x="106" y="54"/>
                  </a:cubicBezTo>
                  <a:cubicBezTo>
                    <a:pt x="110" y="69"/>
                    <a:pt x="111" y="81"/>
                    <a:pt x="109" y="91"/>
                  </a:cubicBezTo>
                  <a:cubicBezTo>
                    <a:pt x="107" y="101"/>
                    <a:pt x="103" y="109"/>
                    <a:pt x="97" y="115"/>
                  </a:cubicBezTo>
                  <a:cubicBezTo>
                    <a:pt x="90" y="122"/>
                    <a:pt x="81" y="127"/>
                    <a:pt x="70" y="129"/>
                  </a:cubicBezTo>
                  <a:cubicBezTo>
                    <a:pt x="55" y="133"/>
                    <a:pt x="42" y="131"/>
                    <a:pt x="31" y="125"/>
                  </a:cubicBezTo>
                  <a:cubicBezTo>
                    <a:pt x="18" y="117"/>
                    <a:pt x="9" y="101"/>
                    <a:pt x="4" y="78"/>
                  </a:cubicBezTo>
                  <a:close/>
                  <a:moveTo>
                    <a:pt x="24" y="73"/>
                  </a:moveTo>
                  <a:cubicBezTo>
                    <a:pt x="28" y="94"/>
                    <a:pt x="35" y="106"/>
                    <a:pt x="42" y="112"/>
                  </a:cubicBezTo>
                  <a:cubicBezTo>
                    <a:pt x="50" y="117"/>
                    <a:pt x="58" y="119"/>
                    <a:pt x="67" y="117"/>
                  </a:cubicBezTo>
                  <a:cubicBezTo>
                    <a:pt x="76" y="115"/>
                    <a:pt x="82" y="110"/>
                    <a:pt x="87" y="101"/>
                  </a:cubicBezTo>
                  <a:cubicBezTo>
                    <a:pt x="91" y="93"/>
                    <a:pt x="91" y="79"/>
                    <a:pt x="87" y="59"/>
                  </a:cubicBezTo>
                  <a:cubicBezTo>
                    <a:pt x="82" y="38"/>
                    <a:pt x="76" y="25"/>
                    <a:pt x="68" y="20"/>
                  </a:cubicBezTo>
                  <a:cubicBezTo>
                    <a:pt x="60" y="15"/>
                    <a:pt x="52" y="13"/>
                    <a:pt x="43" y="15"/>
                  </a:cubicBezTo>
                  <a:cubicBezTo>
                    <a:pt x="34" y="17"/>
                    <a:pt x="28" y="22"/>
                    <a:pt x="24" y="29"/>
                  </a:cubicBezTo>
                  <a:cubicBezTo>
                    <a:pt x="19" y="38"/>
                    <a:pt x="19" y="53"/>
                    <a:pt x="24" y="73"/>
                  </a:cubicBezTo>
                  <a:close/>
                </a:path>
              </a:pathLst>
            </a:custGeom>
            <a:solidFill>
              <a:srgbClr val="2257AE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0" name="ïşḻiḋe"/>
            <p:cNvSpPr/>
            <p:nvPr/>
          </p:nvSpPr>
          <p:spPr bwMode="auto">
            <a:xfrm>
              <a:off x="5357933" y="2585950"/>
              <a:ext cx="77363" cy="91063"/>
            </a:xfrm>
            <a:custGeom>
              <a:avLst/>
              <a:gdLst>
                <a:gd name="T0" fmla="*/ 21 w 123"/>
                <a:gd name="T1" fmla="*/ 125 h 144"/>
                <a:gd name="T2" fmla="*/ 40 w 123"/>
                <a:gd name="T3" fmla="*/ 115 h 144"/>
                <a:gd name="T4" fmla="*/ 58 w 123"/>
                <a:gd name="T5" fmla="*/ 127 h 144"/>
                <a:gd name="T6" fmla="*/ 79 w 123"/>
                <a:gd name="T7" fmla="*/ 125 h 144"/>
                <a:gd name="T8" fmla="*/ 99 w 123"/>
                <a:gd name="T9" fmla="*/ 107 h 144"/>
                <a:gd name="T10" fmla="*/ 99 w 123"/>
                <a:gd name="T11" fmla="*/ 82 h 144"/>
                <a:gd name="T12" fmla="*/ 81 w 123"/>
                <a:gd name="T13" fmla="*/ 67 h 144"/>
                <a:gd name="T14" fmla="*/ 54 w 123"/>
                <a:gd name="T15" fmla="*/ 70 h 144"/>
                <a:gd name="T16" fmla="*/ 39 w 123"/>
                <a:gd name="T17" fmla="*/ 80 h 144"/>
                <a:gd name="T18" fmla="*/ 31 w 123"/>
                <a:gd name="T19" fmla="*/ 93 h 144"/>
                <a:gd name="T20" fmla="*/ 13 w 123"/>
                <a:gd name="T21" fmla="*/ 99 h 144"/>
                <a:gd name="T22" fmla="*/ 0 w 123"/>
                <a:gd name="T23" fmla="*/ 33 h 144"/>
                <a:gd name="T24" fmla="*/ 76 w 123"/>
                <a:gd name="T25" fmla="*/ 0 h 144"/>
                <a:gd name="T26" fmla="*/ 83 w 123"/>
                <a:gd name="T27" fmla="*/ 14 h 144"/>
                <a:gd name="T28" fmla="*/ 22 w 123"/>
                <a:gd name="T29" fmla="*/ 40 h 144"/>
                <a:gd name="T30" fmla="*/ 28 w 123"/>
                <a:gd name="T31" fmla="*/ 75 h 144"/>
                <a:gd name="T32" fmla="*/ 53 w 123"/>
                <a:gd name="T33" fmla="*/ 55 h 144"/>
                <a:gd name="T34" fmla="*/ 92 w 123"/>
                <a:gd name="T35" fmla="*/ 51 h 144"/>
                <a:gd name="T36" fmla="*/ 118 w 123"/>
                <a:gd name="T37" fmla="*/ 73 h 144"/>
                <a:gd name="T38" fmla="*/ 119 w 123"/>
                <a:gd name="T39" fmla="*/ 105 h 144"/>
                <a:gd name="T40" fmla="*/ 85 w 123"/>
                <a:gd name="T41" fmla="*/ 136 h 144"/>
                <a:gd name="T42" fmla="*/ 47 w 123"/>
                <a:gd name="T43" fmla="*/ 142 h 144"/>
                <a:gd name="T44" fmla="*/ 21 w 123"/>
                <a:gd name="T45" fmla="*/ 125 h 14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</a:cxnLst>
              <a:rect l="0" t="0" r="r" b="b"/>
              <a:pathLst>
                <a:path w="123" h="144">
                  <a:moveTo>
                    <a:pt x="21" y="125"/>
                  </a:moveTo>
                  <a:cubicBezTo>
                    <a:pt x="40" y="115"/>
                    <a:pt x="40" y="115"/>
                    <a:pt x="40" y="115"/>
                  </a:cubicBezTo>
                  <a:cubicBezTo>
                    <a:pt x="45" y="122"/>
                    <a:pt x="51" y="126"/>
                    <a:pt x="58" y="127"/>
                  </a:cubicBezTo>
                  <a:cubicBezTo>
                    <a:pt x="65" y="129"/>
                    <a:pt x="72" y="128"/>
                    <a:pt x="79" y="125"/>
                  </a:cubicBezTo>
                  <a:cubicBezTo>
                    <a:pt x="89" y="121"/>
                    <a:pt x="95" y="115"/>
                    <a:pt x="99" y="107"/>
                  </a:cubicBezTo>
                  <a:cubicBezTo>
                    <a:pt x="103" y="99"/>
                    <a:pt x="103" y="91"/>
                    <a:pt x="99" y="82"/>
                  </a:cubicBezTo>
                  <a:cubicBezTo>
                    <a:pt x="95" y="74"/>
                    <a:pt x="89" y="69"/>
                    <a:pt x="81" y="67"/>
                  </a:cubicBezTo>
                  <a:cubicBezTo>
                    <a:pt x="73" y="65"/>
                    <a:pt x="64" y="66"/>
                    <a:pt x="54" y="70"/>
                  </a:cubicBezTo>
                  <a:cubicBezTo>
                    <a:pt x="48" y="72"/>
                    <a:pt x="43" y="76"/>
                    <a:pt x="39" y="80"/>
                  </a:cubicBezTo>
                  <a:cubicBezTo>
                    <a:pt x="35" y="84"/>
                    <a:pt x="33" y="89"/>
                    <a:pt x="31" y="93"/>
                  </a:cubicBezTo>
                  <a:cubicBezTo>
                    <a:pt x="13" y="99"/>
                    <a:pt x="13" y="99"/>
                    <a:pt x="13" y="99"/>
                  </a:cubicBezTo>
                  <a:cubicBezTo>
                    <a:pt x="0" y="33"/>
                    <a:pt x="0" y="33"/>
                    <a:pt x="0" y="33"/>
                  </a:cubicBezTo>
                  <a:cubicBezTo>
                    <a:pt x="76" y="0"/>
                    <a:pt x="76" y="0"/>
                    <a:pt x="76" y="0"/>
                  </a:cubicBezTo>
                  <a:cubicBezTo>
                    <a:pt x="83" y="14"/>
                    <a:pt x="83" y="14"/>
                    <a:pt x="83" y="14"/>
                  </a:cubicBezTo>
                  <a:cubicBezTo>
                    <a:pt x="22" y="40"/>
                    <a:pt x="22" y="40"/>
                    <a:pt x="22" y="40"/>
                  </a:cubicBezTo>
                  <a:cubicBezTo>
                    <a:pt x="28" y="75"/>
                    <a:pt x="28" y="75"/>
                    <a:pt x="28" y="75"/>
                  </a:cubicBezTo>
                  <a:cubicBezTo>
                    <a:pt x="35" y="66"/>
                    <a:pt x="43" y="59"/>
                    <a:pt x="53" y="55"/>
                  </a:cubicBezTo>
                  <a:cubicBezTo>
                    <a:pt x="67" y="49"/>
                    <a:pt x="79" y="48"/>
                    <a:pt x="92" y="51"/>
                  </a:cubicBezTo>
                  <a:cubicBezTo>
                    <a:pt x="104" y="54"/>
                    <a:pt x="113" y="62"/>
                    <a:pt x="118" y="73"/>
                  </a:cubicBezTo>
                  <a:cubicBezTo>
                    <a:pt x="123" y="83"/>
                    <a:pt x="123" y="94"/>
                    <a:pt x="119" y="105"/>
                  </a:cubicBezTo>
                  <a:cubicBezTo>
                    <a:pt x="113" y="119"/>
                    <a:pt x="102" y="129"/>
                    <a:pt x="85" y="136"/>
                  </a:cubicBezTo>
                  <a:cubicBezTo>
                    <a:pt x="71" y="142"/>
                    <a:pt x="58" y="144"/>
                    <a:pt x="47" y="142"/>
                  </a:cubicBezTo>
                  <a:cubicBezTo>
                    <a:pt x="35" y="140"/>
                    <a:pt x="27" y="134"/>
                    <a:pt x="21" y="125"/>
                  </a:cubicBezTo>
                  <a:close/>
                </a:path>
              </a:pathLst>
            </a:custGeom>
            <a:solidFill>
              <a:srgbClr val="2257AE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1" name="iśḷiḍê"/>
            <p:cNvSpPr/>
            <p:nvPr/>
          </p:nvSpPr>
          <p:spPr bwMode="auto">
            <a:xfrm>
              <a:off x="5079104" y="2633496"/>
              <a:ext cx="74139" cy="83810"/>
            </a:xfrm>
            <a:custGeom>
              <a:avLst/>
              <a:gdLst>
                <a:gd name="T0" fmla="*/ 1 w 117"/>
                <a:gd name="T1" fmla="*/ 84 h 132"/>
                <a:gd name="T2" fmla="*/ 20 w 117"/>
                <a:gd name="T3" fmla="*/ 88 h 132"/>
                <a:gd name="T4" fmla="*/ 25 w 117"/>
                <a:gd name="T5" fmla="*/ 106 h 132"/>
                <a:gd name="T6" fmla="*/ 40 w 117"/>
                <a:gd name="T7" fmla="*/ 115 h 132"/>
                <a:gd name="T8" fmla="*/ 57 w 117"/>
                <a:gd name="T9" fmla="*/ 117 h 132"/>
                <a:gd name="T10" fmla="*/ 70 w 117"/>
                <a:gd name="T11" fmla="*/ 112 h 132"/>
                <a:gd name="T12" fmla="*/ 81 w 117"/>
                <a:gd name="T13" fmla="*/ 100 h 132"/>
                <a:gd name="T14" fmla="*/ 90 w 117"/>
                <a:gd name="T15" fmla="*/ 82 h 132"/>
                <a:gd name="T16" fmla="*/ 91 w 117"/>
                <a:gd name="T17" fmla="*/ 79 h 132"/>
                <a:gd name="T18" fmla="*/ 71 w 117"/>
                <a:gd name="T19" fmla="*/ 86 h 132"/>
                <a:gd name="T20" fmla="*/ 49 w 117"/>
                <a:gd name="T21" fmla="*/ 84 h 132"/>
                <a:gd name="T22" fmla="*/ 19 w 117"/>
                <a:gd name="T23" fmla="*/ 63 h 132"/>
                <a:gd name="T24" fmla="*/ 15 w 117"/>
                <a:gd name="T25" fmla="*/ 30 h 132"/>
                <a:gd name="T26" fmla="*/ 38 w 117"/>
                <a:gd name="T27" fmla="*/ 5 h 132"/>
                <a:gd name="T28" fmla="*/ 76 w 117"/>
                <a:gd name="T29" fmla="*/ 4 h 132"/>
                <a:gd name="T30" fmla="*/ 102 w 117"/>
                <a:gd name="T31" fmla="*/ 19 h 132"/>
                <a:gd name="T32" fmla="*/ 115 w 117"/>
                <a:gd name="T33" fmla="*/ 43 h 132"/>
                <a:gd name="T34" fmla="*/ 112 w 117"/>
                <a:gd name="T35" fmla="*/ 79 h 132"/>
                <a:gd name="T36" fmla="*/ 94 w 117"/>
                <a:gd name="T37" fmla="*/ 114 h 132"/>
                <a:gd name="T38" fmla="*/ 68 w 117"/>
                <a:gd name="T39" fmla="*/ 129 h 132"/>
                <a:gd name="T40" fmla="*/ 36 w 117"/>
                <a:gd name="T41" fmla="*/ 128 h 132"/>
                <a:gd name="T42" fmla="*/ 9 w 117"/>
                <a:gd name="T43" fmla="*/ 111 h 132"/>
                <a:gd name="T44" fmla="*/ 1 w 117"/>
                <a:gd name="T45" fmla="*/ 84 h 132"/>
                <a:gd name="T46" fmla="*/ 96 w 117"/>
                <a:gd name="T47" fmla="*/ 54 h 132"/>
                <a:gd name="T48" fmla="*/ 93 w 117"/>
                <a:gd name="T49" fmla="*/ 31 h 132"/>
                <a:gd name="T50" fmla="*/ 75 w 117"/>
                <a:gd name="T51" fmla="*/ 17 h 132"/>
                <a:gd name="T52" fmla="*/ 50 w 117"/>
                <a:gd name="T53" fmla="*/ 18 h 132"/>
                <a:gd name="T54" fmla="*/ 34 w 117"/>
                <a:gd name="T55" fmla="*/ 37 h 132"/>
                <a:gd name="T56" fmla="*/ 37 w 117"/>
                <a:gd name="T57" fmla="*/ 58 h 132"/>
                <a:gd name="T58" fmla="*/ 57 w 117"/>
                <a:gd name="T59" fmla="*/ 72 h 132"/>
                <a:gd name="T60" fmla="*/ 81 w 117"/>
                <a:gd name="T61" fmla="*/ 72 h 132"/>
                <a:gd name="T62" fmla="*/ 96 w 117"/>
                <a:gd name="T63" fmla="*/ 54 h 13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</a:cxnLst>
              <a:rect l="0" t="0" r="r" b="b"/>
              <a:pathLst>
                <a:path w="117" h="132">
                  <a:moveTo>
                    <a:pt x="1" y="84"/>
                  </a:moveTo>
                  <a:cubicBezTo>
                    <a:pt x="20" y="88"/>
                    <a:pt x="20" y="88"/>
                    <a:pt x="20" y="88"/>
                  </a:cubicBezTo>
                  <a:cubicBezTo>
                    <a:pt x="20" y="96"/>
                    <a:pt x="21" y="101"/>
                    <a:pt x="25" y="106"/>
                  </a:cubicBezTo>
                  <a:cubicBezTo>
                    <a:pt x="28" y="110"/>
                    <a:pt x="33" y="113"/>
                    <a:pt x="40" y="115"/>
                  </a:cubicBezTo>
                  <a:cubicBezTo>
                    <a:pt x="46" y="117"/>
                    <a:pt x="51" y="118"/>
                    <a:pt x="57" y="117"/>
                  </a:cubicBezTo>
                  <a:cubicBezTo>
                    <a:pt x="62" y="116"/>
                    <a:pt x="66" y="114"/>
                    <a:pt x="70" y="112"/>
                  </a:cubicBezTo>
                  <a:cubicBezTo>
                    <a:pt x="74" y="109"/>
                    <a:pt x="78" y="105"/>
                    <a:pt x="81" y="100"/>
                  </a:cubicBezTo>
                  <a:cubicBezTo>
                    <a:pt x="85" y="94"/>
                    <a:pt x="88" y="88"/>
                    <a:pt x="90" y="82"/>
                  </a:cubicBezTo>
                  <a:cubicBezTo>
                    <a:pt x="90" y="82"/>
                    <a:pt x="90" y="81"/>
                    <a:pt x="91" y="79"/>
                  </a:cubicBezTo>
                  <a:cubicBezTo>
                    <a:pt x="85" y="83"/>
                    <a:pt x="79" y="85"/>
                    <a:pt x="71" y="86"/>
                  </a:cubicBezTo>
                  <a:cubicBezTo>
                    <a:pt x="64" y="87"/>
                    <a:pt x="56" y="86"/>
                    <a:pt x="49" y="84"/>
                  </a:cubicBezTo>
                  <a:cubicBezTo>
                    <a:pt x="36" y="80"/>
                    <a:pt x="26" y="73"/>
                    <a:pt x="19" y="63"/>
                  </a:cubicBezTo>
                  <a:cubicBezTo>
                    <a:pt x="12" y="53"/>
                    <a:pt x="11" y="42"/>
                    <a:pt x="15" y="30"/>
                  </a:cubicBezTo>
                  <a:cubicBezTo>
                    <a:pt x="18" y="18"/>
                    <a:pt x="26" y="9"/>
                    <a:pt x="38" y="5"/>
                  </a:cubicBezTo>
                  <a:cubicBezTo>
                    <a:pt x="49" y="0"/>
                    <a:pt x="62" y="0"/>
                    <a:pt x="76" y="4"/>
                  </a:cubicBezTo>
                  <a:cubicBezTo>
                    <a:pt x="86" y="7"/>
                    <a:pt x="95" y="12"/>
                    <a:pt x="102" y="19"/>
                  </a:cubicBezTo>
                  <a:cubicBezTo>
                    <a:pt x="109" y="25"/>
                    <a:pt x="113" y="33"/>
                    <a:pt x="115" y="43"/>
                  </a:cubicBezTo>
                  <a:cubicBezTo>
                    <a:pt x="117" y="52"/>
                    <a:pt x="116" y="64"/>
                    <a:pt x="112" y="79"/>
                  </a:cubicBezTo>
                  <a:cubicBezTo>
                    <a:pt x="107" y="94"/>
                    <a:pt x="101" y="106"/>
                    <a:pt x="94" y="114"/>
                  </a:cubicBezTo>
                  <a:cubicBezTo>
                    <a:pt x="87" y="122"/>
                    <a:pt x="78" y="127"/>
                    <a:pt x="68" y="129"/>
                  </a:cubicBezTo>
                  <a:cubicBezTo>
                    <a:pt x="58" y="132"/>
                    <a:pt x="47" y="131"/>
                    <a:pt x="36" y="128"/>
                  </a:cubicBezTo>
                  <a:cubicBezTo>
                    <a:pt x="24" y="124"/>
                    <a:pt x="15" y="118"/>
                    <a:pt x="9" y="111"/>
                  </a:cubicBezTo>
                  <a:cubicBezTo>
                    <a:pt x="2" y="103"/>
                    <a:pt x="0" y="94"/>
                    <a:pt x="1" y="84"/>
                  </a:cubicBezTo>
                  <a:close/>
                  <a:moveTo>
                    <a:pt x="96" y="54"/>
                  </a:moveTo>
                  <a:cubicBezTo>
                    <a:pt x="98" y="45"/>
                    <a:pt x="98" y="38"/>
                    <a:pt x="93" y="31"/>
                  </a:cubicBezTo>
                  <a:cubicBezTo>
                    <a:pt x="89" y="24"/>
                    <a:pt x="83" y="19"/>
                    <a:pt x="75" y="17"/>
                  </a:cubicBezTo>
                  <a:cubicBezTo>
                    <a:pt x="66" y="14"/>
                    <a:pt x="58" y="15"/>
                    <a:pt x="50" y="18"/>
                  </a:cubicBezTo>
                  <a:cubicBezTo>
                    <a:pt x="42" y="22"/>
                    <a:pt x="37" y="28"/>
                    <a:pt x="34" y="37"/>
                  </a:cubicBezTo>
                  <a:cubicBezTo>
                    <a:pt x="32" y="44"/>
                    <a:pt x="33" y="52"/>
                    <a:pt x="37" y="58"/>
                  </a:cubicBezTo>
                  <a:cubicBezTo>
                    <a:pt x="42" y="65"/>
                    <a:pt x="48" y="70"/>
                    <a:pt x="57" y="72"/>
                  </a:cubicBezTo>
                  <a:cubicBezTo>
                    <a:pt x="66" y="75"/>
                    <a:pt x="74" y="75"/>
                    <a:pt x="81" y="72"/>
                  </a:cubicBezTo>
                  <a:cubicBezTo>
                    <a:pt x="88" y="68"/>
                    <a:pt x="93" y="63"/>
                    <a:pt x="96" y="54"/>
                  </a:cubicBezTo>
                  <a:close/>
                </a:path>
              </a:pathLst>
            </a:custGeom>
            <a:solidFill>
              <a:srgbClr val="2257AE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2" name="ïŝļíďê"/>
            <p:cNvSpPr/>
            <p:nvPr/>
          </p:nvSpPr>
          <p:spPr bwMode="auto">
            <a:xfrm>
              <a:off x="4973536" y="2589174"/>
              <a:ext cx="54799" cy="71722"/>
            </a:xfrm>
            <a:custGeom>
              <a:avLst/>
              <a:gdLst>
                <a:gd name="T0" fmla="*/ 16 w 87"/>
                <a:gd name="T1" fmla="*/ 114 h 114"/>
                <a:gd name="T2" fmla="*/ 0 w 87"/>
                <a:gd name="T3" fmla="*/ 103 h 114"/>
                <a:gd name="T4" fmla="*/ 55 w 87"/>
                <a:gd name="T5" fmla="*/ 20 h 114"/>
                <a:gd name="T6" fmla="*/ 34 w 87"/>
                <a:gd name="T7" fmla="*/ 18 h 114"/>
                <a:gd name="T8" fmla="*/ 12 w 87"/>
                <a:gd name="T9" fmla="*/ 13 h 114"/>
                <a:gd name="T10" fmla="*/ 20 w 87"/>
                <a:gd name="T11" fmla="*/ 1 h 114"/>
                <a:gd name="T12" fmla="*/ 52 w 87"/>
                <a:gd name="T13" fmla="*/ 4 h 114"/>
                <a:gd name="T14" fmla="*/ 77 w 87"/>
                <a:gd name="T15" fmla="*/ 0 h 114"/>
                <a:gd name="T16" fmla="*/ 87 w 87"/>
                <a:gd name="T17" fmla="*/ 7 h 114"/>
                <a:gd name="T18" fmla="*/ 16 w 87"/>
                <a:gd name="T19" fmla="*/ 114 h 11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87" h="114">
                  <a:moveTo>
                    <a:pt x="16" y="114"/>
                  </a:moveTo>
                  <a:cubicBezTo>
                    <a:pt x="0" y="103"/>
                    <a:pt x="0" y="103"/>
                    <a:pt x="0" y="103"/>
                  </a:cubicBezTo>
                  <a:cubicBezTo>
                    <a:pt x="55" y="20"/>
                    <a:pt x="55" y="20"/>
                    <a:pt x="55" y="20"/>
                  </a:cubicBezTo>
                  <a:cubicBezTo>
                    <a:pt x="49" y="20"/>
                    <a:pt x="42" y="19"/>
                    <a:pt x="34" y="18"/>
                  </a:cubicBezTo>
                  <a:cubicBezTo>
                    <a:pt x="25" y="17"/>
                    <a:pt x="18" y="15"/>
                    <a:pt x="12" y="13"/>
                  </a:cubicBezTo>
                  <a:cubicBezTo>
                    <a:pt x="20" y="1"/>
                    <a:pt x="20" y="1"/>
                    <a:pt x="20" y="1"/>
                  </a:cubicBezTo>
                  <a:cubicBezTo>
                    <a:pt x="32" y="3"/>
                    <a:pt x="42" y="5"/>
                    <a:pt x="52" y="4"/>
                  </a:cubicBezTo>
                  <a:cubicBezTo>
                    <a:pt x="63" y="4"/>
                    <a:pt x="71" y="3"/>
                    <a:pt x="77" y="0"/>
                  </a:cubicBezTo>
                  <a:cubicBezTo>
                    <a:pt x="87" y="7"/>
                    <a:pt x="87" y="7"/>
                    <a:pt x="87" y="7"/>
                  </a:cubicBezTo>
                  <a:lnTo>
                    <a:pt x="16" y="114"/>
                  </a:lnTo>
                  <a:close/>
                </a:path>
              </a:pathLst>
            </a:custGeom>
            <a:solidFill>
              <a:srgbClr val="2257AE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3" name="ïšľîdê"/>
            <p:cNvSpPr/>
            <p:nvPr/>
          </p:nvSpPr>
          <p:spPr bwMode="auto">
            <a:xfrm>
              <a:off x="4968701" y="2091150"/>
              <a:ext cx="440002" cy="507694"/>
            </a:xfrm>
            <a:custGeom>
              <a:avLst/>
              <a:gdLst>
                <a:gd name="T0" fmla="*/ 278 w 696"/>
                <a:gd name="T1" fmla="*/ 294 h 802"/>
                <a:gd name="T2" fmla="*/ 355 w 696"/>
                <a:gd name="T3" fmla="*/ 253 h 802"/>
                <a:gd name="T4" fmla="*/ 351 w 696"/>
                <a:gd name="T5" fmla="*/ 199 h 802"/>
                <a:gd name="T6" fmla="*/ 293 w 696"/>
                <a:gd name="T7" fmla="*/ 184 h 802"/>
                <a:gd name="T8" fmla="*/ 402 w 696"/>
                <a:gd name="T9" fmla="*/ 0 h 802"/>
                <a:gd name="T10" fmla="*/ 425 w 696"/>
                <a:gd name="T11" fmla="*/ 167 h 802"/>
                <a:gd name="T12" fmla="*/ 690 w 696"/>
                <a:gd name="T13" fmla="*/ 189 h 802"/>
                <a:gd name="T14" fmla="*/ 453 w 696"/>
                <a:gd name="T15" fmla="*/ 208 h 802"/>
                <a:gd name="T16" fmla="*/ 405 w 696"/>
                <a:gd name="T17" fmla="*/ 353 h 802"/>
                <a:gd name="T18" fmla="*/ 365 w 696"/>
                <a:gd name="T19" fmla="*/ 493 h 802"/>
                <a:gd name="T20" fmla="*/ 359 w 696"/>
                <a:gd name="T21" fmla="*/ 724 h 802"/>
                <a:gd name="T22" fmla="*/ 342 w 696"/>
                <a:gd name="T23" fmla="*/ 799 h 802"/>
                <a:gd name="T24" fmla="*/ 298 w 696"/>
                <a:gd name="T25" fmla="*/ 622 h 802"/>
                <a:gd name="T26" fmla="*/ 51 w 696"/>
                <a:gd name="T27" fmla="*/ 588 h 802"/>
                <a:gd name="T28" fmla="*/ 0 w 696"/>
                <a:gd name="T29" fmla="*/ 586 h 802"/>
                <a:gd name="T30" fmla="*/ 306 w 696"/>
                <a:gd name="T31" fmla="*/ 546 h 802"/>
                <a:gd name="T32" fmla="*/ 361 w 696"/>
                <a:gd name="T33" fmla="*/ 325 h 802"/>
                <a:gd name="T34" fmla="*/ 302 w 696"/>
                <a:gd name="T35" fmla="*/ 364 h 802"/>
                <a:gd name="T36" fmla="*/ 283 w 696"/>
                <a:gd name="T37" fmla="*/ 417 h 802"/>
                <a:gd name="T38" fmla="*/ 104 w 696"/>
                <a:gd name="T39" fmla="*/ 502 h 802"/>
                <a:gd name="T40" fmla="*/ 23 w 696"/>
                <a:gd name="T41" fmla="*/ 325 h 802"/>
                <a:gd name="T42" fmla="*/ 239 w 696"/>
                <a:gd name="T43" fmla="*/ 204 h 802"/>
                <a:gd name="T44" fmla="*/ 453 w 696"/>
                <a:gd name="T45" fmla="*/ 491 h 802"/>
                <a:gd name="T46" fmla="*/ 500 w 696"/>
                <a:gd name="T47" fmla="*/ 530 h 802"/>
                <a:gd name="T48" fmla="*/ 395 w 696"/>
                <a:gd name="T49" fmla="*/ 572 h 802"/>
                <a:gd name="T50" fmla="*/ 502 w 696"/>
                <a:gd name="T51" fmla="*/ 587 h 802"/>
                <a:gd name="T52" fmla="*/ 513 w 696"/>
                <a:gd name="T53" fmla="*/ 616 h 802"/>
                <a:gd name="T54" fmla="*/ 406 w 696"/>
                <a:gd name="T55" fmla="*/ 690 h 802"/>
                <a:gd name="T56" fmla="*/ 560 w 696"/>
                <a:gd name="T57" fmla="*/ 745 h 802"/>
                <a:gd name="T58" fmla="*/ 559 w 696"/>
                <a:gd name="T59" fmla="*/ 667 h 802"/>
                <a:gd name="T60" fmla="*/ 608 w 696"/>
                <a:gd name="T61" fmla="*/ 646 h 802"/>
                <a:gd name="T62" fmla="*/ 663 w 696"/>
                <a:gd name="T63" fmla="*/ 601 h 802"/>
                <a:gd name="T64" fmla="*/ 668 w 696"/>
                <a:gd name="T65" fmla="*/ 557 h 802"/>
                <a:gd name="T66" fmla="*/ 667 w 696"/>
                <a:gd name="T67" fmla="*/ 489 h 802"/>
                <a:gd name="T68" fmla="*/ 639 w 696"/>
                <a:gd name="T69" fmla="*/ 514 h 802"/>
                <a:gd name="T70" fmla="*/ 572 w 696"/>
                <a:gd name="T71" fmla="*/ 517 h 802"/>
                <a:gd name="T72" fmla="*/ 533 w 696"/>
                <a:gd name="T73" fmla="*/ 490 h 802"/>
                <a:gd name="T74" fmla="*/ 453 w 696"/>
                <a:gd name="T75" fmla="*/ 491 h 802"/>
                <a:gd name="T76" fmla="*/ 556 w 696"/>
                <a:gd name="T77" fmla="*/ 584 h 802"/>
                <a:gd name="T78" fmla="*/ 624 w 696"/>
                <a:gd name="T79" fmla="*/ 584 h 802"/>
                <a:gd name="T80" fmla="*/ 513 w 696"/>
                <a:gd name="T81" fmla="*/ 357 h 802"/>
                <a:gd name="T82" fmla="*/ 488 w 696"/>
                <a:gd name="T83" fmla="*/ 461 h 802"/>
                <a:gd name="T84" fmla="*/ 679 w 696"/>
                <a:gd name="T85" fmla="*/ 422 h 802"/>
                <a:gd name="T86" fmla="*/ 513 w 696"/>
                <a:gd name="T87" fmla="*/ 357 h 802"/>
                <a:gd name="T88" fmla="*/ 480 w 696"/>
                <a:gd name="T89" fmla="*/ 410 h 802"/>
                <a:gd name="T90" fmla="*/ 575 w 696"/>
                <a:gd name="T91" fmla="*/ 433 h 802"/>
                <a:gd name="T92" fmla="*/ 581 w 696"/>
                <a:gd name="T93" fmla="*/ 389 h 802"/>
                <a:gd name="T94" fmla="*/ 524 w 696"/>
                <a:gd name="T95" fmla="*/ 234 h 802"/>
                <a:gd name="T96" fmla="*/ 493 w 696"/>
                <a:gd name="T97" fmla="*/ 341 h 802"/>
                <a:gd name="T98" fmla="*/ 694 w 696"/>
                <a:gd name="T99" fmla="*/ 293 h 802"/>
                <a:gd name="T100" fmla="*/ 524 w 696"/>
                <a:gd name="T101" fmla="*/ 234 h 802"/>
                <a:gd name="T102" fmla="*/ 492 w 696"/>
                <a:gd name="T103" fmla="*/ 291 h 802"/>
                <a:gd name="T104" fmla="*/ 587 w 696"/>
                <a:gd name="T105" fmla="*/ 311 h 802"/>
                <a:gd name="T106" fmla="*/ 593 w 696"/>
                <a:gd name="T107" fmla="*/ 270 h 802"/>
                <a:gd name="T108" fmla="*/ 87 w 696"/>
                <a:gd name="T109" fmla="*/ 375 h 802"/>
                <a:gd name="T110" fmla="*/ 106 w 696"/>
                <a:gd name="T111" fmla="*/ 443 h 802"/>
                <a:gd name="T112" fmla="*/ 199 w 696"/>
                <a:gd name="T113" fmla="*/ 455 h 802"/>
                <a:gd name="T114" fmla="*/ 225 w 696"/>
                <a:gd name="T115" fmla="*/ 371 h 802"/>
                <a:gd name="T116" fmla="*/ 225 w 696"/>
                <a:gd name="T117" fmla="*/ 322 h 802"/>
                <a:gd name="T118" fmla="*/ 170 w 696"/>
                <a:gd name="T119" fmla="*/ 241 h 802"/>
                <a:gd name="T120" fmla="*/ 76 w 696"/>
                <a:gd name="T121" fmla="*/ 327 h 80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  <a:cxn ang="0">
                  <a:pos x="T118" y="T119"/>
                </a:cxn>
                <a:cxn ang="0">
                  <a:pos x="T120" y="T121"/>
                </a:cxn>
              </a:cxnLst>
              <a:rect l="0" t="0" r="r" b="b"/>
              <a:pathLst>
                <a:path w="696" h="802">
                  <a:moveTo>
                    <a:pt x="274" y="278"/>
                  </a:moveTo>
                  <a:cubicBezTo>
                    <a:pt x="276" y="283"/>
                    <a:pt x="277" y="289"/>
                    <a:pt x="278" y="294"/>
                  </a:cubicBezTo>
                  <a:cubicBezTo>
                    <a:pt x="285" y="301"/>
                    <a:pt x="295" y="302"/>
                    <a:pt x="309" y="295"/>
                  </a:cubicBezTo>
                  <a:cubicBezTo>
                    <a:pt x="329" y="282"/>
                    <a:pt x="343" y="268"/>
                    <a:pt x="355" y="253"/>
                  </a:cubicBezTo>
                  <a:cubicBezTo>
                    <a:pt x="367" y="234"/>
                    <a:pt x="370" y="216"/>
                    <a:pt x="362" y="197"/>
                  </a:cubicBezTo>
                  <a:cubicBezTo>
                    <a:pt x="360" y="196"/>
                    <a:pt x="356" y="196"/>
                    <a:pt x="351" y="199"/>
                  </a:cubicBezTo>
                  <a:cubicBezTo>
                    <a:pt x="343" y="204"/>
                    <a:pt x="336" y="210"/>
                    <a:pt x="328" y="216"/>
                  </a:cubicBezTo>
                  <a:cubicBezTo>
                    <a:pt x="303" y="235"/>
                    <a:pt x="269" y="211"/>
                    <a:pt x="293" y="184"/>
                  </a:cubicBezTo>
                  <a:cubicBezTo>
                    <a:pt x="293" y="184"/>
                    <a:pt x="344" y="134"/>
                    <a:pt x="366" y="113"/>
                  </a:cubicBezTo>
                  <a:cubicBezTo>
                    <a:pt x="387" y="92"/>
                    <a:pt x="402" y="0"/>
                    <a:pt x="402" y="0"/>
                  </a:cubicBezTo>
                  <a:cubicBezTo>
                    <a:pt x="434" y="7"/>
                    <a:pt x="457" y="58"/>
                    <a:pt x="394" y="131"/>
                  </a:cubicBezTo>
                  <a:cubicBezTo>
                    <a:pt x="404" y="143"/>
                    <a:pt x="415" y="155"/>
                    <a:pt x="425" y="167"/>
                  </a:cubicBezTo>
                  <a:cubicBezTo>
                    <a:pt x="477" y="161"/>
                    <a:pt x="523" y="155"/>
                    <a:pt x="572" y="155"/>
                  </a:cubicBezTo>
                  <a:cubicBezTo>
                    <a:pt x="646" y="154"/>
                    <a:pt x="682" y="167"/>
                    <a:pt x="690" y="189"/>
                  </a:cubicBezTo>
                  <a:cubicBezTo>
                    <a:pt x="696" y="206"/>
                    <a:pt x="683" y="206"/>
                    <a:pt x="669" y="206"/>
                  </a:cubicBezTo>
                  <a:cubicBezTo>
                    <a:pt x="603" y="207"/>
                    <a:pt x="530" y="208"/>
                    <a:pt x="453" y="208"/>
                  </a:cubicBezTo>
                  <a:cubicBezTo>
                    <a:pt x="437" y="208"/>
                    <a:pt x="409" y="206"/>
                    <a:pt x="409" y="235"/>
                  </a:cubicBezTo>
                  <a:cubicBezTo>
                    <a:pt x="414" y="276"/>
                    <a:pt x="414" y="311"/>
                    <a:pt x="405" y="353"/>
                  </a:cubicBezTo>
                  <a:cubicBezTo>
                    <a:pt x="399" y="380"/>
                    <a:pt x="390" y="407"/>
                    <a:pt x="377" y="441"/>
                  </a:cubicBezTo>
                  <a:cubicBezTo>
                    <a:pt x="371" y="457"/>
                    <a:pt x="366" y="476"/>
                    <a:pt x="365" y="493"/>
                  </a:cubicBezTo>
                  <a:cubicBezTo>
                    <a:pt x="364" y="503"/>
                    <a:pt x="362" y="517"/>
                    <a:pt x="360" y="527"/>
                  </a:cubicBezTo>
                  <a:cubicBezTo>
                    <a:pt x="348" y="597"/>
                    <a:pt x="349" y="662"/>
                    <a:pt x="359" y="724"/>
                  </a:cubicBezTo>
                  <a:cubicBezTo>
                    <a:pt x="364" y="759"/>
                    <a:pt x="366" y="786"/>
                    <a:pt x="357" y="796"/>
                  </a:cubicBezTo>
                  <a:cubicBezTo>
                    <a:pt x="352" y="801"/>
                    <a:pt x="348" y="802"/>
                    <a:pt x="342" y="799"/>
                  </a:cubicBezTo>
                  <a:cubicBezTo>
                    <a:pt x="325" y="790"/>
                    <a:pt x="306" y="751"/>
                    <a:pt x="304" y="726"/>
                  </a:cubicBezTo>
                  <a:cubicBezTo>
                    <a:pt x="302" y="691"/>
                    <a:pt x="300" y="657"/>
                    <a:pt x="298" y="622"/>
                  </a:cubicBezTo>
                  <a:cubicBezTo>
                    <a:pt x="299" y="603"/>
                    <a:pt x="294" y="596"/>
                    <a:pt x="278" y="595"/>
                  </a:cubicBezTo>
                  <a:cubicBezTo>
                    <a:pt x="203" y="592"/>
                    <a:pt x="127" y="591"/>
                    <a:pt x="51" y="588"/>
                  </a:cubicBezTo>
                  <a:cubicBezTo>
                    <a:pt x="31" y="587"/>
                    <a:pt x="19" y="599"/>
                    <a:pt x="7" y="614"/>
                  </a:cubicBezTo>
                  <a:cubicBezTo>
                    <a:pt x="5" y="604"/>
                    <a:pt x="3" y="595"/>
                    <a:pt x="0" y="586"/>
                  </a:cubicBezTo>
                  <a:cubicBezTo>
                    <a:pt x="23" y="569"/>
                    <a:pt x="42" y="551"/>
                    <a:pt x="75" y="551"/>
                  </a:cubicBezTo>
                  <a:cubicBezTo>
                    <a:pt x="152" y="549"/>
                    <a:pt x="229" y="548"/>
                    <a:pt x="306" y="546"/>
                  </a:cubicBezTo>
                  <a:cubicBezTo>
                    <a:pt x="315" y="507"/>
                    <a:pt x="324" y="469"/>
                    <a:pt x="333" y="430"/>
                  </a:cubicBezTo>
                  <a:cubicBezTo>
                    <a:pt x="343" y="395"/>
                    <a:pt x="352" y="360"/>
                    <a:pt x="361" y="325"/>
                  </a:cubicBezTo>
                  <a:cubicBezTo>
                    <a:pt x="358" y="321"/>
                    <a:pt x="355" y="318"/>
                    <a:pt x="352" y="314"/>
                  </a:cubicBezTo>
                  <a:cubicBezTo>
                    <a:pt x="335" y="331"/>
                    <a:pt x="319" y="347"/>
                    <a:pt x="302" y="364"/>
                  </a:cubicBezTo>
                  <a:cubicBezTo>
                    <a:pt x="296" y="377"/>
                    <a:pt x="290" y="390"/>
                    <a:pt x="284" y="403"/>
                  </a:cubicBezTo>
                  <a:cubicBezTo>
                    <a:pt x="284" y="408"/>
                    <a:pt x="284" y="412"/>
                    <a:pt x="283" y="417"/>
                  </a:cubicBezTo>
                  <a:cubicBezTo>
                    <a:pt x="276" y="474"/>
                    <a:pt x="259" y="498"/>
                    <a:pt x="217" y="504"/>
                  </a:cubicBezTo>
                  <a:cubicBezTo>
                    <a:pt x="180" y="509"/>
                    <a:pt x="144" y="506"/>
                    <a:pt x="104" y="502"/>
                  </a:cubicBezTo>
                  <a:cubicBezTo>
                    <a:pt x="61" y="497"/>
                    <a:pt x="37" y="466"/>
                    <a:pt x="28" y="425"/>
                  </a:cubicBezTo>
                  <a:cubicBezTo>
                    <a:pt x="21" y="390"/>
                    <a:pt x="23" y="359"/>
                    <a:pt x="23" y="325"/>
                  </a:cubicBezTo>
                  <a:cubicBezTo>
                    <a:pt x="23" y="292"/>
                    <a:pt x="60" y="214"/>
                    <a:pt x="108" y="199"/>
                  </a:cubicBezTo>
                  <a:cubicBezTo>
                    <a:pt x="152" y="185"/>
                    <a:pt x="207" y="180"/>
                    <a:pt x="239" y="204"/>
                  </a:cubicBezTo>
                  <a:cubicBezTo>
                    <a:pt x="252" y="216"/>
                    <a:pt x="266" y="242"/>
                    <a:pt x="274" y="278"/>
                  </a:cubicBezTo>
                  <a:close/>
                  <a:moveTo>
                    <a:pt x="453" y="491"/>
                  </a:moveTo>
                  <a:cubicBezTo>
                    <a:pt x="439" y="497"/>
                    <a:pt x="428" y="508"/>
                    <a:pt x="427" y="515"/>
                  </a:cubicBezTo>
                  <a:cubicBezTo>
                    <a:pt x="420" y="536"/>
                    <a:pt x="464" y="528"/>
                    <a:pt x="500" y="530"/>
                  </a:cubicBezTo>
                  <a:cubicBezTo>
                    <a:pt x="521" y="530"/>
                    <a:pt x="531" y="547"/>
                    <a:pt x="507" y="556"/>
                  </a:cubicBezTo>
                  <a:cubicBezTo>
                    <a:pt x="470" y="561"/>
                    <a:pt x="432" y="567"/>
                    <a:pt x="395" y="572"/>
                  </a:cubicBezTo>
                  <a:cubicBezTo>
                    <a:pt x="377" y="574"/>
                    <a:pt x="362" y="604"/>
                    <a:pt x="390" y="606"/>
                  </a:cubicBezTo>
                  <a:cubicBezTo>
                    <a:pt x="411" y="607"/>
                    <a:pt x="457" y="597"/>
                    <a:pt x="502" y="587"/>
                  </a:cubicBezTo>
                  <a:cubicBezTo>
                    <a:pt x="507" y="586"/>
                    <a:pt x="513" y="587"/>
                    <a:pt x="514" y="592"/>
                  </a:cubicBezTo>
                  <a:cubicBezTo>
                    <a:pt x="515" y="601"/>
                    <a:pt x="514" y="610"/>
                    <a:pt x="513" y="616"/>
                  </a:cubicBezTo>
                  <a:cubicBezTo>
                    <a:pt x="493" y="622"/>
                    <a:pt x="405" y="655"/>
                    <a:pt x="387" y="662"/>
                  </a:cubicBezTo>
                  <a:cubicBezTo>
                    <a:pt x="372" y="668"/>
                    <a:pt x="368" y="692"/>
                    <a:pt x="406" y="690"/>
                  </a:cubicBezTo>
                  <a:cubicBezTo>
                    <a:pt x="439" y="686"/>
                    <a:pt x="476" y="675"/>
                    <a:pt x="514" y="663"/>
                  </a:cubicBezTo>
                  <a:cubicBezTo>
                    <a:pt x="520" y="699"/>
                    <a:pt x="533" y="726"/>
                    <a:pt x="560" y="745"/>
                  </a:cubicBezTo>
                  <a:cubicBezTo>
                    <a:pt x="574" y="751"/>
                    <a:pt x="585" y="748"/>
                    <a:pt x="582" y="722"/>
                  </a:cubicBezTo>
                  <a:cubicBezTo>
                    <a:pt x="568" y="693"/>
                    <a:pt x="560" y="678"/>
                    <a:pt x="559" y="667"/>
                  </a:cubicBezTo>
                  <a:cubicBezTo>
                    <a:pt x="556" y="654"/>
                    <a:pt x="561" y="648"/>
                    <a:pt x="576" y="648"/>
                  </a:cubicBezTo>
                  <a:cubicBezTo>
                    <a:pt x="587" y="647"/>
                    <a:pt x="598" y="647"/>
                    <a:pt x="608" y="646"/>
                  </a:cubicBezTo>
                  <a:cubicBezTo>
                    <a:pt x="614" y="647"/>
                    <a:pt x="621" y="646"/>
                    <a:pt x="627" y="642"/>
                  </a:cubicBezTo>
                  <a:cubicBezTo>
                    <a:pt x="637" y="635"/>
                    <a:pt x="658" y="610"/>
                    <a:pt x="663" y="601"/>
                  </a:cubicBezTo>
                  <a:cubicBezTo>
                    <a:pt x="664" y="589"/>
                    <a:pt x="662" y="586"/>
                    <a:pt x="663" y="575"/>
                  </a:cubicBezTo>
                  <a:cubicBezTo>
                    <a:pt x="664" y="569"/>
                    <a:pt x="665" y="563"/>
                    <a:pt x="668" y="557"/>
                  </a:cubicBezTo>
                  <a:cubicBezTo>
                    <a:pt x="670" y="553"/>
                    <a:pt x="674" y="552"/>
                    <a:pt x="675" y="546"/>
                  </a:cubicBezTo>
                  <a:cubicBezTo>
                    <a:pt x="670" y="528"/>
                    <a:pt x="669" y="509"/>
                    <a:pt x="667" y="489"/>
                  </a:cubicBezTo>
                  <a:cubicBezTo>
                    <a:pt x="664" y="473"/>
                    <a:pt x="643" y="474"/>
                    <a:pt x="640" y="487"/>
                  </a:cubicBezTo>
                  <a:cubicBezTo>
                    <a:pt x="639" y="496"/>
                    <a:pt x="640" y="505"/>
                    <a:pt x="639" y="514"/>
                  </a:cubicBezTo>
                  <a:cubicBezTo>
                    <a:pt x="635" y="536"/>
                    <a:pt x="618" y="537"/>
                    <a:pt x="603" y="537"/>
                  </a:cubicBezTo>
                  <a:cubicBezTo>
                    <a:pt x="590" y="537"/>
                    <a:pt x="562" y="537"/>
                    <a:pt x="572" y="517"/>
                  </a:cubicBezTo>
                  <a:cubicBezTo>
                    <a:pt x="585" y="498"/>
                    <a:pt x="581" y="483"/>
                    <a:pt x="561" y="485"/>
                  </a:cubicBezTo>
                  <a:cubicBezTo>
                    <a:pt x="552" y="486"/>
                    <a:pt x="543" y="489"/>
                    <a:pt x="533" y="490"/>
                  </a:cubicBezTo>
                  <a:cubicBezTo>
                    <a:pt x="522" y="491"/>
                    <a:pt x="492" y="486"/>
                    <a:pt x="475" y="487"/>
                  </a:cubicBezTo>
                  <a:cubicBezTo>
                    <a:pt x="466" y="487"/>
                    <a:pt x="464" y="486"/>
                    <a:pt x="453" y="491"/>
                  </a:cubicBezTo>
                  <a:close/>
                  <a:moveTo>
                    <a:pt x="591" y="563"/>
                  </a:moveTo>
                  <a:cubicBezTo>
                    <a:pt x="572" y="563"/>
                    <a:pt x="559" y="573"/>
                    <a:pt x="556" y="584"/>
                  </a:cubicBezTo>
                  <a:cubicBezTo>
                    <a:pt x="553" y="597"/>
                    <a:pt x="563" y="607"/>
                    <a:pt x="591" y="603"/>
                  </a:cubicBezTo>
                  <a:cubicBezTo>
                    <a:pt x="615" y="600"/>
                    <a:pt x="623" y="596"/>
                    <a:pt x="624" y="584"/>
                  </a:cubicBezTo>
                  <a:cubicBezTo>
                    <a:pt x="624" y="569"/>
                    <a:pt x="610" y="563"/>
                    <a:pt x="591" y="563"/>
                  </a:cubicBezTo>
                  <a:close/>
                  <a:moveTo>
                    <a:pt x="513" y="357"/>
                  </a:moveTo>
                  <a:cubicBezTo>
                    <a:pt x="468" y="353"/>
                    <a:pt x="427" y="380"/>
                    <a:pt x="427" y="411"/>
                  </a:cubicBezTo>
                  <a:cubicBezTo>
                    <a:pt x="426" y="438"/>
                    <a:pt x="447" y="455"/>
                    <a:pt x="488" y="461"/>
                  </a:cubicBezTo>
                  <a:cubicBezTo>
                    <a:pt x="533" y="467"/>
                    <a:pt x="560" y="469"/>
                    <a:pt x="604" y="470"/>
                  </a:cubicBezTo>
                  <a:cubicBezTo>
                    <a:pt x="640" y="470"/>
                    <a:pt x="678" y="453"/>
                    <a:pt x="679" y="422"/>
                  </a:cubicBezTo>
                  <a:cubicBezTo>
                    <a:pt x="681" y="376"/>
                    <a:pt x="647" y="365"/>
                    <a:pt x="603" y="361"/>
                  </a:cubicBezTo>
                  <a:cubicBezTo>
                    <a:pt x="603" y="361"/>
                    <a:pt x="513" y="357"/>
                    <a:pt x="513" y="357"/>
                  </a:cubicBezTo>
                  <a:close/>
                  <a:moveTo>
                    <a:pt x="530" y="389"/>
                  </a:moveTo>
                  <a:cubicBezTo>
                    <a:pt x="488" y="388"/>
                    <a:pt x="480" y="399"/>
                    <a:pt x="480" y="410"/>
                  </a:cubicBezTo>
                  <a:cubicBezTo>
                    <a:pt x="479" y="420"/>
                    <a:pt x="490" y="427"/>
                    <a:pt x="513" y="430"/>
                  </a:cubicBezTo>
                  <a:cubicBezTo>
                    <a:pt x="537" y="433"/>
                    <a:pt x="550" y="434"/>
                    <a:pt x="575" y="433"/>
                  </a:cubicBezTo>
                  <a:cubicBezTo>
                    <a:pt x="595" y="433"/>
                    <a:pt x="637" y="425"/>
                    <a:pt x="638" y="410"/>
                  </a:cubicBezTo>
                  <a:cubicBezTo>
                    <a:pt x="640" y="392"/>
                    <a:pt x="605" y="390"/>
                    <a:pt x="581" y="389"/>
                  </a:cubicBezTo>
                  <a:cubicBezTo>
                    <a:pt x="581" y="389"/>
                    <a:pt x="530" y="389"/>
                    <a:pt x="530" y="389"/>
                  </a:cubicBezTo>
                  <a:close/>
                  <a:moveTo>
                    <a:pt x="524" y="234"/>
                  </a:moveTo>
                  <a:cubicBezTo>
                    <a:pt x="462" y="235"/>
                    <a:pt x="439" y="261"/>
                    <a:pt x="438" y="292"/>
                  </a:cubicBezTo>
                  <a:cubicBezTo>
                    <a:pt x="437" y="319"/>
                    <a:pt x="452" y="337"/>
                    <a:pt x="493" y="341"/>
                  </a:cubicBezTo>
                  <a:cubicBezTo>
                    <a:pt x="537" y="341"/>
                    <a:pt x="582" y="342"/>
                    <a:pt x="626" y="341"/>
                  </a:cubicBezTo>
                  <a:cubicBezTo>
                    <a:pt x="662" y="340"/>
                    <a:pt x="694" y="324"/>
                    <a:pt x="694" y="293"/>
                  </a:cubicBezTo>
                  <a:cubicBezTo>
                    <a:pt x="694" y="244"/>
                    <a:pt x="658" y="237"/>
                    <a:pt x="615" y="235"/>
                  </a:cubicBezTo>
                  <a:cubicBezTo>
                    <a:pt x="615" y="235"/>
                    <a:pt x="525" y="235"/>
                    <a:pt x="524" y="234"/>
                  </a:cubicBezTo>
                  <a:close/>
                  <a:moveTo>
                    <a:pt x="543" y="270"/>
                  </a:moveTo>
                  <a:cubicBezTo>
                    <a:pt x="501" y="269"/>
                    <a:pt x="493" y="280"/>
                    <a:pt x="492" y="291"/>
                  </a:cubicBezTo>
                  <a:cubicBezTo>
                    <a:pt x="492" y="301"/>
                    <a:pt x="502" y="310"/>
                    <a:pt x="525" y="311"/>
                  </a:cubicBezTo>
                  <a:cubicBezTo>
                    <a:pt x="550" y="311"/>
                    <a:pt x="562" y="311"/>
                    <a:pt x="587" y="311"/>
                  </a:cubicBezTo>
                  <a:cubicBezTo>
                    <a:pt x="607" y="311"/>
                    <a:pt x="635" y="299"/>
                    <a:pt x="635" y="288"/>
                  </a:cubicBezTo>
                  <a:cubicBezTo>
                    <a:pt x="635" y="270"/>
                    <a:pt x="618" y="271"/>
                    <a:pt x="593" y="270"/>
                  </a:cubicBezTo>
                  <a:cubicBezTo>
                    <a:pt x="593" y="270"/>
                    <a:pt x="543" y="270"/>
                    <a:pt x="543" y="270"/>
                  </a:cubicBezTo>
                  <a:close/>
                  <a:moveTo>
                    <a:pt x="87" y="375"/>
                  </a:moveTo>
                  <a:cubicBezTo>
                    <a:pt x="73" y="376"/>
                    <a:pt x="70" y="379"/>
                    <a:pt x="72" y="390"/>
                  </a:cubicBezTo>
                  <a:cubicBezTo>
                    <a:pt x="80" y="408"/>
                    <a:pt x="86" y="428"/>
                    <a:pt x="106" y="443"/>
                  </a:cubicBezTo>
                  <a:cubicBezTo>
                    <a:pt x="123" y="456"/>
                    <a:pt x="134" y="458"/>
                    <a:pt x="155" y="458"/>
                  </a:cubicBezTo>
                  <a:cubicBezTo>
                    <a:pt x="174" y="458"/>
                    <a:pt x="187" y="457"/>
                    <a:pt x="199" y="455"/>
                  </a:cubicBezTo>
                  <a:cubicBezTo>
                    <a:pt x="213" y="452"/>
                    <a:pt x="224" y="442"/>
                    <a:pt x="227" y="425"/>
                  </a:cubicBezTo>
                  <a:cubicBezTo>
                    <a:pt x="229" y="407"/>
                    <a:pt x="228" y="382"/>
                    <a:pt x="225" y="371"/>
                  </a:cubicBezTo>
                  <a:cubicBezTo>
                    <a:pt x="177" y="372"/>
                    <a:pt x="135" y="373"/>
                    <a:pt x="87" y="375"/>
                  </a:cubicBezTo>
                  <a:close/>
                  <a:moveTo>
                    <a:pt x="225" y="322"/>
                  </a:moveTo>
                  <a:cubicBezTo>
                    <a:pt x="225" y="307"/>
                    <a:pt x="225" y="298"/>
                    <a:pt x="224" y="283"/>
                  </a:cubicBezTo>
                  <a:cubicBezTo>
                    <a:pt x="222" y="255"/>
                    <a:pt x="195" y="240"/>
                    <a:pt x="170" y="241"/>
                  </a:cubicBezTo>
                  <a:cubicBezTo>
                    <a:pt x="132" y="241"/>
                    <a:pt x="98" y="248"/>
                    <a:pt x="88" y="269"/>
                  </a:cubicBezTo>
                  <a:cubicBezTo>
                    <a:pt x="80" y="286"/>
                    <a:pt x="76" y="303"/>
                    <a:pt x="76" y="327"/>
                  </a:cubicBezTo>
                  <a:cubicBezTo>
                    <a:pt x="127" y="323"/>
                    <a:pt x="176" y="321"/>
                    <a:pt x="225" y="322"/>
                  </a:cubicBezTo>
                  <a:close/>
                </a:path>
              </a:pathLst>
            </a:custGeom>
            <a:solidFill>
              <a:srgbClr val="2257AE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</p:grpSp>
    </p:spTree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xmlns:p14="http://schemas.microsoft.com/office/powerpoint/2010/main" spd="slow" p14:dur="1250">
        <p15:prstTrans prst="peelOff"/>
      </p:transition>
    </mc:Choice>
    <mc:Fallback xmlns="">
      <p:transition spd="slow">
        <p:fade/>
      </p:transition>
    </mc:Fallback>
  </mc:AlternateContent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" name="矩形: 圆角 31"/>
          <p:cNvSpPr/>
          <p:nvPr/>
        </p:nvSpPr>
        <p:spPr>
          <a:xfrm flipH="1">
            <a:off x="514619" y="3857724"/>
            <a:ext cx="10984748" cy="1120694"/>
          </a:xfrm>
          <a:prstGeom prst="roundRect">
            <a:avLst>
              <a:gd name="adj" fmla="val 11719"/>
            </a:avLst>
          </a:prstGeom>
          <a:gradFill flip="none" rotWithShape="1">
            <a:gsLst>
              <a:gs pos="100000">
                <a:srgbClr val="FFF8F5">
                  <a:alpha val="0"/>
                </a:srgbClr>
              </a:gs>
              <a:gs pos="0">
                <a:schemeClr val="accent5">
                  <a:lumMod val="20000"/>
                  <a:lumOff val="80000"/>
                </a:schemeClr>
              </a:gs>
            </a:gsLst>
            <a:lin ang="0" scaled="1"/>
            <a:tileRect/>
          </a:gradFill>
          <a:ln w="3175">
            <a:gradFill flip="none" rotWithShape="1">
              <a:gsLst>
                <a:gs pos="0">
                  <a:schemeClr val="accent1"/>
                </a:gs>
                <a:gs pos="100000">
                  <a:schemeClr val="accent1">
                    <a:alpha val="0"/>
                  </a:schemeClr>
                </a:gs>
              </a:gsLst>
              <a:lin ang="0" scaled="1"/>
              <a:tileRect/>
            </a:gradFill>
            <a:prstDash val="sysDash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zh-CN">
                <a:solidFill>
                  <a:schemeClr val="lt1"/>
                </a:solidFill>
              </a:defRPr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Roboto" panose="02000000000000000000"/>
              <a:ea typeface="思源黑体 CN Regular"/>
              <a:cs typeface="+mn-cs"/>
            </a:endParaRPr>
          </a:p>
        </p:txBody>
      </p:sp>
      <p:sp>
        <p:nvSpPr>
          <p:cNvPr id="71" name="矩形: 圆角 70"/>
          <p:cNvSpPr/>
          <p:nvPr/>
        </p:nvSpPr>
        <p:spPr>
          <a:xfrm flipH="1">
            <a:off x="514619" y="5296354"/>
            <a:ext cx="10984748" cy="1120694"/>
          </a:xfrm>
          <a:prstGeom prst="roundRect">
            <a:avLst>
              <a:gd name="adj" fmla="val 11719"/>
            </a:avLst>
          </a:prstGeom>
          <a:gradFill flip="none" rotWithShape="1">
            <a:gsLst>
              <a:gs pos="100000">
                <a:srgbClr val="FFF8F5">
                  <a:alpha val="0"/>
                </a:srgbClr>
              </a:gs>
              <a:gs pos="0">
                <a:schemeClr val="accent5">
                  <a:lumMod val="20000"/>
                  <a:lumOff val="80000"/>
                </a:schemeClr>
              </a:gs>
            </a:gsLst>
            <a:lin ang="0" scaled="1"/>
            <a:tileRect/>
          </a:gradFill>
          <a:ln w="3175">
            <a:gradFill flip="none" rotWithShape="1">
              <a:gsLst>
                <a:gs pos="0">
                  <a:schemeClr val="accent1"/>
                </a:gs>
                <a:gs pos="100000">
                  <a:schemeClr val="accent1">
                    <a:alpha val="0"/>
                  </a:schemeClr>
                </a:gs>
              </a:gsLst>
              <a:lin ang="0" scaled="1"/>
              <a:tileRect/>
            </a:gradFill>
            <a:prstDash val="sysDash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zh-CN">
                <a:solidFill>
                  <a:schemeClr val="lt1"/>
                </a:solidFill>
              </a:defRPr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Roboto" panose="02000000000000000000"/>
              <a:ea typeface="思源黑体 CN Regular"/>
              <a:cs typeface="+mn-cs"/>
            </a:endParaRPr>
          </a:p>
        </p:txBody>
      </p:sp>
      <p:sp>
        <p:nvSpPr>
          <p:cNvPr id="30" name="矩形: 圆角 29"/>
          <p:cNvSpPr/>
          <p:nvPr/>
        </p:nvSpPr>
        <p:spPr>
          <a:xfrm flipH="1">
            <a:off x="528706" y="1231126"/>
            <a:ext cx="10984748" cy="901824"/>
          </a:xfrm>
          <a:prstGeom prst="roundRect">
            <a:avLst>
              <a:gd name="adj" fmla="val 11719"/>
            </a:avLst>
          </a:prstGeom>
          <a:gradFill flip="none" rotWithShape="1">
            <a:gsLst>
              <a:gs pos="100000">
                <a:srgbClr val="FFF8F5">
                  <a:alpha val="0"/>
                </a:srgbClr>
              </a:gs>
              <a:gs pos="0">
                <a:schemeClr val="accent5">
                  <a:lumMod val="20000"/>
                  <a:lumOff val="80000"/>
                </a:schemeClr>
              </a:gs>
            </a:gsLst>
            <a:lin ang="0" scaled="1"/>
            <a:tileRect/>
          </a:gradFill>
          <a:ln w="3175">
            <a:gradFill flip="none" rotWithShape="1">
              <a:gsLst>
                <a:gs pos="0">
                  <a:schemeClr val="accent1"/>
                </a:gs>
                <a:gs pos="100000">
                  <a:schemeClr val="accent1">
                    <a:alpha val="0"/>
                  </a:schemeClr>
                </a:gs>
              </a:gsLst>
              <a:lin ang="0" scaled="1"/>
              <a:tileRect/>
            </a:gradFill>
            <a:prstDash val="sysDash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zh-CN">
                <a:solidFill>
                  <a:schemeClr val="lt1"/>
                </a:solidFill>
              </a:defRPr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Roboto" panose="02000000000000000000"/>
              <a:ea typeface="思源黑体 CN Regular"/>
              <a:cs typeface="+mn-cs"/>
            </a:endParaRPr>
          </a:p>
        </p:txBody>
      </p:sp>
      <p:grpSp>
        <p:nvGrpSpPr>
          <p:cNvPr id="2" name="组合 1"/>
          <p:cNvGrpSpPr/>
          <p:nvPr/>
        </p:nvGrpSpPr>
        <p:grpSpPr>
          <a:xfrm>
            <a:off x="528706" y="867990"/>
            <a:ext cx="11158794" cy="0"/>
            <a:chOff x="528706" y="867990"/>
            <a:chExt cx="11158794" cy="0"/>
          </a:xfrm>
        </p:grpSpPr>
        <p:cxnSp>
          <p:nvCxnSpPr>
            <p:cNvPr id="80" name="直接连接符 79"/>
            <p:cNvCxnSpPr/>
            <p:nvPr/>
          </p:nvCxnSpPr>
          <p:spPr>
            <a:xfrm>
              <a:off x="528706" y="867990"/>
              <a:ext cx="11158794" cy="0"/>
            </a:xfrm>
            <a:prstGeom prst="line">
              <a:avLst/>
            </a:prstGeom>
            <a:ln>
              <a:solidFill>
                <a:schemeClr val="bg1">
                  <a:lumMod val="6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1" name="直接连接符 80"/>
            <p:cNvCxnSpPr/>
            <p:nvPr/>
          </p:nvCxnSpPr>
          <p:spPr>
            <a:xfrm>
              <a:off x="528706" y="867990"/>
              <a:ext cx="589713" cy="0"/>
            </a:xfrm>
            <a:prstGeom prst="line">
              <a:avLst/>
            </a:prstGeom>
            <a:ln w="38100">
              <a:solidFill>
                <a:srgbClr val="2257AE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82" name="文本占位符 43"/>
          <p:cNvSpPr txBox="1"/>
          <p:nvPr/>
        </p:nvSpPr>
        <p:spPr>
          <a:xfrm>
            <a:off x="400050" y="349250"/>
            <a:ext cx="3203575" cy="480131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lang="zh-CN" altLang="en-US" sz="2000" b="1" kern="1200" dirty="0">
                <a:solidFill>
                  <a:schemeClr val="accent2"/>
                </a:solidFill>
                <a:latin typeface="思源宋体 CN Heavy" panose="02020900000000000000" pitchFamily="18" charset="-122"/>
                <a:ea typeface="思源宋体 CN Heavy" panose="02020900000000000000" pitchFamily="18" charset="-122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zh-CN" altLang="en-US" sz="2800" b="0" dirty="0">
                <a:solidFill>
                  <a:schemeClr val="tx1">
                    <a:lumMod val="85000"/>
                    <a:lumOff val="1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现有研究的局限</a:t>
            </a:r>
          </a:p>
        </p:txBody>
      </p:sp>
      <p:grpSp>
        <p:nvGrpSpPr>
          <p:cNvPr id="33" name="组合 32" descr="本素材由iSlide™ 提供&#10;iSlide™尊重知识产权并注重保护用户享有的各项权利。郑重提醒您：&#10;iSlide™插件中提供的任何信息内容的所有权、知识产权归其原始权利人或权利受让人所有，您免费/购买获得的是信息内容的使用权，并受下述条款的约束；&#10;1. 您仅可以个人非商业用途使用该等信息内容，不可将信息内容的全部或部分用于出售，或以出租、出借、转让、分销、发布等其他任何方式供他人使用；&#10;2. 禁止在接入互联网或移动互联网的任何网站、平台、应用或程序上以任何方式为他人提供iSlide™插件资源内容的下载。&#10;The resource is supplied by iSlide™.&#10;iSlide™ respects all intellectual property rights and protects all the rights its users acquired.Solemnly remind you:&#10;The ownership and intellectual property of the resources supplied in iSlide Add-in belongs to its owner or the assignee of this ownership.you only acquired the usage of the resources supplied in iSlide Add-in, as well as respected the following restrain terms:&#10;1.You are only allowed to use such resource for personal and non-commercial aim, not allowed to use such resource or part of it for the sale; or rent, lend, transfer to others; or distribution or release it in any way.&#10;2.You are not permitted to provide the resource of iSlide Add-in in any website, platform, application access to the Internet or mobile Internet." title="iSlide™ 版权声明  COPYRIGHT NOTICE"/>
          <p:cNvGrpSpPr/>
          <p:nvPr/>
        </p:nvGrpSpPr>
        <p:grpSpPr>
          <a:xfrm>
            <a:off x="10057711" y="318848"/>
            <a:ext cx="1455743" cy="455862"/>
            <a:chOff x="3366076" y="2566750"/>
            <a:chExt cx="5459848" cy="1709738"/>
          </a:xfrm>
          <a:solidFill>
            <a:srgbClr val="2257AE"/>
          </a:solidFill>
        </p:grpSpPr>
        <p:sp>
          <p:nvSpPr>
            <p:cNvPr id="34" name="iSḻîďê"/>
            <p:cNvSpPr/>
            <p:nvPr/>
          </p:nvSpPr>
          <p:spPr bwMode="auto">
            <a:xfrm>
              <a:off x="3647919" y="2850292"/>
              <a:ext cx="1142655" cy="1142655"/>
            </a:xfrm>
            <a:custGeom>
              <a:avLst/>
              <a:gdLst>
                <a:gd name="T0" fmla="*/ 429 w 858"/>
                <a:gd name="T1" fmla="*/ 0 h 857"/>
                <a:gd name="T2" fmla="*/ 858 w 858"/>
                <a:gd name="T3" fmla="*/ 428 h 857"/>
                <a:gd name="T4" fmla="*/ 429 w 858"/>
                <a:gd name="T5" fmla="*/ 857 h 857"/>
                <a:gd name="T6" fmla="*/ 0 w 858"/>
                <a:gd name="T7" fmla="*/ 428 h 857"/>
                <a:gd name="T8" fmla="*/ 429 w 858"/>
                <a:gd name="T9" fmla="*/ 0 h 857"/>
                <a:gd name="T10" fmla="*/ 429 w 858"/>
                <a:gd name="T11" fmla="*/ 24 h 857"/>
                <a:gd name="T12" fmla="*/ 25 w 858"/>
                <a:gd name="T13" fmla="*/ 428 h 857"/>
                <a:gd name="T14" fmla="*/ 429 w 858"/>
                <a:gd name="T15" fmla="*/ 833 h 857"/>
                <a:gd name="T16" fmla="*/ 834 w 858"/>
                <a:gd name="T17" fmla="*/ 428 h 857"/>
                <a:gd name="T18" fmla="*/ 429 w 858"/>
                <a:gd name="T19" fmla="*/ 24 h 85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858" h="857">
                  <a:moveTo>
                    <a:pt x="429" y="0"/>
                  </a:moveTo>
                  <a:cubicBezTo>
                    <a:pt x="665" y="0"/>
                    <a:pt x="858" y="192"/>
                    <a:pt x="858" y="428"/>
                  </a:cubicBezTo>
                  <a:cubicBezTo>
                    <a:pt x="858" y="665"/>
                    <a:pt x="665" y="857"/>
                    <a:pt x="429" y="857"/>
                  </a:cubicBezTo>
                  <a:cubicBezTo>
                    <a:pt x="193" y="857"/>
                    <a:pt x="0" y="665"/>
                    <a:pt x="0" y="428"/>
                  </a:cubicBezTo>
                  <a:cubicBezTo>
                    <a:pt x="0" y="192"/>
                    <a:pt x="193" y="0"/>
                    <a:pt x="429" y="0"/>
                  </a:cubicBezTo>
                  <a:close/>
                  <a:moveTo>
                    <a:pt x="429" y="24"/>
                  </a:moveTo>
                  <a:cubicBezTo>
                    <a:pt x="207" y="24"/>
                    <a:pt x="25" y="206"/>
                    <a:pt x="25" y="428"/>
                  </a:cubicBezTo>
                  <a:cubicBezTo>
                    <a:pt x="25" y="651"/>
                    <a:pt x="207" y="833"/>
                    <a:pt x="429" y="833"/>
                  </a:cubicBezTo>
                  <a:cubicBezTo>
                    <a:pt x="652" y="833"/>
                    <a:pt x="834" y="651"/>
                    <a:pt x="834" y="428"/>
                  </a:cubicBezTo>
                  <a:cubicBezTo>
                    <a:pt x="834" y="206"/>
                    <a:pt x="652" y="24"/>
                    <a:pt x="429" y="2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35" name="iśliḍê"/>
            <p:cNvSpPr/>
            <p:nvPr/>
          </p:nvSpPr>
          <p:spPr bwMode="auto">
            <a:xfrm>
              <a:off x="3366076" y="2566750"/>
              <a:ext cx="1708039" cy="1709738"/>
            </a:xfrm>
            <a:custGeom>
              <a:avLst/>
              <a:gdLst>
                <a:gd name="T0" fmla="*/ 641 w 1283"/>
                <a:gd name="T1" fmla="*/ 0 h 1283"/>
                <a:gd name="T2" fmla="*/ 1283 w 1283"/>
                <a:gd name="T3" fmla="*/ 641 h 1283"/>
                <a:gd name="T4" fmla="*/ 641 w 1283"/>
                <a:gd name="T5" fmla="*/ 1283 h 1283"/>
                <a:gd name="T6" fmla="*/ 0 w 1283"/>
                <a:gd name="T7" fmla="*/ 641 h 1283"/>
                <a:gd name="T8" fmla="*/ 641 w 1283"/>
                <a:gd name="T9" fmla="*/ 0 h 1283"/>
                <a:gd name="T10" fmla="*/ 641 w 1283"/>
                <a:gd name="T11" fmla="*/ 24 h 1283"/>
                <a:gd name="T12" fmla="*/ 24 w 1283"/>
                <a:gd name="T13" fmla="*/ 641 h 1283"/>
                <a:gd name="T14" fmla="*/ 641 w 1283"/>
                <a:gd name="T15" fmla="*/ 1259 h 1283"/>
                <a:gd name="T16" fmla="*/ 1258 w 1283"/>
                <a:gd name="T17" fmla="*/ 641 h 1283"/>
                <a:gd name="T18" fmla="*/ 641 w 1283"/>
                <a:gd name="T19" fmla="*/ 24 h 128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1283" h="1283">
                  <a:moveTo>
                    <a:pt x="641" y="0"/>
                  </a:moveTo>
                  <a:cubicBezTo>
                    <a:pt x="995" y="0"/>
                    <a:pt x="1283" y="288"/>
                    <a:pt x="1283" y="641"/>
                  </a:cubicBezTo>
                  <a:cubicBezTo>
                    <a:pt x="1283" y="995"/>
                    <a:pt x="995" y="1283"/>
                    <a:pt x="641" y="1283"/>
                  </a:cubicBezTo>
                  <a:cubicBezTo>
                    <a:pt x="288" y="1283"/>
                    <a:pt x="0" y="995"/>
                    <a:pt x="0" y="641"/>
                  </a:cubicBezTo>
                  <a:cubicBezTo>
                    <a:pt x="0" y="288"/>
                    <a:pt x="288" y="0"/>
                    <a:pt x="641" y="0"/>
                  </a:cubicBezTo>
                  <a:close/>
                  <a:moveTo>
                    <a:pt x="641" y="24"/>
                  </a:moveTo>
                  <a:cubicBezTo>
                    <a:pt x="301" y="24"/>
                    <a:pt x="24" y="302"/>
                    <a:pt x="24" y="641"/>
                  </a:cubicBezTo>
                  <a:cubicBezTo>
                    <a:pt x="24" y="981"/>
                    <a:pt x="301" y="1259"/>
                    <a:pt x="641" y="1259"/>
                  </a:cubicBezTo>
                  <a:cubicBezTo>
                    <a:pt x="981" y="1259"/>
                    <a:pt x="1258" y="981"/>
                    <a:pt x="1258" y="641"/>
                  </a:cubicBezTo>
                  <a:cubicBezTo>
                    <a:pt x="1258" y="302"/>
                    <a:pt x="981" y="24"/>
                    <a:pt x="641" y="2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36" name="ïšlîḋè"/>
            <p:cNvSpPr/>
            <p:nvPr/>
          </p:nvSpPr>
          <p:spPr bwMode="auto">
            <a:xfrm>
              <a:off x="3433990" y="2634664"/>
              <a:ext cx="1573909" cy="1071345"/>
            </a:xfrm>
            <a:custGeom>
              <a:avLst/>
              <a:gdLst>
                <a:gd name="T0" fmla="*/ 46 w 1182"/>
                <a:gd name="T1" fmla="*/ 693 h 803"/>
                <a:gd name="T2" fmla="*/ 46 w 1182"/>
                <a:gd name="T3" fmla="*/ 715 h 803"/>
                <a:gd name="T4" fmla="*/ 139 w 1182"/>
                <a:gd name="T5" fmla="*/ 703 h 803"/>
                <a:gd name="T6" fmla="*/ 51 w 1182"/>
                <a:gd name="T7" fmla="*/ 781 h 803"/>
                <a:gd name="T8" fmla="*/ 82 w 1182"/>
                <a:gd name="T9" fmla="*/ 547 h 803"/>
                <a:gd name="T10" fmla="*/ 22 w 1182"/>
                <a:gd name="T11" fmla="*/ 647 h 803"/>
                <a:gd name="T12" fmla="*/ 22 w 1182"/>
                <a:gd name="T13" fmla="*/ 616 h 803"/>
                <a:gd name="T14" fmla="*/ 4 w 1182"/>
                <a:gd name="T15" fmla="*/ 574 h 803"/>
                <a:gd name="T16" fmla="*/ 136 w 1182"/>
                <a:gd name="T17" fmla="*/ 477 h 803"/>
                <a:gd name="T18" fmla="*/ 143 w 1182"/>
                <a:gd name="T19" fmla="*/ 477 h 803"/>
                <a:gd name="T20" fmla="*/ 24 w 1182"/>
                <a:gd name="T21" fmla="*/ 490 h 803"/>
                <a:gd name="T22" fmla="*/ 156 w 1182"/>
                <a:gd name="T23" fmla="*/ 330 h 803"/>
                <a:gd name="T24" fmla="*/ 193 w 1182"/>
                <a:gd name="T25" fmla="*/ 355 h 803"/>
                <a:gd name="T26" fmla="*/ 143 w 1182"/>
                <a:gd name="T27" fmla="*/ 368 h 803"/>
                <a:gd name="T28" fmla="*/ 159 w 1182"/>
                <a:gd name="T29" fmla="*/ 414 h 803"/>
                <a:gd name="T30" fmla="*/ 186 w 1182"/>
                <a:gd name="T31" fmla="*/ 304 h 803"/>
                <a:gd name="T32" fmla="*/ 228 w 1182"/>
                <a:gd name="T33" fmla="*/ 266 h 803"/>
                <a:gd name="T34" fmla="*/ 236 w 1182"/>
                <a:gd name="T35" fmla="*/ 121 h 803"/>
                <a:gd name="T36" fmla="*/ 271 w 1182"/>
                <a:gd name="T37" fmla="*/ 193 h 803"/>
                <a:gd name="T38" fmla="*/ 224 w 1182"/>
                <a:gd name="T39" fmla="*/ 274 h 803"/>
                <a:gd name="T40" fmla="*/ 500 w 1182"/>
                <a:gd name="T41" fmla="*/ 26 h 803"/>
                <a:gd name="T42" fmla="*/ 417 w 1182"/>
                <a:gd name="T43" fmla="*/ 112 h 803"/>
                <a:gd name="T44" fmla="*/ 447 w 1182"/>
                <a:gd name="T45" fmla="*/ 21 h 803"/>
                <a:gd name="T46" fmla="*/ 492 w 1182"/>
                <a:gd name="T47" fmla="*/ 31 h 803"/>
                <a:gd name="T48" fmla="*/ 532 w 1182"/>
                <a:gd name="T49" fmla="*/ 125 h 803"/>
                <a:gd name="T50" fmla="*/ 573 w 1182"/>
                <a:gd name="T51" fmla="*/ 0 h 803"/>
                <a:gd name="T52" fmla="*/ 662 w 1182"/>
                <a:gd name="T53" fmla="*/ 0 h 803"/>
                <a:gd name="T54" fmla="*/ 557 w 1182"/>
                <a:gd name="T55" fmla="*/ 29 h 803"/>
                <a:gd name="T56" fmla="*/ 727 w 1182"/>
                <a:gd name="T57" fmla="*/ 143 h 803"/>
                <a:gd name="T58" fmla="*/ 753 w 1182"/>
                <a:gd name="T59" fmla="*/ 22 h 803"/>
                <a:gd name="T60" fmla="*/ 662 w 1182"/>
                <a:gd name="T61" fmla="*/ 130 h 803"/>
                <a:gd name="T62" fmla="*/ 892 w 1182"/>
                <a:gd name="T63" fmla="*/ 83 h 803"/>
                <a:gd name="T64" fmla="*/ 773 w 1182"/>
                <a:gd name="T65" fmla="*/ 30 h 803"/>
                <a:gd name="T66" fmla="*/ 812 w 1182"/>
                <a:gd name="T67" fmla="*/ 74 h 803"/>
                <a:gd name="T68" fmla="*/ 855 w 1182"/>
                <a:gd name="T69" fmla="*/ 67 h 803"/>
                <a:gd name="T70" fmla="*/ 864 w 1182"/>
                <a:gd name="T71" fmla="*/ 193 h 803"/>
                <a:gd name="T72" fmla="*/ 951 w 1182"/>
                <a:gd name="T73" fmla="*/ 241 h 803"/>
                <a:gd name="T74" fmla="*/ 924 w 1182"/>
                <a:gd name="T75" fmla="*/ 226 h 803"/>
                <a:gd name="T76" fmla="*/ 965 w 1182"/>
                <a:gd name="T77" fmla="*/ 144 h 803"/>
                <a:gd name="T78" fmla="*/ 920 w 1182"/>
                <a:gd name="T79" fmla="*/ 102 h 803"/>
                <a:gd name="T80" fmla="*/ 1051 w 1182"/>
                <a:gd name="T81" fmla="*/ 244 h 803"/>
                <a:gd name="T82" fmla="*/ 1007 w 1182"/>
                <a:gd name="T83" fmla="*/ 277 h 803"/>
                <a:gd name="T84" fmla="*/ 934 w 1182"/>
                <a:gd name="T85" fmla="*/ 272 h 803"/>
                <a:gd name="T86" fmla="*/ 1070 w 1182"/>
                <a:gd name="T87" fmla="*/ 246 h 803"/>
                <a:gd name="T88" fmla="*/ 1121 w 1182"/>
                <a:gd name="T89" fmla="*/ 427 h 803"/>
                <a:gd name="T90" fmla="*/ 1143 w 1182"/>
                <a:gd name="T91" fmla="*/ 373 h 803"/>
                <a:gd name="T92" fmla="*/ 1024 w 1182"/>
                <a:gd name="T93" fmla="*/ 422 h 803"/>
                <a:gd name="T94" fmla="*/ 1011 w 1182"/>
                <a:gd name="T95" fmla="*/ 391 h 803"/>
                <a:gd name="T96" fmla="*/ 1099 w 1182"/>
                <a:gd name="T97" fmla="*/ 389 h 803"/>
                <a:gd name="T98" fmla="*/ 1055 w 1182"/>
                <a:gd name="T99" fmla="*/ 527 h 803"/>
                <a:gd name="T100" fmla="*/ 1146 w 1182"/>
                <a:gd name="T101" fmla="*/ 454 h 803"/>
                <a:gd name="T102" fmla="*/ 1171 w 1182"/>
                <a:gd name="T103" fmla="*/ 496 h 803"/>
                <a:gd name="T104" fmla="*/ 1075 w 1182"/>
                <a:gd name="T105" fmla="*/ 597 h 803"/>
                <a:gd name="T106" fmla="*/ 1180 w 1182"/>
                <a:gd name="T107" fmla="*/ 523 h 803"/>
                <a:gd name="T108" fmla="*/ 1056 w 1182"/>
                <a:gd name="T109" fmla="*/ 548 h 803"/>
                <a:gd name="T110" fmla="*/ 1146 w 1182"/>
                <a:gd name="T111" fmla="*/ 793 h 803"/>
                <a:gd name="T112" fmla="*/ 1036 w 1182"/>
                <a:gd name="T113" fmla="*/ 737 h 803"/>
                <a:gd name="T114" fmla="*/ 1091 w 1182"/>
                <a:gd name="T115" fmla="*/ 699 h 803"/>
                <a:gd name="T116" fmla="*/ 1160 w 1182"/>
                <a:gd name="T117" fmla="*/ 728 h 803"/>
                <a:gd name="T118" fmla="*/ 1128 w 1182"/>
                <a:gd name="T119" fmla="*/ 755 h 80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  <a:cxn ang="0">
                  <a:pos x="T118" y="T119"/>
                </a:cxn>
              </a:cxnLst>
              <a:rect l="0" t="0" r="r" b="b"/>
              <a:pathLst>
                <a:path w="1182" h="803">
                  <a:moveTo>
                    <a:pt x="42" y="801"/>
                  </a:moveTo>
                  <a:cubicBezTo>
                    <a:pt x="38" y="803"/>
                    <a:pt x="38" y="803"/>
                    <a:pt x="38" y="803"/>
                  </a:cubicBezTo>
                  <a:cubicBezTo>
                    <a:pt x="8" y="699"/>
                    <a:pt x="8" y="699"/>
                    <a:pt x="8" y="699"/>
                  </a:cubicBezTo>
                  <a:cubicBezTo>
                    <a:pt x="45" y="688"/>
                    <a:pt x="45" y="688"/>
                    <a:pt x="45" y="688"/>
                  </a:cubicBezTo>
                  <a:cubicBezTo>
                    <a:pt x="46" y="693"/>
                    <a:pt x="46" y="693"/>
                    <a:pt x="46" y="693"/>
                  </a:cubicBezTo>
                  <a:cubicBezTo>
                    <a:pt x="25" y="701"/>
                    <a:pt x="19" y="717"/>
                    <a:pt x="27" y="741"/>
                  </a:cubicBezTo>
                  <a:cubicBezTo>
                    <a:pt x="29" y="752"/>
                    <a:pt x="34" y="755"/>
                    <a:pt x="40" y="753"/>
                  </a:cubicBezTo>
                  <a:cubicBezTo>
                    <a:pt x="82" y="740"/>
                    <a:pt x="82" y="740"/>
                    <a:pt x="82" y="740"/>
                  </a:cubicBezTo>
                  <a:cubicBezTo>
                    <a:pt x="79" y="723"/>
                    <a:pt x="67" y="716"/>
                    <a:pt x="47" y="720"/>
                  </a:cubicBezTo>
                  <a:cubicBezTo>
                    <a:pt x="46" y="715"/>
                    <a:pt x="46" y="715"/>
                    <a:pt x="46" y="715"/>
                  </a:cubicBezTo>
                  <a:cubicBezTo>
                    <a:pt x="107" y="698"/>
                    <a:pt x="107" y="698"/>
                    <a:pt x="107" y="698"/>
                  </a:cubicBezTo>
                  <a:cubicBezTo>
                    <a:pt x="109" y="703"/>
                    <a:pt x="109" y="703"/>
                    <a:pt x="109" y="703"/>
                  </a:cubicBezTo>
                  <a:cubicBezTo>
                    <a:pt x="89" y="709"/>
                    <a:pt x="83" y="721"/>
                    <a:pt x="89" y="739"/>
                  </a:cubicBezTo>
                  <a:cubicBezTo>
                    <a:pt x="131" y="726"/>
                    <a:pt x="131" y="726"/>
                    <a:pt x="131" y="726"/>
                  </a:cubicBezTo>
                  <a:cubicBezTo>
                    <a:pt x="141" y="725"/>
                    <a:pt x="143" y="717"/>
                    <a:pt x="139" y="703"/>
                  </a:cubicBezTo>
                  <a:cubicBezTo>
                    <a:pt x="143" y="701"/>
                    <a:pt x="143" y="701"/>
                    <a:pt x="143" y="701"/>
                  </a:cubicBezTo>
                  <a:cubicBezTo>
                    <a:pt x="162" y="767"/>
                    <a:pt x="162" y="767"/>
                    <a:pt x="162" y="767"/>
                  </a:cubicBezTo>
                  <a:cubicBezTo>
                    <a:pt x="158" y="768"/>
                    <a:pt x="158" y="768"/>
                    <a:pt x="158" y="768"/>
                  </a:cubicBezTo>
                  <a:cubicBezTo>
                    <a:pt x="154" y="757"/>
                    <a:pt x="148" y="752"/>
                    <a:pt x="139" y="756"/>
                  </a:cubicBezTo>
                  <a:cubicBezTo>
                    <a:pt x="51" y="781"/>
                    <a:pt x="51" y="781"/>
                    <a:pt x="51" y="781"/>
                  </a:cubicBezTo>
                  <a:cubicBezTo>
                    <a:pt x="42" y="783"/>
                    <a:pt x="39" y="790"/>
                    <a:pt x="42" y="801"/>
                  </a:cubicBezTo>
                  <a:close/>
                  <a:moveTo>
                    <a:pt x="0" y="532"/>
                  </a:moveTo>
                  <a:cubicBezTo>
                    <a:pt x="4" y="532"/>
                    <a:pt x="4" y="532"/>
                    <a:pt x="4" y="532"/>
                  </a:cubicBezTo>
                  <a:cubicBezTo>
                    <a:pt x="5" y="543"/>
                    <a:pt x="10" y="548"/>
                    <a:pt x="21" y="547"/>
                  </a:cubicBezTo>
                  <a:cubicBezTo>
                    <a:pt x="82" y="547"/>
                    <a:pt x="82" y="547"/>
                    <a:pt x="82" y="547"/>
                  </a:cubicBezTo>
                  <a:cubicBezTo>
                    <a:pt x="99" y="547"/>
                    <a:pt x="111" y="551"/>
                    <a:pt x="118" y="557"/>
                  </a:cubicBezTo>
                  <a:cubicBezTo>
                    <a:pt x="126" y="566"/>
                    <a:pt x="131" y="578"/>
                    <a:pt x="131" y="594"/>
                  </a:cubicBezTo>
                  <a:cubicBezTo>
                    <a:pt x="131" y="611"/>
                    <a:pt x="128" y="624"/>
                    <a:pt x="121" y="633"/>
                  </a:cubicBezTo>
                  <a:cubicBezTo>
                    <a:pt x="114" y="643"/>
                    <a:pt x="102" y="647"/>
                    <a:pt x="86" y="647"/>
                  </a:cubicBezTo>
                  <a:cubicBezTo>
                    <a:pt x="22" y="647"/>
                    <a:pt x="22" y="647"/>
                    <a:pt x="22" y="647"/>
                  </a:cubicBezTo>
                  <a:cubicBezTo>
                    <a:pt x="10" y="646"/>
                    <a:pt x="4" y="651"/>
                    <a:pt x="4" y="662"/>
                  </a:cubicBezTo>
                  <a:cubicBezTo>
                    <a:pt x="0" y="662"/>
                    <a:pt x="0" y="662"/>
                    <a:pt x="0" y="662"/>
                  </a:cubicBezTo>
                  <a:cubicBezTo>
                    <a:pt x="0" y="597"/>
                    <a:pt x="0" y="597"/>
                    <a:pt x="0" y="597"/>
                  </a:cubicBezTo>
                  <a:cubicBezTo>
                    <a:pt x="4" y="597"/>
                    <a:pt x="4" y="597"/>
                    <a:pt x="4" y="597"/>
                  </a:cubicBezTo>
                  <a:cubicBezTo>
                    <a:pt x="3" y="611"/>
                    <a:pt x="9" y="617"/>
                    <a:pt x="22" y="616"/>
                  </a:cubicBezTo>
                  <a:cubicBezTo>
                    <a:pt x="86" y="616"/>
                    <a:pt x="86" y="616"/>
                    <a:pt x="86" y="616"/>
                  </a:cubicBezTo>
                  <a:cubicBezTo>
                    <a:pt x="110" y="616"/>
                    <a:pt x="123" y="607"/>
                    <a:pt x="123" y="588"/>
                  </a:cubicBezTo>
                  <a:cubicBezTo>
                    <a:pt x="123" y="565"/>
                    <a:pt x="109" y="554"/>
                    <a:pt x="82" y="555"/>
                  </a:cubicBezTo>
                  <a:cubicBezTo>
                    <a:pt x="24" y="555"/>
                    <a:pt x="24" y="555"/>
                    <a:pt x="24" y="555"/>
                  </a:cubicBezTo>
                  <a:cubicBezTo>
                    <a:pt x="11" y="554"/>
                    <a:pt x="4" y="560"/>
                    <a:pt x="4" y="574"/>
                  </a:cubicBezTo>
                  <a:cubicBezTo>
                    <a:pt x="0" y="574"/>
                    <a:pt x="0" y="574"/>
                    <a:pt x="0" y="574"/>
                  </a:cubicBezTo>
                  <a:cubicBezTo>
                    <a:pt x="0" y="532"/>
                    <a:pt x="0" y="532"/>
                    <a:pt x="0" y="532"/>
                  </a:cubicBezTo>
                  <a:close/>
                  <a:moveTo>
                    <a:pt x="31" y="461"/>
                  </a:moveTo>
                  <a:cubicBezTo>
                    <a:pt x="123" y="485"/>
                    <a:pt x="123" y="485"/>
                    <a:pt x="123" y="485"/>
                  </a:cubicBezTo>
                  <a:cubicBezTo>
                    <a:pt x="130" y="488"/>
                    <a:pt x="135" y="485"/>
                    <a:pt x="136" y="477"/>
                  </a:cubicBezTo>
                  <a:cubicBezTo>
                    <a:pt x="144" y="453"/>
                    <a:pt x="128" y="435"/>
                    <a:pt x="90" y="426"/>
                  </a:cubicBezTo>
                  <a:cubicBezTo>
                    <a:pt x="53" y="417"/>
                    <a:pt x="32" y="424"/>
                    <a:pt x="25" y="447"/>
                  </a:cubicBezTo>
                  <a:cubicBezTo>
                    <a:pt x="23" y="455"/>
                    <a:pt x="25" y="460"/>
                    <a:pt x="31" y="461"/>
                  </a:cubicBezTo>
                  <a:close/>
                  <a:moveTo>
                    <a:pt x="128" y="535"/>
                  </a:moveTo>
                  <a:cubicBezTo>
                    <a:pt x="143" y="477"/>
                    <a:pt x="143" y="477"/>
                    <a:pt x="143" y="477"/>
                  </a:cubicBezTo>
                  <a:cubicBezTo>
                    <a:pt x="153" y="433"/>
                    <a:pt x="137" y="405"/>
                    <a:pt x="97" y="393"/>
                  </a:cubicBezTo>
                  <a:cubicBezTo>
                    <a:pt x="58" y="384"/>
                    <a:pt x="31" y="402"/>
                    <a:pt x="19" y="445"/>
                  </a:cubicBezTo>
                  <a:cubicBezTo>
                    <a:pt x="4" y="501"/>
                    <a:pt x="4" y="501"/>
                    <a:pt x="4" y="501"/>
                  </a:cubicBezTo>
                  <a:cubicBezTo>
                    <a:pt x="8" y="502"/>
                    <a:pt x="8" y="502"/>
                    <a:pt x="8" y="502"/>
                  </a:cubicBezTo>
                  <a:cubicBezTo>
                    <a:pt x="11" y="492"/>
                    <a:pt x="17" y="488"/>
                    <a:pt x="24" y="490"/>
                  </a:cubicBezTo>
                  <a:cubicBezTo>
                    <a:pt x="116" y="515"/>
                    <a:pt x="116" y="515"/>
                    <a:pt x="116" y="515"/>
                  </a:cubicBezTo>
                  <a:cubicBezTo>
                    <a:pt x="124" y="517"/>
                    <a:pt x="126" y="523"/>
                    <a:pt x="124" y="533"/>
                  </a:cubicBezTo>
                  <a:cubicBezTo>
                    <a:pt x="128" y="535"/>
                    <a:pt x="128" y="535"/>
                    <a:pt x="128" y="535"/>
                  </a:cubicBezTo>
                  <a:close/>
                  <a:moveTo>
                    <a:pt x="137" y="362"/>
                  </a:moveTo>
                  <a:cubicBezTo>
                    <a:pt x="156" y="330"/>
                    <a:pt x="156" y="330"/>
                    <a:pt x="156" y="330"/>
                  </a:cubicBezTo>
                  <a:cubicBezTo>
                    <a:pt x="106" y="323"/>
                    <a:pt x="106" y="323"/>
                    <a:pt x="106" y="323"/>
                  </a:cubicBezTo>
                  <a:cubicBezTo>
                    <a:pt x="137" y="362"/>
                    <a:pt x="137" y="362"/>
                    <a:pt x="137" y="362"/>
                  </a:cubicBezTo>
                  <a:close/>
                  <a:moveTo>
                    <a:pt x="220" y="300"/>
                  </a:moveTo>
                  <a:cubicBezTo>
                    <a:pt x="224" y="302"/>
                    <a:pt x="224" y="302"/>
                    <a:pt x="224" y="302"/>
                  </a:cubicBezTo>
                  <a:cubicBezTo>
                    <a:pt x="193" y="355"/>
                    <a:pt x="193" y="355"/>
                    <a:pt x="193" y="355"/>
                  </a:cubicBezTo>
                  <a:cubicBezTo>
                    <a:pt x="189" y="353"/>
                    <a:pt x="189" y="353"/>
                    <a:pt x="189" y="353"/>
                  </a:cubicBezTo>
                  <a:cubicBezTo>
                    <a:pt x="189" y="353"/>
                    <a:pt x="189" y="352"/>
                    <a:pt x="190" y="351"/>
                  </a:cubicBezTo>
                  <a:cubicBezTo>
                    <a:pt x="194" y="342"/>
                    <a:pt x="195" y="337"/>
                    <a:pt x="190" y="336"/>
                  </a:cubicBezTo>
                  <a:cubicBezTo>
                    <a:pt x="186" y="334"/>
                    <a:pt x="177" y="332"/>
                    <a:pt x="164" y="331"/>
                  </a:cubicBezTo>
                  <a:cubicBezTo>
                    <a:pt x="143" y="368"/>
                    <a:pt x="143" y="368"/>
                    <a:pt x="143" y="368"/>
                  </a:cubicBezTo>
                  <a:cubicBezTo>
                    <a:pt x="151" y="380"/>
                    <a:pt x="157" y="387"/>
                    <a:pt x="159" y="388"/>
                  </a:cubicBezTo>
                  <a:cubicBezTo>
                    <a:pt x="163" y="390"/>
                    <a:pt x="168" y="387"/>
                    <a:pt x="174" y="379"/>
                  </a:cubicBezTo>
                  <a:cubicBezTo>
                    <a:pt x="174" y="378"/>
                    <a:pt x="174" y="378"/>
                    <a:pt x="174" y="378"/>
                  </a:cubicBezTo>
                  <a:cubicBezTo>
                    <a:pt x="178" y="380"/>
                    <a:pt x="178" y="380"/>
                    <a:pt x="178" y="380"/>
                  </a:cubicBezTo>
                  <a:cubicBezTo>
                    <a:pt x="159" y="414"/>
                    <a:pt x="159" y="414"/>
                    <a:pt x="159" y="414"/>
                  </a:cubicBezTo>
                  <a:cubicBezTo>
                    <a:pt x="155" y="412"/>
                    <a:pt x="155" y="412"/>
                    <a:pt x="155" y="412"/>
                  </a:cubicBezTo>
                  <a:cubicBezTo>
                    <a:pt x="159" y="405"/>
                    <a:pt x="156" y="396"/>
                    <a:pt x="145" y="385"/>
                  </a:cubicBezTo>
                  <a:cubicBezTo>
                    <a:pt x="75" y="295"/>
                    <a:pt x="75" y="295"/>
                    <a:pt x="75" y="295"/>
                  </a:cubicBezTo>
                  <a:cubicBezTo>
                    <a:pt x="78" y="291"/>
                    <a:pt x="78" y="291"/>
                    <a:pt x="78" y="291"/>
                  </a:cubicBezTo>
                  <a:cubicBezTo>
                    <a:pt x="186" y="304"/>
                    <a:pt x="186" y="304"/>
                    <a:pt x="186" y="304"/>
                  </a:cubicBezTo>
                  <a:cubicBezTo>
                    <a:pt x="208" y="308"/>
                    <a:pt x="219" y="306"/>
                    <a:pt x="220" y="300"/>
                  </a:cubicBezTo>
                  <a:close/>
                  <a:moveTo>
                    <a:pt x="225" y="301"/>
                  </a:moveTo>
                  <a:cubicBezTo>
                    <a:pt x="257" y="271"/>
                    <a:pt x="257" y="271"/>
                    <a:pt x="257" y="271"/>
                  </a:cubicBezTo>
                  <a:cubicBezTo>
                    <a:pt x="254" y="268"/>
                    <a:pt x="254" y="268"/>
                    <a:pt x="254" y="268"/>
                  </a:cubicBezTo>
                  <a:cubicBezTo>
                    <a:pt x="244" y="277"/>
                    <a:pt x="236" y="276"/>
                    <a:pt x="228" y="266"/>
                  </a:cubicBezTo>
                  <a:cubicBezTo>
                    <a:pt x="176" y="211"/>
                    <a:pt x="176" y="211"/>
                    <a:pt x="176" y="211"/>
                  </a:cubicBezTo>
                  <a:cubicBezTo>
                    <a:pt x="308" y="227"/>
                    <a:pt x="308" y="227"/>
                    <a:pt x="308" y="227"/>
                  </a:cubicBezTo>
                  <a:cubicBezTo>
                    <a:pt x="311" y="224"/>
                    <a:pt x="311" y="224"/>
                    <a:pt x="311" y="224"/>
                  </a:cubicBezTo>
                  <a:cubicBezTo>
                    <a:pt x="236" y="143"/>
                    <a:pt x="236" y="143"/>
                    <a:pt x="236" y="143"/>
                  </a:cubicBezTo>
                  <a:cubicBezTo>
                    <a:pt x="228" y="136"/>
                    <a:pt x="229" y="129"/>
                    <a:pt x="236" y="121"/>
                  </a:cubicBezTo>
                  <a:cubicBezTo>
                    <a:pt x="233" y="118"/>
                    <a:pt x="233" y="118"/>
                    <a:pt x="233" y="118"/>
                  </a:cubicBezTo>
                  <a:cubicBezTo>
                    <a:pt x="203" y="146"/>
                    <a:pt x="203" y="146"/>
                    <a:pt x="203" y="146"/>
                  </a:cubicBezTo>
                  <a:cubicBezTo>
                    <a:pt x="206" y="149"/>
                    <a:pt x="206" y="149"/>
                    <a:pt x="206" y="149"/>
                  </a:cubicBezTo>
                  <a:cubicBezTo>
                    <a:pt x="216" y="140"/>
                    <a:pt x="224" y="141"/>
                    <a:pt x="232" y="151"/>
                  </a:cubicBezTo>
                  <a:cubicBezTo>
                    <a:pt x="271" y="193"/>
                    <a:pt x="271" y="193"/>
                    <a:pt x="271" y="193"/>
                  </a:cubicBezTo>
                  <a:cubicBezTo>
                    <a:pt x="167" y="179"/>
                    <a:pt x="167" y="179"/>
                    <a:pt x="167" y="179"/>
                  </a:cubicBezTo>
                  <a:cubicBezTo>
                    <a:pt x="138" y="206"/>
                    <a:pt x="138" y="206"/>
                    <a:pt x="138" y="206"/>
                  </a:cubicBezTo>
                  <a:cubicBezTo>
                    <a:pt x="141" y="209"/>
                    <a:pt x="141" y="209"/>
                    <a:pt x="141" y="209"/>
                  </a:cubicBezTo>
                  <a:cubicBezTo>
                    <a:pt x="143" y="207"/>
                    <a:pt x="150" y="207"/>
                    <a:pt x="163" y="208"/>
                  </a:cubicBezTo>
                  <a:cubicBezTo>
                    <a:pt x="224" y="274"/>
                    <a:pt x="224" y="274"/>
                    <a:pt x="224" y="274"/>
                  </a:cubicBezTo>
                  <a:cubicBezTo>
                    <a:pt x="232" y="281"/>
                    <a:pt x="231" y="289"/>
                    <a:pt x="222" y="298"/>
                  </a:cubicBezTo>
                  <a:cubicBezTo>
                    <a:pt x="225" y="301"/>
                    <a:pt x="225" y="301"/>
                    <a:pt x="225" y="301"/>
                  </a:cubicBezTo>
                  <a:close/>
                  <a:moveTo>
                    <a:pt x="509" y="2"/>
                  </a:moveTo>
                  <a:cubicBezTo>
                    <a:pt x="510" y="7"/>
                    <a:pt x="510" y="7"/>
                    <a:pt x="510" y="7"/>
                  </a:cubicBezTo>
                  <a:cubicBezTo>
                    <a:pt x="500" y="10"/>
                    <a:pt x="496" y="16"/>
                    <a:pt x="500" y="26"/>
                  </a:cubicBezTo>
                  <a:cubicBezTo>
                    <a:pt x="513" y="86"/>
                    <a:pt x="513" y="86"/>
                    <a:pt x="513" y="86"/>
                  </a:cubicBezTo>
                  <a:cubicBezTo>
                    <a:pt x="517" y="103"/>
                    <a:pt x="516" y="115"/>
                    <a:pt x="511" y="123"/>
                  </a:cubicBezTo>
                  <a:cubicBezTo>
                    <a:pt x="505" y="133"/>
                    <a:pt x="494" y="140"/>
                    <a:pt x="478" y="144"/>
                  </a:cubicBezTo>
                  <a:cubicBezTo>
                    <a:pt x="461" y="148"/>
                    <a:pt x="448" y="147"/>
                    <a:pt x="438" y="143"/>
                  </a:cubicBezTo>
                  <a:cubicBezTo>
                    <a:pt x="427" y="138"/>
                    <a:pt x="420" y="128"/>
                    <a:pt x="417" y="112"/>
                  </a:cubicBezTo>
                  <a:cubicBezTo>
                    <a:pt x="403" y="50"/>
                    <a:pt x="403" y="50"/>
                    <a:pt x="403" y="50"/>
                  </a:cubicBezTo>
                  <a:cubicBezTo>
                    <a:pt x="401" y="38"/>
                    <a:pt x="394" y="33"/>
                    <a:pt x="383" y="36"/>
                  </a:cubicBezTo>
                  <a:cubicBezTo>
                    <a:pt x="382" y="32"/>
                    <a:pt x="382" y="32"/>
                    <a:pt x="382" y="32"/>
                  </a:cubicBezTo>
                  <a:cubicBezTo>
                    <a:pt x="446" y="17"/>
                    <a:pt x="446" y="17"/>
                    <a:pt x="446" y="17"/>
                  </a:cubicBezTo>
                  <a:cubicBezTo>
                    <a:pt x="447" y="21"/>
                    <a:pt x="447" y="21"/>
                    <a:pt x="447" y="21"/>
                  </a:cubicBezTo>
                  <a:cubicBezTo>
                    <a:pt x="433" y="23"/>
                    <a:pt x="428" y="30"/>
                    <a:pt x="432" y="43"/>
                  </a:cubicBezTo>
                  <a:cubicBezTo>
                    <a:pt x="447" y="105"/>
                    <a:pt x="447" y="105"/>
                    <a:pt x="447" y="105"/>
                  </a:cubicBezTo>
                  <a:cubicBezTo>
                    <a:pt x="452" y="129"/>
                    <a:pt x="463" y="139"/>
                    <a:pt x="482" y="135"/>
                  </a:cubicBezTo>
                  <a:cubicBezTo>
                    <a:pt x="505" y="130"/>
                    <a:pt x="512" y="114"/>
                    <a:pt x="505" y="87"/>
                  </a:cubicBezTo>
                  <a:cubicBezTo>
                    <a:pt x="492" y="31"/>
                    <a:pt x="492" y="31"/>
                    <a:pt x="492" y="31"/>
                  </a:cubicBezTo>
                  <a:cubicBezTo>
                    <a:pt x="490" y="18"/>
                    <a:pt x="483" y="13"/>
                    <a:pt x="470" y="16"/>
                  </a:cubicBezTo>
                  <a:cubicBezTo>
                    <a:pt x="469" y="12"/>
                    <a:pt x="469" y="12"/>
                    <a:pt x="469" y="12"/>
                  </a:cubicBezTo>
                  <a:cubicBezTo>
                    <a:pt x="509" y="2"/>
                    <a:pt x="509" y="2"/>
                    <a:pt x="509" y="2"/>
                  </a:cubicBezTo>
                  <a:close/>
                  <a:moveTo>
                    <a:pt x="532" y="129"/>
                  </a:moveTo>
                  <a:cubicBezTo>
                    <a:pt x="532" y="125"/>
                    <a:pt x="532" y="125"/>
                    <a:pt x="532" y="125"/>
                  </a:cubicBezTo>
                  <a:cubicBezTo>
                    <a:pt x="544" y="124"/>
                    <a:pt x="550" y="119"/>
                    <a:pt x="549" y="109"/>
                  </a:cubicBezTo>
                  <a:cubicBezTo>
                    <a:pt x="549" y="19"/>
                    <a:pt x="549" y="19"/>
                    <a:pt x="549" y="19"/>
                  </a:cubicBezTo>
                  <a:cubicBezTo>
                    <a:pt x="541" y="9"/>
                    <a:pt x="535" y="4"/>
                    <a:pt x="533" y="5"/>
                  </a:cubicBezTo>
                  <a:cubicBezTo>
                    <a:pt x="533" y="0"/>
                    <a:pt x="533" y="0"/>
                    <a:pt x="533" y="0"/>
                  </a:cubicBezTo>
                  <a:cubicBezTo>
                    <a:pt x="573" y="0"/>
                    <a:pt x="573" y="0"/>
                    <a:pt x="573" y="0"/>
                  </a:cubicBezTo>
                  <a:cubicBezTo>
                    <a:pt x="639" y="82"/>
                    <a:pt x="639" y="82"/>
                    <a:pt x="639" y="82"/>
                  </a:cubicBezTo>
                  <a:cubicBezTo>
                    <a:pt x="639" y="24"/>
                    <a:pt x="639" y="24"/>
                    <a:pt x="639" y="24"/>
                  </a:cubicBezTo>
                  <a:cubicBezTo>
                    <a:pt x="640" y="12"/>
                    <a:pt x="634" y="5"/>
                    <a:pt x="621" y="5"/>
                  </a:cubicBezTo>
                  <a:cubicBezTo>
                    <a:pt x="621" y="0"/>
                    <a:pt x="621" y="0"/>
                    <a:pt x="621" y="0"/>
                  </a:cubicBezTo>
                  <a:cubicBezTo>
                    <a:pt x="662" y="0"/>
                    <a:pt x="662" y="0"/>
                    <a:pt x="662" y="0"/>
                  </a:cubicBezTo>
                  <a:cubicBezTo>
                    <a:pt x="662" y="5"/>
                    <a:pt x="662" y="5"/>
                    <a:pt x="662" y="5"/>
                  </a:cubicBezTo>
                  <a:cubicBezTo>
                    <a:pt x="651" y="6"/>
                    <a:pt x="646" y="11"/>
                    <a:pt x="647" y="21"/>
                  </a:cubicBezTo>
                  <a:cubicBezTo>
                    <a:pt x="647" y="132"/>
                    <a:pt x="647" y="132"/>
                    <a:pt x="647" y="132"/>
                  </a:cubicBezTo>
                  <a:cubicBezTo>
                    <a:pt x="642" y="132"/>
                    <a:pt x="642" y="132"/>
                    <a:pt x="642" y="132"/>
                  </a:cubicBezTo>
                  <a:cubicBezTo>
                    <a:pt x="557" y="29"/>
                    <a:pt x="557" y="29"/>
                    <a:pt x="557" y="29"/>
                  </a:cubicBezTo>
                  <a:cubicBezTo>
                    <a:pt x="557" y="105"/>
                    <a:pt x="557" y="105"/>
                    <a:pt x="557" y="105"/>
                  </a:cubicBezTo>
                  <a:cubicBezTo>
                    <a:pt x="556" y="118"/>
                    <a:pt x="562" y="125"/>
                    <a:pt x="575" y="125"/>
                  </a:cubicBezTo>
                  <a:cubicBezTo>
                    <a:pt x="575" y="129"/>
                    <a:pt x="575" y="129"/>
                    <a:pt x="575" y="129"/>
                  </a:cubicBezTo>
                  <a:cubicBezTo>
                    <a:pt x="532" y="129"/>
                    <a:pt x="532" y="129"/>
                    <a:pt x="532" y="129"/>
                  </a:cubicBezTo>
                  <a:close/>
                  <a:moveTo>
                    <a:pt x="727" y="143"/>
                  </a:moveTo>
                  <a:cubicBezTo>
                    <a:pt x="714" y="141"/>
                    <a:pt x="709" y="135"/>
                    <a:pt x="712" y="126"/>
                  </a:cubicBezTo>
                  <a:cubicBezTo>
                    <a:pt x="731" y="36"/>
                    <a:pt x="731" y="36"/>
                    <a:pt x="731" y="36"/>
                  </a:cubicBezTo>
                  <a:cubicBezTo>
                    <a:pt x="732" y="27"/>
                    <a:pt x="739" y="23"/>
                    <a:pt x="751" y="26"/>
                  </a:cubicBezTo>
                  <a:cubicBezTo>
                    <a:pt x="751" y="26"/>
                    <a:pt x="752" y="26"/>
                    <a:pt x="752" y="26"/>
                  </a:cubicBezTo>
                  <a:cubicBezTo>
                    <a:pt x="753" y="22"/>
                    <a:pt x="753" y="22"/>
                    <a:pt x="753" y="22"/>
                  </a:cubicBezTo>
                  <a:cubicBezTo>
                    <a:pt x="687" y="8"/>
                    <a:pt x="687" y="8"/>
                    <a:pt x="687" y="8"/>
                  </a:cubicBezTo>
                  <a:cubicBezTo>
                    <a:pt x="686" y="12"/>
                    <a:pt x="686" y="12"/>
                    <a:pt x="686" y="12"/>
                  </a:cubicBezTo>
                  <a:cubicBezTo>
                    <a:pt x="699" y="15"/>
                    <a:pt x="703" y="21"/>
                    <a:pt x="701" y="30"/>
                  </a:cubicBezTo>
                  <a:cubicBezTo>
                    <a:pt x="682" y="119"/>
                    <a:pt x="682" y="119"/>
                    <a:pt x="682" y="119"/>
                  </a:cubicBezTo>
                  <a:cubicBezTo>
                    <a:pt x="681" y="128"/>
                    <a:pt x="674" y="132"/>
                    <a:pt x="662" y="130"/>
                  </a:cubicBezTo>
                  <a:cubicBezTo>
                    <a:pt x="661" y="134"/>
                    <a:pt x="661" y="134"/>
                    <a:pt x="661" y="134"/>
                  </a:cubicBezTo>
                  <a:cubicBezTo>
                    <a:pt x="726" y="148"/>
                    <a:pt x="726" y="148"/>
                    <a:pt x="726" y="148"/>
                  </a:cubicBezTo>
                  <a:cubicBezTo>
                    <a:pt x="727" y="143"/>
                    <a:pt x="727" y="143"/>
                    <a:pt x="727" y="143"/>
                  </a:cubicBezTo>
                  <a:close/>
                  <a:moveTo>
                    <a:pt x="894" y="79"/>
                  </a:moveTo>
                  <a:cubicBezTo>
                    <a:pt x="892" y="83"/>
                    <a:pt x="892" y="83"/>
                    <a:pt x="892" y="83"/>
                  </a:cubicBezTo>
                  <a:cubicBezTo>
                    <a:pt x="885" y="80"/>
                    <a:pt x="878" y="82"/>
                    <a:pt x="870" y="91"/>
                  </a:cubicBezTo>
                  <a:cubicBezTo>
                    <a:pt x="786" y="174"/>
                    <a:pt x="786" y="174"/>
                    <a:pt x="786" y="174"/>
                  </a:cubicBezTo>
                  <a:cubicBezTo>
                    <a:pt x="781" y="172"/>
                    <a:pt x="781" y="172"/>
                    <a:pt x="781" y="172"/>
                  </a:cubicBezTo>
                  <a:cubicBezTo>
                    <a:pt x="783" y="49"/>
                    <a:pt x="783" y="49"/>
                    <a:pt x="783" y="49"/>
                  </a:cubicBezTo>
                  <a:cubicBezTo>
                    <a:pt x="783" y="40"/>
                    <a:pt x="780" y="33"/>
                    <a:pt x="773" y="30"/>
                  </a:cubicBezTo>
                  <a:cubicBezTo>
                    <a:pt x="775" y="26"/>
                    <a:pt x="775" y="26"/>
                    <a:pt x="775" y="26"/>
                  </a:cubicBezTo>
                  <a:cubicBezTo>
                    <a:pt x="833" y="52"/>
                    <a:pt x="833" y="52"/>
                    <a:pt x="833" y="52"/>
                  </a:cubicBezTo>
                  <a:cubicBezTo>
                    <a:pt x="832" y="56"/>
                    <a:pt x="832" y="56"/>
                    <a:pt x="832" y="56"/>
                  </a:cubicBezTo>
                  <a:cubicBezTo>
                    <a:pt x="820" y="51"/>
                    <a:pt x="814" y="52"/>
                    <a:pt x="813" y="57"/>
                  </a:cubicBezTo>
                  <a:cubicBezTo>
                    <a:pt x="812" y="60"/>
                    <a:pt x="812" y="66"/>
                    <a:pt x="812" y="74"/>
                  </a:cubicBezTo>
                  <a:cubicBezTo>
                    <a:pt x="810" y="140"/>
                    <a:pt x="810" y="140"/>
                    <a:pt x="810" y="140"/>
                  </a:cubicBezTo>
                  <a:cubicBezTo>
                    <a:pt x="858" y="92"/>
                    <a:pt x="858" y="92"/>
                    <a:pt x="858" y="92"/>
                  </a:cubicBezTo>
                  <a:cubicBezTo>
                    <a:pt x="858" y="92"/>
                    <a:pt x="859" y="91"/>
                    <a:pt x="860" y="90"/>
                  </a:cubicBezTo>
                  <a:cubicBezTo>
                    <a:pt x="864" y="86"/>
                    <a:pt x="866" y="84"/>
                    <a:pt x="867" y="82"/>
                  </a:cubicBezTo>
                  <a:cubicBezTo>
                    <a:pt x="870" y="77"/>
                    <a:pt x="866" y="72"/>
                    <a:pt x="855" y="67"/>
                  </a:cubicBezTo>
                  <a:cubicBezTo>
                    <a:pt x="857" y="63"/>
                    <a:pt x="857" y="63"/>
                    <a:pt x="857" y="63"/>
                  </a:cubicBezTo>
                  <a:cubicBezTo>
                    <a:pt x="894" y="79"/>
                    <a:pt x="894" y="79"/>
                    <a:pt x="894" y="79"/>
                  </a:cubicBezTo>
                  <a:close/>
                  <a:moveTo>
                    <a:pt x="920" y="102"/>
                  </a:moveTo>
                  <a:cubicBezTo>
                    <a:pt x="929" y="110"/>
                    <a:pt x="930" y="117"/>
                    <a:pt x="924" y="124"/>
                  </a:cubicBezTo>
                  <a:cubicBezTo>
                    <a:pt x="864" y="193"/>
                    <a:pt x="864" y="193"/>
                    <a:pt x="864" y="193"/>
                  </a:cubicBezTo>
                  <a:cubicBezTo>
                    <a:pt x="859" y="201"/>
                    <a:pt x="851" y="200"/>
                    <a:pt x="842" y="193"/>
                  </a:cubicBezTo>
                  <a:cubicBezTo>
                    <a:pt x="839" y="196"/>
                    <a:pt x="839" y="196"/>
                    <a:pt x="839" y="196"/>
                  </a:cubicBezTo>
                  <a:cubicBezTo>
                    <a:pt x="923" y="269"/>
                    <a:pt x="923" y="269"/>
                    <a:pt x="923" y="269"/>
                  </a:cubicBezTo>
                  <a:cubicBezTo>
                    <a:pt x="954" y="244"/>
                    <a:pt x="954" y="244"/>
                    <a:pt x="954" y="244"/>
                  </a:cubicBezTo>
                  <a:cubicBezTo>
                    <a:pt x="951" y="241"/>
                    <a:pt x="951" y="241"/>
                    <a:pt x="951" y="241"/>
                  </a:cubicBezTo>
                  <a:cubicBezTo>
                    <a:pt x="928" y="252"/>
                    <a:pt x="909" y="250"/>
                    <a:pt x="891" y="234"/>
                  </a:cubicBezTo>
                  <a:cubicBezTo>
                    <a:pt x="882" y="226"/>
                    <a:pt x="880" y="220"/>
                    <a:pt x="885" y="215"/>
                  </a:cubicBezTo>
                  <a:cubicBezTo>
                    <a:pt x="916" y="180"/>
                    <a:pt x="916" y="180"/>
                    <a:pt x="916" y="180"/>
                  </a:cubicBezTo>
                  <a:cubicBezTo>
                    <a:pt x="931" y="192"/>
                    <a:pt x="933" y="206"/>
                    <a:pt x="920" y="223"/>
                  </a:cubicBezTo>
                  <a:cubicBezTo>
                    <a:pt x="924" y="226"/>
                    <a:pt x="924" y="226"/>
                    <a:pt x="924" y="226"/>
                  </a:cubicBezTo>
                  <a:cubicBezTo>
                    <a:pt x="966" y="177"/>
                    <a:pt x="966" y="177"/>
                    <a:pt x="966" y="177"/>
                  </a:cubicBezTo>
                  <a:cubicBezTo>
                    <a:pt x="962" y="174"/>
                    <a:pt x="962" y="174"/>
                    <a:pt x="962" y="174"/>
                  </a:cubicBezTo>
                  <a:cubicBezTo>
                    <a:pt x="948" y="189"/>
                    <a:pt x="934" y="189"/>
                    <a:pt x="920" y="175"/>
                  </a:cubicBezTo>
                  <a:cubicBezTo>
                    <a:pt x="949" y="142"/>
                    <a:pt x="949" y="142"/>
                    <a:pt x="949" y="142"/>
                  </a:cubicBezTo>
                  <a:cubicBezTo>
                    <a:pt x="953" y="136"/>
                    <a:pt x="958" y="137"/>
                    <a:pt x="965" y="144"/>
                  </a:cubicBezTo>
                  <a:cubicBezTo>
                    <a:pt x="987" y="161"/>
                    <a:pt x="991" y="179"/>
                    <a:pt x="978" y="196"/>
                  </a:cubicBezTo>
                  <a:cubicBezTo>
                    <a:pt x="981" y="200"/>
                    <a:pt x="981" y="200"/>
                    <a:pt x="981" y="200"/>
                  </a:cubicBezTo>
                  <a:cubicBezTo>
                    <a:pt x="1006" y="171"/>
                    <a:pt x="1006" y="171"/>
                    <a:pt x="1006" y="171"/>
                  </a:cubicBezTo>
                  <a:cubicBezTo>
                    <a:pt x="923" y="99"/>
                    <a:pt x="923" y="99"/>
                    <a:pt x="923" y="99"/>
                  </a:cubicBezTo>
                  <a:cubicBezTo>
                    <a:pt x="920" y="102"/>
                    <a:pt x="920" y="102"/>
                    <a:pt x="920" y="102"/>
                  </a:cubicBezTo>
                  <a:close/>
                  <a:moveTo>
                    <a:pt x="1051" y="244"/>
                  </a:moveTo>
                  <a:cubicBezTo>
                    <a:pt x="1011" y="273"/>
                    <a:pt x="1011" y="273"/>
                    <a:pt x="1011" y="273"/>
                  </a:cubicBezTo>
                  <a:cubicBezTo>
                    <a:pt x="1026" y="294"/>
                    <a:pt x="1040" y="298"/>
                    <a:pt x="1056" y="284"/>
                  </a:cubicBezTo>
                  <a:cubicBezTo>
                    <a:pt x="1070" y="273"/>
                    <a:pt x="1073" y="261"/>
                    <a:pt x="1064" y="249"/>
                  </a:cubicBezTo>
                  <a:cubicBezTo>
                    <a:pt x="1059" y="241"/>
                    <a:pt x="1055" y="239"/>
                    <a:pt x="1051" y="244"/>
                  </a:cubicBezTo>
                  <a:close/>
                  <a:moveTo>
                    <a:pt x="1013" y="377"/>
                  </a:moveTo>
                  <a:cubicBezTo>
                    <a:pt x="1009" y="379"/>
                    <a:pt x="1009" y="379"/>
                    <a:pt x="1009" y="379"/>
                  </a:cubicBezTo>
                  <a:cubicBezTo>
                    <a:pt x="986" y="348"/>
                    <a:pt x="986" y="348"/>
                    <a:pt x="986" y="348"/>
                  </a:cubicBezTo>
                  <a:cubicBezTo>
                    <a:pt x="1010" y="281"/>
                    <a:pt x="1010" y="281"/>
                    <a:pt x="1010" y="281"/>
                  </a:cubicBezTo>
                  <a:cubicBezTo>
                    <a:pt x="1007" y="277"/>
                    <a:pt x="1007" y="277"/>
                    <a:pt x="1007" y="277"/>
                  </a:cubicBezTo>
                  <a:cubicBezTo>
                    <a:pt x="977" y="299"/>
                    <a:pt x="977" y="299"/>
                    <a:pt x="977" y="299"/>
                  </a:cubicBezTo>
                  <a:cubicBezTo>
                    <a:pt x="967" y="305"/>
                    <a:pt x="965" y="313"/>
                    <a:pt x="973" y="323"/>
                  </a:cubicBezTo>
                  <a:cubicBezTo>
                    <a:pt x="969" y="326"/>
                    <a:pt x="969" y="326"/>
                    <a:pt x="969" y="326"/>
                  </a:cubicBezTo>
                  <a:cubicBezTo>
                    <a:pt x="930" y="275"/>
                    <a:pt x="930" y="275"/>
                    <a:pt x="930" y="275"/>
                  </a:cubicBezTo>
                  <a:cubicBezTo>
                    <a:pt x="934" y="272"/>
                    <a:pt x="934" y="272"/>
                    <a:pt x="934" y="272"/>
                  </a:cubicBezTo>
                  <a:cubicBezTo>
                    <a:pt x="941" y="282"/>
                    <a:pt x="949" y="283"/>
                    <a:pt x="958" y="274"/>
                  </a:cubicBezTo>
                  <a:cubicBezTo>
                    <a:pt x="1025" y="224"/>
                    <a:pt x="1025" y="224"/>
                    <a:pt x="1025" y="224"/>
                  </a:cubicBezTo>
                  <a:cubicBezTo>
                    <a:pt x="1036" y="217"/>
                    <a:pt x="1038" y="209"/>
                    <a:pt x="1030" y="200"/>
                  </a:cubicBezTo>
                  <a:cubicBezTo>
                    <a:pt x="1033" y="197"/>
                    <a:pt x="1033" y="197"/>
                    <a:pt x="1033" y="197"/>
                  </a:cubicBezTo>
                  <a:cubicBezTo>
                    <a:pt x="1070" y="246"/>
                    <a:pt x="1070" y="246"/>
                    <a:pt x="1070" y="246"/>
                  </a:cubicBezTo>
                  <a:cubicBezTo>
                    <a:pt x="1091" y="274"/>
                    <a:pt x="1093" y="295"/>
                    <a:pt x="1076" y="309"/>
                  </a:cubicBezTo>
                  <a:cubicBezTo>
                    <a:pt x="1063" y="319"/>
                    <a:pt x="1049" y="317"/>
                    <a:pt x="1032" y="305"/>
                  </a:cubicBezTo>
                  <a:cubicBezTo>
                    <a:pt x="1011" y="368"/>
                    <a:pt x="1011" y="368"/>
                    <a:pt x="1011" y="368"/>
                  </a:cubicBezTo>
                  <a:cubicBezTo>
                    <a:pt x="1011" y="372"/>
                    <a:pt x="1011" y="375"/>
                    <a:pt x="1013" y="377"/>
                  </a:cubicBezTo>
                  <a:close/>
                  <a:moveTo>
                    <a:pt x="1121" y="427"/>
                  </a:moveTo>
                  <a:cubicBezTo>
                    <a:pt x="1159" y="412"/>
                    <a:pt x="1159" y="412"/>
                    <a:pt x="1159" y="412"/>
                  </a:cubicBezTo>
                  <a:cubicBezTo>
                    <a:pt x="1157" y="406"/>
                    <a:pt x="1157" y="406"/>
                    <a:pt x="1157" y="406"/>
                  </a:cubicBezTo>
                  <a:cubicBezTo>
                    <a:pt x="1152" y="407"/>
                    <a:pt x="1149" y="406"/>
                    <a:pt x="1148" y="403"/>
                  </a:cubicBezTo>
                  <a:cubicBezTo>
                    <a:pt x="1148" y="402"/>
                    <a:pt x="1147" y="399"/>
                    <a:pt x="1147" y="395"/>
                  </a:cubicBezTo>
                  <a:cubicBezTo>
                    <a:pt x="1147" y="386"/>
                    <a:pt x="1145" y="378"/>
                    <a:pt x="1143" y="373"/>
                  </a:cubicBezTo>
                  <a:cubicBezTo>
                    <a:pt x="1133" y="348"/>
                    <a:pt x="1116" y="340"/>
                    <a:pt x="1092" y="348"/>
                  </a:cubicBezTo>
                  <a:cubicBezTo>
                    <a:pt x="1077" y="353"/>
                    <a:pt x="1069" y="368"/>
                    <a:pt x="1067" y="393"/>
                  </a:cubicBezTo>
                  <a:cubicBezTo>
                    <a:pt x="1066" y="407"/>
                    <a:pt x="1066" y="407"/>
                    <a:pt x="1066" y="407"/>
                  </a:cubicBezTo>
                  <a:cubicBezTo>
                    <a:pt x="1066" y="423"/>
                    <a:pt x="1062" y="433"/>
                    <a:pt x="1052" y="436"/>
                  </a:cubicBezTo>
                  <a:cubicBezTo>
                    <a:pt x="1039" y="440"/>
                    <a:pt x="1030" y="435"/>
                    <a:pt x="1024" y="422"/>
                  </a:cubicBezTo>
                  <a:cubicBezTo>
                    <a:pt x="1017" y="403"/>
                    <a:pt x="1024" y="386"/>
                    <a:pt x="1046" y="370"/>
                  </a:cubicBezTo>
                  <a:cubicBezTo>
                    <a:pt x="1045" y="365"/>
                    <a:pt x="1045" y="365"/>
                    <a:pt x="1045" y="365"/>
                  </a:cubicBezTo>
                  <a:cubicBezTo>
                    <a:pt x="1002" y="382"/>
                    <a:pt x="1002" y="382"/>
                    <a:pt x="1002" y="382"/>
                  </a:cubicBezTo>
                  <a:cubicBezTo>
                    <a:pt x="1004" y="387"/>
                    <a:pt x="1004" y="387"/>
                    <a:pt x="1004" y="387"/>
                  </a:cubicBezTo>
                  <a:cubicBezTo>
                    <a:pt x="1008" y="387"/>
                    <a:pt x="1010" y="388"/>
                    <a:pt x="1011" y="391"/>
                  </a:cubicBezTo>
                  <a:cubicBezTo>
                    <a:pt x="1012" y="392"/>
                    <a:pt x="1013" y="395"/>
                    <a:pt x="1013" y="399"/>
                  </a:cubicBezTo>
                  <a:cubicBezTo>
                    <a:pt x="1014" y="408"/>
                    <a:pt x="1016" y="416"/>
                    <a:pt x="1019" y="423"/>
                  </a:cubicBezTo>
                  <a:cubicBezTo>
                    <a:pt x="1031" y="450"/>
                    <a:pt x="1049" y="460"/>
                    <a:pt x="1072" y="452"/>
                  </a:cubicBezTo>
                  <a:cubicBezTo>
                    <a:pt x="1087" y="446"/>
                    <a:pt x="1095" y="436"/>
                    <a:pt x="1097" y="420"/>
                  </a:cubicBezTo>
                  <a:cubicBezTo>
                    <a:pt x="1099" y="389"/>
                    <a:pt x="1099" y="389"/>
                    <a:pt x="1099" y="389"/>
                  </a:cubicBezTo>
                  <a:cubicBezTo>
                    <a:pt x="1100" y="373"/>
                    <a:pt x="1104" y="364"/>
                    <a:pt x="1113" y="362"/>
                  </a:cubicBezTo>
                  <a:cubicBezTo>
                    <a:pt x="1123" y="358"/>
                    <a:pt x="1131" y="362"/>
                    <a:pt x="1137" y="374"/>
                  </a:cubicBezTo>
                  <a:cubicBezTo>
                    <a:pt x="1143" y="391"/>
                    <a:pt x="1137" y="407"/>
                    <a:pt x="1119" y="422"/>
                  </a:cubicBezTo>
                  <a:cubicBezTo>
                    <a:pt x="1121" y="427"/>
                    <a:pt x="1121" y="427"/>
                    <a:pt x="1121" y="427"/>
                  </a:cubicBezTo>
                  <a:close/>
                  <a:moveTo>
                    <a:pt x="1055" y="527"/>
                  </a:moveTo>
                  <a:cubicBezTo>
                    <a:pt x="1051" y="528"/>
                    <a:pt x="1051" y="528"/>
                    <a:pt x="1051" y="528"/>
                  </a:cubicBezTo>
                  <a:cubicBezTo>
                    <a:pt x="1035" y="463"/>
                    <a:pt x="1035" y="463"/>
                    <a:pt x="1035" y="463"/>
                  </a:cubicBezTo>
                  <a:cubicBezTo>
                    <a:pt x="1039" y="462"/>
                    <a:pt x="1039" y="462"/>
                    <a:pt x="1039" y="462"/>
                  </a:cubicBezTo>
                  <a:cubicBezTo>
                    <a:pt x="1043" y="474"/>
                    <a:pt x="1049" y="479"/>
                    <a:pt x="1057" y="476"/>
                  </a:cubicBezTo>
                  <a:cubicBezTo>
                    <a:pt x="1146" y="454"/>
                    <a:pt x="1146" y="454"/>
                    <a:pt x="1146" y="454"/>
                  </a:cubicBezTo>
                  <a:cubicBezTo>
                    <a:pt x="1155" y="452"/>
                    <a:pt x="1159" y="445"/>
                    <a:pt x="1155" y="433"/>
                  </a:cubicBezTo>
                  <a:cubicBezTo>
                    <a:pt x="1160" y="432"/>
                    <a:pt x="1160" y="432"/>
                    <a:pt x="1160" y="432"/>
                  </a:cubicBezTo>
                  <a:cubicBezTo>
                    <a:pt x="1176" y="497"/>
                    <a:pt x="1176" y="497"/>
                    <a:pt x="1176" y="497"/>
                  </a:cubicBezTo>
                  <a:cubicBezTo>
                    <a:pt x="1172" y="498"/>
                    <a:pt x="1172" y="498"/>
                    <a:pt x="1172" y="498"/>
                  </a:cubicBezTo>
                  <a:cubicBezTo>
                    <a:pt x="1172" y="497"/>
                    <a:pt x="1171" y="497"/>
                    <a:pt x="1171" y="496"/>
                  </a:cubicBezTo>
                  <a:cubicBezTo>
                    <a:pt x="1168" y="485"/>
                    <a:pt x="1163" y="480"/>
                    <a:pt x="1153" y="483"/>
                  </a:cubicBezTo>
                  <a:cubicBezTo>
                    <a:pt x="1065" y="505"/>
                    <a:pt x="1065" y="505"/>
                    <a:pt x="1065" y="505"/>
                  </a:cubicBezTo>
                  <a:cubicBezTo>
                    <a:pt x="1055" y="507"/>
                    <a:pt x="1052" y="514"/>
                    <a:pt x="1055" y="527"/>
                  </a:cubicBezTo>
                  <a:close/>
                  <a:moveTo>
                    <a:pt x="1057" y="616"/>
                  </a:moveTo>
                  <a:cubicBezTo>
                    <a:pt x="1056" y="602"/>
                    <a:pt x="1062" y="596"/>
                    <a:pt x="1075" y="597"/>
                  </a:cubicBezTo>
                  <a:cubicBezTo>
                    <a:pt x="1175" y="595"/>
                    <a:pt x="1175" y="595"/>
                    <a:pt x="1175" y="595"/>
                  </a:cubicBezTo>
                  <a:cubicBezTo>
                    <a:pt x="1176" y="617"/>
                    <a:pt x="1166" y="630"/>
                    <a:pt x="1144" y="632"/>
                  </a:cubicBezTo>
                  <a:cubicBezTo>
                    <a:pt x="1144" y="638"/>
                    <a:pt x="1144" y="638"/>
                    <a:pt x="1144" y="638"/>
                  </a:cubicBezTo>
                  <a:cubicBezTo>
                    <a:pt x="1182" y="637"/>
                    <a:pt x="1182" y="637"/>
                    <a:pt x="1182" y="637"/>
                  </a:cubicBezTo>
                  <a:cubicBezTo>
                    <a:pt x="1180" y="523"/>
                    <a:pt x="1180" y="523"/>
                    <a:pt x="1180" y="523"/>
                  </a:cubicBezTo>
                  <a:cubicBezTo>
                    <a:pt x="1142" y="523"/>
                    <a:pt x="1142" y="523"/>
                    <a:pt x="1142" y="523"/>
                  </a:cubicBezTo>
                  <a:cubicBezTo>
                    <a:pt x="1142" y="528"/>
                    <a:pt x="1142" y="528"/>
                    <a:pt x="1142" y="528"/>
                  </a:cubicBezTo>
                  <a:cubicBezTo>
                    <a:pt x="1164" y="530"/>
                    <a:pt x="1175" y="542"/>
                    <a:pt x="1175" y="565"/>
                  </a:cubicBezTo>
                  <a:cubicBezTo>
                    <a:pt x="1074" y="566"/>
                    <a:pt x="1074" y="566"/>
                    <a:pt x="1074" y="566"/>
                  </a:cubicBezTo>
                  <a:cubicBezTo>
                    <a:pt x="1061" y="568"/>
                    <a:pt x="1055" y="562"/>
                    <a:pt x="1056" y="548"/>
                  </a:cubicBezTo>
                  <a:cubicBezTo>
                    <a:pt x="1051" y="548"/>
                    <a:pt x="1051" y="548"/>
                    <a:pt x="1051" y="548"/>
                  </a:cubicBezTo>
                  <a:cubicBezTo>
                    <a:pt x="1053" y="616"/>
                    <a:pt x="1053" y="616"/>
                    <a:pt x="1053" y="616"/>
                  </a:cubicBezTo>
                  <a:cubicBezTo>
                    <a:pt x="1057" y="616"/>
                    <a:pt x="1057" y="616"/>
                    <a:pt x="1057" y="616"/>
                  </a:cubicBezTo>
                  <a:close/>
                  <a:moveTo>
                    <a:pt x="1151" y="794"/>
                  </a:moveTo>
                  <a:cubicBezTo>
                    <a:pt x="1146" y="793"/>
                    <a:pt x="1146" y="793"/>
                    <a:pt x="1146" y="793"/>
                  </a:cubicBezTo>
                  <a:cubicBezTo>
                    <a:pt x="1146" y="793"/>
                    <a:pt x="1146" y="793"/>
                    <a:pt x="1146" y="792"/>
                  </a:cubicBezTo>
                  <a:cubicBezTo>
                    <a:pt x="1147" y="787"/>
                    <a:pt x="1145" y="782"/>
                    <a:pt x="1142" y="779"/>
                  </a:cubicBezTo>
                  <a:cubicBezTo>
                    <a:pt x="1091" y="731"/>
                    <a:pt x="1091" y="731"/>
                    <a:pt x="1091" y="731"/>
                  </a:cubicBezTo>
                  <a:cubicBezTo>
                    <a:pt x="1057" y="724"/>
                    <a:pt x="1057" y="724"/>
                    <a:pt x="1057" y="724"/>
                  </a:cubicBezTo>
                  <a:cubicBezTo>
                    <a:pt x="1045" y="720"/>
                    <a:pt x="1038" y="724"/>
                    <a:pt x="1036" y="737"/>
                  </a:cubicBezTo>
                  <a:cubicBezTo>
                    <a:pt x="1031" y="736"/>
                    <a:pt x="1031" y="736"/>
                    <a:pt x="1031" y="736"/>
                  </a:cubicBezTo>
                  <a:cubicBezTo>
                    <a:pt x="1045" y="671"/>
                    <a:pt x="1045" y="671"/>
                    <a:pt x="1045" y="671"/>
                  </a:cubicBezTo>
                  <a:cubicBezTo>
                    <a:pt x="1049" y="672"/>
                    <a:pt x="1049" y="672"/>
                    <a:pt x="1049" y="672"/>
                  </a:cubicBezTo>
                  <a:cubicBezTo>
                    <a:pt x="1046" y="685"/>
                    <a:pt x="1051" y="692"/>
                    <a:pt x="1063" y="693"/>
                  </a:cubicBezTo>
                  <a:cubicBezTo>
                    <a:pt x="1091" y="699"/>
                    <a:pt x="1091" y="699"/>
                    <a:pt x="1091" y="699"/>
                  </a:cubicBezTo>
                  <a:cubicBezTo>
                    <a:pt x="1160" y="678"/>
                    <a:pt x="1160" y="678"/>
                    <a:pt x="1160" y="678"/>
                  </a:cubicBezTo>
                  <a:cubicBezTo>
                    <a:pt x="1167" y="676"/>
                    <a:pt x="1171" y="672"/>
                    <a:pt x="1173" y="665"/>
                  </a:cubicBezTo>
                  <a:cubicBezTo>
                    <a:pt x="1178" y="666"/>
                    <a:pt x="1178" y="666"/>
                    <a:pt x="1178" y="666"/>
                  </a:cubicBezTo>
                  <a:cubicBezTo>
                    <a:pt x="1164" y="729"/>
                    <a:pt x="1164" y="729"/>
                    <a:pt x="1164" y="729"/>
                  </a:cubicBezTo>
                  <a:cubicBezTo>
                    <a:pt x="1160" y="728"/>
                    <a:pt x="1160" y="728"/>
                    <a:pt x="1160" y="728"/>
                  </a:cubicBezTo>
                  <a:cubicBezTo>
                    <a:pt x="1163" y="716"/>
                    <a:pt x="1162" y="711"/>
                    <a:pt x="1157" y="711"/>
                  </a:cubicBezTo>
                  <a:cubicBezTo>
                    <a:pt x="1155" y="711"/>
                    <a:pt x="1152" y="711"/>
                    <a:pt x="1148" y="713"/>
                  </a:cubicBezTo>
                  <a:cubicBezTo>
                    <a:pt x="1147" y="713"/>
                    <a:pt x="1146" y="714"/>
                    <a:pt x="1146" y="714"/>
                  </a:cubicBezTo>
                  <a:cubicBezTo>
                    <a:pt x="1097" y="727"/>
                    <a:pt x="1097" y="727"/>
                    <a:pt x="1097" y="727"/>
                  </a:cubicBezTo>
                  <a:cubicBezTo>
                    <a:pt x="1128" y="755"/>
                    <a:pt x="1128" y="755"/>
                    <a:pt x="1128" y="755"/>
                  </a:cubicBezTo>
                  <a:cubicBezTo>
                    <a:pt x="1133" y="760"/>
                    <a:pt x="1138" y="764"/>
                    <a:pt x="1143" y="765"/>
                  </a:cubicBezTo>
                  <a:cubicBezTo>
                    <a:pt x="1148" y="767"/>
                    <a:pt x="1152" y="763"/>
                    <a:pt x="1155" y="752"/>
                  </a:cubicBezTo>
                  <a:cubicBezTo>
                    <a:pt x="1159" y="753"/>
                    <a:pt x="1159" y="753"/>
                    <a:pt x="1159" y="753"/>
                  </a:cubicBezTo>
                  <a:lnTo>
                    <a:pt x="1151" y="794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37" name="íṥļiďè"/>
            <p:cNvSpPr/>
            <p:nvPr/>
          </p:nvSpPr>
          <p:spPr bwMode="auto">
            <a:xfrm>
              <a:off x="4260844" y="4031997"/>
              <a:ext cx="147714" cy="178275"/>
            </a:xfrm>
            <a:custGeom>
              <a:avLst/>
              <a:gdLst>
                <a:gd name="T0" fmla="*/ 4 w 111"/>
                <a:gd name="T1" fmla="*/ 78 h 133"/>
                <a:gd name="T2" fmla="*/ 1 w 111"/>
                <a:gd name="T3" fmla="*/ 41 h 133"/>
                <a:gd name="T4" fmla="*/ 14 w 111"/>
                <a:gd name="T5" fmla="*/ 16 h 133"/>
                <a:gd name="T6" fmla="*/ 40 w 111"/>
                <a:gd name="T7" fmla="*/ 3 h 133"/>
                <a:gd name="T8" fmla="*/ 63 w 111"/>
                <a:gd name="T9" fmla="*/ 1 h 133"/>
                <a:gd name="T10" fmla="*/ 82 w 111"/>
                <a:gd name="T11" fmla="*/ 9 h 133"/>
                <a:gd name="T12" fmla="*/ 96 w 111"/>
                <a:gd name="T13" fmla="*/ 26 h 133"/>
                <a:gd name="T14" fmla="*/ 106 w 111"/>
                <a:gd name="T15" fmla="*/ 54 h 133"/>
                <a:gd name="T16" fmla="*/ 109 w 111"/>
                <a:gd name="T17" fmla="*/ 91 h 133"/>
                <a:gd name="T18" fmla="*/ 97 w 111"/>
                <a:gd name="T19" fmla="*/ 115 h 133"/>
                <a:gd name="T20" fmla="*/ 70 w 111"/>
                <a:gd name="T21" fmla="*/ 129 h 133"/>
                <a:gd name="T22" fmla="*/ 31 w 111"/>
                <a:gd name="T23" fmla="*/ 125 h 133"/>
                <a:gd name="T24" fmla="*/ 4 w 111"/>
                <a:gd name="T25" fmla="*/ 78 h 133"/>
                <a:gd name="T26" fmla="*/ 24 w 111"/>
                <a:gd name="T27" fmla="*/ 73 h 133"/>
                <a:gd name="T28" fmla="*/ 42 w 111"/>
                <a:gd name="T29" fmla="*/ 112 h 133"/>
                <a:gd name="T30" fmla="*/ 67 w 111"/>
                <a:gd name="T31" fmla="*/ 117 h 133"/>
                <a:gd name="T32" fmla="*/ 87 w 111"/>
                <a:gd name="T33" fmla="*/ 101 h 133"/>
                <a:gd name="T34" fmla="*/ 87 w 111"/>
                <a:gd name="T35" fmla="*/ 59 h 133"/>
                <a:gd name="T36" fmla="*/ 68 w 111"/>
                <a:gd name="T37" fmla="*/ 20 h 133"/>
                <a:gd name="T38" fmla="*/ 43 w 111"/>
                <a:gd name="T39" fmla="*/ 15 h 133"/>
                <a:gd name="T40" fmla="*/ 24 w 111"/>
                <a:gd name="T41" fmla="*/ 29 h 133"/>
                <a:gd name="T42" fmla="*/ 24 w 111"/>
                <a:gd name="T43" fmla="*/ 73 h 13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</a:cxnLst>
              <a:rect l="0" t="0" r="r" b="b"/>
              <a:pathLst>
                <a:path w="111" h="133">
                  <a:moveTo>
                    <a:pt x="4" y="78"/>
                  </a:moveTo>
                  <a:cubicBezTo>
                    <a:pt x="0" y="63"/>
                    <a:pt x="0" y="51"/>
                    <a:pt x="1" y="41"/>
                  </a:cubicBezTo>
                  <a:cubicBezTo>
                    <a:pt x="3" y="31"/>
                    <a:pt x="7" y="23"/>
                    <a:pt x="14" y="16"/>
                  </a:cubicBezTo>
                  <a:cubicBezTo>
                    <a:pt x="20" y="10"/>
                    <a:pt x="29" y="5"/>
                    <a:pt x="40" y="3"/>
                  </a:cubicBezTo>
                  <a:cubicBezTo>
                    <a:pt x="49" y="1"/>
                    <a:pt x="56" y="0"/>
                    <a:pt x="63" y="1"/>
                  </a:cubicBezTo>
                  <a:cubicBezTo>
                    <a:pt x="70" y="3"/>
                    <a:pt x="77" y="5"/>
                    <a:pt x="82" y="9"/>
                  </a:cubicBezTo>
                  <a:cubicBezTo>
                    <a:pt x="87" y="13"/>
                    <a:pt x="92" y="19"/>
                    <a:pt x="96" y="26"/>
                  </a:cubicBezTo>
                  <a:cubicBezTo>
                    <a:pt x="100" y="32"/>
                    <a:pt x="104" y="42"/>
                    <a:pt x="106" y="54"/>
                  </a:cubicBezTo>
                  <a:cubicBezTo>
                    <a:pt x="110" y="69"/>
                    <a:pt x="111" y="81"/>
                    <a:pt x="109" y="91"/>
                  </a:cubicBezTo>
                  <a:cubicBezTo>
                    <a:pt x="107" y="101"/>
                    <a:pt x="103" y="109"/>
                    <a:pt x="97" y="115"/>
                  </a:cubicBezTo>
                  <a:cubicBezTo>
                    <a:pt x="90" y="122"/>
                    <a:pt x="81" y="127"/>
                    <a:pt x="70" y="129"/>
                  </a:cubicBezTo>
                  <a:cubicBezTo>
                    <a:pt x="55" y="133"/>
                    <a:pt x="42" y="131"/>
                    <a:pt x="31" y="125"/>
                  </a:cubicBezTo>
                  <a:cubicBezTo>
                    <a:pt x="18" y="117"/>
                    <a:pt x="9" y="101"/>
                    <a:pt x="4" y="78"/>
                  </a:cubicBezTo>
                  <a:close/>
                  <a:moveTo>
                    <a:pt x="24" y="73"/>
                  </a:moveTo>
                  <a:cubicBezTo>
                    <a:pt x="28" y="94"/>
                    <a:pt x="35" y="106"/>
                    <a:pt x="42" y="112"/>
                  </a:cubicBezTo>
                  <a:cubicBezTo>
                    <a:pt x="50" y="117"/>
                    <a:pt x="58" y="119"/>
                    <a:pt x="67" y="117"/>
                  </a:cubicBezTo>
                  <a:cubicBezTo>
                    <a:pt x="76" y="115"/>
                    <a:pt x="82" y="110"/>
                    <a:pt x="87" y="101"/>
                  </a:cubicBezTo>
                  <a:cubicBezTo>
                    <a:pt x="91" y="93"/>
                    <a:pt x="91" y="79"/>
                    <a:pt x="87" y="59"/>
                  </a:cubicBezTo>
                  <a:cubicBezTo>
                    <a:pt x="82" y="38"/>
                    <a:pt x="76" y="25"/>
                    <a:pt x="68" y="20"/>
                  </a:cubicBezTo>
                  <a:cubicBezTo>
                    <a:pt x="60" y="15"/>
                    <a:pt x="52" y="13"/>
                    <a:pt x="43" y="15"/>
                  </a:cubicBezTo>
                  <a:cubicBezTo>
                    <a:pt x="34" y="17"/>
                    <a:pt x="28" y="22"/>
                    <a:pt x="24" y="29"/>
                  </a:cubicBezTo>
                  <a:cubicBezTo>
                    <a:pt x="19" y="38"/>
                    <a:pt x="19" y="53"/>
                    <a:pt x="24" y="73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38" name="ïşḻiḋe"/>
            <p:cNvSpPr/>
            <p:nvPr/>
          </p:nvSpPr>
          <p:spPr bwMode="auto">
            <a:xfrm>
              <a:off x="4540989" y="3911449"/>
              <a:ext cx="162994" cy="191858"/>
            </a:xfrm>
            <a:custGeom>
              <a:avLst/>
              <a:gdLst>
                <a:gd name="T0" fmla="*/ 21 w 123"/>
                <a:gd name="T1" fmla="*/ 125 h 144"/>
                <a:gd name="T2" fmla="*/ 40 w 123"/>
                <a:gd name="T3" fmla="*/ 115 h 144"/>
                <a:gd name="T4" fmla="*/ 58 w 123"/>
                <a:gd name="T5" fmla="*/ 127 h 144"/>
                <a:gd name="T6" fmla="*/ 79 w 123"/>
                <a:gd name="T7" fmla="*/ 125 h 144"/>
                <a:gd name="T8" fmla="*/ 99 w 123"/>
                <a:gd name="T9" fmla="*/ 107 h 144"/>
                <a:gd name="T10" fmla="*/ 99 w 123"/>
                <a:gd name="T11" fmla="*/ 82 h 144"/>
                <a:gd name="T12" fmla="*/ 81 w 123"/>
                <a:gd name="T13" fmla="*/ 67 h 144"/>
                <a:gd name="T14" fmla="*/ 54 w 123"/>
                <a:gd name="T15" fmla="*/ 70 h 144"/>
                <a:gd name="T16" fmla="*/ 39 w 123"/>
                <a:gd name="T17" fmla="*/ 80 h 144"/>
                <a:gd name="T18" fmla="*/ 31 w 123"/>
                <a:gd name="T19" fmla="*/ 93 h 144"/>
                <a:gd name="T20" fmla="*/ 13 w 123"/>
                <a:gd name="T21" fmla="*/ 99 h 144"/>
                <a:gd name="T22" fmla="*/ 0 w 123"/>
                <a:gd name="T23" fmla="*/ 33 h 144"/>
                <a:gd name="T24" fmla="*/ 76 w 123"/>
                <a:gd name="T25" fmla="*/ 0 h 144"/>
                <a:gd name="T26" fmla="*/ 83 w 123"/>
                <a:gd name="T27" fmla="*/ 14 h 144"/>
                <a:gd name="T28" fmla="*/ 22 w 123"/>
                <a:gd name="T29" fmla="*/ 40 h 144"/>
                <a:gd name="T30" fmla="*/ 28 w 123"/>
                <a:gd name="T31" fmla="*/ 75 h 144"/>
                <a:gd name="T32" fmla="*/ 53 w 123"/>
                <a:gd name="T33" fmla="*/ 55 h 144"/>
                <a:gd name="T34" fmla="*/ 92 w 123"/>
                <a:gd name="T35" fmla="*/ 51 h 144"/>
                <a:gd name="T36" fmla="*/ 118 w 123"/>
                <a:gd name="T37" fmla="*/ 73 h 144"/>
                <a:gd name="T38" fmla="*/ 119 w 123"/>
                <a:gd name="T39" fmla="*/ 105 h 144"/>
                <a:gd name="T40" fmla="*/ 85 w 123"/>
                <a:gd name="T41" fmla="*/ 136 h 144"/>
                <a:gd name="T42" fmla="*/ 47 w 123"/>
                <a:gd name="T43" fmla="*/ 142 h 144"/>
                <a:gd name="T44" fmla="*/ 21 w 123"/>
                <a:gd name="T45" fmla="*/ 125 h 14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</a:cxnLst>
              <a:rect l="0" t="0" r="r" b="b"/>
              <a:pathLst>
                <a:path w="123" h="144">
                  <a:moveTo>
                    <a:pt x="21" y="125"/>
                  </a:moveTo>
                  <a:cubicBezTo>
                    <a:pt x="40" y="115"/>
                    <a:pt x="40" y="115"/>
                    <a:pt x="40" y="115"/>
                  </a:cubicBezTo>
                  <a:cubicBezTo>
                    <a:pt x="45" y="122"/>
                    <a:pt x="51" y="126"/>
                    <a:pt x="58" y="127"/>
                  </a:cubicBezTo>
                  <a:cubicBezTo>
                    <a:pt x="65" y="129"/>
                    <a:pt x="72" y="128"/>
                    <a:pt x="79" y="125"/>
                  </a:cubicBezTo>
                  <a:cubicBezTo>
                    <a:pt x="89" y="121"/>
                    <a:pt x="95" y="115"/>
                    <a:pt x="99" y="107"/>
                  </a:cubicBezTo>
                  <a:cubicBezTo>
                    <a:pt x="103" y="99"/>
                    <a:pt x="103" y="91"/>
                    <a:pt x="99" y="82"/>
                  </a:cubicBezTo>
                  <a:cubicBezTo>
                    <a:pt x="95" y="74"/>
                    <a:pt x="89" y="69"/>
                    <a:pt x="81" y="67"/>
                  </a:cubicBezTo>
                  <a:cubicBezTo>
                    <a:pt x="73" y="65"/>
                    <a:pt x="64" y="66"/>
                    <a:pt x="54" y="70"/>
                  </a:cubicBezTo>
                  <a:cubicBezTo>
                    <a:pt x="48" y="72"/>
                    <a:pt x="43" y="76"/>
                    <a:pt x="39" y="80"/>
                  </a:cubicBezTo>
                  <a:cubicBezTo>
                    <a:pt x="35" y="84"/>
                    <a:pt x="33" y="89"/>
                    <a:pt x="31" y="93"/>
                  </a:cubicBezTo>
                  <a:cubicBezTo>
                    <a:pt x="13" y="99"/>
                    <a:pt x="13" y="99"/>
                    <a:pt x="13" y="99"/>
                  </a:cubicBezTo>
                  <a:cubicBezTo>
                    <a:pt x="0" y="33"/>
                    <a:pt x="0" y="33"/>
                    <a:pt x="0" y="33"/>
                  </a:cubicBezTo>
                  <a:cubicBezTo>
                    <a:pt x="76" y="0"/>
                    <a:pt x="76" y="0"/>
                    <a:pt x="76" y="0"/>
                  </a:cubicBezTo>
                  <a:cubicBezTo>
                    <a:pt x="83" y="14"/>
                    <a:pt x="83" y="14"/>
                    <a:pt x="83" y="14"/>
                  </a:cubicBezTo>
                  <a:cubicBezTo>
                    <a:pt x="22" y="40"/>
                    <a:pt x="22" y="40"/>
                    <a:pt x="22" y="40"/>
                  </a:cubicBezTo>
                  <a:cubicBezTo>
                    <a:pt x="28" y="75"/>
                    <a:pt x="28" y="75"/>
                    <a:pt x="28" y="75"/>
                  </a:cubicBezTo>
                  <a:cubicBezTo>
                    <a:pt x="35" y="66"/>
                    <a:pt x="43" y="59"/>
                    <a:pt x="53" y="55"/>
                  </a:cubicBezTo>
                  <a:cubicBezTo>
                    <a:pt x="67" y="49"/>
                    <a:pt x="79" y="48"/>
                    <a:pt x="92" y="51"/>
                  </a:cubicBezTo>
                  <a:cubicBezTo>
                    <a:pt x="104" y="54"/>
                    <a:pt x="113" y="62"/>
                    <a:pt x="118" y="73"/>
                  </a:cubicBezTo>
                  <a:cubicBezTo>
                    <a:pt x="123" y="83"/>
                    <a:pt x="123" y="94"/>
                    <a:pt x="119" y="105"/>
                  </a:cubicBezTo>
                  <a:cubicBezTo>
                    <a:pt x="113" y="119"/>
                    <a:pt x="102" y="129"/>
                    <a:pt x="85" y="136"/>
                  </a:cubicBezTo>
                  <a:cubicBezTo>
                    <a:pt x="71" y="142"/>
                    <a:pt x="58" y="144"/>
                    <a:pt x="47" y="142"/>
                  </a:cubicBezTo>
                  <a:cubicBezTo>
                    <a:pt x="35" y="140"/>
                    <a:pt x="27" y="134"/>
                    <a:pt x="21" y="125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39" name="iśḷiḍê"/>
            <p:cNvSpPr/>
            <p:nvPr/>
          </p:nvSpPr>
          <p:spPr bwMode="auto">
            <a:xfrm>
              <a:off x="3953533" y="4011623"/>
              <a:ext cx="156202" cy="176577"/>
            </a:xfrm>
            <a:custGeom>
              <a:avLst/>
              <a:gdLst>
                <a:gd name="T0" fmla="*/ 1 w 117"/>
                <a:gd name="T1" fmla="*/ 84 h 132"/>
                <a:gd name="T2" fmla="*/ 20 w 117"/>
                <a:gd name="T3" fmla="*/ 88 h 132"/>
                <a:gd name="T4" fmla="*/ 25 w 117"/>
                <a:gd name="T5" fmla="*/ 106 h 132"/>
                <a:gd name="T6" fmla="*/ 40 w 117"/>
                <a:gd name="T7" fmla="*/ 115 h 132"/>
                <a:gd name="T8" fmla="*/ 57 w 117"/>
                <a:gd name="T9" fmla="*/ 117 h 132"/>
                <a:gd name="T10" fmla="*/ 70 w 117"/>
                <a:gd name="T11" fmla="*/ 112 h 132"/>
                <a:gd name="T12" fmla="*/ 81 w 117"/>
                <a:gd name="T13" fmla="*/ 100 h 132"/>
                <a:gd name="T14" fmla="*/ 90 w 117"/>
                <a:gd name="T15" fmla="*/ 82 h 132"/>
                <a:gd name="T16" fmla="*/ 91 w 117"/>
                <a:gd name="T17" fmla="*/ 79 h 132"/>
                <a:gd name="T18" fmla="*/ 71 w 117"/>
                <a:gd name="T19" fmla="*/ 86 h 132"/>
                <a:gd name="T20" fmla="*/ 49 w 117"/>
                <a:gd name="T21" fmla="*/ 84 h 132"/>
                <a:gd name="T22" fmla="*/ 19 w 117"/>
                <a:gd name="T23" fmla="*/ 63 h 132"/>
                <a:gd name="T24" fmla="*/ 15 w 117"/>
                <a:gd name="T25" fmla="*/ 30 h 132"/>
                <a:gd name="T26" fmla="*/ 38 w 117"/>
                <a:gd name="T27" fmla="*/ 5 h 132"/>
                <a:gd name="T28" fmla="*/ 76 w 117"/>
                <a:gd name="T29" fmla="*/ 4 h 132"/>
                <a:gd name="T30" fmla="*/ 102 w 117"/>
                <a:gd name="T31" fmla="*/ 19 h 132"/>
                <a:gd name="T32" fmla="*/ 115 w 117"/>
                <a:gd name="T33" fmla="*/ 43 h 132"/>
                <a:gd name="T34" fmla="*/ 112 w 117"/>
                <a:gd name="T35" fmla="*/ 79 h 132"/>
                <a:gd name="T36" fmla="*/ 94 w 117"/>
                <a:gd name="T37" fmla="*/ 114 h 132"/>
                <a:gd name="T38" fmla="*/ 68 w 117"/>
                <a:gd name="T39" fmla="*/ 129 h 132"/>
                <a:gd name="T40" fmla="*/ 36 w 117"/>
                <a:gd name="T41" fmla="*/ 128 h 132"/>
                <a:gd name="T42" fmla="*/ 9 w 117"/>
                <a:gd name="T43" fmla="*/ 111 h 132"/>
                <a:gd name="T44" fmla="*/ 1 w 117"/>
                <a:gd name="T45" fmla="*/ 84 h 132"/>
                <a:gd name="T46" fmla="*/ 96 w 117"/>
                <a:gd name="T47" fmla="*/ 54 h 132"/>
                <a:gd name="T48" fmla="*/ 93 w 117"/>
                <a:gd name="T49" fmla="*/ 31 h 132"/>
                <a:gd name="T50" fmla="*/ 75 w 117"/>
                <a:gd name="T51" fmla="*/ 17 h 132"/>
                <a:gd name="T52" fmla="*/ 50 w 117"/>
                <a:gd name="T53" fmla="*/ 18 h 132"/>
                <a:gd name="T54" fmla="*/ 34 w 117"/>
                <a:gd name="T55" fmla="*/ 37 h 132"/>
                <a:gd name="T56" fmla="*/ 37 w 117"/>
                <a:gd name="T57" fmla="*/ 58 h 132"/>
                <a:gd name="T58" fmla="*/ 57 w 117"/>
                <a:gd name="T59" fmla="*/ 72 h 132"/>
                <a:gd name="T60" fmla="*/ 81 w 117"/>
                <a:gd name="T61" fmla="*/ 72 h 132"/>
                <a:gd name="T62" fmla="*/ 96 w 117"/>
                <a:gd name="T63" fmla="*/ 54 h 13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</a:cxnLst>
              <a:rect l="0" t="0" r="r" b="b"/>
              <a:pathLst>
                <a:path w="117" h="132">
                  <a:moveTo>
                    <a:pt x="1" y="84"/>
                  </a:moveTo>
                  <a:cubicBezTo>
                    <a:pt x="20" y="88"/>
                    <a:pt x="20" y="88"/>
                    <a:pt x="20" y="88"/>
                  </a:cubicBezTo>
                  <a:cubicBezTo>
                    <a:pt x="20" y="96"/>
                    <a:pt x="21" y="101"/>
                    <a:pt x="25" y="106"/>
                  </a:cubicBezTo>
                  <a:cubicBezTo>
                    <a:pt x="28" y="110"/>
                    <a:pt x="33" y="113"/>
                    <a:pt x="40" y="115"/>
                  </a:cubicBezTo>
                  <a:cubicBezTo>
                    <a:pt x="46" y="117"/>
                    <a:pt x="51" y="118"/>
                    <a:pt x="57" y="117"/>
                  </a:cubicBezTo>
                  <a:cubicBezTo>
                    <a:pt x="62" y="116"/>
                    <a:pt x="66" y="114"/>
                    <a:pt x="70" y="112"/>
                  </a:cubicBezTo>
                  <a:cubicBezTo>
                    <a:pt x="74" y="109"/>
                    <a:pt x="78" y="105"/>
                    <a:pt x="81" y="100"/>
                  </a:cubicBezTo>
                  <a:cubicBezTo>
                    <a:pt x="85" y="94"/>
                    <a:pt x="88" y="88"/>
                    <a:pt x="90" y="82"/>
                  </a:cubicBezTo>
                  <a:cubicBezTo>
                    <a:pt x="90" y="82"/>
                    <a:pt x="90" y="81"/>
                    <a:pt x="91" y="79"/>
                  </a:cubicBezTo>
                  <a:cubicBezTo>
                    <a:pt x="85" y="83"/>
                    <a:pt x="79" y="85"/>
                    <a:pt x="71" y="86"/>
                  </a:cubicBezTo>
                  <a:cubicBezTo>
                    <a:pt x="64" y="87"/>
                    <a:pt x="56" y="86"/>
                    <a:pt x="49" y="84"/>
                  </a:cubicBezTo>
                  <a:cubicBezTo>
                    <a:pt x="36" y="80"/>
                    <a:pt x="26" y="73"/>
                    <a:pt x="19" y="63"/>
                  </a:cubicBezTo>
                  <a:cubicBezTo>
                    <a:pt x="12" y="53"/>
                    <a:pt x="11" y="42"/>
                    <a:pt x="15" y="30"/>
                  </a:cubicBezTo>
                  <a:cubicBezTo>
                    <a:pt x="18" y="18"/>
                    <a:pt x="26" y="9"/>
                    <a:pt x="38" y="5"/>
                  </a:cubicBezTo>
                  <a:cubicBezTo>
                    <a:pt x="49" y="0"/>
                    <a:pt x="62" y="0"/>
                    <a:pt x="76" y="4"/>
                  </a:cubicBezTo>
                  <a:cubicBezTo>
                    <a:pt x="86" y="7"/>
                    <a:pt x="95" y="12"/>
                    <a:pt x="102" y="19"/>
                  </a:cubicBezTo>
                  <a:cubicBezTo>
                    <a:pt x="109" y="25"/>
                    <a:pt x="113" y="33"/>
                    <a:pt x="115" y="43"/>
                  </a:cubicBezTo>
                  <a:cubicBezTo>
                    <a:pt x="117" y="52"/>
                    <a:pt x="116" y="64"/>
                    <a:pt x="112" y="79"/>
                  </a:cubicBezTo>
                  <a:cubicBezTo>
                    <a:pt x="107" y="94"/>
                    <a:pt x="101" y="106"/>
                    <a:pt x="94" y="114"/>
                  </a:cubicBezTo>
                  <a:cubicBezTo>
                    <a:pt x="87" y="122"/>
                    <a:pt x="78" y="127"/>
                    <a:pt x="68" y="129"/>
                  </a:cubicBezTo>
                  <a:cubicBezTo>
                    <a:pt x="58" y="132"/>
                    <a:pt x="47" y="131"/>
                    <a:pt x="36" y="128"/>
                  </a:cubicBezTo>
                  <a:cubicBezTo>
                    <a:pt x="24" y="124"/>
                    <a:pt x="15" y="118"/>
                    <a:pt x="9" y="111"/>
                  </a:cubicBezTo>
                  <a:cubicBezTo>
                    <a:pt x="2" y="103"/>
                    <a:pt x="0" y="94"/>
                    <a:pt x="1" y="84"/>
                  </a:cubicBezTo>
                  <a:close/>
                  <a:moveTo>
                    <a:pt x="96" y="54"/>
                  </a:moveTo>
                  <a:cubicBezTo>
                    <a:pt x="98" y="45"/>
                    <a:pt x="98" y="38"/>
                    <a:pt x="93" y="31"/>
                  </a:cubicBezTo>
                  <a:cubicBezTo>
                    <a:pt x="89" y="24"/>
                    <a:pt x="83" y="19"/>
                    <a:pt x="75" y="17"/>
                  </a:cubicBezTo>
                  <a:cubicBezTo>
                    <a:pt x="66" y="14"/>
                    <a:pt x="58" y="15"/>
                    <a:pt x="50" y="18"/>
                  </a:cubicBezTo>
                  <a:cubicBezTo>
                    <a:pt x="42" y="22"/>
                    <a:pt x="37" y="28"/>
                    <a:pt x="34" y="37"/>
                  </a:cubicBezTo>
                  <a:cubicBezTo>
                    <a:pt x="32" y="44"/>
                    <a:pt x="33" y="52"/>
                    <a:pt x="37" y="58"/>
                  </a:cubicBezTo>
                  <a:cubicBezTo>
                    <a:pt x="42" y="65"/>
                    <a:pt x="48" y="70"/>
                    <a:pt x="57" y="72"/>
                  </a:cubicBezTo>
                  <a:cubicBezTo>
                    <a:pt x="66" y="75"/>
                    <a:pt x="74" y="75"/>
                    <a:pt x="81" y="72"/>
                  </a:cubicBezTo>
                  <a:cubicBezTo>
                    <a:pt x="88" y="68"/>
                    <a:pt x="93" y="63"/>
                    <a:pt x="96" y="5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40" name="ïŝļíďê"/>
            <p:cNvSpPr/>
            <p:nvPr/>
          </p:nvSpPr>
          <p:spPr bwMode="auto">
            <a:xfrm>
              <a:off x="3731115" y="3918241"/>
              <a:ext cx="115454" cy="151109"/>
            </a:xfrm>
            <a:custGeom>
              <a:avLst/>
              <a:gdLst>
                <a:gd name="T0" fmla="*/ 16 w 87"/>
                <a:gd name="T1" fmla="*/ 114 h 114"/>
                <a:gd name="T2" fmla="*/ 0 w 87"/>
                <a:gd name="T3" fmla="*/ 103 h 114"/>
                <a:gd name="T4" fmla="*/ 55 w 87"/>
                <a:gd name="T5" fmla="*/ 20 h 114"/>
                <a:gd name="T6" fmla="*/ 34 w 87"/>
                <a:gd name="T7" fmla="*/ 18 h 114"/>
                <a:gd name="T8" fmla="*/ 12 w 87"/>
                <a:gd name="T9" fmla="*/ 13 h 114"/>
                <a:gd name="T10" fmla="*/ 20 w 87"/>
                <a:gd name="T11" fmla="*/ 1 h 114"/>
                <a:gd name="T12" fmla="*/ 52 w 87"/>
                <a:gd name="T13" fmla="*/ 4 h 114"/>
                <a:gd name="T14" fmla="*/ 77 w 87"/>
                <a:gd name="T15" fmla="*/ 0 h 114"/>
                <a:gd name="T16" fmla="*/ 87 w 87"/>
                <a:gd name="T17" fmla="*/ 7 h 114"/>
                <a:gd name="T18" fmla="*/ 16 w 87"/>
                <a:gd name="T19" fmla="*/ 114 h 11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87" h="114">
                  <a:moveTo>
                    <a:pt x="16" y="114"/>
                  </a:moveTo>
                  <a:cubicBezTo>
                    <a:pt x="0" y="103"/>
                    <a:pt x="0" y="103"/>
                    <a:pt x="0" y="103"/>
                  </a:cubicBezTo>
                  <a:cubicBezTo>
                    <a:pt x="55" y="20"/>
                    <a:pt x="55" y="20"/>
                    <a:pt x="55" y="20"/>
                  </a:cubicBezTo>
                  <a:cubicBezTo>
                    <a:pt x="49" y="20"/>
                    <a:pt x="42" y="19"/>
                    <a:pt x="34" y="18"/>
                  </a:cubicBezTo>
                  <a:cubicBezTo>
                    <a:pt x="25" y="17"/>
                    <a:pt x="18" y="15"/>
                    <a:pt x="12" y="13"/>
                  </a:cubicBezTo>
                  <a:cubicBezTo>
                    <a:pt x="20" y="1"/>
                    <a:pt x="20" y="1"/>
                    <a:pt x="20" y="1"/>
                  </a:cubicBezTo>
                  <a:cubicBezTo>
                    <a:pt x="32" y="3"/>
                    <a:pt x="42" y="5"/>
                    <a:pt x="52" y="4"/>
                  </a:cubicBezTo>
                  <a:cubicBezTo>
                    <a:pt x="63" y="4"/>
                    <a:pt x="71" y="3"/>
                    <a:pt x="77" y="0"/>
                  </a:cubicBezTo>
                  <a:cubicBezTo>
                    <a:pt x="87" y="7"/>
                    <a:pt x="87" y="7"/>
                    <a:pt x="87" y="7"/>
                  </a:cubicBezTo>
                  <a:lnTo>
                    <a:pt x="16" y="114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41" name="ïšľîdê"/>
            <p:cNvSpPr/>
            <p:nvPr/>
          </p:nvSpPr>
          <p:spPr bwMode="auto">
            <a:xfrm>
              <a:off x="3720928" y="2868968"/>
              <a:ext cx="927027" cy="1069647"/>
            </a:xfrm>
            <a:custGeom>
              <a:avLst/>
              <a:gdLst>
                <a:gd name="T0" fmla="*/ 278 w 696"/>
                <a:gd name="T1" fmla="*/ 294 h 802"/>
                <a:gd name="T2" fmla="*/ 355 w 696"/>
                <a:gd name="T3" fmla="*/ 253 h 802"/>
                <a:gd name="T4" fmla="*/ 351 w 696"/>
                <a:gd name="T5" fmla="*/ 199 h 802"/>
                <a:gd name="T6" fmla="*/ 293 w 696"/>
                <a:gd name="T7" fmla="*/ 184 h 802"/>
                <a:gd name="T8" fmla="*/ 402 w 696"/>
                <a:gd name="T9" fmla="*/ 0 h 802"/>
                <a:gd name="T10" fmla="*/ 425 w 696"/>
                <a:gd name="T11" fmla="*/ 167 h 802"/>
                <a:gd name="T12" fmla="*/ 690 w 696"/>
                <a:gd name="T13" fmla="*/ 189 h 802"/>
                <a:gd name="T14" fmla="*/ 453 w 696"/>
                <a:gd name="T15" fmla="*/ 208 h 802"/>
                <a:gd name="T16" fmla="*/ 405 w 696"/>
                <a:gd name="T17" fmla="*/ 353 h 802"/>
                <a:gd name="T18" fmla="*/ 365 w 696"/>
                <a:gd name="T19" fmla="*/ 493 h 802"/>
                <a:gd name="T20" fmla="*/ 359 w 696"/>
                <a:gd name="T21" fmla="*/ 724 h 802"/>
                <a:gd name="T22" fmla="*/ 342 w 696"/>
                <a:gd name="T23" fmla="*/ 799 h 802"/>
                <a:gd name="T24" fmla="*/ 298 w 696"/>
                <a:gd name="T25" fmla="*/ 622 h 802"/>
                <a:gd name="T26" fmla="*/ 51 w 696"/>
                <a:gd name="T27" fmla="*/ 588 h 802"/>
                <a:gd name="T28" fmla="*/ 0 w 696"/>
                <a:gd name="T29" fmla="*/ 586 h 802"/>
                <a:gd name="T30" fmla="*/ 306 w 696"/>
                <a:gd name="T31" fmla="*/ 546 h 802"/>
                <a:gd name="T32" fmla="*/ 361 w 696"/>
                <a:gd name="T33" fmla="*/ 325 h 802"/>
                <a:gd name="T34" fmla="*/ 302 w 696"/>
                <a:gd name="T35" fmla="*/ 364 h 802"/>
                <a:gd name="T36" fmla="*/ 283 w 696"/>
                <a:gd name="T37" fmla="*/ 417 h 802"/>
                <a:gd name="T38" fmla="*/ 104 w 696"/>
                <a:gd name="T39" fmla="*/ 502 h 802"/>
                <a:gd name="T40" fmla="*/ 23 w 696"/>
                <a:gd name="T41" fmla="*/ 325 h 802"/>
                <a:gd name="T42" fmla="*/ 239 w 696"/>
                <a:gd name="T43" fmla="*/ 204 h 802"/>
                <a:gd name="T44" fmla="*/ 453 w 696"/>
                <a:gd name="T45" fmla="*/ 491 h 802"/>
                <a:gd name="T46" fmla="*/ 500 w 696"/>
                <a:gd name="T47" fmla="*/ 530 h 802"/>
                <a:gd name="T48" fmla="*/ 395 w 696"/>
                <a:gd name="T49" fmla="*/ 572 h 802"/>
                <a:gd name="T50" fmla="*/ 502 w 696"/>
                <a:gd name="T51" fmla="*/ 587 h 802"/>
                <a:gd name="T52" fmla="*/ 513 w 696"/>
                <a:gd name="T53" fmla="*/ 616 h 802"/>
                <a:gd name="T54" fmla="*/ 406 w 696"/>
                <a:gd name="T55" fmla="*/ 690 h 802"/>
                <a:gd name="T56" fmla="*/ 560 w 696"/>
                <a:gd name="T57" fmla="*/ 745 h 802"/>
                <a:gd name="T58" fmla="*/ 559 w 696"/>
                <a:gd name="T59" fmla="*/ 667 h 802"/>
                <a:gd name="T60" fmla="*/ 608 w 696"/>
                <a:gd name="T61" fmla="*/ 646 h 802"/>
                <a:gd name="T62" fmla="*/ 663 w 696"/>
                <a:gd name="T63" fmla="*/ 601 h 802"/>
                <a:gd name="T64" fmla="*/ 668 w 696"/>
                <a:gd name="T65" fmla="*/ 557 h 802"/>
                <a:gd name="T66" fmla="*/ 667 w 696"/>
                <a:gd name="T67" fmla="*/ 489 h 802"/>
                <a:gd name="T68" fmla="*/ 639 w 696"/>
                <a:gd name="T69" fmla="*/ 514 h 802"/>
                <a:gd name="T70" fmla="*/ 572 w 696"/>
                <a:gd name="T71" fmla="*/ 517 h 802"/>
                <a:gd name="T72" fmla="*/ 533 w 696"/>
                <a:gd name="T73" fmla="*/ 490 h 802"/>
                <a:gd name="T74" fmla="*/ 453 w 696"/>
                <a:gd name="T75" fmla="*/ 491 h 802"/>
                <a:gd name="T76" fmla="*/ 556 w 696"/>
                <a:gd name="T77" fmla="*/ 584 h 802"/>
                <a:gd name="T78" fmla="*/ 624 w 696"/>
                <a:gd name="T79" fmla="*/ 584 h 802"/>
                <a:gd name="T80" fmla="*/ 513 w 696"/>
                <a:gd name="T81" fmla="*/ 357 h 802"/>
                <a:gd name="T82" fmla="*/ 488 w 696"/>
                <a:gd name="T83" fmla="*/ 461 h 802"/>
                <a:gd name="T84" fmla="*/ 679 w 696"/>
                <a:gd name="T85" fmla="*/ 422 h 802"/>
                <a:gd name="T86" fmla="*/ 513 w 696"/>
                <a:gd name="T87" fmla="*/ 357 h 802"/>
                <a:gd name="T88" fmla="*/ 480 w 696"/>
                <a:gd name="T89" fmla="*/ 410 h 802"/>
                <a:gd name="T90" fmla="*/ 575 w 696"/>
                <a:gd name="T91" fmla="*/ 433 h 802"/>
                <a:gd name="T92" fmla="*/ 581 w 696"/>
                <a:gd name="T93" fmla="*/ 389 h 802"/>
                <a:gd name="T94" fmla="*/ 524 w 696"/>
                <a:gd name="T95" fmla="*/ 234 h 802"/>
                <a:gd name="T96" fmla="*/ 493 w 696"/>
                <a:gd name="T97" fmla="*/ 341 h 802"/>
                <a:gd name="T98" fmla="*/ 694 w 696"/>
                <a:gd name="T99" fmla="*/ 293 h 802"/>
                <a:gd name="T100" fmla="*/ 524 w 696"/>
                <a:gd name="T101" fmla="*/ 234 h 802"/>
                <a:gd name="T102" fmla="*/ 492 w 696"/>
                <a:gd name="T103" fmla="*/ 291 h 802"/>
                <a:gd name="T104" fmla="*/ 587 w 696"/>
                <a:gd name="T105" fmla="*/ 311 h 802"/>
                <a:gd name="T106" fmla="*/ 593 w 696"/>
                <a:gd name="T107" fmla="*/ 270 h 802"/>
                <a:gd name="T108" fmla="*/ 87 w 696"/>
                <a:gd name="T109" fmla="*/ 375 h 802"/>
                <a:gd name="T110" fmla="*/ 106 w 696"/>
                <a:gd name="T111" fmla="*/ 443 h 802"/>
                <a:gd name="T112" fmla="*/ 199 w 696"/>
                <a:gd name="T113" fmla="*/ 455 h 802"/>
                <a:gd name="T114" fmla="*/ 225 w 696"/>
                <a:gd name="T115" fmla="*/ 371 h 802"/>
                <a:gd name="T116" fmla="*/ 225 w 696"/>
                <a:gd name="T117" fmla="*/ 322 h 802"/>
                <a:gd name="T118" fmla="*/ 170 w 696"/>
                <a:gd name="T119" fmla="*/ 241 h 802"/>
                <a:gd name="T120" fmla="*/ 76 w 696"/>
                <a:gd name="T121" fmla="*/ 327 h 80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  <a:cxn ang="0">
                  <a:pos x="T118" y="T119"/>
                </a:cxn>
                <a:cxn ang="0">
                  <a:pos x="T120" y="T121"/>
                </a:cxn>
              </a:cxnLst>
              <a:rect l="0" t="0" r="r" b="b"/>
              <a:pathLst>
                <a:path w="696" h="802">
                  <a:moveTo>
                    <a:pt x="274" y="278"/>
                  </a:moveTo>
                  <a:cubicBezTo>
                    <a:pt x="276" y="283"/>
                    <a:pt x="277" y="289"/>
                    <a:pt x="278" y="294"/>
                  </a:cubicBezTo>
                  <a:cubicBezTo>
                    <a:pt x="285" y="301"/>
                    <a:pt x="295" y="302"/>
                    <a:pt x="309" y="295"/>
                  </a:cubicBezTo>
                  <a:cubicBezTo>
                    <a:pt x="329" y="282"/>
                    <a:pt x="343" y="268"/>
                    <a:pt x="355" y="253"/>
                  </a:cubicBezTo>
                  <a:cubicBezTo>
                    <a:pt x="367" y="234"/>
                    <a:pt x="370" y="216"/>
                    <a:pt x="362" y="197"/>
                  </a:cubicBezTo>
                  <a:cubicBezTo>
                    <a:pt x="360" y="196"/>
                    <a:pt x="356" y="196"/>
                    <a:pt x="351" y="199"/>
                  </a:cubicBezTo>
                  <a:cubicBezTo>
                    <a:pt x="343" y="204"/>
                    <a:pt x="336" y="210"/>
                    <a:pt x="328" y="216"/>
                  </a:cubicBezTo>
                  <a:cubicBezTo>
                    <a:pt x="303" y="235"/>
                    <a:pt x="269" y="211"/>
                    <a:pt x="293" y="184"/>
                  </a:cubicBezTo>
                  <a:cubicBezTo>
                    <a:pt x="293" y="184"/>
                    <a:pt x="344" y="134"/>
                    <a:pt x="366" y="113"/>
                  </a:cubicBezTo>
                  <a:cubicBezTo>
                    <a:pt x="387" y="92"/>
                    <a:pt x="402" y="0"/>
                    <a:pt x="402" y="0"/>
                  </a:cubicBezTo>
                  <a:cubicBezTo>
                    <a:pt x="434" y="7"/>
                    <a:pt x="457" y="58"/>
                    <a:pt x="394" y="131"/>
                  </a:cubicBezTo>
                  <a:cubicBezTo>
                    <a:pt x="404" y="143"/>
                    <a:pt x="415" y="155"/>
                    <a:pt x="425" y="167"/>
                  </a:cubicBezTo>
                  <a:cubicBezTo>
                    <a:pt x="477" y="161"/>
                    <a:pt x="523" y="155"/>
                    <a:pt x="572" y="155"/>
                  </a:cubicBezTo>
                  <a:cubicBezTo>
                    <a:pt x="646" y="154"/>
                    <a:pt x="682" y="167"/>
                    <a:pt x="690" y="189"/>
                  </a:cubicBezTo>
                  <a:cubicBezTo>
                    <a:pt x="696" y="206"/>
                    <a:pt x="683" y="206"/>
                    <a:pt x="669" y="206"/>
                  </a:cubicBezTo>
                  <a:cubicBezTo>
                    <a:pt x="603" y="207"/>
                    <a:pt x="530" y="208"/>
                    <a:pt x="453" y="208"/>
                  </a:cubicBezTo>
                  <a:cubicBezTo>
                    <a:pt x="437" y="208"/>
                    <a:pt x="409" y="206"/>
                    <a:pt x="409" y="235"/>
                  </a:cubicBezTo>
                  <a:cubicBezTo>
                    <a:pt x="414" y="276"/>
                    <a:pt x="414" y="311"/>
                    <a:pt x="405" y="353"/>
                  </a:cubicBezTo>
                  <a:cubicBezTo>
                    <a:pt x="399" y="380"/>
                    <a:pt x="390" y="407"/>
                    <a:pt x="377" y="441"/>
                  </a:cubicBezTo>
                  <a:cubicBezTo>
                    <a:pt x="371" y="457"/>
                    <a:pt x="366" y="476"/>
                    <a:pt x="365" y="493"/>
                  </a:cubicBezTo>
                  <a:cubicBezTo>
                    <a:pt x="364" y="503"/>
                    <a:pt x="362" y="517"/>
                    <a:pt x="360" y="527"/>
                  </a:cubicBezTo>
                  <a:cubicBezTo>
                    <a:pt x="348" y="597"/>
                    <a:pt x="349" y="662"/>
                    <a:pt x="359" y="724"/>
                  </a:cubicBezTo>
                  <a:cubicBezTo>
                    <a:pt x="364" y="759"/>
                    <a:pt x="366" y="786"/>
                    <a:pt x="357" y="796"/>
                  </a:cubicBezTo>
                  <a:cubicBezTo>
                    <a:pt x="352" y="801"/>
                    <a:pt x="348" y="802"/>
                    <a:pt x="342" y="799"/>
                  </a:cubicBezTo>
                  <a:cubicBezTo>
                    <a:pt x="325" y="790"/>
                    <a:pt x="306" y="751"/>
                    <a:pt x="304" y="726"/>
                  </a:cubicBezTo>
                  <a:cubicBezTo>
                    <a:pt x="302" y="691"/>
                    <a:pt x="300" y="657"/>
                    <a:pt x="298" y="622"/>
                  </a:cubicBezTo>
                  <a:cubicBezTo>
                    <a:pt x="299" y="603"/>
                    <a:pt x="294" y="596"/>
                    <a:pt x="278" y="595"/>
                  </a:cubicBezTo>
                  <a:cubicBezTo>
                    <a:pt x="203" y="592"/>
                    <a:pt x="127" y="591"/>
                    <a:pt x="51" y="588"/>
                  </a:cubicBezTo>
                  <a:cubicBezTo>
                    <a:pt x="31" y="587"/>
                    <a:pt x="19" y="599"/>
                    <a:pt x="7" y="614"/>
                  </a:cubicBezTo>
                  <a:cubicBezTo>
                    <a:pt x="5" y="604"/>
                    <a:pt x="3" y="595"/>
                    <a:pt x="0" y="586"/>
                  </a:cubicBezTo>
                  <a:cubicBezTo>
                    <a:pt x="23" y="569"/>
                    <a:pt x="42" y="551"/>
                    <a:pt x="75" y="551"/>
                  </a:cubicBezTo>
                  <a:cubicBezTo>
                    <a:pt x="152" y="549"/>
                    <a:pt x="229" y="548"/>
                    <a:pt x="306" y="546"/>
                  </a:cubicBezTo>
                  <a:cubicBezTo>
                    <a:pt x="315" y="507"/>
                    <a:pt x="324" y="469"/>
                    <a:pt x="333" y="430"/>
                  </a:cubicBezTo>
                  <a:cubicBezTo>
                    <a:pt x="343" y="395"/>
                    <a:pt x="352" y="360"/>
                    <a:pt x="361" y="325"/>
                  </a:cubicBezTo>
                  <a:cubicBezTo>
                    <a:pt x="358" y="321"/>
                    <a:pt x="355" y="318"/>
                    <a:pt x="352" y="314"/>
                  </a:cubicBezTo>
                  <a:cubicBezTo>
                    <a:pt x="335" y="331"/>
                    <a:pt x="319" y="347"/>
                    <a:pt x="302" y="364"/>
                  </a:cubicBezTo>
                  <a:cubicBezTo>
                    <a:pt x="296" y="377"/>
                    <a:pt x="290" y="390"/>
                    <a:pt x="284" y="403"/>
                  </a:cubicBezTo>
                  <a:cubicBezTo>
                    <a:pt x="284" y="408"/>
                    <a:pt x="284" y="412"/>
                    <a:pt x="283" y="417"/>
                  </a:cubicBezTo>
                  <a:cubicBezTo>
                    <a:pt x="276" y="474"/>
                    <a:pt x="259" y="498"/>
                    <a:pt x="217" y="504"/>
                  </a:cubicBezTo>
                  <a:cubicBezTo>
                    <a:pt x="180" y="509"/>
                    <a:pt x="144" y="506"/>
                    <a:pt x="104" y="502"/>
                  </a:cubicBezTo>
                  <a:cubicBezTo>
                    <a:pt x="61" y="497"/>
                    <a:pt x="37" y="466"/>
                    <a:pt x="28" y="425"/>
                  </a:cubicBezTo>
                  <a:cubicBezTo>
                    <a:pt x="21" y="390"/>
                    <a:pt x="23" y="359"/>
                    <a:pt x="23" y="325"/>
                  </a:cubicBezTo>
                  <a:cubicBezTo>
                    <a:pt x="23" y="292"/>
                    <a:pt x="60" y="214"/>
                    <a:pt x="108" y="199"/>
                  </a:cubicBezTo>
                  <a:cubicBezTo>
                    <a:pt x="152" y="185"/>
                    <a:pt x="207" y="180"/>
                    <a:pt x="239" y="204"/>
                  </a:cubicBezTo>
                  <a:cubicBezTo>
                    <a:pt x="252" y="216"/>
                    <a:pt x="266" y="242"/>
                    <a:pt x="274" y="278"/>
                  </a:cubicBezTo>
                  <a:close/>
                  <a:moveTo>
                    <a:pt x="453" y="491"/>
                  </a:moveTo>
                  <a:cubicBezTo>
                    <a:pt x="439" y="497"/>
                    <a:pt x="428" y="508"/>
                    <a:pt x="427" y="515"/>
                  </a:cubicBezTo>
                  <a:cubicBezTo>
                    <a:pt x="420" y="536"/>
                    <a:pt x="464" y="528"/>
                    <a:pt x="500" y="530"/>
                  </a:cubicBezTo>
                  <a:cubicBezTo>
                    <a:pt x="521" y="530"/>
                    <a:pt x="531" y="547"/>
                    <a:pt x="507" y="556"/>
                  </a:cubicBezTo>
                  <a:cubicBezTo>
                    <a:pt x="470" y="561"/>
                    <a:pt x="432" y="567"/>
                    <a:pt x="395" y="572"/>
                  </a:cubicBezTo>
                  <a:cubicBezTo>
                    <a:pt x="377" y="574"/>
                    <a:pt x="362" y="604"/>
                    <a:pt x="390" y="606"/>
                  </a:cubicBezTo>
                  <a:cubicBezTo>
                    <a:pt x="411" y="607"/>
                    <a:pt x="457" y="597"/>
                    <a:pt x="502" y="587"/>
                  </a:cubicBezTo>
                  <a:cubicBezTo>
                    <a:pt x="507" y="586"/>
                    <a:pt x="513" y="587"/>
                    <a:pt x="514" y="592"/>
                  </a:cubicBezTo>
                  <a:cubicBezTo>
                    <a:pt x="515" y="601"/>
                    <a:pt x="514" y="610"/>
                    <a:pt x="513" y="616"/>
                  </a:cubicBezTo>
                  <a:cubicBezTo>
                    <a:pt x="493" y="622"/>
                    <a:pt x="405" y="655"/>
                    <a:pt x="387" y="662"/>
                  </a:cubicBezTo>
                  <a:cubicBezTo>
                    <a:pt x="372" y="668"/>
                    <a:pt x="368" y="692"/>
                    <a:pt x="406" y="690"/>
                  </a:cubicBezTo>
                  <a:cubicBezTo>
                    <a:pt x="439" y="686"/>
                    <a:pt x="476" y="675"/>
                    <a:pt x="514" y="663"/>
                  </a:cubicBezTo>
                  <a:cubicBezTo>
                    <a:pt x="520" y="699"/>
                    <a:pt x="533" y="726"/>
                    <a:pt x="560" y="745"/>
                  </a:cubicBezTo>
                  <a:cubicBezTo>
                    <a:pt x="574" y="751"/>
                    <a:pt x="585" y="748"/>
                    <a:pt x="582" y="722"/>
                  </a:cubicBezTo>
                  <a:cubicBezTo>
                    <a:pt x="568" y="693"/>
                    <a:pt x="560" y="678"/>
                    <a:pt x="559" y="667"/>
                  </a:cubicBezTo>
                  <a:cubicBezTo>
                    <a:pt x="556" y="654"/>
                    <a:pt x="561" y="648"/>
                    <a:pt x="576" y="648"/>
                  </a:cubicBezTo>
                  <a:cubicBezTo>
                    <a:pt x="587" y="647"/>
                    <a:pt x="598" y="647"/>
                    <a:pt x="608" y="646"/>
                  </a:cubicBezTo>
                  <a:cubicBezTo>
                    <a:pt x="614" y="647"/>
                    <a:pt x="621" y="646"/>
                    <a:pt x="627" y="642"/>
                  </a:cubicBezTo>
                  <a:cubicBezTo>
                    <a:pt x="637" y="635"/>
                    <a:pt x="658" y="610"/>
                    <a:pt x="663" y="601"/>
                  </a:cubicBezTo>
                  <a:cubicBezTo>
                    <a:pt x="664" y="589"/>
                    <a:pt x="662" y="586"/>
                    <a:pt x="663" y="575"/>
                  </a:cubicBezTo>
                  <a:cubicBezTo>
                    <a:pt x="664" y="569"/>
                    <a:pt x="665" y="563"/>
                    <a:pt x="668" y="557"/>
                  </a:cubicBezTo>
                  <a:cubicBezTo>
                    <a:pt x="670" y="553"/>
                    <a:pt x="674" y="552"/>
                    <a:pt x="675" y="546"/>
                  </a:cubicBezTo>
                  <a:cubicBezTo>
                    <a:pt x="670" y="528"/>
                    <a:pt x="669" y="509"/>
                    <a:pt x="667" y="489"/>
                  </a:cubicBezTo>
                  <a:cubicBezTo>
                    <a:pt x="664" y="473"/>
                    <a:pt x="643" y="474"/>
                    <a:pt x="640" y="487"/>
                  </a:cubicBezTo>
                  <a:cubicBezTo>
                    <a:pt x="639" y="496"/>
                    <a:pt x="640" y="505"/>
                    <a:pt x="639" y="514"/>
                  </a:cubicBezTo>
                  <a:cubicBezTo>
                    <a:pt x="635" y="536"/>
                    <a:pt x="618" y="537"/>
                    <a:pt x="603" y="537"/>
                  </a:cubicBezTo>
                  <a:cubicBezTo>
                    <a:pt x="590" y="537"/>
                    <a:pt x="562" y="537"/>
                    <a:pt x="572" y="517"/>
                  </a:cubicBezTo>
                  <a:cubicBezTo>
                    <a:pt x="585" y="498"/>
                    <a:pt x="581" y="483"/>
                    <a:pt x="561" y="485"/>
                  </a:cubicBezTo>
                  <a:cubicBezTo>
                    <a:pt x="552" y="486"/>
                    <a:pt x="543" y="489"/>
                    <a:pt x="533" y="490"/>
                  </a:cubicBezTo>
                  <a:cubicBezTo>
                    <a:pt x="522" y="491"/>
                    <a:pt x="492" y="486"/>
                    <a:pt x="475" y="487"/>
                  </a:cubicBezTo>
                  <a:cubicBezTo>
                    <a:pt x="466" y="487"/>
                    <a:pt x="464" y="486"/>
                    <a:pt x="453" y="491"/>
                  </a:cubicBezTo>
                  <a:close/>
                  <a:moveTo>
                    <a:pt x="591" y="563"/>
                  </a:moveTo>
                  <a:cubicBezTo>
                    <a:pt x="572" y="563"/>
                    <a:pt x="559" y="573"/>
                    <a:pt x="556" y="584"/>
                  </a:cubicBezTo>
                  <a:cubicBezTo>
                    <a:pt x="553" y="597"/>
                    <a:pt x="563" y="607"/>
                    <a:pt x="591" y="603"/>
                  </a:cubicBezTo>
                  <a:cubicBezTo>
                    <a:pt x="615" y="600"/>
                    <a:pt x="623" y="596"/>
                    <a:pt x="624" y="584"/>
                  </a:cubicBezTo>
                  <a:cubicBezTo>
                    <a:pt x="624" y="569"/>
                    <a:pt x="610" y="563"/>
                    <a:pt x="591" y="563"/>
                  </a:cubicBezTo>
                  <a:close/>
                  <a:moveTo>
                    <a:pt x="513" y="357"/>
                  </a:moveTo>
                  <a:cubicBezTo>
                    <a:pt x="468" y="353"/>
                    <a:pt x="427" y="380"/>
                    <a:pt x="427" y="411"/>
                  </a:cubicBezTo>
                  <a:cubicBezTo>
                    <a:pt x="426" y="438"/>
                    <a:pt x="447" y="455"/>
                    <a:pt x="488" y="461"/>
                  </a:cubicBezTo>
                  <a:cubicBezTo>
                    <a:pt x="533" y="467"/>
                    <a:pt x="560" y="469"/>
                    <a:pt x="604" y="470"/>
                  </a:cubicBezTo>
                  <a:cubicBezTo>
                    <a:pt x="640" y="470"/>
                    <a:pt x="678" y="453"/>
                    <a:pt x="679" y="422"/>
                  </a:cubicBezTo>
                  <a:cubicBezTo>
                    <a:pt x="681" y="376"/>
                    <a:pt x="647" y="365"/>
                    <a:pt x="603" y="361"/>
                  </a:cubicBezTo>
                  <a:cubicBezTo>
                    <a:pt x="603" y="361"/>
                    <a:pt x="513" y="357"/>
                    <a:pt x="513" y="357"/>
                  </a:cubicBezTo>
                  <a:close/>
                  <a:moveTo>
                    <a:pt x="530" y="389"/>
                  </a:moveTo>
                  <a:cubicBezTo>
                    <a:pt x="488" y="388"/>
                    <a:pt x="480" y="399"/>
                    <a:pt x="480" y="410"/>
                  </a:cubicBezTo>
                  <a:cubicBezTo>
                    <a:pt x="479" y="420"/>
                    <a:pt x="490" y="427"/>
                    <a:pt x="513" y="430"/>
                  </a:cubicBezTo>
                  <a:cubicBezTo>
                    <a:pt x="537" y="433"/>
                    <a:pt x="550" y="434"/>
                    <a:pt x="575" y="433"/>
                  </a:cubicBezTo>
                  <a:cubicBezTo>
                    <a:pt x="595" y="433"/>
                    <a:pt x="637" y="425"/>
                    <a:pt x="638" y="410"/>
                  </a:cubicBezTo>
                  <a:cubicBezTo>
                    <a:pt x="640" y="392"/>
                    <a:pt x="605" y="390"/>
                    <a:pt x="581" y="389"/>
                  </a:cubicBezTo>
                  <a:cubicBezTo>
                    <a:pt x="581" y="389"/>
                    <a:pt x="530" y="389"/>
                    <a:pt x="530" y="389"/>
                  </a:cubicBezTo>
                  <a:close/>
                  <a:moveTo>
                    <a:pt x="524" y="234"/>
                  </a:moveTo>
                  <a:cubicBezTo>
                    <a:pt x="462" y="235"/>
                    <a:pt x="439" y="261"/>
                    <a:pt x="438" y="292"/>
                  </a:cubicBezTo>
                  <a:cubicBezTo>
                    <a:pt x="437" y="319"/>
                    <a:pt x="452" y="337"/>
                    <a:pt x="493" y="341"/>
                  </a:cubicBezTo>
                  <a:cubicBezTo>
                    <a:pt x="537" y="341"/>
                    <a:pt x="582" y="342"/>
                    <a:pt x="626" y="341"/>
                  </a:cubicBezTo>
                  <a:cubicBezTo>
                    <a:pt x="662" y="340"/>
                    <a:pt x="694" y="324"/>
                    <a:pt x="694" y="293"/>
                  </a:cubicBezTo>
                  <a:cubicBezTo>
                    <a:pt x="694" y="244"/>
                    <a:pt x="658" y="237"/>
                    <a:pt x="615" y="235"/>
                  </a:cubicBezTo>
                  <a:cubicBezTo>
                    <a:pt x="615" y="235"/>
                    <a:pt x="525" y="235"/>
                    <a:pt x="524" y="234"/>
                  </a:cubicBezTo>
                  <a:close/>
                  <a:moveTo>
                    <a:pt x="543" y="270"/>
                  </a:moveTo>
                  <a:cubicBezTo>
                    <a:pt x="501" y="269"/>
                    <a:pt x="493" y="280"/>
                    <a:pt x="492" y="291"/>
                  </a:cubicBezTo>
                  <a:cubicBezTo>
                    <a:pt x="492" y="301"/>
                    <a:pt x="502" y="310"/>
                    <a:pt x="525" y="311"/>
                  </a:cubicBezTo>
                  <a:cubicBezTo>
                    <a:pt x="550" y="311"/>
                    <a:pt x="562" y="311"/>
                    <a:pt x="587" y="311"/>
                  </a:cubicBezTo>
                  <a:cubicBezTo>
                    <a:pt x="607" y="311"/>
                    <a:pt x="635" y="299"/>
                    <a:pt x="635" y="288"/>
                  </a:cubicBezTo>
                  <a:cubicBezTo>
                    <a:pt x="635" y="270"/>
                    <a:pt x="618" y="271"/>
                    <a:pt x="593" y="270"/>
                  </a:cubicBezTo>
                  <a:cubicBezTo>
                    <a:pt x="593" y="270"/>
                    <a:pt x="543" y="270"/>
                    <a:pt x="543" y="270"/>
                  </a:cubicBezTo>
                  <a:close/>
                  <a:moveTo>
                    <a:pt x="87" y="375"/>
                  </a:moveTo>
                  <a:cubicBezTo>
                    <a:pt x="73" y="376"/>
                    <a:pt x="70" y="379"/>
                    <a:pt x="72" y="390"/>
                  </a:cubicBezTo>
                  <a:cubicBezTo>
                    <a:pt x="80" y="408"/>
                    <a:pt x="86" y="428"/>
                    <a:pt x="106" y="443"/>
                  </a:cubicBezTo>
                  <a:cubicBezTo>
                    <a:pt x="123" y="456"/>
                    <a:pt x="134" y="458"/>
                    <a:pt x="155" y="458"/>
                  </a:cubicBezTo>
                  <a:cubicBezTo>
                    <a:pt x="174" y="458"/>
                    <a:pt x="187" y="457"/>
                    <a:pt x="199" y="455"/>
                  </a:cubicBezTo>
                  <a:cubicBezTo>
                    <a:pt x="213" y="452"/>
                    <a:pt x="224" y="442"/>
                    <a:pt x="227" y="425"/>
                  </a:cubicBezTo>
                  <a:cubicBezTo>
                    <a:pt x="229" y="407"/>
                    <a:pt x="228" y="382"/>
                    <a:pt x="225" y="371"/>
                  </a:cubicBezTo>
                  <a:cubicBezTo>
                    <a:pt x="177" y="372"/>
                    <a:pt x="135" y="373"/>
                    <a:pt x="87" y="375"/>
                  </a:cubicBezTo>
                  <a:close/>
                  <a:moveTo>
                    <a:pt x="225" y="322"/>
                  </a:moveTo>
                  <a:cubicBezTo>
                    <a:pt x="225" y="307"/>
                    <a:pt x="225" y="298"/>
                    <a:pt x="224" y="283"/>
                  </a:cubicBezTo>
                  <a:cubicBezTo>
                    <a:pt x="222" y="255"/>
                    <a:pt x="195" y="240"/>
                    <a:pt x="170" y="241"/>
                  </a:cubicBezTo>
                  <a:cubicBezTo>
                    <a:pt x="132" y="241"/>
                    <a:pt x="98" y="248"/>
                    <a:pt x="88" y="269"/>
                  </a:cubicBezTo>
                  <a:cubicBezTo>
                    <a:pt x="80" y="286"/>
                    <a:pt x="76" y="303"/>
                    <a:pt x="76" y="327"/>
                  </a:cubicBezTo>
                  <a:cubicBezTo>
                    <a:pt x="127" y="323"/>
                    <a:pt x="176" y="321"/>
                    <a:pt x="225" y="322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grpSp>
          <p:nvGrpSpPr>
            <p:cNvPr id="42" name="îsľïde"/>
            <p:cNvGrpSpPr/>
            <p:nvPr/>
          </p:nvGrpSpPr>
          <p:grpSpPr>
            <a:xfrm>
              <a:off x="5491155" y="3891242"/>
              <a:ext cx="3281937" cy="380319"/>
              <a:chOff x="5459413" y="4016376"/>
              <a:chExt cx="3068637" cy="355601"/>
            </a:xfrm>
            <a:grpFill/>
          </p:grpSpPr>
          <p:sp>
            <p:nvSpPr>
              <p:cNvPr id="56" name="îsļiḋê"/>
              <p:cNvSpPr/>
              <p:nvPr/>
            </p:nvSpPr>
            <p:spPr bwMode="auto">
              <a:xfrm>
                <a:off x="5459413" y="4022726"/>
                <a:ext cx="236537" cy="284163"/>
              </a:xfrm>
              <a:custGeom>
                <a:avLst/>
                <a:gdLst>
                  <a:gd name="T0" fmla="*/ 43 w 45"/>
                  <a:gd name="T1" fmla="*/ 13 h 52"/>
                  <a:gd name="T2" fmla="*/ 26 w 45"/>
                  <a:gd name="T3" fmla="*/ 2 h 52"/>
                  <a:gd name="T4" fmla="*/ 23 w 45"/>
                  <a:gd name="T5" fmla="*/ 2 h 52"/>
                  <a:gd name="T6" fmla="*/ 16 w 45"/>
                  <a:gd name="T7" fmla="*/ 8 h 52"/>
                  <a:gd name="T8" fmla="*/ 16 w 45"/>
                  <a:gd name="T9" fmla="*/ 24 h 52"/>
                  <a:gd name="T10" fmla="*/ 23 w 45"/>
                  <a:gd name="T11" fmla="*/ 24 h 52"/>
                  <a:gd name="T12" fmla="*/ 31 w 45"/>
                  <a:gd name="T13" fmla="*/ 17 h 52"/>
                  <a:gd name="T14" fmla="*/ 31 w 45"/>
                  <a:gd name="T15" fmla="*/ 15 h 52"/>
                  <a:gd name="T16" fmla="*/ 33 w 45"/>
                  <a:gd name="T17" fmla="*/ 15 h 52"/>
                  <a:gd name="T18" fmla="*/ 33 w 45"/>
                  <a:gd name="T19" fmla="*/ 36 h 52"/>
                  <a:gd name="T20" fmla="*/ 31 w 45"/>
                  <a:gd name="T21" fmla="*/ 36 h 52"/>
                  <a:gd name="T22" fmla="*/ 31 w 45"/>
                  <a:gd name="T23" fmla="*/ 34 h 52"/>
                  <a:gd name="T24" fmla="*/ 24 w 45"/>
                  <a:gd name="T25" fmla="*/ 26 h 52"/>
                  <a:gd name="T26" fmla="*/ 16 w 45"/>
                  <a:gd name="T27" fmla="*/ 26 h 52"/>
                  <a:gd name="T28" fmla="*/ 16 w 45"/>
                  <a:gd name="T29" fmla="*/ 45 h 52"/>
                  <a:gd name="T30" fmla="*/ 21 w 45"/>
                  <a:gd name="T31" fmla="*/ 50 h 52"/>
                  <a:gd name="T32" fmla="*/ 25 w 45"/>
                  <a:gd name="T33" fmla="*/ 50 h 52"/>
                  <a:gd name="T34" fmla="*/ 25 w 45"/>
                  <a:gd name="T35" fmla="*/ 52 h 52"/>
                  <a:gd name="T36" fmla="*/ 0 w 45"/>
                  <a:gd name="T37" fmla="*/ 52 h 52"/>
                  <a:gd name="T38" fmla="*/ 0 w 45"/>
                  <a:gd name="T39" fmla="*/ 50 h 52"/>
                  <a:gd name="T40" fmla="*/ 3 w 45"/>
                  <a:gd name="T41" fmla="*/ 50 h 52"/>
                  <a:gd name="T42" fmla="*/ 8 w 45"/>
                  <a:gd name="T43" fmla="*/ 45 h 52"/>
                  <a:gd name="T44" fmla="*/ 8 w 45"/>
                  <a:gd name="T45" fmla="*/ 8 h 52"/>
                  <a:gd name="T46" fmla="*/ 2 w 45"/>
                  <a:gd name="T47" fmla="*/ 2 h 52"/>
                  <a:gd name="T48" fmla="*/ 0 w 45"/>
                  <a:gd name="T49" fmla="*/ 2 h 52"/>
                  <a:gd name="T50" fmla="*/ 0 w 45"/>
                  <a:gd name="T51" fmla="*/ 0 h 52"/>
                  <a:gd name="T52" fmla="*/ 41 w 45"/>
                  <a:gd name="T53" fmla="*/ 0 h 52"/>
                  <a:gd name="T54" fmla="*/ 45 w 45"/>
                  <a:gd name="T55" fmla="*/ 12 h 52"/>
                  <a:gd name="T56" fmla="*/ 43 w 45"/>
                  <a:gd name="T57" fmla="*/ 13 h 5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</a:cxnLst>
                <a:rect l="0" t="0" r="r" b="b"/>
                <a:pathLst>
                  <a:path w="45" h="52">
                    <a:moveTo>
                      <a:pt x="43" y="13"/>
                    </a:moveTo>
                    <a:cubicBezTo>
                      <a:pt x="41" y="9"/>
                      <a:pt x="37" y="2"/>
                      <a:pt x="26" y="2"/>
                    </a:cubicBezTo>
                    <a:cubicBezTo>
                      <a:pt x="23" y="2"/>
                      <a:pt x="23" y="2"/>
                      <a:pt x="23" y="2"/>
                    </a:cubicBezTo>
                    <a:cubicBezTo>
                      <a:pt x="19" y="2"/>
                      <a:pt x="16" y="4"/>
                      <a:pt x="16" y="8"/>
                    </a:cubicBezTo>
                    <a:cubicBezTo>
                      <a:pt x="16" y="24"/>
                      <a:pt x="16" y="24"/>
                      <a:pt x="16" y="24"/>
                    </a:cubicBezTo>
                    <a:cubicBezTo>
                      <a:pt x="23" y="24"/>
                      <a:pt x="23" y="24"/>
                      <a:pt x="23" y="24"/>
                    </a:cubicBezTo>
                    <a:cubicBezTo>
                      <a:pt x="27" y="24"/>
                      <a:pt x="31" y="21"/>
                      <a:pt x="31" y="17"/>
                    </a:cubicBezTo>
                    <a:cubicBezTo>
                      <a:pt x="31" y="15"/>
                      <a:pt x="31" y="15"/>
                      <a:pt x="31" y="15"/>
                    </a:cubicBezTo>
                    <a:cubicBezTo>
                      <a:pt x="33" y="15"/>
                      <a:pt x="33" y="15"/>
                      <a:pt x="33" y="15"/>
                    </a:cubicBezTo>
                    <a:cubicBezTo>
                      <a:pt x="33" y="36"/>
                      <a:pt x="33" y="36"/>
                      <a:pt x="33" y="36"/>
                    </a:cubicBezTo>
                    <a:cubicBezTo>
                      <a:pt x="31" y="36"/>
                      <a:pt x="31" y="36"/>
                      <a:pt x="31" y="36"/>
                    </a:cubicBezTo>
                    <a:cubicBezTo>
                      <a:pt x="31" y="34"/>
                      <a:pt x="31" y="34"/>
                      <a:pt x="31" y="34"/>
                    </a:cubicBezTo>
                    <a:cubicBezTo>
                      <a:pt x="31" y="31"/>
                      <a:pt x="28" y="26"/>
                      <a:pt x="24" y="26"/>
                    </a:cubicBezTo>
                    <a:cubicBezTo>
                      <a:pt x="16" y="26"/>
                      <a:pt x="16" y="26"/>
                      <a:pt x="16" y="26"/>
                    </a:cubicBezTo>
                    <a:cubicBezTo>
                      <a:pt x="16" y="45"/>
                      <a:pt x="16" y="45"/>
                      <a:pt x="16" y="45"/>
                    </a:cubicBezTo>
                    <a:cubicBezTo>
                      <a:pt x="16" y="48"/>
                      <a:pt x="18" y="50"/>
                      <a:pt x="21" y="50"/>
                    </a:cubicBezTo>
                    <a:cubicBezTo>
                      <a:pt x="25" y="50"/>
                      <a:pt x="25" y="50"/>
                      <a:pt x="25" y="50"/>
                    </a:cubicBezTo>
                    <a:cubicBezTo>
                      <a:pt x="25" y="52"/>
                      <a:pt x="25" y="52"/>
                      <a:pt x="25" y="52"/>
                    </a:cubicBezTo>
                    <a:cubicBezTo>
                      <a:pt x="0" y="52"/>
                      <a:pt x="0" y="52"/>
                      <a:pt x="0" y="52"/>
                    </a:cubicBezTo>
                    <a:cubicBezTo>
                      <a:pt x="0" y="50"/>
                      <a:pt x="0" y="50"/>
                      <a:pt x="0" y="50"/>
                    </a:cubicBezTo>
                    <a:cubicBezTo>
                      <a:pt x="3" y="50"/>
                      <a:pt x="3" y="50"/>
                      <a:pt x="3" y="50"/>
                    </a:cubicBezTo>
                    <a:cubicBezTo>
                      <a:pt x="6" y="50"/>
                      <a:pt x="8" y="49"/>
                      <a:pt x="8" y="45"/>
                    </a:cubicBezTo>
                    <a:cubicBezTo>
                      <a:pt x="8" y="8"/>
                      <a:pt x="8" y="8"/>
                      <a:pt x="8" y="8"/>
                    </a:cubicBezTo>
                    <a:cubicBezTo>
                      <a:pt x="8" y="5"/>
                      <a:pt x="6" y="2"/>
                      <a:pt x="2" y="2"/>
                    </a:cubicBezTo>
                    <a:cubicBezTo>
                      <a:pt x="0" y="2"/>
                      <a:pt x="0" y="2"/>
                      <a:pt x="0" y="2"/>
                    </a:cubicBezTo>
                    <a:cubicBezTo>
                      <a:pt x="0" y="0"/>
                      <a:pt x="0" y="0"/>
                      <a:pt x="0" y="0"/>
                    </a:cubicBezTo>
                    <a:cubicBezTo>
                      <a:pt x="41" y="0"/>
                      <a:pt x="41" y="0"/>
                      <a:pt x="41" y="0"/>
                    </a:cubicBezTo>
                    <a:cubicBezTo>
                      <a:pt x="45" y="12"/>
                      <a:pt x="45" y="12"/>
                      <a:pt x="45" y="12"/>
                    </a:cubicBezTo>
                    <a:lnTo>
                      <a:pt x="43" y="13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57" name="íš1îḓe"/>
              <p:cNvSpPr/>
              <p:nvPr/>
            </p:nvSpPr>
            <p:spPr bwMode="auto">
              <a:xfrm>
                <a:off x="5716588" y="4114801"/>
                <a:ext cx="193675" cy="201613"/>
              </a:xfrm>
              <a:custGeom>
                <a:avLst/>
                <a:gdLst>
                  <a:gd name="T0" fmla="*/ 0 w 37"/>
                  <a:gd name="T1" fmla="*/ 3 h 37"/>
                  <a:gd name="T2" fmla="*/ 12 w 37"/>
                  <a:gd name="T3" fmla="*/ 0 h 37"/>
                  <a:gd name="T4" fmla="*/ 12 w 37"/>
                  <a:gd name="T5" fmla="*/ 25 h 37"/>
                  <a:gd name="T6" fmla="*/ 18 w 37"/>
                  <a:gd name="T7" fmla="*/ 32 h 37"/>
                  <a:gd name="T8" fmla="*/ 24 w 37"/>
                  <a:gd name="T9" fmla="*/ 28 h 37"/>
                  <a:gd name="T10" fmla="*/ 24 w 37"/>
                  <a:gd name="T11" fmla="*/ 7 h 37"/>
                  <a:gd name="T12" fmla="*/ 22 w 37"/>
                  <a:gd name="T13" fmla="*/ 4 h 37"/>
                  <a:gd name="T14" fmla="*/ 19 w 37"/>
                  <a:gd name="T15" fmla="*/ 4 h 37"/>
                  <a:gd name="T16" fmla="*/ 19 w 37"/>
                  <a:gd name="T17" fmla="*/ 3 h 37"/>
                  <a:gd name="T18" fmla="*/ 32 w 37"/>
                  <a:gd name="T19" fmla="*/ 0 h 37"/>
                  <a:gd name="T20" fmla="*/ 32 w 37"/>
                  <a:gd name="T21" fmla="*/ 29 h 37"/>
                  <a:gd name="T22" fmla="*/ 35 w 37"/>
                  <a:gd name="T23" fmla="*/ 33 h 37"/>
                  <a:gd name="T24" fmla="*/ 37 w 37"/>
                  <a:gd name="T25" fmla="*/ 33 h 37"/>
                  <a:gd name="T26" fmla="*/ 37 w 37"/>
                  <a:gd name="T27" fmla="*/ 35 h 37"/>
                  <a:gd name="T28" fmla="*/ 24 w 37"/>
                  <a:gd name="T29" fmla="*/ 35 h 37"/>
                  <a:gd name="T30" fmla="*/ 24 w 37"/>
                  <a:gd name="T31" fmla="*/ 31 h 37"/>
                  <a:gd name="T32" fmla="*/ 15 w 37"/>
                  <a:gd name="T33" fmla="*/ 37 h 37"/>
                  <a:gd name="T34" fmla="*/ 5 w 37"/>
                  <a:gd name="T35" fmla="*/ 26 h 37"/>
                  <a:gd name="T36" fmla="*/ 5 w 37"/>
                  <a:gd name="T37" fmla="*/ 7 h 37"/>
                  <a:gd name="T38" fmla="*/ 2 w 37"/>
                  <a:gd name="T39" fmla="*/ 4 h 37"/>
                  <a:gd name="T40" fmla="*/ 0 w 37"/>
                  <a:gd name="T41" fmla="*/ 4 h 37"/>
                  <a:gd name="T42" fmla="*/ 0 w 37"/>
                  <a:gd name="T43" fmla="*/ 3 h 3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</a:cxnLst>
                <a:rect l="0" t="0" r="r" b="b"/>
                <a:pathLst>
                  <a:path w="37" h="37">
                    <a:moveTo>
                      <a:pt x="0" y="3"/>
                    </a:moveTo>
                    <a:cubicBezTo>
                      <a:pt x="12" y="0"/>
                      <a:pt x="12" y="0"/>
                      <a:pt x="12" y="0"/>
                    </a:cubicBezTo>
                    <a:cubicBezTo>
                      <a:pt x="12" y="25"/>
                      <a:pt x="12" y="25"/>
                      <a:pt x="12" y="25"/>
                    </a:cubicBezTo>
                    <a:cubicBezTo>
                      <a:pt x="12" y="28"/>
                      <a:pt x="14" y="32"/>
                      <a:pt x="18" y="32"/>
                    </a:cubicBezTo>
                    <a:cubicBezTo>
                      <a:pt x="21" y="32"/>
                      <a:pt x="23" y="30"/>
                      <a:pt x="24" y="28"/>
                    </a:cubicBezTo>
                    <a:cubicBezTo>
                      <a:pt x="24" y="7"/>
                      <a:pt x="24" y="7"/>
                      <a:pt x="24" y="7"/>
                    </a:cubicBezTo>
                    <a:cubicBezTo>
                      <a:pt x="24" y="5"/>
                      <a:pt x="24" y="4"/>
                      <a:pt x="22" y="4"/>
                    </a:cubicBezTo>
                    <a:cubicBezTo>
                      <a:pt x="21" y="4"/>
                      <a:pt x="20" y="4"/>
                      <a:pt x="19" y="4"/>
                    </a:cubicBezTo>
                    <a:cubicBezTo>
                      <a:pt x="19" y="3"/>
                      <a:pt x="19" y="3"/>
                      <a:pt x="19" y="3"/>
                    </a:cubicBezTo>
                    <a:cubicBezTo>
                      <a:pt x="32" y="0"/>
                      <a:pt x="32" y="0"/>
                      <a:pt x="32" y="0"/>
                    </a:cubicBezTo>
                    <a:cubicBezTo>
                      <a:pt x="32" y="29"/>
                      <a:pt x="32" y="29"/>
                      <a:pt x="32" y="29"/>
                    </a:cubicBezTo>
                    <a:cubicBezTo>
                      <a:pt x="32" y="32"/>
                      <a:pt x="33" y="33"/>
                      <a:pt x="35" y="33"/>
                    </a:cubicBezTo>
                    <a:cubicBezTo>
                      <a:pt x="37" y="33"/>
                      <a:pt x="37" y="33"/>
                      <a:pt x="37" y="33"/>
                    </a:cubicBezTo>
                    <a:cubicBezTo>
                      <a:pt x="37" y="35"/>
                      <a:pt x="37" y="35"/>
                      <a:pt x="37" y="35"/>
                    </a:cubicBezTo>
                    <a:cubicBezTo>
                      <a:pt x="24" y="35"/>
                      <a:pt x="24" y="35"/>
                      <a:pt x="24" y="35"/>
                    </a:cubicBezTo>
                    <a:cubicBezTo>
                      <a:pt x="24" y="31"/>
                      <a:pt x="24" y="31"/>
                      <a:pt x="24" y="31"/>
                    </a:cubicBezTo>
                    <a:cubicBezTo>
                      <a:pt x="23" y="33"/>
                      <a:pt x="20" y="37"/>
                      <a:pt x="15" y="37"/>
                    </a:cubicBezTo>
                    <a:cubicBezTo>
                      <a:pt x="10" y="37"/>
                      <a:pt x="5" y="34"/>
                      <a:pt x="5" y="26"/>
                    </a:cubicBezTo>
                    <a:cubicBezTo>
                      <a:pt x="5" y="7"/>
                      <a:pt x="5" y="7"/>
                      <a:pt x="5" y="7"/>
                    </a:cubicBezTo>
                    <a:cubicBezTo>
                      <a:pt x="5" y="6"/>
                      <a:pt x="4" y="4"/>
                      <a:pt x="2" y="4"/>
                    </a:cubicBezTo>
                    <a:cubicBezTo>
                      <a:pt x="2" y="4"/>
                      <a:pt x="1" y="4"/>
                      <a:pt x="0" y="4"/>
                    </a:cubicBezTo>
                    <a:lnTo>
                      <a:pt x="0" y="3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58" name="iš1iďe"/>
              <p:cNvSpPr/>
              <p:nvPr/>
            </p:nvSpPr>
            <p:spPr bwMode="auto">
              <a:xfrm>
                <a:off x="5937250" y="4016376"/>
                <a:ext cx="193675" cy="300038"/>
              </a:xfrm>
              <a:custGeom>
                <a:avLst/>
                <a:gdLst>
                  <a:gd name="T0" fmla="*/ 23 w 37"/>
                  <a:gd name="T1" fmla="*/ 53 h 55"/>
                  <a:gd name="T2" fmla="*/ 23 w 37"/>
                  <a:gd name="T3" fmla="*/ 50 h 55"/>
                  <a:gd name="T4" fmla="*/ 14 w 37"/>
                  <a:gd name="T5" fmla="*/ 55 h 55"/>
                  <a:gd name="T6" fmla="*/ 0 w 37"/>
                  <a:gd name="T7" fmla="*/ 36 h 55"/>
                  <a:gd name="T8" fmla="*/ 15 w 37"/>
                  <a:gd name="T9" fmla="*/ 18 h 55"/>
                  <a:gd name="T10" fmla="*/ 23 w 37"/>
                  <a:gd name="T11" fmla="*/ 21 h 55"/>
                  <a:gd name="T12" fmla="*/ 23 w 37"/>
                  <a:gd name="T13" fmla="*/ 7 h 55"/>
                  <a:gd name="T14" fmla="*/ 20 w 37"/>
                  <a:gd name="T15" fmla="*/ 4 h 55"/>
                  <a:gd name="T16" fmla="*/ 17 w 37"/>
                  <a:gd name="T17" fmla="*/ 5 h 55"/>
                  <a:gd name="T18" fmla="*/ 16 w 37"/>
                  <a:gd name="T19" fmla="*/ 3 h 55"/>
                  <a:gd name="T20" fmla="*/ 31 w 37"/>
                  <a:gd name="T21" fmla="*/ 0 h 55"/>
                  <a:gd name="T22" fmla="*/ 31 w 37"/>
                  <a:gd name="T23" fmla="*/ 48 h 55"/>
                  <a:gd name="T24" fmla="*/ 35 w 37"/>
                  <a:gd name="T25" fmla="*/ 51 h 55"/>
                  <a:gd name="T26" fmla="*/ 37 w 37"/>
                  <a:gd name="T27" fmla="*/ 51 h 55"/>
                  <a:gd name="T28" fmla="*/ 37 w 37"/>
                  <a:gd name="T29" fmla="*/ 53 h 55"/>
                  <a:gd name="T30" fmla="*/ 23 w 37"/>
                  <a:gd name="T31" fmla="*/ 53 h 55"/>
                  <a:gd name="T32" fmla="*/ 23 w 37"/>
                  <a:gd name="T33" fmla="*/ 24 h 55"/>
                  <a:gd name="T34" fmla="*/ 17 w 37"/>
                  <a:gd name="T35" fmla="*/ 21 h 55"/>
                  <a:gd name="T36" fmla="*/ 8 w 37"/>
                  <a:gd name="T37" fmla="*/ 37 h 55"/>
                  <a:gd name="T38" fmla="*/ 17 w 37"/>
                  <a:gd name="T39" fmla="*/ 51 h 55"/>
                  <a:gd name="T40" fmla="*/ 23 w 37"/>
                  <a:gd name="T41" fmla="*/ 48 h 55"/>
                  <a:gd name="T42" fmla="*/ 23 w 37"/>
                  <a:gd name="T43" fmla="*/ 24 h 55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</a:cxnLst>
                <a:rect l="0" t="0" r="r" b="b"/>
                <a:pathLst>
                  <a:path w="37" h="55">
                    <a:moveTo>
                      <a:pt x="23" y="53"/>
                    </a:moveTo>
                    <a:cubicBezTo>
                      <a:pt x="23" y="50"/>
                      <a:pt x="23" y="50"/>
                      <a:pt x="23" y="50"/>
                    </a:cubicBezTo>
                    <a:cubicBezTo>
                      <a:pt x="22" y="52"/>
                      <a:pt x="20" y="55"/>
                      <a:pt x="14" y="55"/>
                    </a:cubicBezTo>
                    <a:cubicBezTo>
                      <a:pt x="5" y="55"/>
                      <a:pt x="0" y="45"/>
                      <a:pt x="0" y="36"/>
                    </a:cubicBezTo>
                    <a:cubicBezTo>
                      <a:pt x="0" y="26"/>
                      <a:pt x="6" y="18"/>
                      <a:pt x="15" y="18"/>
                    </a:cubicBezTo>
                    <a:cubicBezTo>
                      <a:pt x="19" y="18"/>
                      <a:pt x="21" y="19"/>
                      <a:pt x="23" y="21"/>
                    </a:cubicBezTo>
                    <a:cubicBezTo>
                      <a:pt x="23" y="7"/>
                      <a:pt x="23" y="7"/>
                      <a:pt x="23" y="7"/>
                    </a:cubicBezTo>
                    <a:cubicBezTo>
                      <a:pt x="23" y="6"/>
                      <a:pt x="22" y="4"/>
                      <a:pt x="20" y="4"/>
                    </a:cubicBezTo>
                    <a:cubicBezTo>
                      <a:pt x="19" y="4"/>
                      <a:pt x="18" y="5"/>
                      <a:pt x="17" y="5"/>
                    </a:cubicBezTo>
                    <a:cubicBezTo>
                      <a:pt x="16" y="3"/>
                      <a:pt x="16" y="3"/>
                      <a:pt x="16" y="3"/>
                    </a:cubicBezTo>
                    <a:cubicBezTo>
                      <a:pt x="31" y="0"/>
                      <a:pt x="31" y="0"/>
                      <a:pt x="31" y="0"/>
                    </a:cubicBezTo>
                    <a:cubicBezTo>
                      <a:pt x="31" y="48"/>
                      <a:pt x="31" y="48"/>
                      <a:pt x="31" y="48"/>
                    </a:cubicBezTo>
                    <a:cubicBezTo>
                      <a:pt x="31" y="50"/>
                      <a:pt x="32" y="51"/>
                      <a:pt x="35" y="51"/>
                    </a:cubicBezTo>
                    <a:cubicBezTo>
                      <a:pt x="37" y="51"/>
                      <a:pt x="37" y="51"/>
                      <a:pt x="37" y="51"/>
                    </a:cubicBezTo>
                    <a:cubicBezTo>
                      <a:pt x="37" y="53"/>
                      <a:pt x="37" y="53"/>
                      <a:pt x="37" y="53"/>
                    </a:cubicBezTo>
                    <a:lnTo>
                      <a:pt x="23" y="53"/>
                    </a:lnTo>
                    <a:close/>
                    <a:moveTo>
                      <a:pt x="23" y="24"/>
                    </a:moveTo>
                    <a:cubicBezTo>
                      <a:pt x="22" y="22"/>
                      <a:pt x="21" y="21"/>
                      <a:pt x="17" y="21"/>
                    </a:cubicBezTo>
                    <a:cubicBezTo>
                      <a:pt x="10" y="21"/>
                      <a:pt x="8" y="30"/>
                      <a:pt x="8" y="37"/>
                    </a:cubicBezTo>
                    <a:cubicBezTo>
                      <a:pt x="8" y="45"/>
                      <a:pt x="12" y="51"/>
                      <a:pt x="17" y="51"/>
                    </a:cubicBezTo>
                    <a:cubicBezTo>
                      <a:pt x="20" y="51"/>
                      <a:pt x="22" y="49"/>
                      <a:pt x="23" y="48"/>
                    </a:cubicBezTo>
                    <a:lnTo>
                      <a:pt x="23" y="24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59" name="iŝļíḓè"/>
              <p:cNvSpPr/>
              <p:nvPr/>
            </p:nvSpPr>
            <p:spPr bwMode="auto">
              <a:xfrm>
                <a:off x="6153150" y="4114801"/>
                <a:ext cx="173037" cy="201613"/>
              </a:xfrm>
              <a:custGeom>
                <a:avLst/>
                <a:gdLst>
                  <a:gd name="T0" fmla="*/ 25 w 33"/>
                  <a:gd name="T1" fmla="*/ 37 h 37"/>
                  <a:gd name="T2" fmla="*/ 19 w 33"/>
                  <a:gd name="T3" fmla="*/ 33 h 37"/>
                  <a:gd name="T4" fmla="*/ 9 w 33"/>
                  <a:gd name="T5" fmla="*/ 37 h 37"/>
                  <a:gd name="T6" fmla="*/ 0 w 33"/>
                  <a:gd name="T7" fmla="*/ 29 h 37"/>
                  <a:gd name="T8" fmla="*/ 3 w 33"/>
                  <a:gd name="T9" fmla="*/ 24 h 37"/>
                  <a:gd name="T10" fmla="*/ 19 w 33"/>
                  <a:gd name="T11" fmla="*/ 15 h 37"/>
                  <a:gd name="T12" fmla="*/ 19 w 33"/>
                  <a:gd name="T13" fmla="*/ 6 h 37"/>
                  <a:gd name="T14" fmla="*/ 15 w 33"/>
                  <a:gd name="T15" fmla="*/ 2 h 37"/>
                  <a:gd name="T16" fmla="*/ 11 w 33"/>
                  <a:gd name="T17" fmla="*/ 6 h 37"/>
                  <a:gd name="T18" fmla="*/ 6 w 33"/>
                  <a:gd name="T19" fmla="*/ 12 h 37"/>
                  <a:gd name="T20" fmla="*/ 1 w 33"/>
                  <a:gd name="T21" fmla="*/ 7 h 37"/>
                  <a:gd name="T22" fmla="*/ 3 w 33"/>
                  <a:gd name="T23" fmla="*/ 3 h 37"/>
                  <a:gd name="T24" fmla="*/ 15 w 33"/>
                  <a:gd name="T25" fmla="*/ 0 h 37"/>
                  <a:gd name="T26" fmla="*/ 26 w 33"/>
                  <a:gd name="T27" fmla="*/ 3 h 37"/>
                  <a:gd name="T28" fmla="*/ 27 w 33"/>
                  <a:gd name="T29" fmla="*/ 9 h 37"/>
                  <a:gd name="T30" fmla="*/ 27 w 33"/>
                  <a:gd name="T31" fmla="*/ 28 h 37"/>
                  <a:gd name="T32" fmla="*/ 29 w 33"/>
                  <a:gd name="T33" fmla="*/ 33 h 37"/>
                  <a:gd name="T34" fmla="*/ 32 w 33"/>
                  <a:gd name="T35" fmla="*/ 31 h 37"/>
                  <a:gd name="T36" fmla="*/ 33 w 33"/>
                  <a:gd name="T37" fmla="*/ 32 h 37"/>
                  <a:gd name="T38" fmla="*/ 25 w 33"/>
                  <a:gd name="T39" fmla="*/ 37 h 37"/>
                  <a:gd name="T40" fmla="*/ 19 w 33"/>
                  <a:gd name="T41" fmla="*/ 17 h 37"/>
                  <a:gd name="T42" fmla="*/ 9 w 33"/>
                  <a:gd name="T43" fmla="*/ 28 h 37"/>
                  <a:gd name="T44" fmla="*/ 14 w 33"/>
                  <a:gd name="T45" fmla="*/ 33 h 37"/>
                  <a:gd name="T46" fmla="*/ 19 w 33"/>
                  <a:gd name="T47" fmla="*/ 31 h 37"/>
                  <a:gd name="T48" fmla="*/ 19 w 33"/>
                  <a:gd name="T49" fmla="*/ 17 h 3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</a:cxnLst>
                <a:rect l="0" t="0" r="r" b="b"/>
                <a:pathLst>
                  <a:path w="33" h="37">
                    <a:moveTo>
                      <a:pt x="25" y="37"/>
                    </a:moveTo>
                    <a:cubicBezTo>
                      <a:pt x="23" y="37"/>
                      <a:pt x="20" y="35"/>
                      <a:pt x="19" y="33"/>
                    </a:cubicBezTo>
                    <a:cubicBezTo>
                      <a:pt x="17" y="34"/>
                      <a:pt x="14" y="37"/>
                      <a:pt x="9" y="37"/>
                    </a:cubicBezTo>
                    <a:cubicBezTo>
                      <a:pt x="3" y="37"/>
                      <a:pt x="0" y="33"/>
                      <a:pt x="0" y="29"/>
                    </a:cubicBezTo>
                    <a:cubicBezTo>
                      <a:pt x="0" y="28"/>
                      <a:pt x="1" y="26"/>
                      <a:pt x="3" y="24"/>
                    </a:cubicBezTo>
                    <a:cubicBezTo>
                      <a:pt x="7" y="18"/>
                      <a:pt x="14" y="16"/>
                      <a:pt x="19" y="15"/>
                    </a:cubicBezTo>
                    <a:cubicBezTo>
                      <a:pt x="19" y="6"/>
                      <a:pt x="19" y="6"/>
                      <a:pt x="19" y="6"/>
                    </a:cubicBezTo>
                    <a:cubicBezTo>
                      <a:pt x="19" y="5"/>
                      <a:pt x="19" y="2"/>
                      <a:pt x="15" y="2"/>
                    </a:cubicBezTo>
                    <a:cubicBezTo>
                      <a:pt x="11" y="2"/>
                      <a:pt x="11" y="5"/>
                      <a:pt x="11" y="6"/>
                    </a:cubicBezTo>
                    <a:cubicBezTo>
                      <a:pt x="10" y="8"/>
                      <a:pt x="10" y="12"/>
                      <a:pt x="6" y="12"/>
                    </a:cubicBezTo>
                    <a:cubicBezTo>
                      <a:pt x="3" y="12"/>
                      <a:pt x="1" y="10"/>
                      <a:pt x="1" y="7"/>
                    </a:cubicBezTo>
                    <a:cubicBezTo>
                      <a:pt x="1" y="6"/>
                      <a:pt x="2" y="4"/>
                      <a:pt x="3" y="3"/>
                    </a:cubicBezTo>
                    <a:cubicBezTo>
                      <a:pt x="7" y="0"/>
                      <a:pt x="14" y="0"/>
                      <a:pt x="15" y="0"/>
                    </a:cubicBezTo>
                    <a:cubicBezTo>
                      <a:pt x="17" y="0"/>
                      <a:pt x="24" y="0"/>
                      <a:pt x="26" y="3"/>
                    </a:cubicBezTo>
                    <a:cubicBezTo>
                      <a:pt x="27" y="5"/>
                      <a:pt x="27" y="8"/>
                      <a:pt x="27" y="9"/>
                    </a:cubicBezTo>
                    <a:cubicBezTo>
                      <a:pt x="27" y="28"/>
                      <a:pt x="27" y="28"/>
                      <a:pt x="27" y="28"/>
                    </a:cubicBezTo>
                    <a:cubicBezTo>
                      <a:pt x="27" y="30"/>
                      <a:pt x="27" y="33"/>
                      <a:pt x="29" y="33"/>
                    </a:cubicBezTo>
                    <a:cubicBezTo>
                      <a:pt x="31" y="33"/>
                      <a:pt x="32" y="32"/>
                      <a:pt x="32" y="31"/>
                    </a:cubicBezTo>
                    <a:cubicBezTo>
                      <a:pt x="33" y="32"/>
                      <a:pt x="33" y="32"/>
                      <a:pt x="33" y="32"/>
                    </a:cubicBezTo>
                    <a:cubicBezTo>
                      <a:pt x="30" y="37"/>
                      <a:pt x="26" y="37"/>
                      <a:pt x="25" y="37"/>
                    </a:cubicBezTo>
                    <a:close/>
                    <a:moveTo>
                      <a:pt x="19" y="17"/>
                    </a:moveTo>
                    <a:cubicBezTo>
                      <a:pt x="16" y="18"/>
                      <a:pt x="9" y="22"/>
                      <a:pt x="9" y="28"/>
                    </a:cubicBezTo>
                    <a:cubicBezTo>
                      <a:pt x="9" y="33"/>
                      <a:pt x="13" y="33"/>
                      <a:pt x="14" y="33"/>
                    </a:cubicBezTo>
                    <a:cubicBezTo>
                      <a:pt x="16" y="33"/>
                      <a:pt x="18" y="33"/>
                      <a:pt x="19" y="31"/>
                    </a:cubicBezTo>
                    <a:lnTo>
                      <a:pt x="19" y="17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60" name="îšļîḋê"/>
              <p:cNvSpPr/>
              <p:nvPr/>
            </p:nvSpPr>
            <p:spPr bwMode="auto">
              <a:xfrm>
                <a:off x="6337300" y="4114801"/>
                <a:ext cx="198437" cy="192088"/>
              </a:xfrm>
              <a:custGeom>
                <a:avLst/>
                <a:gdLst>
                  <a:gd name="T0" fmla="*/ 0 w 38"/>
                  <a:gd name="T1" fmla="*/ 33 h 35"/>
                  <a:gd name="T2" fmla="*/ 5 w 38"/>
                  <a:gd name="T3" fmla="*/ 29 h 35"/>
                  <a:gd name="T4" fmla="*/ 5 w 38"/>
                  <a:gd name="T5" fmla="*/ 7 h 35"/>
                  <a:gd name="T6" fmla="*/ 3 w 38"/>
                  <a:gd name="T7" fmla="*/ 4 h 35"/>
                  <a:gd name="T8" fmla="*/ 0 w 38"/>
                  <a:gd name="T9" fmla="*/ 4 h 35"/>
                  <a:gd name="T10" fmla="*/ 0 w 38"/>
                  <a:gd name="T11" fmla="*/ 2 h 35"/>
                  <a:gd name="T12" fmla="*/ 12 w 38"/>
                  <a:gd name="T13" fmla="*/ 0 h 35"/>
                  <a:gd name="T14" fmla="*/ 12 w 38"/>
                  <a:gd name="T15" fmla="*/ 6 h 35"/>
                  <a:gd name="T16" fmla="*/ 24 w 38"/>
                  <a:gd name="T17" fmla="*/ 0 h 35"/>
                  <a:gd name="T18" fmla="*/ 33 w 38"/>
                  <a:gd name="T19" fmla="*/ 10 h 35"/>
                  <a:gd name="T20" fmla="*/ 33 w 38"/>
                  <a:gd name="T21" fmla="*/ 29 h 35"/>
                  <a:gd name="T22" fmla="*/ 36 w 38"/>
                  <a:gd name="T23" fmla="*/ 33 h 35"/>
                  <a:gd name="T24" fmla="*/ 38 w 38"/>
                  <a:gd name="T25" fmla="*/ 33 h 35"/>
                  <a:gd name="T26" fmla="*/ 38 w 38"/>
                  <a:gd name="T27" fmla="*/ 35 h 35"/>
                  <a:gd name="T28" fmla="*/ 25 w 38"/>
                  <a:gd name="T29" fmla="*/ 35 h 35"/>
                  <a:gd name="T30" fmla="*/ 25 w 38"/>
                  <a:gd name="T31" fmla="*/ 11 h 35"/>
                  <a:gd name="T32" fmla="*/ 20 w 38"/>
                  <a:gd name="T33" fmla="*/ 4 h 35"/>
                  <a:gd name="T34" fmla="*/ 12 w 38"/>
                  <a:gd name="T35" fmla="*/ 9 h 35"/>
                  <a:gd name="T36" fmla="*/ 12 w 38"/>
                  <a:gd name="T37" fmla="*/ 29 h 35"/>
                  <a:gd name="T38" fmla="*/ 17 w 38"/>
                  <a:gd name="T39" fmla="*/ 33 h 35"/>
                  <a:gd name="T40" fmla="*/ 17 w 38"/>
                  <a:gd name="T41" fmla="*/ 35 h 35"/>
                  <a:gd name="T42" fmla="*/ 0 w 38"/>
                  <a:gd name="T43" fmla="*/ 35 h 35"/>
                  <a:gd name="T44" fmla="*/ 0 w 38"/>
                  <a:gd name="T45" fmla="*/ 33 h 35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</a:cxnLst>
                <a:rect l="0" t="0" r="r" b="b"/>
                <a:pathLst>
                  <a:path w="38" h="35">
                    <a:moveTo>
                      <a:pt x="0" y="33"/>
                    </a:moveTo>
                    <a:cubicBezTo>
                      <a:pt x="3" y="33"/>
                      <a:pt x="5" y="33"/>
                      <a:pt x="5" y="29"/>
                    </a:cubicBezTo>
                    <a:cubicBezTo>
                      <a:pt x="5" y="7"/>
                      <a:pt x="5" y="7"/>
                      <a:pt x="5" y="7"/>
                    </a:cubicBezTo>
                    <a:cubicBezTo>
                      <a:pt x="5" y="6"/>
                      <a:pt x="5" y="4"/>
                      <a:pt x="3" y="4"/>
                    </a:cubicBezTo>
                    <a:cubicBezTo>
                      <a:pt x="2" y="4"/>
                      <a:pt x="1" y="4"/>
                      <a:pt x="0" y="4"/>
                    </a:cubicBezTo>
                    <a:cubicBezTo>
                      <a:pt x="0" y="2"/>
                      <a:pt x="0" y="2"/>
                      <a:pt x="0" y="2"/>
                    </a:cubicBezTo>
                    <a:cubicBezTo>
                      <a:pt x="12" y="0"/>
                      <a:pt x="12" y="0"/>
                      <a:pt x="12" y="0"/>
                    </a:cubicBezTo>
                    <a:cubicBezTo>
                      <a:pt x="12" y="6"/>
                      <a:pt x="12" y="6"/>
                      <a:pt x="12" y="6"/>
                    </a:cubicBezTo>
                    <a:cubicBezTo>
                      <a:pt x="14" y="4"/>
                      <a:pt x="18" y="0"/>
                      <a:pt x="24" y="0"/>
                    </a:cubicBezTo>
                    <a:cubicBezTo>
                      <a:pt x="29" y="0"/>
                      <a:pt x="33" y="4"/>
                      <a:pt x="33" y="10"/>
                    </a:cubicBezTo>
                    <a:cubicBezTo>
                      <a:pt x="33" y="29"/>
                      <a:pt x="33" y="29"/>
                      <a:pt x="33" y="29"/>
                    </a:cubicBezTo>
                    <a:cubicBezTo>
                      <a:pt x="33" y="31"/>
                      <a:pt x="34" y="33"/>
                      <a:pt x="36" y="33"/>
                    </a:cubicBezTo>
                    <a:cubicBezTo>
                      <a:pt x="38" y="33"/>
                      <a:pt x="38" y="33"/>
                      <a:pt x="38" y="33"/>
                    </a:cubicBezTo>
                    <a:cubicBezTo>
                      <a:pt x="38" y="35"/>
                      <a:pt x="38" y="35"/>
                      <a:pt x="38" y="35"/>
                    </a:cubicBezTo>
                    <a:cubicBezTo>
                      <a:pt x="25" y="35"/>
                      <a:pt x="25" y="35"/>
                      <a:pt x="25" y="35"/>
                    </a:cubicBezTo>
                    <a:cubicBezTo>
                      <a:pt x="25" y="11"/>
                      <a:pt x="25" y="11"/>
                      <a:pt x="25" y="11"/>
                    </a:cubicBezTo>
                    <a:cubicBezTo>
                      <a:pt x="25" y="6"/>
                      <a:pt x="22" y="4"/>
                      <a:pt x="20" y="4"/>
                    </a:cubicBezTo>
                    <a:cubicBezTo>
                      <a:pt x="16" y="4"/>
                      <a:pt x="13" y="8"/>
                      <a:pt x="12" y="9"/>
                    </a:cubicBezTo>
                    <a:cubicBezTo>
                      <a:pt x="12" y="29"/>
                      <a:pt x="12" y="29"/>
                      <a:pt x="12" y="29"/>
                    </a:cubicBezTo>
                    <a:cubicBezTo>
                      <a:pt x="12" y="33"/>
                      <a:pt x="15" y="33"/>
                      <a:pt x="17" y="33"/>
                    </a:cubicBezTo>
                    <a:cubicBezTo>
                      <a:pt x="17" y="35"/>
                      <a:pt x="17" y="35"/>
                      <a:pt x="17" y="35"/>
                    </a:cubicBezTo>
                    <a:cubicBezTo>
                      <a:pt x="0" y="35"/>
                      <a:pt x="0" y="35"/>
                      <a:pt x="0" y="35"/>
                    </a:cubicBezTo>
                    <a:lnTo>
                      <a:pt x="0" y="33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61" name="ïṡḻïḑe"/>
              <p:cNvSpPr/>
              <p:nvPr/>
            </p:nvSpPr>
            <p:spPr bwMode="auto">
              <a:xfrm>
                <a:off x="6683375" y="4022726"/>
                <a:ext cx="268287" cy="293688"/>
              </a:xfrm>
              <a:custGeom>
                <a:avLst/>
                <a:gdLst>
                  <a:gd name="T0" fmla="*/ 51 w 51"/>
                  <a:gd name="T1" fmla="*/ 2 h 54"/>
                  <a:gd name="T2" fmla="*/ 48 w 51"/>
                  <a:gd name="T3" fmla="*/ 2 h 54"/>
                  <a:gd name="T4" fmla="*/ 43 w 51"/>
                  <a:gd name="T5" fmla="*/ 8 h 54"/>
                  <a:gd name="T6" fmla="*/ 43 w 51"/>
                  <a:gd name="T7" fmla="*/ 36 h 54"/>
                  <a:gd name="T8" fmla="*/ 26 w 51"/>
                  <a:gd name="T9" fmla="*/ 54 h 54"/>
                  <a:gd name="T10" fmla="*/ 8 w 51"/>
                  <a:gd name="T11" fmla="*/ 36 h 54"/>
                  <a:gd name="T12" fmla="*/ 8 w 51"/>
                  <a:gd name="T13" fmla="*/ 7 h 54"/>
                  <a:gd name="T14" fmla="*/ 3 w 51"/>
                  <a:gd name="T15" fmla="*/ 2 h 54"/>
                  <a:gd name="T16" fmla="*/ 0 w 51"/>
                  <a:gd name="T17" fmla="*/ 2 h 54"/>
                  <a:gd name="T18" fmla="*/ 0 w 51"/>
                  <a:gd name="T19" fmla="*/ 0 h 54"/>
                  <a:gd name="T20" fmla="*/ 24 w 51"/>
                  <a:gd name="T21" fmla="*/ 0 h 54"/>
                  <a:gd name="T22" fmla="*/ 24 w 51"/>
                  <a:gd name="T23" fmla="*/ 2 h 54"/>
                  <a:gd name="T24" fmla="*/ 21 w 51"/>
                  <a:gd name="T25" fmla="*/ 2 h 54"/>
                  <a:gd name="T26" fmla="*/ 16 w 51"/>
                  <a:gd name="T27" fmla="*/ 7 h 54"/>
                  <a:gd name="T28" fmla="*/ 16 w 51"/>
                  <a:gd name="T29" fmla="*/ 35 h 54"/>
                  <a:gd name="T30" fmla="*/ 29 w 51"/>
                  <a:gd name="T31" fmla="*/ 51 h 54"/>
                  <a:gd name="T32" fmla="*/ 41 w 51"/>
                  <a:gd name="T33" fmla="*/ 37 h 54"/>
                  <a:gd name="T34" fmla="*/ 41 w 51"/>
                  <a:gd name="T35" fmla="*/ 8 h 54"/>
                  <a:gd name="T36" fmla="*/ 35 w 51"/>
                  <a:gd name="T37" fmla="*/ 2 h 54"/>
                  <a:gd name="T38" fmla="*/ 34 w 51"/>
                  <a:gd name="T39" fmla="*/ 2 h 54"/>
                  <a:gd name="T40" fmla="*/ 34 w 51"/>
                  <a:gd name="T41" fmla="*/ 0 h 54"/>
                  <a:gd name="T42" fmla="*/ 51 w 51"/>
                  <a:gd name="T43" fmla="*/ 0 h 54"/>
                  <a:gd name="T44" fmla="*/ 51 w 51"/>
                  <a:gd name="T45" fmla="*/ 2 h 5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</a:cxnLst>
                <a:rect l="0" t="0" r="r" b="b"/>
                <a:pathLst>
                  <a:path w="51" h="54">
                    <a:moveTo>
                      <a:pt x="51" y="2"/>
                    </a:moveTo>
                    <a:cubicBezTo>
                      <a:pt x="48" y="2"/>
                      <a:pt x="48" y="2"/>
                      <a:pt x="48" y="2"/>
                    </a:cubicBezTo>
                    <a:cubicBezTo>
                      <a:pt x="45" y="2"/>
                      <a:pt x="43" y="4"/>
                      <a:pt x="43" y="8"/>
                    </a:cubicBezTo>
                    <a:cubicBezTo>
                      <a:pt x="43" y="36"/>
                      <a:pt x="43" y="36"/>
                      <a:pt x="43" y="36"/>
                    </a:cubicBezTo>
                    <a:cubicBezTo>
                      <a:pt x="43" y="44"/>
                      <a:pt x="39" y="54"/>
                      <a:pt x="26" y="54"/>
                    </a:cubicBezTo>
                    <a:cubicBezTo>
                      <a:pt x="17" y="54"/>
                      <a:pt x="8" y="49"/>
                      <a:pt x="8" y="36"/>
                    </a:cubicBezTo>
                    <a:cubicBezTo>
                      <a:pt x="8" y="7"/>
                      <a:pt x="8" y="7"/>
                      <a:pt x="8" y="7"/>
                    </a:cubicBezTo>
                    <a:cubicBezTo>
                      <a:pt x="8" y="4"/>
                      <a:pt x="6" y="2"/>
                      <a:pt x="3" y="2"/>
                    </a:cubicBezTo>
                    <a:cubicBezTo>
                      <a:pt x="0" y="2"/>
                      <a:pt x="0" y="2"/>
                      <a:pt x="0" y="2"/>
                    </a:cubicBezTo>
                    <a:cubicBezTo>
                      <a:pt x="0" y="0"/>
                      <a:pt x="0" y="0"/>
                      <a:pt x="0" y="0"/>
                    </a:cubicBezTo>
                    <a:cubicBezTo>
                      <a:pt x="24" y="0"/>
                      <a:pt x="24" y="0"/>
                      <a:pt x="24" y="0"/>
                    </a:cubicBezTo>
                    <a:cubicBezTo>
                      <a:pt x="24" y="2"/>
                      <a:pt x="24" y="2"/>
                      <a:pt x="24" y="2"/>
                    </a:cubicBezTo>
                    <a:cubicBezTo>
                      <a:pt x="21" y="2"/>
                      <a:pt x="21" y="2"/>
                      <a:pt x="21" y="2"/>
                    </a:cubicBezTo>
                    <a:cubicBezTo>
                      <a:pt x="17" y="2"/>
                      <a:pt x="16" y="4"/>
                      <a:pt x="16" y="7"/>
                    </a:cubicBezTo>
                    <a:cubicBezTo>
                      <a:pt x="16" y="35"/>
                      <a:pt x="16" y="35"/>
                      <a:pt x="16" y="35"/>
                    </a:cubicBezTo>
                    <a:cubicBezTo>
                      <a:pt x="16" y="46"/>
                      <a:pt x="22" y="51"/>
                      <a:pt x="29" y="51"/>
                    </a:cubicBezTo>
                    <a:cubicBezTo>
                      <a:pt x="36" y="51"/>
                      <a:pt x="41" y="45"/>
                      <a:pt x="41" y="37"/>
                    </a:cubicBezTo>
                    <a:cubicBezTo>
                      <a:pt x="41" y="8"/>
                      <a:pt x="41" y="8"/>
                      <a:pt x="41" y="8"/>
                    </a:cubicBezTo>
                    <a:cubicBezTo>
                      <a:pt x="41" y="5"/>
                      <a:pt x="39" y="2"/>
                      <a:pt x="35" y="2"/>
                    </a:cubicBezTo>
                    <a:cubicBezTo>
                      <a:pt x="34" y="2"/>
                      <a:pt x="34" y="2"/>
                      <a:pt x="34" y="2"/>
                    </a:cubicBezTo>
                    <a:cubicBezTo>
                      <a:pt x="34" y="0"/>
                      <a:pt x="34" y="0"/>
                      <a:pt x="34" y="0"/>
                    </a:cubicBezTo>
                    <a:cubicBezTo>
                      <a:pt x="51" y="0"/>
                      <a:pt x="51" y="0"/>
                      <a:pt x="51" y="0"/>
                    </a:cubicBezTo>
                    <a:lnTo>
                      <a:pt x="51" y="2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62" name="íS1ïḑé"/>
              <p:cNvSpPr/>
              <p:nvPr/>
            </p:nvSpPr>
            <p:spPr bwMode="auto">
              <a:xfrm>
                <a:off x="6967538" y="4114801"/>
                <a:ext cx="200025" cy="192088"/>
              </a:xfrm>
              <a:custGeom>
                <a:avLst/>
                <a:gdLst>
                  <a:gd name="T0" fmla="*/ 1 w 38"/>
                  <a:gd name="T1" fmla="*/ 33 h 35"/>
                  <a:gd name="T2" fmla="*/ 5 w 38"/>
                  <a:gd name="T3" fmla="*/ 29 h 35"/>
                  <a:gd name="T4" fmla="*/ 5 w 38"/>
                  <a:gd name="T5" fmla="*/ 7 h 35"/>
                  <a:gd name="T6" fmla="*/ 3 w 38"/>
                  <a:gd name="T7" fmla="*/ 4 h 35"/>
                  <a:gd name="T8" fmla="*/ 1 w 38"/>
                  <a:gd name="T9" fmla="*/ 4 h 35"/>
                  <a:gd name="T10" fmla="*/ 0 w 38"/>
                  <a:gd name="T11" fmla="*/ 2 h 35"/>
                  <a:gd name="T12" fmla="*/ 13 w 38"/>
                  <a:gd name="T13" fmla="*/ 0 h 35"/>
                  <a:gd name="T14" fmla="*/ 13 w 38"/>
                  <a:gd name="T15" fmla="*/ 6 h 35"/>
                  <a:gd name="T16" fmla="*/ 24 w 38"/>
                  <a:gd name="T17" fmla="*/ 0 h 35"/>
                  <a:gd name="T18" fmla="*/ 33 w 38"/>
                  <a:gd name="T19" fmla="*/ 10 h 35"/>
                  <a:gd name="T20" fmla="*/ 33 w 38"/>
                  <a:gd name="T21" fmla="*/ 29 h 35"/>
                  <a:gd name="T22" fmla="*/ 36 w 38"/>
                  <a:gd name="T23" fmla="*/ 33 h 35"/>
                  <a:gd name="T24" fmla="*/ 38 w 38"/>
                  <a:gd name="T25" fmla="*/ 33 h 35"/>
                  <a:gd name="T26" fmla="*/ 38 w 38"/>
                  <a:gd name="T27" fmla="*/ 35 h 35"/>
                  <a:gd name="T28" fmla="*/ 26 w 38"/>
                  <a:gd name="T29" fmla="*/ 35 h 35"/>
                  <a:gd name="T30" fmla="*/ 26 w 38"/>
                  <a:gd name="T31" fmla="*/ 11 h 35"/>
                  <a:gd name="T32" fmla="*/ 20 w 38"/>
                  <a:gd name="T33" fmla="*/ 4 h 35"/>
                  <a:gd name="T34" fmla="*/ 13 w 38"/>
                  <a:gd name="T35" fmla="*/ 9 h 35"/>
                  <a:gd name="T36" fmla="*/ 13 w 38"/>
                  <a:gd name="T37" fmla="*/ 29 h 35"/>
                  <a:gd name="T38" fmla="*/ 18 w 38"/>
                  <a:gd name="T39" fmla="*/ 33 h 35"/>
                  <a:gd name="T40" fmla="*/ 18 w 38"/>
                  <a:gd name="T41" fmla="*/ 35 h 35"/>
                  <a:gd name="T42" fmla="*/ 1 w 38"/>
                  <a:gd name="T43" fmla="*/ 35 h 35"/>
                  <a:gd name="T44" fmla="*/ 1 w 38"/>
                  <a:gd name="T45" fmla="*/ 33 h 35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</a:cxnLst>
                <a:rect l="0" t="0" r="r" b="b"/>
                <a:pathLst>
                  <a:path w="38" h="35">
                    <a:moveTo>
                      <a:pt x="1" y="33"/>
                    </a:moveTo>
                    <a:cubicBezTo>
                      <a:pt x="3" y="33"/>
                      <a:pt x="5" y="33"/>
                      <a:pt x="5" y="29"/>
                    </a:cubicBezTo>
                    <a:cubicBezTo>
                      <a:pt x="5" y="7"/>
                      <a:pt x="5" y="7"/>
                      <a:pt x="5" y="7"/>
                    </a:cubicBezTo>
                    <a:cubicBezTo>
                      <a:pt x="5" y="6"/>
                      <a:pt x="5" y="4"/>
                      <a:pt x="3" y="4"/>
                    </a:cubicBezTo>
                    <a:cubicBezTo>
                      <a:pt x="2" y="4"/>
                      <a:pt x="1" y="4"/>
                      <a:pt x="1" y="4"/>
                    </a:cubicBezTo>
                    <a:cubicBezTo>
                      <a:pt x="0" y="2"/>
                      <a:pt x="0" y="2"/>
                      <a:pt x="0" y="2"/>
                    </a:cubicBezTo>
                    <a:cubicBezTo>
                      <a:pt x="13" y="0"/>
                      <a:pt x="13" y="0"/>
                      <a:pt x="13" y="0"/>
                    </a:cubicBezTo>
                    <a:cubicBezTo>
                      <a:pt x="13" y="6"/>
                      <a:pt x="13" y="6"/>
                      <a:pt x="13" y="6"/>
                    </a:cubicBezTo>
                    <a:cubicBezTo>
                      <a:pt x="15" y="4"/>
                      <a:pt x="19" y="0"/>
                      <a:pt x="24" y="0"/>
                    </a:cubicBezTo>
                    <a:cubicBezTo>
                      <a:pt x="29" y="0"/>
                      <a:pt x="33" y="4"/>
                      <a:pt x="33" y="10"/>
                    </a:cubicBezTo>
                    <a:cubicBezTo>
                      <a:pt x="33" y="29"/>
                      <a:pt x="33" y="29"/>
                      <a:pt x="33" y="29"/>
                    </a:cubicBezTo>
                    <a:cubicBezTo>
                      <a:pt x="33" y="31"/>
                      <a:pt x="34" y="33"/>
                      <a:pt x="36" y="33"/>
                    </a:cubicBezTo>
                    <a:cubicBezTo>
                      <a:pt x="38" y="33"/>
                      <a:pt x="38" y="33"/>
                      <a:pt x="38" y="33"/>
                    </a:cubicBezTo>
                    <a:cubicBezTo>
                      <a:pt x="38" y="35"/>
                      <a:pt x="38" y="35"/>
                      <a:pt x="38" y="35"/>
                    </a:cubicBezTo>
                    <a:cubicBezTo>
                      <a:pt x="26" y="35"/>
                      <a:pt x="26" y="35"/>
                      <a:pt x="26" y="35"/>
                    </a:cubicBezTo>
                    <a:cubicBezTo>
                      <a:pt x="26" y="11"/>
                      <a:pt x="26" y="11"/>
                      <a:pt x="26" y="11"/>
                    </a:cubicBezTo>
                    <a:cubicBezTo>
                      <a:pt x="26" y="6"/>
                      <a:pt x="22" y="4"/>
                      <a:pt x="20" y="4"/>
                    </a:cubicBezTo>
                    <a:cubicBezTo>
                      <a:pt x="17" y="4"/>
                      <a:pt x="14" y="8"/>
                      <a:pt x="13" y="9"/>
                    </a:cubicBezTo>
                    <a:cubicBezTo>
                      <a:pt x="13" y="29"/>
                      <a:pt x="13" y="29"/>
                      <a:pt x="13" y="29"/>
                    </a:cubicBezTo>
                    <a:cubicBezTo>
                      <a:pt x="13" y="33"/>
                      <a:pt x="16" y="33"/>
                      <a:pt x="18" y="33"/>
                    </a:cubicBezTo>
                    <a:cubicBezTo>
                      <a:pt x="18" y="35"/>
                      <a:pt x="18" y="35"/>
                      <a:pt x="18" y="35"/>
                    </a:cubicBezTo>
                    <a:cubicBezTo>
                      <a:pt x="1" y="35"/>
                      <a:pt x="1" y="35"/>
                      <a:pt x="1" y="35"/>
                    </a:cubicBezTo>
                    <a:lnTo>
                      <a:pt x="1" y="33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63" name="ï$ḻîḍe"/>
              <p:cNvSpPr/>
              <p:nvPr/>
            </p:nvSpPr>
            <p:spPr bwMode="auto">
              <a:xfrm>
                <a:off x="7188200" y="4016376"/>
                <a:ext cx="100012" cy="290513"/>
              </a:xfrm>
              <a:custGeom>
                <a:avLst/>
                <a:gdLst>
                  <a:gd name="T0" fmla="*/ 0 w 19"/>
                  <a:gd name="T1" fmla="*/ 51 h 53"/>
                  <a:gd name="T2" fmla="*/ 2 w 19"/>
                  <a:gd name="T3" fmla="*/ 51 h 53"/>
                  <a:gd name="T4" fmla="*/ 6 w 19"/>
                  <a:gd name="T5" fmla="*/ 47 h 53"/>
                  <a:gd name="T6" fmla="*/ 6 w 19"/>
                  <a:gd name="T7" fmla="*/ 26 h 53"/>
                  <a:gd name="T8" fmla="*/ 3 w 19"/>
                  <a:gd name="T9" fmla="*/ 22 h 53"/>
                  <a:gd name="T10" fmla="*/ 1 w 19"/>
                  <a:gd name="T11" fmla="*/ 23 h 53"/>
                  <a:gd name="T12" fmla="*/ 0 w 19"/>
                  <a:gd name="T13" fmla="*/ 21 h 53"/>
                  <a:gd name="T14" fmla="*/ 13 w 19"/>
                  <a:gd name="T15" fmla="*/ 18 h 53"/>
                  <a:gd name="T16" fmla="*/ 13 w 19"/>
                  <a:gd name="T17" fmla="*/ 47 h 53"/>
                  <a:gd name="T18" fmla="*/ 17 w 19"/>
                  <a:gd name="T19" fmla="*/ 51 h 53"/>
                  <a:gd name="T20" fmla="*/ 19 w 19"/>
                  <a:gd name="T21" fmla="*/ 51 h 53"/>
                  <a:gd name="T22" fmla="*/ 19 w 19"/>
                  <a:gd name="T23" fmla="*/ 53 h 53"/>
                  <a:gd name="T24" fmla="*/ 0 w 19"/>
                  <a:gd name="T25" fmla="*/ 53 h 53"/>
                  <a:gd name="T26" fmla="*/ 0 w 19"/>
                  <a:gd name="T27" fmla="*/ 51 h 53"/>
                  <a:gd name="T28" fmla="*/ 15 w 19"/>
                  <a:gd name="T29" fmla="*/ 5 h 53"/>
                  <a:gd name="T30" fmla="*/ 9 w 19"/>
                  <a:gd name="T31" fmla="*/ 10 h 53"/>
                  <a:gd name="T32" fmla="*/ 4 w 19"/>
                  <a:gd name="T33" fmla="*/ 5 h 53"/>
                  <a:gd name="T34" fmla="*/ 9 w 19"/>
                  <a:gd name="T35" fmla="*/ 0 h 53"/>
                  <a:gd name="T36" fmla="*/ 15 w 19"/>
                  <a:gd name="T37" fmla="*/ 5 h 53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</a:cxnLst>
                <a:rect l="0" t="0" r="r" b="b"/>
                <a:pathLst>
                  <a:path w="19" h="53">
                    <a:moveTo>
                      <a:pt x="0" y="51"/>
                    </a:moveTo>
                    <a:cubicBezTo>
                      <a:pt x="2" y="51"/>
                      <a:pt x="2" y="51"/>
                      <a:pt x="2" y="51"/>
                    </a:cubicBezTo>
                    <a:cubicBezTo>
                      <a:pt x="4" y="51"/>
                      <a:pt x="6" y="49"/>
                      <a:pt x="6" y="47"/>
                    </a:cubicBezTo>
                    <a:cubicBezTo>
                      <a:pt x="6" y="26"/>
                      <a:pt x="6" y="26"/>
                      <a:pt x="6" y="26"/>
                    </a:cubicBezTo>
                    <a:cubicBezTo>
                      <a:pt x="6" y="24"/>
                      <a:pt x="5" y="22"/>
                      <a:pt x="3" y="22"/>
                    </a:cubicBezTo>
                    <a:cubicBezTo>
                      <a:pt x="3" y="22"/>
                      <a:pt x="2" y="22"/>
                      <a:pt x="1" y="23"/>
                    </a:cubicBezTo>
                    <a:cubicBezTo>
                      <a:pt x="0" y="21"/>
                      <a:pt x="0" y="21"/>
                      <a:pt x="0" y="21"/>
                    </a:cubicBezTo>
                    <a:cubicBezTo>
                      <a:pt x="13" y="18"/>
                      <a:pt x="13" y="18"/>
                      <a:pt x="13" y="18"/>
                    </a:cubicBezTo>
                    <a:cubicBezTo>
                      <a:pt x="13" y="47"/>
                      <a:pt x="13" y="47"/>
                      <a:pt x="13" y="47"/>
                    </a:cubicBezTo>
                    <a:cubicBezTo>
                      <a:pt x="13" y="50"/>
                      <a:pt x="14" y="51"/>
                      <a:pt x="17" y="51"/>
                    </a:cubicBezTo>
                    <a:cubicBezTo>
                      <a:pt x="19" y="51"/>
                      <a:pt x="19" y="51"/>
                      <a:pt x="19" y="51"/>
                    </a:cubicBezTo>
                    <a:cubicBezTo>
                      <a:pt x="19" y="53"/>
                      <a:pt x="19" y="53"/>
                      <a:pt x="19" y="53"/>
                    </a:cubicBezTo>
                    <a:cubicBezTo>
                      <a:pt x="0" y="53"/>
                      <a:pt x="0" y="53"/>
                      <a:pt x="0" y="53"/>
                    </a:cubicBezTo>
                    <a:lnTo>
                      <a:pt x="0" y="51"/>
                    </a:lnTo>
                    <a:close/>
                    <a:moveTo>
                      <a:pt x="15" y="5"/>
                    </a:moveTo>
                    <a:cubicBezTo>
                      <a:pt x="15" y="7"/>
                      <a:pt x="12" y="10"/>
                      <a:pt x="9" y="10"/>
                    </a:cubicBezTo>
                    <a:cubicBezTo>
                      <a:pt x="7" y="10"/>
                      <a:pt x="4" y="7"/>
                      <a:pt x="4" y="5"/>
                    </a:cubicBezTo>
                    <a:cubicBezTo>
                      <a:pt x="4" y="2"/>
                      <a:pt x="7" y="0"/>
                      <a:pt x="9" y="0"/>
                    </a:cubicBezTo>
                    <a:cubicBezTo>
                      <a:pt x="12" y="0"/>
                      <a:pt x="15" y="2"/>
                      <a:pt x="15" y="5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64" name="ïṣ1íḍè"/>
              <p:cNvSpPr/>
              <p:nvPr/>
            </p:nvSpPr>
            <p:spPr bwMode="auto">
              <a:xfrm>
                <a:off x="7308850" y="4119564"/>
                <a:ext cx="195262" cy="196850"/>
              </a:xfrm>
              <a:custGeom>
                <a:avLst/>
                <a:gdLst>
                  <a:gd name="T0" fmla="*/ 36 w 37"/>
                  <a:gd name="T1" fmla="*/ 3 h 36"/>
                  <a:gd name="T2" fmla="*/ 31 w 37"/>
                  <a:gd name="T3" fmla="*/ 6 h 36"/>
                  <a:gd name="T4" fmla="*/ 20 w 37"/>
                  <a:gd name="T5" fmla="*/ 36 h 36"/>
                  <a:gd name="T6" fmla="*/ 18 w 37"/>
                  <a:gd name="T7" fmla="*/ 36 h 36"/>
                  <a:gd name="T8" fmla="*/ 5 w 37"/>
                  <a:gd name="T9" fmla="*/ 7 h 36"/>
                  <a:gd name="T10" fmla="*/ 0 w 37"/>
                  <a:gd name="T11" fmla="*/ 3 h 36"/>
                  <a:gd name="T12" fmla="*/ 0 w 37"/>
                  <a:gd name="T13" fmla="*/ 0 h 36"/>
                  <a:gd name="T14" fmla="*/ 16 w 37"/>
                  <a:gd name="T15" fmla="*/ 0 h 36"/>
                  <a:gd name="T16" fmla="*/ 16 w 37"/>
                  <a:gd name="T17" fmla="*/ 3 h 36"/>
                  <a:gd name="T18" fmla="*/ 15 w 37"/>
                  <a:gd name="T19" fmla="*/ 3 h 36"/>
                  <a:gd name="T20" fmla="*/ 13 w 37"/>
                  <a:gd name="T21" fmla="*/ 5 h 36"/>
                  <a:gd name="T22" fmla="*/ 13 w 37"/>
                  <a:gd name="T23" fmla="*/ 7 h 36"/>
                  <a:gd name="T24" fmla="*/ 21 w 37"/>
                  <a:gd name="T25" fmla="*/ 25 h 36"/>
                  <a:gd name="T26" fmla="*/ 29 w 37"/>
                  <a:gd name="T27" fmla="*/ 6 h 36"/>
                  <a:gd name="T28" fmla="*/ 29 w 37"/>
                  <a:gd name="T29" fmla="*/ 5 h 36"/>
                  <a:gd name="T30" fmla="*/ 27 w 37"/>
                  <a:gd name="T31" fmla="*/ 3 h 36"/>
                  <a:gd name="T32" fmla="*/ 24 w 37"/>
                  <a:gd name="T33" fmla="*/ 3 h 36"/>
                  <a:gd name="T34" fmla="*/ 24 w 37"/>
                  <a:gd name="T35" fmla="*/ 0 h 36"/>
                  <a:gd name="T36" fmla="*/ 37 w 37"/>
                  <a:gd name="T37" fmla="*/ 0 h 36"/>
                  <a:gd name="T38" fmla="*/ 37 w 37"/>
                  <a:gd name="T39" fmla="*/ 3 h 36"/>
                  <a:gd name="T40" fmla="*/ 36 w 37"/>
                  <a:gd name="T41" fmla="*/ 3 h 3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</a:cxnLst>
                <a:rect l="0" t="0" r="r" b="b"/>
                <a:pathLst>
                  <a:path w="37" h="36">
                    <a:moveTo>
                      <a:pt x="36" y="3"/>
                    </a:moveTo>
                    <a:cubicBezTo>
                      <a:pt x="33" y="3"/>
                      <a:pt x="32" y="5"/>
                      <a:pt x="31" y="6"/>
                    </a:cubicBezTo>
                    <a:cubicBezTo>
                      <a:pt x="20" y="36"/>
                      <a:pt x="20" y="36"/>
                      <a:pt x="20" y="36"/>
                    </a:cubicBezTo>
                    <a:cubicBezTo>
                      <a:pt x="18" y="36"/>
                      <a:pt x="18" y="36"/>
                      <a:pt x="18" y="36"/>
                    </a:cubicBezTo>
                    <a:cubicBezTo>
                      <a:pt x="5" y="7"/>
                      <a:pt x="5" y="7"/>
                      <a:pt x="5" y="7"/>
                    </a:cubicBezTo>
                    <a:cubicBezTo>
                      <a:pt x="3" y="3"/>
                      <a:pt x="2" y="3"/>
                      <a:pt x="0" y="3"/>
                    </a:cubicBezTo>
                    <a:cubicBezTo>
                      <a:pt x="0" y="0"/>
                      <a:pt x="0" y="0"/>
                      <a:pt x="0" y="0"/>
                    </a:cubicBezTo>
                    <a:cubicBezTo>
                      <a:pt x="16" y="0"/>
                      <a:pt x="16" y="0"/>
                      <a:pt x="16" y="0"/>
                    </a:cubicBezTo>
                    <a:cubicBezTo>
                      <a:pt x="16" y="3"/>
                      <a:pt x="16" y="3"/>
                      <a:pt x="16" y="3"/>
                    </a:cubicBezTo>
                    <a:cubicBezTo>
                      <a:pt x="15" y="3"/>
                      <a:pt x="15" y="3"/>
                      <a:pt x="15" y="3"/>
                    </a:cubicBezTo>
                    <a:cubicBezTo>
                      <a:pt x="14" y="3"/>
                      <a:pt x="13" y="3"/>
                      <a:pt x="13" y="5"/>
                    </a:cubicBezTo>
                    <a:cubicBezTo>
                      <a:pt x="13" y="6"/>
                      <a:pt x="13" y="7"/>
                      <a:pt x="13" y="7"/>
                    </a:cubicBezTo>
                    <a:cubicBezTo>
                      <a:pt x="21" y="25"/>
                      <a:pt x="21" y="25"/>
                      <a:pt x="21" y="25"/>
                    </a:cubicBezTo>
                    <a:cubicBezTo>
                      <a:pt x="29" y="6"/>
                      <a:pt x="29" y="6"/>
                      <a:pt x="29" y="6"/>
                    </a:cubicBezTo>
                    <a:cubicBezTo>
                      <a:pt x="29" y="6"/>
                      <a:pt x="29" y="5"/>
                      <a:pt x="29" y="5"/>
                    </a:cubicBezTo>
                    <a:cubicBezTo>
                      <a:pt x="29" y="4"/>
                      <a:pt x="29" y="3"/>
                      <a:pt x="27" y="3"/>
                    </a:cubicBezTo>
                    <a:cubicBezTo>
                      <a:pt x="24" y="3"/>
                      <a:pt x="24" y="3"/>
                      <a:pt x="24" y="3"/>
                    </a:cubicBezTo>
                    <a:cubicBezTo>
                      <a:pt x="24" y="0"/>
                      <a:pt x="24" y="0"/>
                      <a:pt x="24" y="0"/>
                    </a:cubicBezTo>
                    <a:cubicBezTo>
                      <a:pt x="37" y="0"/>
                      <a:pt x="37" y="0"/>
                      <a:pt x="37" y="0"/>
                    </a:cubicBezTo>
                    <a:cubicBezTo>
                      <a:pt x="37" y="3"/>
                      <a:pt x="37" y="3"/>
                      <a:pt x="37" y="3"/>
                    </a:cubicBezTo>
                    <a:lnTo>
                      <a:pt x="36" y="3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65" name="íśliḍè"/>
              <p:cNvSpPr/>
              <p:nvPr/>
            </p:nvSpPr>
            <p:spPr bwMode="auto">
              <a:xfrm>
                <a:off x="7529513" y="4114801"/>
                <a:ext cx="163512" cy="201613"/>
              </a:xfrm>
              <a:custGeom>
                <a:avLst/>
                <a:gdLst>
                  <a:gd name="T0" fmla="*/ 16 w 31"/>
                  <a:gd name="T1" fmla="*/ 37 h 37"/>
                  <a:gd name="T2" fmla="*/ 0 w 31"/>
                  <a:gd name="T3" fmla="*/ 19 h 37"/>
                  <a:gd name="T4" fmla="*/ 16 w 31"/>
                  <a:gd name="T5" fmla="*/ 0 h 37"/>
                  <a:gd name="T6" fmla="*/ 24 w 31"/>
                  <a:gd name="T7" fmla="*/ 4 h 37"/>
                  <a:gd name="T8" fmla="*/ 30 w 31"/>
                  <a:gd name="T9" fmla="*/ 16 h 37"/>
                  <a:gd name="T10" fmla="*/ 8 w 31"/>
                  <a:gd name="T11" fmla="*/ 16 h 37"/>
                  <a:gd name="T12" fmla="*/ 18 w 31"/>
                  <a:gd name="T13" fmla="*/ 33 h 37"/>
                  <a:gd name="T14" fmla="*/ 29 w 31"/>
                  <a:gd name="T15" fmla="*/ 26 h 37"/>
                  <a:gd name="T16" fmla="*/ 31 w 31"/>
                  <a:gd name="T17" fmla="*/ 27 h 37"/>
                  <a:gd name="T18" fmla="*/ 16 w 31"/>
                  <a:gd name="T19" fmla="*/ 37 h 37"/>
                  <a:gd name="T20" fmla="*/ 16 w 31"/>
                  <a:gd name="T21" fmla="*/ 2 h 37"/>
                  <a:gd name="T22" fmla="*/ 8 w 31"/>
                  <a:gd name="T23" fmla="*/ 14 h 37"/>
                  <a:gd name="T24" fmla="*/ 22 w 31"/>
                  <a:gd name="T25" fmla="*/ 14 h 37"/>
                  <a:gd name="T26" fmla="*/ 16 w 31"/>
                  <a:gd name="T27" fmla="*/ 2 h 3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</a:cxnLst>
                <a:rect l="0" t="0" r="r" b="b"/>
                <a:pathLst>
                  <a:path w="31" h="37">
                    <a:moveTo>
                      <a:pt x="16" y="37"/>
                    </a:moveTo>
                    <a:cubicBezTo>
                      <a:pt x="7" y="37"/>
                      <a:pt x="0" y="30"/>
                      <a:pt x="0" y="19"/>
                    </a:cubicBezTo>
                    <a:cubicBezTo>
                      <a:pt x="0" y="8"/>
                      <a:pt x="7" y="0"/>
                      <a:pt x="16" y="0"/>
                    </a:cubicBezTo>
                    <a:cubicBezTo>
                      <a:pt x="20" y="0"/>
                      <a:pt x="23" y="2"/>
                      <a:pt x="24" y="4"/>
                    </a:cubicBezTo>
                    <a:cubicBezTo>
                      <a:pt x="29" y="9"/>
                      <a:pt x="29" y="14"/>
                      <a:pt x="30" y="16"/>
                    </a:cubicBezTo>
                    <a:cubicBezTo>
                      <a:pt x="8" y="16"/>
                      <a:pt x="8" y="16"/>
                      <a:pt x="8" y="16"/>
                    </a:cubicBezTo>
                    <a:cubicBezTo>
                      <a:pt x="7" y="29"/>
                      <a:pt x="13" y="33"/>
                      <a:pt x="18" y="33"/>
                    </a:cubicBezTo>
                    <a:cubicBezTo>
                      <a:pt x="23" y="33"/>
                      <a:pt x="27" y="28"/>
                      <a:pt x="29" y="26"/>
                    </a:cubicBezTo>
                    <a:cubicBezTo>
                      <a:pt x="31" y="27"/>
                      <a:pt x="31" y="27"/>
                      <a:pt x="31" y="27"/>
                    </a:cubicBezTo>
                    <a:cubicBezTo>
                      <a:pt x="29" y="30"/>
                      <a:pt x="25" y="37"/>
                      <a:pt x="16" y="37"/>
                    </a:cubicBezTo>
                    <a:close/>
                    <a:moveTo>
                      <a:pt x="16" y="2"/>
                    </a:moveTo>
                    <a:cubicBezTo>
                      <a:pt x="9" y="2"/>
                      <a:pt x="8" y="11"/>
                      <a:pt x="8" y="14"/>
                    </a:cubicBezTo>
                    <a:cubicBezTo>
                      <a:pt x="22" y="14"/>
                      <a:pt x="22" y="14"/>
                      <a:pt x="22" y="14"/>
                    </a:cubicBezTo>
                    <a:cubicBezTo>
                      <a:pt x="22" y="10"/>
                      <a:pt x="21" y="2"/>
                      <a:pt x="16" y="2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66" name="íšļiḓè"/>
              <p:cNvSpPr/>
              <p:nvPr/>
            </p:nvSpPr>
            <p:spPr bwMode="auto">
              <a:xfrm>
                <a:off x="7713663" y="4114801"/>
                <a:ext cx="173037" cy="192088"/>
              </a:xfrm>
              <a:custGeom>
                <a:avLst/>
                <a:gdLst>
                  <a:gd name="T0" fmla="*/ 14 w 33"/>
                  <a:gd name="T1" fmla="*/ 7 h 35"/>
                  <a:gd name="T2" fmla="*/ 26 w 33"/>
                  <a:gd name="T3" fmla="*/ 0 h 35"/>
                  <a:gd name="T4" fmla="*/ 33 w 33"/>
                  <a:gd name="T5" fmla="*/ 5 h 35"/>
                  <a:gd name="T6" fmla="*/ 28 w 33"/>
                  <a:gd name="T7" fmla="*/ 11 h 35"/>
                  <a:gd name="T8" fmla="*/ 23 w 33"/>
                  <a:gd name="T9" fmla="*/ 6 h 35"/>
                  <a:gd name="T10" fmla="*/ 22 w 33"/>
                  <a:gd name="T11" fmla="*/ 5 h 35"/>
                  <a:gd name="T12" fmla="*/ 14 w 33"/>
                  <a:gd name="T13" fmla="*/ 14 h 35"/>
                  <a:gd name="T14" fmla="*/ 14 w 33"/>
                  <a:gd name="T15" fmla="*/ 28 h 35"/>
                  <a:gd name="T16" fmla="*/ 19 w 33"/>
                  <a:gd name="T17" fmla="*/ 33 h 35"/>
                  <a:gd name="T18" fmla="*/ 21 w 33"/>
                  <a:gd name="T19" fmla="*/ 33 h 35"/>
                  <a:gd name="T20" fmla="*/ 21 w 33"/>
                  <a:gd name="T21" fmla="*/ 35 h 35"/>
                  <a:gd name="T22" fmla="*/ 0 w 33"/>
                  <a:gd name="T23" fmla="*/ 35 h 35"/>
                  <a:gd name="T24" fmla="*/ 0 w 33"/>
                  <a:gd name="T25" fmla="*/ 33 h 35"/>
                  <a:gd name="T26" fmla="*/ 1 w 33"/>
                  <a:gd name="T27" fmla="*/ 33 h 35"/>
                  <a:gd name="T28" fmla="*/ 7 w 33"/>
                  <a:gd name="T29" fmla="*/ 28 h 35"/>
                  <a:gd name="T30" fmla="*/ 7 w 33"/>
                  <a:gd name="T31" fmla="*/ 8 h 35"/>
                  <a:gd name="T32" fmla="*/ 4 w 33"/>
                  <a:gd name="T33" fmla="*/ 5 h 35"/>
                  <a:gd name="T34" fmla="*/ 1 w 33"/>
                  <a:gd name="T35" fmla="*/ 5 h 35"/>
                  <a:gd name="T36" fmla="*/ 0 w 33"/>
                  <a:gd name="T37" fmla="*/ 4 h 35"/>
                  <a:gd name="T38" fmla="*/ 14 w 33"/>
                  <a:gd name="T39" fmla="*/ 0 h 35"/>
                  <a:gd name="T40" fmla="*/ 14 w 33"/>
                  <a:gd name="T41" fmla="*/ 7 h 35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</a:cxnLst>
                <a:rect l="0" t="0" r="r" b="b"/>
                <a:pathLst>
                  <a:path w="33" h="35">
                    <a:moveTo>
                      <a:pt x="14" y="7"/>
                    </a:moveTo>
                    <a:cubicBezTo>
                      <a:pt x="16" y="4"/>
                      <a:pt x="19" y="0"/>
                      <a:pt x="26" y="0"/>
                    </a:cubicBezTo>
                    <a:cubicBezTo>
                      <a:pt x="31" y="0"/>
                      <a:pt x="33" y="2"/>
                      <a:pt x="33" y="5"/>
                    </a:cubicBezTo>
                    <a:cubicBezTo>
                      <a:pt x="33" y="8"/>
                      <a:pt x="31" y="11"/>
                      <a:pt x="28" y="11"/>
                    </a:cubicBezTo>
                    <a:cubicBezTo>
                      <a:pt x="25" y="11"/>
                      <a:pt x="23" y="9"/>
                      <a:pt x="23" y="6"/>
                    </a:cubicBezTo>
                    <a:cubicBezTo>
                      <a:pt x="23" y="5"/>
                      <a:pt x="23" y="5"/>
                      <a:pt x="22" y="5"/>
                    </a:cubicBezTo>
                    <a:cubicBezTo>
                      <a:pt x="17" y="5"/>
                      <a:pt x="15" y="12"/>
                      <a:pt x="14" y="14"/>
                    </a:cubicBezTo>
                    <a:cubicBezTo>
                      <a:pt x="14" y="28"/>
                      <a:pt x="14" y="28"/>
                      <a:pt x="14" y="28"/>
                    </a:cubicBezTo>
                    <a:cubicBezTo>
                      <a:pt x="14" y="32"/>
                      <a:pt x="16" y="33"/>
                      <a:pt x="19" y="33"/>
                    </a:cubicBezTo>
                    <a:cubicBezTo>
                      <a:pt x="21" y="33"/>
                      <a:pt x="21" y="33"/>
                      <a:pt x="21" y="33"/>
                    </a:cubicBezTo>
                    <a:cubicBezTo>
                      <a:pt x="21" y="35"/>
                      <a:pt x="21" y="35"/>
                      <a:pt x="21" y="35"/>
                    </a:cubicBezTo>
                    <a:cubicBezTo>
                      <a:pt x="0" y="35"/>
                      <a:pt x="0" y="35"/>
                      <a:pt x="0" y="35"/>
                    </a:cubicBezTo>
                    <a:cubicBezTo>
                      <a:pt x="0" y="33"/>
                      <a:pt x="0" y="33"/>
                      <a:pt x="0" y="33"/>
                    </a:cubicBezTo>
                    <a:cubicBezTo>
                      <a:pt x="1" y="33"/>
                      <a:pt x="1" y="33"/>
                      <a:pt x="1" y="33"/>
                    </a:cubicBezTo>
                    <a:cubicBezTo>
                      <a:pt x="5" y="33"/>
                      <a:pt x="7" y="32"/>
                      <a:pt x="7" y="28"/>
                    </a:cubicBezTo>
                    <a:cubicBezTo>
                      <a:pt x="7" y="8"/>
                      <a:pt x="7" y="8"/>
                      <a:pt x="7" y="8"/>
                    </a:cubicBezTo>
                    <a:cubicBezTo>
                      <a:pt x="7" y="5"/>
                      <a:pt x="5" y="5"/>
                      <a:pt x="4" y="5"/>
                    </a:cubicBezTo>
                    <a:cubicBezTo>
                      <a:pt x="2" y="5"/>
                      <a:pt x="1" y="5"/>
                      <a:pt x="1" y="5"/>
                    </a:cubicBezTo>
                    <a:cubicBezTo>
                      <a:pt x="0" y="4"/>
                      <a:pt x="0" y="4"/>
                      <a:pt x="0" y="4"/>
                    </a:cubicBezTo>
                    <a:cubicBezTo>
                      <a:pt x="14" y="0"/>
                      <a:pt x="14" y="0"/>
                      <a:pt x="14" y="0"/>
                    </a:cubicBezTo>
                    <a:lnTo>
                      <a:pt x="14" y="7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67" name="i$lïḓê"/>
              <p:cNvSpPr/>
              <p:nvPr/>
            </p:nvSpPr>
            <p:spPr bwMode="auto">
              <a:xfrm>
                <a:off x="7902575" y="4114801"/>
                <a:ext cx="142875" cy="201613"/>
              </a:xfrm>
              <a:custGeom>
                <a:avLst/>
                <a:gdLst>
                  <a:gd name="T0" fmla="*/ 16 w 27"/>
                  <a:gd name="T1" fmla="*/ 37 h 37"/>
                  <a:gd name="T2" fmla="*/ 12 w 27"/>
                  <a:gd name="T3" fmla="*/ 36 h 37"/>
                  <a:gd name="T4" fmla="*/ 8 w 27"/>
                  <a:gd name="T5" fmla="*/ 35 h 37"/>
                  <a:gd name="T6" fmla="*/ 4 w 27"/>
                  <a:gd name="T7" fmla="*/ 37 h 37"/>
                  <a:gd name="T8" fmla="*/ 0 w 27"/>
                  <a:gd name="T9" fmla="*/ 25 h 37"/>
                  <a:gd name="T10" fmla="*/ 3 w 27"/>
                  <a:gd name="T11" fmla="*/ 24 h 37"/>
                  <a:gd name="T12" fmla="*/ 6 w 27"/>
                  <a:gd name="T13" fmla="*/ 29 h 37"/>
                  <a:gd name="T14" fmla="*/ 16 w 27"/>
                  <a:gd name="T15" fmla="*/ 34 h 37"/>
                  <a:gd name="T16" fmla="*/ 22 w 27"/>
                  <a:gd name="T17" fmla="*/ 29 h 37"/>
                  <a:gd name="T18" fmla="*/ 12 w 27"/>
                  <a:gd name="T19" fmla="*/ 21 h 37"/>
                  <a:gd name="T20" fmla="*/ 2 w 27"/>
                  <a:gd name="T21" fmla="*/ 10 h 37"/>
                  <a:gd name="T22" fmla="*/ 12 w 27"/>
                  <a:gd name="T23" fmla="*/ 0 h 37"/>
                  <a:gd name="T24" fmla="*/ 16 w 27"/>
                  <a:gd name="T25" fmla="*/ 1 h 37"/>
                  <a:gd name="T26" fmla="*/ 20 w 27"/>
                  <a:gd name="T27" fmla="*/ 1 h 37"/>
                  <a:gd name="T28" fmla="*/ 24 w 27"/>
                  <a:gd name="T29" fmla="*/ 0 h 37"/>
                  <a:gd name="T30" fmla="*/ 27 w 27"/>
                  <a:gd name="T31" fmla="*/ 11 h 37"/>
                  <a:gd name="T32" fmla="*/ 25 w 27"/>
                  <a:gd name="T33" fmla="*/ 12 h 37"/>
                  <a:gd name="T34" fmla="*/ 13 w 27"/>
                  <a:gd name="T35" fmla="*/ 3 h 37"/>
                  <a:gd name="T36" fmla="*/ 8 w 27"/>
                  <a:gd name="T37" fmla="*/ 7 h 37"/>
                  <a:gd name="T38" fmla="*/ 16 w 27"/>
                  <a:gd name="T39" fmla="*/ 14 h 37"/>
                  <a:gd name="T40" fmla="*/ 27 w 27"/>
                  <a:gd name="T41" fmla="*/ 26 h 37"/>
                  <a:gd name="T42" fmla="*/ 16 w 27"/>
                  <a:gd name="T43" fmla="*/ 37 h 3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</a:cxnLst>
                <a:rect l="0" t="0" r="r" b="b"/>
                <a:pathLst>
                  <a:path w="27" h="37">
                    <a:moveTo>
                      <a:pt x="16" y="37"/>
                    </a:moveTo>
                    <a:cubicBezTo>
                      <a:pt x="15" y="37"/>
                      <a:pt x="14" y="37"/>
                      <a:pt x="12" y="36"/>
                    </a:cubicBezTo>
                    <a:cubicBezTo>
                      <a:pt x="12" y="36"/>
                      <a:pt x="8" y="35"/>
                      <a:pt x="8" y="35"/>
                    </a:cubicBezTo>
                    <a:cubicBezTo>
                      <a:pt x="6" y="35"/>
                      <a:pt x="5" y="36"/>
                      <a:pt x="4" y="37"/>
                    </a:cubicBezTo>
                    <a:cubicBezTo>
                      <a:pt x="0" y="25"/>
                      <a:pt x="0" y="25"/>
                      <a:pt x="0" y="25"/>
                    </a:cubicBezTo>
                    <a:cubicBezTo>
                      <a:pt x="3" y="24"/>
                      <a:pt x="3" y="24"/>
                      <a:pt x="3" y="24"/>
                    </a:cubicBezTo>
                    <a:cubicBezTo>
                      <a:pt x="4" y="27"/>
                      <a:pt x="5" y="28"/>
                      <a:pt x="6" y="29"/>
                    </a:cubicBezTo>
                    <a:cubicBezTo>
                      <a:pt x="8" y="32"/>
                      <a:pt x="12" y="34"/>
                      <a:pt x="16" y="34"/>
                    </a:cubicBezTo>
                    <a:cubicBezTo>
                      <a:pt x="19" y="34"/>
                      <a:pt x="22" y="32"/>
                      <a:pt x="22" y="29"/>
                    </a:cubicBezTo>
                    <a:cubicBezTo>
                      <a:pt x="22" y="26"/>
                      <a:pt x="21" y="25"/>
                      <a:pt x="12" y="21"/>
                    </a:cubicBezTo>
                    <a:cubicBezTo>
                      <a:pt x="6" y="18"/>
                      <a:pt x="2" y="15"/>
                      <a:pt x="2" y="10"/>
                    </a:cubicBezTo>
                    <a:cubicBezTo>
                      <a:pt x="2" y="5"/>
                      <a:pt x="6" y="0"/>
                      <a:pt x="12" y="0"/>
                    </a:cubicBezTo>
                    <a:cubicBezTo>
                      <a:pt x="13" y="0"/>
                      <a:pt x="14" y="0"/>
                      <a:pt x="16" y="1"/>
                    </a:cubicBezTo>
                    <a:cubicBezTo>
                      <a:pt x="18" y="1"/>
                      <a:pt x="19" y="1"/>
                      <a:pt x="20" y="1"/>
                    </a:cubicBezTo>
                    <a:cubicBezTo>
                      <a:pt x="20" y="1"/>
                      <a:pt x="22" y="1"/>
                      <a:pt x="24" y="0"/>
                    </a:cubicBezTo>
                    <a:cubicBezTo>
                      <a:pt x="27" y="11"/>
                      <a:pt x="27" y="11"/>
                      <a:pt x="27" y="11"/>
                    </a:cubicBezTo>
                    <a:cubicBezTo>
                      <a:pt x="25" y="12"/>
                      <a:pt x="25" y="12"/>
                      <a:pt x="25" y="12"/>
                    </a:cubicBezTo>
                    <a:cubicBezTo>
                      <a:pt x="24" y="9"/>
                      <a:pt x="21" y="3"/>
                      <a:pt x="13" y="3"/>
                    </a:cubicBezTo>
                    <a:cubicBezTo>
                      <a:pt x="10" y="3"/>
                      <a:pt x="8" y="4"/>
                      <a:pt x="8" y="7"/>
                    </a:cubicBezTo>
                    <a:cubicBezTo>
                      <a:pt x="8" y="9"/>
                      <a:pt x="9" y="10"/>
                      <a:pt x="16" y="14"/>
                    </a:cubicBezTo>
                    <a:cubicBezTo>
                      <a:pt x="25" y="18"/>
                      <a:pt x="27" y="21"/>
                      <a:pt x="27" y="26"/>
                    </a:cubicBezTo>
                    <a:cubicBezTo>
                      <a:pt x="27" y="33"/>
                      <a:pt x="22" y="37"/>
                      <a:pt x="16" y="37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68" name="iś1ïḍé"/>
              <p:cNvSpPr/>
              <p:nvPr/>
            </p:nvSpPr>
            <p:spPr bwMode="auto">
              <a:xfrm>
                <a:off x="8070850" y="4016376"/>
                <a:ext cx="100012" cy="290513"/>
              </a:xfrm>
              <a:custGeom>
                <a:avLst/>
                <a:gdLst>
                  <a:gd name="T0" fmla="*/ 0 w 19"/>
                  <a:gd name="T1" fmla="*/ 51 h 53"/>
                  <a:gd name="T2" fmla="*/ 2 w 19"/>
                  <a:gd name="T3" fmla="*/ 51 h 53"/>
                  <a:gd name="T4" fmla="*/ 6 w 19"/>
                  <a:gd name="T5" fmla="*/ 47 h 53"/>
                  <a:gd name="T6" fmla="*/ 6 w 19"/>
                  <a:gd name="T7" fmla="*/ 26 h 53"/>
                  <a:gd name="T8" fmla="*/ 3 w 19"/>
                  <a:gd name="T9" fmla="*/ 22 h 53"/>
                  <a:gd name="T10" fmla="*/ 1 w 19"/>
                  <a:gd name="T11" fmla="*/ 23 h 53"/>
                  <a:gd name="T12" fmla="*/ 0 w 19"/>
                  <a:gd name="T13" fmla="*/ 21 h 53"/>
                  <a:gd name="T14" fmla="*/ 13 w 19"/>
                  <a:gd name="T15" fmla="*/ 18 h 53"/>
                  <a:gd name="T16" fmla="*/ 13 w 19"/>
                  <a:gd name="T17" fmla="*/ 47 h 53"/>
                  <a:gd name="T18" fmla="*/ 17 w 19"/>
                  <a:gd name="T19" fmla="*/ 51 h 53"/>
                  <a:gd name="T20" fmla="*/ 19 w 19"/>
                  <a:gd name="T21" fmla="*/ 51 h 53"/>
                  <a:gd name="T22" fmla="*/ 19 w 19"/>
                  <a:gd name="T23" fmla="*/ 53 h 53"/>
                  <a:gd name="T24" fmla="*/ 0 w 19"/>
                  <a:gd name="T25" fmla="*/ 53 h 53"/>
                  <a:gd name="T26" fmla="*/ 0 w 19"/>
                  <a:gd name="T27" fmla="*/ 51 h 53"/>
                  <a:gd name="T28" fmla="*/ 15 w 19"/>
                  <a:gd name="T29" fmla="*/ 5 h 53"/>
                  <a:gd name="T30" fmla="*/ 9 w 19"/>
                  <a:gd name="T31" fmla="*/ 10 h 53"/>
                  <a:gd name="T32" fmla="*/ 4 w 19"/>
                  <a:gd name="T33" fmla="*/ 5 h 53"/>
                  <a:gd name="T34" fmla="*/ 9 w 19"/>
                  <a:gd name="T35" fmla="*/ 0 h 53"/>
                  <a:gd name="T36" fmla="*/ 15 w 19"/>
                  <a:gd name="T37" fmla="*/ 5 h 53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</a:cxnLst>
                <a:rect l="0" t="0" r="r" b="b"/>
                <a:pathLst>
                  <a:path w="19" h="53">
                    <a:moveTo>
                      <a:pt x="0" y="51"/>
                    </a:moveTo>
                    <a:cubicBezTo>
                      <a:pt x="2" y="51"/>
                      <a:pt x="2" y="51"/>
                      <a:pt x="2" y="51"/>
                    </a:cubicBezTo>
                    <a:cubicBezTo>
                      <a:pt x="4" y="51"/>
                      <a:pt x="6" y="49"/>
                      <a:pt x="6" y="47"/>
                    </a:cubicBezTo>
                    <a:cubicBezTo>
                      <a:pt x="6" y="26"/>
                      <a:pt x="6" y="26"/>
                      <a:pt x="6" y="26"/>
                    </a:cubicBezTo>
                    <a:cubicBezTo>
                      <a:pt x="6" y="24"/>
                      <a:pt x="5" y="22"/>
                      <a:pt x="3" y="22"/>
                    </a:cubicBezTo>
                    <a:cubicBezTo>
                      <a:pt x="3" y="22"/>
                      <a:pt x="2" y="22"/>
                      <a:pt x="1" y="23"/>
                    </a:cubicBezTo>
                    <a:cubicBezTo>
                      <a:pt x="0" y="21"/>
                      <a:pt x="0" y="21"/>
                      <a:pt x="0" y="21"/>
                    </a:cubicBezTo>
                    <a:cubicBezTo>
                      <a:pt x="13" y="18"/>
                      <a:pt x="13" y="18"/>
                      <a:pt x="13" y="18"/>
                    </a:cubicBezTo>
                    <a:cubicBezTo>
                      <a:pt x="13" y="47"/>
                      <a:pt x="13" y="47"/>
                      <a:pt x="13" y="47"/>
                    </a:cubicBezTo>
                    <a:cubicBezTo>
                      <a:pt x="13" y="50"/>
                      <a:pt x="14" y="51"/>
                      <a:pt x="17" y="51"/>
                    </a:cubicBezTo>
                    <a:cubicBezTo>
                      <a:pt x="19" y="51"/>
                      <a:pt x="19" y="51"/>
                      <a:pt x="19" y="51"/>
                    </a:cubicBezTo>
                    <a:cubicBezTo>
                      <a:pt x="19" y="53"/>
                      <a:pt x="19" y="53"/>
                      <a:pt x="19" y="53"/>
                    </a:cubicBezTo>
                    <a:cubicBezTo>
                      <a:pt x="0" y="53"/>
                      <a:pt x="0" y="53"/>
                      <a:pt x="0" y="53"/>
                    </a:cubicBezTo>
                    <a:lnTo>
                      <a:pt x="0" y="51"/>
                    </a:lnTo>
                    <a:close/>
                    <a:moveTo>
                      <a:pt x="15" y="5"/>
                    </a:moveTo>
                    <a:cubicBezTo>
                      <a:pt x="15" y="7"/>
                      <a:pt x="12" y="10"/>
                      <a:pt x="9" y="10"/>
                    </a:cubicBezTo>
                    <a:cubicBezTo>
                      <a:pt x="7" y="10"/>
                      <a:pt x="4" y="7"/>
                      <a:pt x="4" y="5"/>
                    </a:cubicBezTo>
                    <a:cubicBezTo>
                      <a:pt x="4" y="2"/>
                      <a:pt x="7" y="0"/>
                      <a:pt x="9" y="0"/>
                    </a:cubicBezTo>
                    <a:cubicBezTo>
                      <a:pt x="12" y="0"/>
                      <a:pt x="15" y="2"/>
                      <a:pt x="15" y="5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69" name="íşļîḓé"/>
              <p:cNvSpPr/>
              <p:nvPr/>
            </p:nvSpPr>
            <p:spPr bwMode="auto">
              <a:xfrm>
                <a:off x="8186738" y="4054476"/>
                <a:ext cx="127000" cy="261938"/>
              </a:xfrm>
              <a:custGeom>
                <a:avLst/>
                <a:gdLst>
                  <a:gd name="T0" fmla="*/ 0 w 24"/>
                  <a:gd name="T1" fmla="*/ 15 h 48"/>
                  <a:gd name="T2" fmla="*/ 0 w 24"/>
                  <a:gd name="T3" fmla="*/ 12 h 48"/>
                  <a:gd name="T4" fmla="*/ 11 w 24"/>
                  <a:gd name="T5" fmla="*/ 3 h 48"/>
                  <a:gd name="T6" fmla="*/ 11 w 24"/>
                  <a:gd name="T7" fmla="*/ 0 h 48"/>
                  <a:gd name="T8" fmla="*/ 14 w 24"/>
                  <a:gd name="T9" fmla="*/ 0 h 48"/>
                  <a:gd name="T10" fmla="*/ 14 w 24"/>
                  <a:gd name="T11" fmla="*/ 12 h 48"/>
                  <a:gd name="T12" fmla="*/ 24 w 24"/>
                  <a:gd name="T13" fmla="*/ 12 h 48"/>
                  <a:gd name="T14" fmla="*/ 24 w 24"/>
                  <a:gd name="T15" fmla="*/ 15 h 48"/>
                  <a:gd name="T16" fmla="*/ 14 w 24"/>
                  <a:gd name="T17" fmla="*/ 15 h 48"/>
                  <a:gd name="T18" fmla="*/ 14 w 24"/>
                  <a:gd name="T19" fmla="*/ 39 h 48"/>
                  <a:gd name="T20" fmla="*/ 18 w 24"/>
                  <a:gd name="T21" fmla="*/ 44 h 48"/>
                  <a:gd name="T22" fmla="*/ 23 w 24"/>
                  <a:gd name="T23" fmla="*/ 41 h 48"/>
                  <a:gd name="T24" fmla="*/ 24 w 24"/>
                  <a:gd name="T25" fmla="*/ 42 h 48"/>
                  <a:gd name="T26" fmla="*/ 14 w 24"/>
                  <a:gd name="T27" fmla="*/ 48 h 48"/>
                  <a:gd name="T28" fmla="*/ 6 w 24"/>
                  <a:gd name="T29" fmla="*/ 39 h 48"/>
                  <a:gd name="T30" fmla="*/ 6 w 24"/>
                  <a:gd name="T31" fmla="*/ 15 h 48"/>
                  <a:gd name="T32" fmla="*/ 0 w 24"/>
                  <a:gd name="T33" fmla="*/ 15 h 4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</a:cxnLst>
                <a:rect l="0" t="0" r="r" b="b"/>
                <a:pathLst>
                  <a:path w="24" h="48">
                    <a:moveTo>
                      <a:pt x="0" y="15"/>
                    </a:moveTo>
                    <a:cubicBezTo>
                      <a:pt x="0" y="12"/>
                      <a:pt x="0" y="12"/>
                      <a:pt x="0" y="12"/>
                    </a:cubicBezTo>
                    <a:cubicBezTo>
                      <a:pt x="10" y="12"/>
                      <a:pt x="11" y="4"/>
                      <a:pt x="11" y="3"/>
                    </a:cubicBezTo>
                    <a:cubicBezTo>
                      <a:pt x="11" y="0"/>
                      <a:pt x="11" y="0"/>
                      <a:pt x="11" y="0"/>
                    </a:cubicBezTo>
                    <a:cubicBezTo>
                      <a:pt x="14" y="0"/>
                      <a:pt x="14" y="0"/>
                      <a:pt x="14" y="0"/>
                    </a:cubicBezTo>
                    <a:cubicBezTo>
                      <a:pt x="14" y="12"/>
                      <a:pt x="14" y="12"/>
                      <a:pt x="14" y="12"/>
                    </a:cubicBezTo>
                    <a:cubicBezTo>
                      <a:pt x="24" y="12"/>
                      <a:pt x="24" y="12"/>
                      <a:pt x="24" y="12"/>
                    </a:cubicBezTo>
                    <a:cubicBezTo>
                      <a:pt x="24" y="15"/>
                      <a:pt x="24" y="15"/>
                      <a:pt x="24" y="15"/>
                    </a:cubicBezTo>
                    <a:cubicBezTo>
                      <a:pt x="14" y="15"/>
                      <a:pt x="14" y="15"/>
                      <a:pt x="14" y="15"/>
                    </a:cubicBezTo>
                    <a:cubicBezTo>
                      <a:pt x="14" y="39"/>
                      <a:pt x="14" y="39"/>
                      <a:pt x="14" y="39"/>
                    </a:cubicBezTo>
                    <a:cubicBezTo>
                      <a:pt x="14" y="43"/>
                      <a:pt x="16" y="44"/>
                      <a:pt x="18" y="44"/>
                    </a:cubicBezTo>
                    <a:cubicBezTo>
                      <a:pt x="20" y="44"/>
                      <a:pt x="21" y="42"/>
                      <a:pt x="23" y="41"/>
                    </a:cubicBezTo>
                    <a:cubicBezTo>
                      <a:pt x="24" y="42"/>
                      <a:pt x="24" y="42"/>
                      <a:pt x="24" y="42"/>
                    </a:cubicBezTo>
                    <a:cubicBezTo>
                      <a:pt x="22" y="45"/>
                      <a:pt x="19" y="48"/>
                      <a:pt x="14" y="48"/>
                    </a:cubicBezTo>
                    <a:cubicBezTo>
                      <a:pt x="9" y="48"/>
                      <a:pt x="6" y="44"/>
                      <a:pt x="6" y="39"/>
                    </a:cubicBezTo>
                    <a:cubicBezTo>
                      <a:pt x="6" y="15"/>
                      <a:pt x="6" y="15"/>
                      <a:pt x="6" y="15"/>
                    </a:cubicBezTo>
                    <a:lnTo>
                      <a:pt x="0" y="15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70" name="ïṡḻîḑè"/>
              <p:cNvSpPr/>
              <p:nvPr/>
            </p:nvSpPr>
            <p:spPr bwMode="auto">
              <a:xfrm>
                <a:off x="8329613" y="4119564"/>
                <a:ext cx="198437" cy="252413"/>
              </a:xfrm>
              <a:custGeom>
                <a:avLst/>
                <a:gdLst>
                  <a:gd name="T0" fmla="*/ 36 w 38"/>
                  <a:gd name="T1" fmla="*/ 3 h 46"/>
                  <a:gd name="T2" fmla="*/ 31 w 38"/>
                  <a:gd name="T3" fmla="*/ 8 h 46"/>
                  <a:gd name="T4" fmla="*/ 19 w 38"/>
                  <a:gd name="T5" fmla="*/ 37 h 46"/>
                  <a:gd name="T6" fmla="*/ 7 w 38"/>
                  <a:gd name="T7" fmla="*/ 46 h 46"/>
                  <a:gd name="T8" fmla="*/ 2 w 38"/>
                  <a:gd name="T9" fmla="*/ 41 h 46"/>
                  <a:gd name="T10" fmla="*/ 7 w 38"/>
                  <a:gd name="T11" fmla="*/ 36 h 46"/>
                  <a:gd name="T12" fmla="*/ 11 w 38"/>
                  <a:gd name="T13" fmla="*/ 40 h 46"/>
                  <a:gd name="T14" fmla="*/ 12 w 38"/>
                  <a:gd name="T15" fmla="*/ 41 h 46"/>
                  <a:gd name="T16" fmla="*/ 17 w 38"/>
                  <a:gd name="T17" fmla="*/ 35 h 46"/>
                  <a:gd name="T18" fmla="*/ 18 w 38"/>
                  <a:gd name="T19" fmla="*/ 34 h 46"/>
                  <a:gd name="T20" fmla="*/ 6 w 38"/>
                  <a:gd name="T21" fmla="*/ 7 h 46"/>
                  <a:gd name="T22" fmla="*/ 1 w 38"/>
                  <a:gd name="T23" fmla="*/ 3 h 46"/>
                  <a:gd name="T24" fmla="*/ 0 w 38"/>
                  <a:gd name="T25" fmla="*/ 3 h 46"/>
                  <a:gd name="T26" fmla="*/ 0 w 38"/>
                  <a:gd name="T27" fmla="*/ 0 h 46"/>
                  <a:gd name="T28" fmla="*/ 18 w 38"/>
                  <a:gd name="T29" fmla="*/ 0 h 46"/>
                  <a:gd name="T30" fmla="*/ 18 w 38"/>
                  <a:gd name="T31" fmla="*/ 3 h 46"/>
                  <a:gd name="T32" fmla="*/ 16 w 38"/>
                  <a:gd name="T33" fmla="*/ 3 h 46"/>
                  <a:gd name="T34" fmla="*/ 14 w 38"/>
                  <a:gd name="T35" fmla="*/ 5 h 46"/>
                  <a:gd name="T36" fmla="*/ 15 w 38"/>
                  <a:gd name="T37" fmla="*/ 8 h 46"/>
                  <a:gd name="T38" fmla="*/ 22 w 38"/>
                  <a:gd name="T39" fmla="*/ 24 h 46"/>
                  <a:gd name="T40" fmla="*/ 28 w 38"/>
                  <a:gd name="T41" fmla="*/ 8 h 46"/>
                  <a:gd name="T42" fmla="*/ 29 w 38"/>
                  <a:gd name="T43" fmla="*/ 5 h 46"/>
                  <a:gd name="T44" fmla="*/ 26 w 38"/>
                  <a:gd name="T45" fmla="*/ 3 h 46"/>
                  <a:gd name="T46" fmla="*/ 23 w 38"/>
                  <a:gd name="T47" fmla="*/ 3 h 46"/>
                  <a:gd name="T48" fmla="*/ 23 w 38"/>
                  <a:gd name="T49" fmla="*/ 0 h 46"/>
                  <a:gd name="T50" fmla="*/ 38 w 38"/>
                  <a:gd name="T51" fmla="*/ 0 h 46"/>
                  <a:gd name="T52" fmla="*/ 38 w 38"/>
                  <a:gd name="T53" fmla="*/ 3 h 46"/>
                  <a:gd name="T54" fmla="*/ 36 w 38"/>
                  <a:gd name="T55" fmla="*/ 3 h 4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</a:cxnLst>
                <a:rect l="0" t="0" r="r" b="b"/>
                <a:pathLst>
                  <a:path w="38" h="46">
                    <a:moveTo>
                      <a:pt x="36" y="3"/>
                    </a:moveTo>
                    <a:cubicBezTo>
                      <a:pt x="33" y="3"/>
                      <a:pt x="32" y="6"/>
                      <a:pt x="31" y="8"/>
                    </a:cubicBezTo>
                    <a:cubicBezTo>
                      <a:pt x="19" y="37"/>
                      <a:pt x="19" y="37"/>
                      <a:pt x="19" y="37"/>
                    </a:cubicBezTo>
                    <a:cubicBezTo>
                      <a:pt x="17" y="42"/>
                      <a:pt x="12" y="46"/>
                      <a:pt x="7" y="46"/>
                    </a:cubicBezTo>
                    <a:cubicBezTo>
                      <a:pt x="4" y="46"/>
                      <a:pt x="2" y="44"/>
                      <a:pt x="2" y="41"/>
                    </a:cubicBezTo>
                    <a:cubicBezTo>
                      <a:pt x="2" y="38"/>
                      <a:pt x="4" y="36"/>
                      <a:pt x="7" y="36"/>
                    </a:cubicBezTo>
                    <a:cubicBezTo>
                      <a:pt x="10" y="36"/>
                      <a:pt x="10" y="38"/>
                      <a:pt x="11" y="40"/>
                    </a:cubicBezTo>
                    <a:cubicBezTo>
                      <a:pt x="12" y="41"/>
                      <a:pt x="12" y="41"/>
                      <a:pt x="12" y="41"/>
                    </a:cubicBezTo>
                    <a:cubicBezTo>
                      <a:pt x="14" y="41"/>
                      <a:pt x="17" y="37"/>
                      <a:pt x="17" y="35"/>
                    </a:cubicBezTo>
                    <a:cubicBezTo>
                      <a:pt x="18" y="34"/>
                      <a:pt x="18" y="34"/>
                      <a:pt x="18" y="34"/>
                    </a:cubicBezTo>
                    <a:cubicBezTo>
                      <a:pt x="6" y="7"/>
                      <a:pt x="6" y="7"/>
                      <a:pt x="6" y="7"/>
                    </a:cubicBezTo>
                    <a:cubicBezTo>
                      <a:pt x="5" y="4"/>
                      <a:pt x="3" y="3"/>
                      <a:pt x="1" y="3"/>
                    </a:cubicBezTo>
                    <a:cubicBezTo>
                      <a:pt x="0" y="3"/>
                      <a:pt x="0" y="3"/>
                      <a:pt x="0" y="3"/>
                    </a:cubicBezTo>
                    <a:cubicBezTo>
                      <a:pt x="0" y="0"/>
                      <a:pt x="0" y="0"/>
                      <a:pt x="0" y="0"/>
                    </a:cubicBezTo>
                    <a:cubicBezTo>
                      <a:pt x="18" y="0"/>
                      <a:pt x="18" y="0"/>
                      <a:pt x="18" y="0"/>
                    </a:cubicBezTo>
                    <a:cubicBezTo>
                      <a:pt x="18" y="3"/>
                      <a:pt x="18" y="3"/>
                      <a:pt x="18" y="3"/>
                    </a:cubicBezTo>
                    <a:cubicBezTo>
                      <a:pt x="16" y="3"/>
                      <a:pt x="16" y="3"/>
                      <a:pt x="16" y="3"/>
                    </a:cubicBezTo>
                    <a:cubicBezTo>
                      <a:pt x="15" y="3"/>
                      <a:pt x="14" y="4"/>
                      <a:pt x="14" y="5"/>
                    </a:cubicBezTo>
                    <a:cubicBezTo>
                      <a:pt x="14" y="6"/>
                      <a:pt x="14" y="7"/>
                      <a:pt x="15" y="8"/>
                    </a:cubicBezTo>
                    <a:cubicBezTo>
                      <a:pt x="22" y="24"/>
                      <a:pt x="22" y="24"/>
                      <a:pt x="22" y="24"/>
                    </a:cubicBezTo>
                    <a:cubicBezTo>
                      <a:pt x="28" y="8"/>
                      <a:pt x="28" y="8"/>
                      <a:pt x="28" y="8"/>
                    </a:cubicBezTo>
                    <a:cubicBezTo>
                      <a:pt x="29" y="7"/>
                      <a:pt x="29" y="6"/>
                      <a:pt x="29" y="5"/>
                    </a:cubicBezTo>
                    <a:cubicBezTo>
                      <a:pt x="29" y="4"/>
                      <a:pt x="27" y="3"/>
                      <a:pt x="26" y="3"/>
                    </a:cubicBezTo>
                    <a:cubicBezTo>
                      <a:pt x="23" y="3"/>
                      <a:pt x="23" y="3"/>
                      <a:pt x="23" y="3"/>
                    </a:cubicBezTo>
                    <a:cubicBezTo>
                      <a:pt x="23" y="0"/>
                      <a:pt x="23" y="0"/>
                      <a:pt x="23" y="0"/>
                    </a:cubicBezTo>
                    <a:cubicBezTo>
                      <a:pt x="38" y="0"/>
                      <a:pt x="38" y="0"/>
                      <a:pt x="38" y="0"/>
                    </a:cubicBezTo>
                    <a:cubicBezTo>
                      <a:pt x="38" y="3"/>
                      <a:pt x="38" y="3"/>
                      <a:pt x="38" y="3"/>
                    </a:cubicBezTo>
                    <a:lnTo>
                      <a:pt x="36" y="3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</p:grpSp>
        <p:grpSp>
          <p:nvGrpSpPr>
            <p:cNvPr id="43" name="ísḷîḓe"/>
            <p:cNvGrpSpPr/>
            <p:nvPr/>
          </p:nvGrpSpPr>
          <p:grpSpPr>
            <a:xfrm>
              <a:off x="5477124" y="2634664"/>
              <a:ext cx="741350" cy="1171206"/>
              <a:chOff x="4718050" y="4784723"/>
              <a:chExt cx="755650" cy="1193799"/>
            </a:xfrm>
            <a:grpFill/>
          </p:grpSpPr>
          <p:sp>
            <p:nvSpPr>
              <p:cNvPr id="54" name="ïṡļîḑê"/>
              <p:cNvSpPr/>
              <p:nvPr/>
            </p:nvSpPr>
            <p:spPr bwMode="auto">
              <a:xfrm>
                <a:off x="4718050" y="4784723"/>
                <a:ext cx="373063" cy="1193799"/>
              </a:xfrm>
              <a:custGeom>
                <a:avLst/>
                <a:gdLst>
                  <a:gd name="T0" fmla="*/ 279 w 367"/>
                  <a:gd name="T1" fmla="*/ 506 h 1171"/>
                  <a:gd name="T2" fmla="*/ 247 w 367"/>
                  <a:gd name="T3" fmla="*/ 408 h 1171"/>
                  <a:gd name="T4" fmla="*/ 207 w 367"/>
                  <a:gd name="T5" fmla="*/ 413 h 1171"/>
                  <a:gd name="T6" fmla="*/ 257 w 367"/>
                  <a:gd name="T7" fmla="*/ 316 h 1171"/>
                  <a:gd name="T8" fmla="*/ 275 w 367"/>
                  <a:gd name="T9" fmla="*/ 282 h 1171"/>
                  <a:gd name="T10" fmla="*/ 295 w 367"/>
                  <a:gd name="T11" fmla="*/ 258 h 1171"/>
                  <a:gd name="T12" fmla="*/ 312 w 367"/>
                  <a:gd name="T13" fmla="*/ 221 h 1171"/>
                  <a:gd name="T14" fmla="*/ 352 w 367"/>
                  <a:gd name="T15" fmla="*/ 167 h 1171"/>
                  <a:gd name="T16" fmla="*/ 365 w 367"/>
                  <a:gd name="T17" fmla="*/ 133 h 1171"/>
                  <a:gd name="T18" fmla="*/ 365 w 367"/>
                  <a:gd name="T19" fmla="*/ 119 h 1171"/>
                  <a:gd name="T20" fmla="*/ 285 w 367"/>
                  <a:gd name="T21" fmla="*/ 1 h 1171"/>
                  <a:gd name="T22" fmla="*/ 277 w 367"/>
                  <a:gd name="T23" fmla="*/ 73 h 1171"/>
                  <a:gd name="T24" fmla="*/ 277 w 367"/>
                  <a:gd name="T25" fmla="*/ 92 h 1171"/>
                  <a:gd name="T26" fmla="*/ 295 w 367"/>
                  <a:gd name="T27" fmla="*/ 149 h 1171"/>
                  <a:gd name="T28" fmla="*/ 199 w 367"/>
                  <a:gd name="T29" fmla="*/ 333 h 1171"/>
                  <a:gd name="T30" fmla="*/ 149 w 367"/>
                  <a:gd name="T31" fmla="*/ 412 h 1171"/>
                  <a:gd name="T32" fmla="*/ 127 w 367"/>
                  <a:gd name="T33" fmla="*/ 499 h 1171"/>
                  <a:gd name="T34" fmla="*/ 196 w 367"/>
                  <a:gd name="T35" fmla="*/ 505 h 1171"/>
                  <a:gd name="T36" fmla="*/ 210 w 367"/>
                  <a:gd name="T37" fmla="*/ 498 h 1171"/>
                  <a:gd name="T38" fmla="*/ 178 w 367"/>
                  <a:gd name="T39" fmla="*/ 591 h 1171"/>
                  <a:gd name="T40" fmla="*/ 159 w 367"/>
                  <a:gd name="T41" fmla="*/ 636 h 1171"/>
                  <a:gd name="T42" fmla="*/ 139 w 367"/>
                  <a:gd name="T43" fmla="*/ 677 h 1171"/>
                  <a:gd name="T44" fmla="*/ 124 w 367"/>
                  <a:gd name="T45" fmla="*/ 701 h 1171"/>
                  <a:gd name="T46" fmla="*/ 77 w 367"/>
                  <a:gd name="T47" fmla="*/ 785 h 1171"/>
                  <a:gd name="T48" fmla="*/ 46 w 367"/>
                  <a:gd name="T49" fmla="*/ 829 h 1171"/>
                  <a:gd name="T50" fmla="*/ 35 w 367"/>
                  <a:gd name="T51" fmla="*/ 857 h 1171"/>
                  <a:gd name="T52" fmla="*/ 11 w 367"/>
                  <a:gd name="T53" fmla="*/ 897 h 1171"/>
                  <a:gd name="T54" fmla="*/ 12 w 367"/>
                  <a:gd name="T55" fmla="*/ 906 h 1171"/>
                  <a:gd name="T56" fmla="*/ 0 w 367"/>
                  <a:gd name="T57" fmla="*/ 948 h 1171"/>
                  <a:gd name="T58" fmla="*/ 10 w 367"/>
                  <a:gd name="T59" fmla="*/ 959 h 1171"/>
                  <a:gd name="T60" fmla="*/ 77 w 367"/>
                  <a:gd name="T61" fmla="*/ 893 h 1171"/>
                  <a:gd name="T62" fmla="*/ 113 w 367"/>
                  <a:gd name="T63" fmla="*/ 854 h 1171"/>
                  <a:gd name="T64" fmla="*/ 138 w 367"/>
                  <a:gd name="T65" fmla="*/ 817 h 1171"/>
                  <a:gd name="T66" fmla="*/ 140 w 367"/>
                  <a:gd name="T67" fmla="*/ 876 h 1171"/>
                  <a:gd name="T68" fmla="*/ 138 w 367"/>
                  <a:gd name="T69" fmla="*/ 913 h 1171"/>
                  <a:gd name="T70" fmla="*/ 140 w 367"/>
                  <a:gd name="T71" fmla="*/ 926 h 1171"/>
                  <a:gd name="T72" fmla="*/ 133 w 367"/>
                  <a:gd name="T73" fmla="*/ 970 h 1171"/>
                  <a:gd name="T74" fmla="*/ 133 w 367"/>
                  <a:gd name="T75" fmla="*/ 994 h 1171"/>
                  <a:gd name="T76" fmla="*/ 128 w 367"/>
                  <a:gd name="T77" fmla="*/ 999 h 1171"/>
                  <a:gd name="T78" fmla="*/ 127 w 367"/>
                  <a:gd name="T79" fmla="*/ 1073 h 1171"/>
                  <a:gd name="T80" fmla="*/ 157 w 367"/>
                  <a:gd name="T81" fmla="*/ 1171 h 1171"/>
                  <a:gd name="T82" fmla="*/ 179 w 367"/>
                  <a:gd name="T83" fmla="*/ 1170 h 1171"/>
                  <a:gd name="T84" fmla="*/ 192 w 367"/>
                  <a:gd name="T85" fmla="*/ 1159 h 1171"/>
                  <a:gd name="T86" fmla="*/ 201 w 367"/>
                  <a:gd name="T87" fmla="*/ 1137 h 1171"/>
                  <a:gd name="T88" fmla="*/ 205 w 367"/>
                  <a:gd name="T89" fmla="*/ 1075 h 1171"/>
                  <a:gd name="T90" fmla="*/ 198 w 367"/>
                  <a:gd name="T91" fmla="*/ 1069 h 1171"/>
                  <a:gd name="T92" fmla="*/ 198 w 367"/>
                  <a:gd name="T93" fmla="*/ 950 h 1171"/>
                  <a:gd name="T94" fmla="*/ 205 w 367"/>
                  <a:gd name="T95" fmla="*/ 935 h 1171"/>
                  <a:gd name="T96" fmla="*/ 205 w 367"/>
                  <a:gd name="T97" fmla="*/ 916 h 1171"/>
                  <a:gd name="T98" fmla="*/ 210 w 367"/>
                  <a:gd name="T99" fmla="*/ 893 h 1171"/>
                  <a:gd name="T100" fmla="*/ 209 w 367"/>
                  <a:gd name="T101" fmla="*/ 878 h 1171"/>
                  <a:gd name="T102" fmla="*/ 220 w 367"/>
                  <a:gd name="T103" fmla="*/ 842 h 1171"/>
                  <a:gd name="T104" fmla="*/ 220 w 367"/>
                  <a:gd name="T105" fmla="*/ 814 h 1171"/>
                  <a:gd name="T106" fmla="*/ 181 w 367"/>
                  <a:gd name="T107" fmla="*/ 711 h 1171"/>
                  <a:gd name="T108" fmla="*/ 210 w 367"/>
                  <a:gd name="T109" fmla="*/ 643 h 1171"/>
                  <a:gd name="T110" fmla="*/ 279 w 367"/>
                  <a:gd name="T111" fmla="*/ 506 h 117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  <a:cxn ang="0">
                    <a:pos x="T90" y="T91"/>
                  </a:cxn>
                  <a:cxn ang="0">
                    <a:pos x="T92" y="T93"/>
                  </a:cxn>
                  <a:cxn ang="0">
                    <a:pos x="T94" y="T95"/>
                  </a:cxn>
                  <a:cxn ang="0">
                    <a:pos x="T96" y="T97"/>
                  </a:cxn>
                  <a:cxn ang="0">
                    <a:pos x="T98" y="T99"/>
                  </a:cxn>
                  <a:cxn ang="0">
                    <a:pos x="T100" y="T101"/>
                  </a:cxn>
                  <a:cxn ang="0">
                    <a:pos x="T102" y="T103"/>
                  </a:cxn>
                  <a:cxn ang="0">
                    <a:pos x="T104" y="T105"/>
                  </a:cxn>
                  <a:cxn ang="0">
                    <a:pos x="T106" y="T107"/>
                  </a:cxn>
                  <a:cxn ang="0">
                    <a:pos x="T108" y="T109"/>
                  </a:cxn>
                  <a:cxn ang="0">
                    <a:pos x="T110" y="T111"/>
                  </a:cxn>
                </a:cxnLst>
                <a:rect l="0" t="0" r="r" b="b"/>
                <a:pathLst>
                  <a:path w="367" h="1171">
                    <a:moveTo>
                      <a:pt x="279" y="506"/>
                    </a:moveTo>
                    <a:cubicBezTo>
                      <a:pt x="298" y="459"/>
                      <a:pt x="292" y="421"/>
                      <a:pt x="247" y="408"/>
                    </a:cubicBezTo>
                    <a:cubicBezTo>
                      <a:pt x="230" y="403"/>
                      <a:pt x="221" y="412"/>
                      <a:pt x="207" y="413"/>
                    </a:cubicBezTo>
                    <a:cubicBezTo>
                      <a:pt x="225" y="375"/>
                      <a:pt x="242" y="350"/>
                      <a:pt x="257" y="316"/>
                    </a:cubicBezTo>
                    <a:cubicBezTo>
                      <a:pt x="261" y="307"/>
                      <a:pt x="278" y="293"/>
                      <a:pt x="275" y="282"/>
                    </a:cubicBezTo>
                    <a:cubicBezTo>
                      <a:pt x="281" y="273"/>
                      <a:pt x="290" y="266"/>
                      <a:pt x="295" y="258"/>
                    </a:cubicBezTo>
                    <a:cubicBezTo>
                      <a:pt x="302" y="245"/>
                      <a:pt x="303" y="232"/>
                      <a:pt x="312" y="221"/>
                    </a:cubicBezTo>
                    <a:cubicBezTo>
                      <a:pt x="321" y="208"/>
                      <a:pt x="345" y="182"/>
                      <a:pt x="352" y="167"/>
                    </a:cubicBezTo>
                    <a:cubicBezTo>
                      <a:pt x="356" y="156"/>
                      <a:pt x="360" y="144"/>
                      <a:pt x="365" y="133"/>
                    </a:cubicBezTo>
                    <a:cubicBezTo>
                      <a:pt x="367" y="126"/>
                      <a:pt x="363" y="122"/>
                      <a:pt x="365" y="119"/>
                    </a:cubicBezTo>
                    <a:cubicBezTo>
                      <a:pt x="365" y="68"/>
                      <a:pt x="339" y="0"/>
                      <a:pt x="285" y="1"/>
                    </a:cubicBezTo>
                    <a:cubicBezTo>
                      <a:pt x="276" y="21"/>
                      <a:pt x="270" y="45"/>
                      <a:pt x="277" y="73"/>
                    </a:cubicBezTo>
                    <a:cubicBezTo>
                      <a:pt x="277" y="79"/>
                      <a:pt x="277" y="85"/>
                      <a:pt x="277" y="92"/>
                    </a:cubicBezTo>
                    <a:cubicBezTo>
                      <a:pt x="280" y="99"/>
                      <a:pt x="299" y="140"/>
                      <a:pt x="295" y="149"/>
                    </a:cubicBezTo>
                    <a:cubicBezTo>
                      <a:pt x="264" y="215"/>
                      <a:pt x="234" y="276"/>
                      <a:pt x="199" y="333"/>
                    </a:cubicBezTo>
                    <a:cubicBezTo>
                      <a:pt x="186" y="354"/>
                      <a:pt x="156" y="390"/>
                      <a:pt x="149" y="412"/>
                    </a:cubicBezTo>
                    <a:cubicBezTo>
                      <a:pt x="142" y="432"/>
                      <a:pt x="105" y="464"/>
                      <a:pt x="127" y="499"/>
                    </a:cubicBezTo>
                    <a:cubicBezTo>
                      <a:pt x="136" y="514"/>
                      <a:pt x="178" y="517"/>
                      <a:pt x="196" y="505"/>
                    </a:cubicBezTo>
                    <a:cubicBezTo>
                      <a:pt x="200" y="503"/>
                      <a:pt x="202" y="499"/>
                      <a:pt x="210" y="498"/>
                    </a:cubicBezTo>
                    <a:cubicBezTo>
                      <a:pt x="204" y="536"/>
                      <a:pt x="195" y="561"/>
                      <a:pt x="178" y="591"/>
                    </a:cubicBezTo>
                    <a:cubicBezTo>
                      <a:pt x="182" y="599"/>
                      <a:pt x="159" y="628"/>
                      <a:pt x="159" y="636"/>
                    </a:cubicBezTo>
                    <a:cubicBezTo>
                      <a:pt x="159" y="642"/>
                      <a:pt x="143" y="669"/>
                      <a:pt x="139" y="677"/>
                    </a:cubicBezTo>
                    <a:cubicBezTo>
                      <a:pt x="142" y="682"/>
                      <a:pt x="125" y="697"/>
                      <a:pt x="124" y="701"/>
                    </a:cubicBezTo>
                    <a:cubicBezTo>
                      <a:pt x="109" y="734"/>
                      <a:pt x="93" y="755"/>
                      <a:pt x="77" y="785"/>
                    </a:cubicBezTo>
                    <a:cubicBezTo>
                      <a:pt x="69" y="801"/>
                      <a:pt x="56" y="815"/>
                      <a:pt x="46" y="829"/>
                    </a:cubicBezTo>
                    <a:cubicBezTo>
                      <a:pt x="40" y="839"/>
                      <a:pt x="41" y="845"/>
                      <a:pt x="35" y="857"/>
                    </a:cubicBezTo>
                    <a:cubicBezTo>
                      <a:pt x="30" y="869"/>
                      <a:pt x="15" y="883"/>
                      <a:pt x="11" y="897"/>
                    </a:cubicBezTo>
                    <a:cubicBezTo>
                      <a:pt x="12" y="900"/>
                      <a:pt x="12" y="903"/>
                      <a:pt x="12" y="906"/>
                    </a:cubicBezTo>
                    <a:cubicBezTo>
                      <a:pt x="7" y="917"/>
                      <a:pt x="0" y="932"/>
                      <a:pt x="0" y="948"/>
                    </a:cubicBezTo>
                    <a:cubicBezTo>
                      <a:pt x="3" y="952"/>
                      <a:pt x="6" y="955"/>
                      <a:pt x="10" y="959"/>
                    </a:cubicBezTo>
                    <a:cubicBezTo>
                      <a:pt x="33" y="957"/>
                      <a:pt x="68" y="913"/>
                      <a:pt x="77" y="893"/>
                    </a:cubicBezTo>
                    <a:cubicBezTo>
                      <a:pt x="84" y="881"/>
                      <a:pt x="104" y="868"/>
                      <a:pt x="113" y="854"/>
                    </a:cubicBezTo>
                    <a:cubicBezTo>
                      <a:pt x="120" y="844"/>
                      <a:pt x="126" y="820"/>
                      <a:pt x="138" y="817"/>
                    </a:cubicBezTo>
                    <a:cubicBezTo>
                      <a:pt x="140" y="821"/>
                      <a:pt x="142" y="869"/>
                      <a:pt x="140" y="876"/>
                    </a:cubicBezTo>
                    <a:cubicBezTo>
                      <a:pt x="140" y="876"/>
                      <a:pt x="138" y="913"/>
                      <a:pt x="138" y="913"/>
                    </a:cubicBezTo>
                    <a:cubicBezTo>
                      <a:pt x="138" y="915"/>
                      <a:pt x="141" y="922"/>
                      <a:pt x="140" y="926"/>
                    </a:cubicBezTo>
                    <a:cubicBezTo>
                      <a:pt x="134" y="939"/>
                      <a:pt x="133" y="949"/>
                      <a:pt x="133" y="970"/>
                    </a:cubicBezTo>
                    <a:cubicBezTo>
                      <a:pt x="133" y="978"/>
                      <a:pt x="133" y="986"/>
                      <a:pt x="133" y="994"/>
                    </a:cubicBezTo>
                    <a:cubicBezTo>
                      <a:pt x="131" y="996"/>
                      <a:pt x="130" y="998"/>
                      <a:pt x="128" y="999"/>
                    </a:cubicBezTo>
                    <a:cubicBezTo>
                      <a:pt x="128" y="1024"/>
                      <a:pt x="127" y="1048"/>
                      <a:pt x="127" y="1073"/>
                    </a:cubicBezTo>
                    <a:cubicBezTo>
                      <a:pt x="113" y="1114"/>
                      <a:pt x="126" y="1161"/>
                      <a:pt x="157" y="1171"/>
                    </a:cubicBezTo>
                    <a:cubicBezTo>
                      <a:pt x="165" y="1171"/>
                      <a:pt x="172" y="1170"/>
                      <a:pt x="179" y="1170"/>
                    </a:cubicBezTo>
                    <a:cubicBezTo>
                      <a:pt x="182" y="1164"/>
                      <a:pt x="188" y="1163"/>
                      <a:pt x="192" y="1159"/>
                    </a:cubicBezTo>
                    <a:cubicBezTo>
                      <a:pt x="195" y="1152"/>
                      <a:pt x="198" y="1144"/>
                      <a:pt x="201" y="1137"/>
                    </a:cubicBezTo>
                    <a:cubicBezTo>
                      <a:pt x="203" y="1131"/>
                      <a:pt x="209" y="1085"/>
                      <a:pt x="205" y="1075"/>
                    </a:cubicBezTo>
                    <a:cubicBezTo>
                      <a:pt x="202" y="1073"/>
                      <a:pt x="200" y="1071"/>
                      <a:pt x="198" y="1069"/>
                    </a:cubicBezTo>
                    <a:cubicBezTo>
                      <a:pt x="198" y="1030"/>
                      <a:pt x="198" y="990"/>
                      <a:pt x="198" y="950"/>
                    </a:cubicBezTo>
                    <a:cubicBezTo>
                      <a:pt x="199" y="943"/>
                      <a:pt x="203" y="941"/>
                      <a:pt x="205" y="935"/>
                    </a:cubicBezTo>
                    <a:cubicBezTo>
                      <a:pt x="205" y="928"/>
                      <a:pt x="205" y="922"/>
                      <a:pt x="205" y="916"/>
                    </a:cubicBezTo>
                    <a:cubicBezTo>
                      <a:pt x="207" y="909"/>
                      <a:pt x="208" y="901"/>
                      <a:pt x="210" y="893"/>
                    </a:cubicBezTo>
                    <a:cubicBezTo>
                      <a:pt x="210" y="888"/>
                      <a:pt x="209" y="883"/>
                      <a:pt x="209" y="878"/>
                    </a:cubicBezTo>
                    <a:cubicBezTo>
                      <a:pt x="213" y="867"/>
                      <a:pt x="217" y="852"/>
                      <a:pt x="220" y="842"/>
                    </a:cubicBezTo>
                    <a:cubicBezTo>
                      <a:pt x="220" y="833"/>
                      <a:pt x="220" y="823"/>
                      <a:pt x="220" y="814"/>
                    </a:cubicBezTo>
                    <a:cubicBezTo>
                      <a:pt x="225" y="779"/>
                      <a:pt x="207" y="725"/>
                      <a:pt x="181" y="711"/>
                    </a:cubicBezTo>
                    <a:cubicBezTo>
                      <a:pt x="181" y="682"/>
                      <a:pt x="201" y="665"/>
                      <a:pt x="210" y="643"/>
                    </a:cubicBezTo>
                    <a:cubicBezTo>
                      <a:pt x="231" y="597"/>
                      <a:pt x="260" y="553"/>
                      <a:pt x="279" y="506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55" name="iṣľîḑe"/>
              <p:cNvSpPr/>
              <p:nvPr/>
            </p:nvSpPr>
            <p:spPr bwMode="auto">
              <a:xfrm>
                <a:off x="5000625" y="4865685"/>
                <a:ext cx="473075" cy="1063624"/>
              </a:xfrm>
              <a:custGeom>
                <a:avLst/>
                <a:gdLst>
                  <a:gd name="T0" fmla="*/ 392 w 466"/>
                  <a:gd name="T1" fmla="*/ 857 h 1043"/>
                  <a:gd name="T2" fmla="*/ 253 w 466"/>
                  <a:gd name="T3" fmla="*/ 759 h 1043"/>
                  <a:gd name="T4" fmla="*/ 169 w 466"/>
                  <a:gd name="T5" fmla="*/ 808 h 1043"/>
                  <a:gd name="T6" fmla="*/ 236 w 466"/>
                  <a:gd name="T7" fmla="*/ 670 h 1043"/>
                  <a:gd name="T8" fmla="*/ 319 w 466"/>
                  <a:gd name="T9" fmla="*/ 617 h 1043"/>
                  <a:gd name="T10" fmla="*/ 341 w 466"/>
                  <a:gd name="T11" fmla="*/ 489 h 1043"/>
                  <a:gd name="T12" fmla="*/ 362 w 466"/>
                  <a:gd name="T13" fmla="*/ 400 h 1043"/>
                  <a:gd name="T14" fmla="*/ 283 w 466"/>
                  <a:gd name="T15" fmla="*/ 247 h 1043"/>
                  <a:gd name="T16" fmla="*/ 147 w 466"/>
                  <a:gd name="T17" fmla="*/ 437 h 1043"/>
                  <a:gd name="T18" fmla="*/ 159 w 466"/>
                  <a:gd name="T19" fmla="*/ 389 h 1043"/>
                  <a:gd name="T20" fmla="*/ 325 w 466"/>
                  <a:gd name="T21" fmla="*/ 161 h 1043"/>
                  <a:gd name="T22" fmla="*/ 437 w 466"/>
                  <a:gd name="T23" fmla="*/ 1 h 1043"/>
                  <a:gd name="T24" fmla="*/ 356 w 466"/>
                  <a:gd name="T25" fmla="*/ 43 h 1043"/>
                  <a:gd name="T26" fmla="*/ 194 w 466"/>
                  <a:gd name="T27" fmla="*/ 172 h 1043"/>
                  <a:gd name="T28" fmla="*/ 201 w 466"/>
                  <a:gd name="T29" fmla="*/ 147 h 1043"/>
                  <a:gd name="T30" fmla="*/ 146 w 466"/>
                  <a:gd name="T31" fmla="*/ 23 h 1043"/>
                  <a:gd name="T32" fmla="*/ 96 w 466"/>
                  <a:gd name="T33" fmla="*/ 306 h 1043"/>
                  <a:gd name="T34" fmla="*/ 211 w 466"/>
                  <a:gd name="T35" fmla="*/ 214 h 1043"/>
                  <a:gd name="T36" fmla="*/ 384 w 466"/>
                  <a:gd name="T37" fmla="*/ 56 h 1043"/>
                  <a:gd name="T38" fmla="*/ 352 w 466"/>
                  <a:gd name="T39" fmla="*/ 93 h 1043"/>
                  <a:gd name="T40" fmla="*/ 240 w 466"/>
                  <a:gd name="T41" fmla="*/ 220 h 1043"/>
                  <a:gd name="T42" fmla="*/ 68 w 466"/>
                  <a:gd name="T43" fmla="*/ 555 h 1043"/>
                  <a:gd name="T44" fmla="*/ 110 w 466"/>
                  <a:gd name="T45" fmla="*/ 700 h 1043"/>
                  <a:gd name="T46" fmla="*/ 142 w 466"/>
                  <a:gd name="T47" fmla="*/ 574 h 1043"/>
                  <a:gd name="T48" fmla="*/ 258 w 466"/>
                  <a:gd name="T49" fmla="*/ 344 h 1043"/>
                  <a:gd name="T50" fmla="*/ 341 w 466"/>
                  <a:gd name="T51" fmla="*/ 260 h 1043"/>
                  <a:gd name="T52" fmla="*/ 332 w 466"/>
                  <a:gd name="T53" fmla="*/ 376 h 1043"/>
                  <a:gd name="T54" fmla="*/ 313 w 466"/>
                  <a:gd name="T55" fmla="*/ 503 h 1043"/>
                  <a:gd name="T56" fmla="*/ 293 w 466"/>
                  <a:gd name="T57" fmla="*/ 576 h 1043"/>
                  <a:gd name="T58" fmla="*/ 284 w 466"/>
                  <a:gd name="T59" fmla="*/ 627 h 1043"/>
                  <a:gd name="T60" fmla="*/ 284 w 466"/>
                  <a:gd name="T61" fmla="*/ 455 h 1043"/>
                  <a:gd name="T62" fmla="*/ 201 w 466"/>
                  <a:gd name="T63" fmla="*/ 572 h 1043"/>
                  <a:gd name="T64" fmla="*/ 3 w 466"/>
                  <a:gd name="T65" fmla="*/ 1027 h 1043"/>
                  <a:gd name="T66" fmla="*/ 105 w 466"/>
                  <a:gd name="T67" fmla="*/ 958 h 1043"/>
                  <a:gd name="T68" fmla="*/ 301 w 466"/>
                  <a:gd name="T69" fmla="*/ 768 h 1043"/>
                  <a:gd name="T70" fmla="*/ 378 w 466"/>
                  <a:gd name="T71" fmla="*/ 740 h 1043"/>
                  <a:gd name="T72" fmla="*/ 219 w 466"/>
                  <a:gd name="T73" fmla="*/ 881 h 1043"/>
                  <a:gd name="T74" fmla="*/ 304 w 466"/>
                  <a:gd name="T75" fmla="*/ 979 h 1043"/>
                  <a:gd name="T76" fmla="*/ 435 w 466"/>
                  <a:gd name="T77" fmla="*/ 991 h 1043"/>
                  <a:gd name="T78" fmla="*/ 449 w 466"/>
                  <a:gd name="T79" fmla="*/ 951 h 1043"/>
                  <a:gd name="T80" fmla="*/ 129 w 466"/>
                  <a:gd name="T81" fmla="*/ 467 h 1043"/>
                  <a:gd name="T82" fmla="*/ 134 w 466"/>
                  <a:gd name="T83" fmla="*/ 466 h 1043"/>
                  <a:gd name="T84" fmla="*/ 277 w 466"/>
                  <a:gd name="T85" fmla="*/ 889 h 1043"/>
                  <a:gd name="T86" fmla="*/ 309 w 466"/>
                  <a:gd name="T87" fmla="*/ 910 h 1043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</a:cxnLst>
                <a:rect l="0" t="0" r="r" b="b"/>
                <a:pathLst>
                  <a:path w="466" h="1043">
                    <a:moveTo>
                      <a:pt x="412" y="914"/>
                    </a:moveTo>
                    <a:cubicBezTo>
                      <a:pt x="407" y="911"/>
                      <a:pt x="388" y="899"/>
                      <a:pt x="385" y="893"/>
                    </a:cubicBezTo>
                    <a:cubicBezTo>
                      <a:pt x="379" y="887"/>
                      <a:pt x="392" y="857"/>
                      <a:pt x="392" y="857"/>
                    </a:cubicBezTo>
                    <a:cubicBezTo>
                      <a:pt x="396" y="826"/>
                      <a:pt x="441" y="785"/>
                      <a:pt x="420" y="740"/>
                    </a:cubicBezTo>
                    <a:cubicBezTo>
                      <a:pt x="405" y="709"/>
                      <a:pt x="367" y="710"/>
                      <a:pt x="334" y="722"/>
                    </a:cubicBezTo>
                    <a:cubicBezTo>
                      <a:pt x="307" y="731"/>
                      <a:pt x="277" y="745"/>
                      <a:pt x="253" y="759"/>
                    </a:cubicBezTo>
                    <a:cubicBezTo>
                      <a:pt x="245" y="763"/>
                      <a:pt x="238" y="773"/>
                      <a:pt x="230" y="776"/>
                    </a:cubicBezTo>
                    <a:cubicBezTo>
                      <a:pt x="210" y="786"/>
                      <a:pt x="190" y="795"/>
                      <a:pt x="173" y="808"/>
                    </a:cubicBezTo>
                    <a:cubicBezTo>
                      <a:pt x="171" y="808"/>
                      <a:pt x="170" y="808"/>
                      <a:pt x="169" y="808"/>
                    </a:cubicBezTo>
                    <a:cubicBezTo>
                      <a:pt x="168" y="807"/>
                      <a:pt x="167" y="805"/>
                      <a:pt x="166" y="803"/>
                    </a:cubicBezTo>
                    <a:cubicBezTo>
                      <a:pt x="195" y="763"/>
                      <a:pt x="208" y="713"/>
                      <a:pt x="233" y="670"/>
                    </a:cubicBezTo>
                    <a:cubicBezTo>
                      <a:pt x="234" y="670"/>
                      <a:pt x="235" y="670"/>
                      <a:pt x="236" y="670"/>
                    </a:cubicBezTo>
                    <a:cubicBezTo>
                      <a:pt x="238" y="694"/>
                      <a:pt x="273" y="713"/>
                      <a:pt x="298" y="708"/>
                    </a:cubicBezTo>
                    <a:cubicBezTo>
                      <a:pt x="310" y="691"/>
                      <a:pt x="311" y="654"/>
                      <a:pt x="319" y="634"/>
                    </a:cubicBezTo>
                    <a:cubicBezTo>
                      <a:pt x="319" y="628"/>
                      <a:pt x="319" y="623"/>
                      <a:pt x="319" y="617"/>
                    </a:cubicBezTo>
                    <a:cubicBezTo>
                      <a:pt x="322" y="609"/>
                      <a:pt x="326" y="592"/>
                      <a:pt x="330" y="582"/>
                    </a:cubicBezTo>
                    <a:cubicBezTo>
                      <a:pt x="331" y="567"/>
                      <a:pt x="332" y="552"/>
                      <a:pt x="334" y="537"/>
                    </a:cubicBezTo>
                    <a:cubicBezTo>
                      <a:pt x="338" y="523"/>
                      <a:pt x="344" y="505"/>
                      <a:pt x="341" y="489"/>
                    </a:cubicBezTo>
                    <a:cubicBezTo>
                      <a:pt x="344" y="485"/>
                      <a:pt x="346" y="475"/>
                      <a:pt x="348" y="469"/>
                    </a:cubicBezTo>
                    <a:cubicBezTo>
                      <a:pt x="348" y="463"/>
                      <a:pt x="348" y="458"/>
                      <a:pt x="348" y="453"/>
                    </a:cubicBezTo>
                    <a:cubicBezTo>
                      <a:pt x="353" y="441"/>
                      <a:pt x="361" y="413"/>
                      <a:pt x="362" y="400"/>
                    </a:cubicBezTo>
                    <a:cubicBezTo>
                      <a:pt x="363" y="387"/>
                      <a:pt x="385" y="326"/>
                      <a:pt x="382" y="322"/>
                    </a:cubicBezTo>
                    <a:cubicBezTo>
                      <a:pt x="386" y="291"/>
                      <a:pt x="408" y="244"/>
                      <a:pt x="375" y="223"/>
                    </a:cubicBezTo>
                    <a:cubicBezTo>
                      <a:pt x="343" y="203"/>
                      <a:pt x="305" y="232"/>
                      <a:pt x="283" y="247"/>
                    </a:cubicBezTo>
                    <a:cubicBezTo>
                      <a:pt x="227" y="285"/>
                      <a:pt x="193" y="338"/>
                      <a:pt x="165" y="400"/>
                    </a:cubicBezTo>
                    <a:cubicBezTo>
                      <a:pt x="163" y="402"/>
                      <a:pt x="161" y="404"/>
                      <a:pt x="159" y="406"/>
                    </a:cubicBezTo>
                    <a:cubicBezTo>
                      <a:pt x="153" y="415"/>
                      <a:pt x="151" y="428"/>
                      <a:pt x="147" y="437"/>
                    </a:cubicBezTo>
                    <a:cubicBezTo>
                      <a:pt x="145" y="441"/>
                      <a:pt x="138" y="449"/>
                      <a:pt x="137" y="452"/>
                    </a:cubicBezTo>
                    <a:cubicBezTo>
                      <a:pt x="134" y="450"/>
                      <a:pt x="136" y="450"/>
                      <a:pt x="135" y="447"/>
                    </a:cubicBezTo>
                    <a:cubicBezTo>
                      <a:pt x="147" y="437"/>
                      <a:pt x="149" y="410"/>
                      <a:pt x="159" y="389"/>
                    </a:cubicBezTo>
                    <a:cubicBezTo>
                      <a:pt x="176" y="353"/>
                      <a:pt x="199" y="322"/>
                      <a:pt x="218" y="287"/>
                    </a:cubicBezTo>
                    <a:cubicBezTo>
                      <a:pt x="235" y="253"/>
                      <a:pt x="267" y="226"/>
                      <a:pt x="291" y="193"/>
                    </a:cubicBezTo>
                    <a:cubicBezTo>
                      <a:pt x="300" y="180"/>
                      <a:pt x="316" y="173"/>
                      <a:pt x="325" y="161"/>
                    </a:cubicBezTo>
                    <a:cubicBezTo>
                      <a:pt x="332" y="151"/>
                      <a:pt x="347" y="133"/>
                      <a:pt x="357" y="127"/>
                    </a:cubicBezTo>
                    <a:cubicBezTo>
                      <a:pt x="398" y="100"/>
                      <a:pt x="438" y="61"/>
                      <a:pt x="454" y="13"/>
                    </a:cubicBezTo>
                    <a:cubicBezTo>
                      <a:pt x="448" y="9"/>
                      <a:pt x="442" y="5"/>
                      <a:pt x="437" y="1"/>
                    </a:cubicBezTo>
                    <a:cubicBezTo>
                      <a:pt x="432" y="6"/>
                      <a:pt x="422" y="0"/>
                      <a:pt x="417" y="2"/>
                    </a:cubicBezTo>
                    <a:cubicBezTo>
                      <a:pt x="412" y="4"/>
                      <a:pt x="405" y="12"/>
                      <a:pt x="401" y="15"/>
                    </a:cubicBezTo>
                    <a:cubicBezTo>
                      <a:pt x="386" y="26"/>
                      <a:pt x="371" y="33"/>
                      <a:pt x="356" y="43"/>
                    </a:cubicBezTo>
                    <a:cubicBezTo>
                      <a:pt x="343" y="50"/>
                      <a:pt x="333" y="65"/>
                      <a:pt x="321" y="72"/>
                    </a:cubicBezTo>
                    <a:cubicBezTo>
                      <a:pt x="281" y="99"/>
                      <a:pt x="252" y="129"/>
                      <a:pt x="212" y="155"/>
                    </a:cubicBezTo>
                    <a:cubicBezTo>
                      <a:pt x="206" y="161"/>
                      <a:pt x="200" y="166"/>
                      <a:pt x="194" y="172"/>
                    </a:cubicBezTo>
                    <a:cubicBezTo>
                      <a:pt x="193" y="172"/>
                      <a:pt x="193" y="173"/>
                      <a:pt x="192" y="174"/>
                    </a:cubicBezTo>
                    <a:cubicBezTo>
                      <a:pt x="192" y="172"/>
                      <a:pt x="192" y="171"/>
                      <a:pt x="191" y="170"/>
                    </a:cubicBezTo>
                    <a:cubicBezTo>
                      <a:pt x="197" y="167"/>
                      <a:pt x="196" y="156"/>
                      <a:pt x="201" y="147"/>
                    </a:cubicBezTo>
                    <a:cubicBezTo>
                      <a:pt x="206" y="135"/>
                      <a:pt x="213" y="122"/>
                      <a:pt x="215" y="105"/>
                    </a:cubicBezTo>
                    <a:cubicBezTo>
                      <a:pt x="220" y="69"/>
                      <a:pt x="183" y="22"/>
                      <a:pt x="147" y="23"/>
                    </a:cubicBezTo>
                    <a:cubicBezTo>
                      <a:pt x="146" y="23"/>
                      <a:pt x="146" y="23"/>
                      <a:pt x="146" y="23"/>
                    </a:cubicBezTo>
                    <a:cubicBezTo>
                      <a:pt x="135" y="37"/>
                      <a:pt x="137" y="61"/>
                      <a:pt x="129" y="78"/>
                    </a:cubicBezTo>
                    <a:cubicBezTo>
                      <a:pt x="112" y="117"/>
                      <a:pt x="88" y="163"/>
                      <a:pt x="73" y="211"/>
                    </a:cubicBezTo>
                    <a:cubicBezTo>
                      <a:pt x="63" y="245"/>
                      <a:pt x="76" y="295"/>
                      <a:pt x="96" y="306"/>
                    </a:cubicBezTo>
                    <a:cubicBezTo>
                      <a:pt x="120" y="302"/>
                      <a:pt x="141" y="277"/>
                      <a:pt x="154" y="264"/>
                    </a:cubicBezTo>
                    <a:cubicBezTo>
                      <a:pt x="157" y="260"/>
                      <a:pt x="160" y="256"/>
                      <a:pt x="163" y="253"/>
                    </a:cubicBezTo>
                    <a:cubicBezTo>
                      <a:pt x="183" y="243"/>
                      <a:pt x="194" y="226"/>
                      <a:pt x="211" y="214"/>
                    </a:cubicBezTo>
                    <a:cubicBezTo>
                      <a:pt x="238" y="196"/>
                      <a:pt x="259" y="176"/>
                      <a:pt x="280" y="152"/>
                    </a:cubicBezTo>
                    <a:cubicBezTo>
                      <a:pt x="295" y="134"/>
                      <a:pt x="322" y="117"/>
                      <a:pt x="332" y="98"/>
                    </a:cubicBezTo>
                    <a:cubicBezTo>
                      <a:pt x="341" y="82"/>
                      <a:pt x="377" y="69"/>
                      <a:pt x="384" y="56"/>
                    </a:cubicBezTo>
                    <a:cubicBezTo>
                      <a:pt x="385" y="56"/>
                      <a:pt x="386" y="56"/>
                      <a:pt x="387" y="56"/>
                    </a:cubicBezTo>
                    <a:cubicBezTo>
                      <a:pt x="387" y="56"/>
                      <a:pt x="387" y="57"/>
                      <a:pt x="387" y="58"/>
                    </a:cubicBezTo>
                    <a:cubicBezTo>
                      <a:pt x="377" y="71"/>
                      <a:pt x="363" y="80"/>
                      <a:pt x="352" y="93"/>
                    </a:cubicBezTo>
                    <a:cubicBezTo>
                      <a:pt x="353" y="94"/>
                      <a:pt x="333" y="115"/>
                      <a:pt x="329" y="120"/>
                    </a:cubicBezTo>
                    <a:cubicBezTo>
                      <a:pt x="304" y="147"/>
                      <a:pt x="277" y="172"/>
                      <a:pt x="253" y="201"/>
                    </a:cubicBezTo>
                    <a:cubicBezTo>
                      <a:pt x="255" y="203"/>
                      <a:pt x="243" y="217"/>
                      <a:pt x="240" y="220"/>
                    </a:cubicBezTo>
                    <a:cubicBezTo>
                      <a:pt x="224" y="237"/>
                      <a:pt x="209" y="257"/>
                      <a:pt x="195" y="276"/>
                    </a:cubicBezTo>
                    <a:cubicBezTo>
                      <a:pt x="141" y="351"/>
                      <a:pt x="103" y="443"/>
                      <a:pt x="75" y="534"/>
                    </a:cubicBezTo>
                    <a:cubicBezTo>
                      <a:pt x="73" y="542"/>
                      <a:pt x="70" y="550"/>
                      <a:pt x="68" y="555"/>
                    </a:cubicBezTo>
                    <a:cubicBezTo>
                      <a:pt x="69" y="559"/>
                      <a:pt x="69" y="562"/>
                      <a:pt x="70" y="566"/>
                    </a:cubicBezTo>
                    <a:cubicBezTo>
                      <a:pt x="57" y="602"/>
                      <a:pt x="13" y="739"/>
                      <a:pt x="88" y="738"/>
                    </a:cubicBezTo>
                    <a:cubicBezTo>
                      <a:pt x="102" y="728"/>
                      <a:pt x="105" y="719"/>
                      <a:pt x="110" y="700"/>
                    </a:cubicBezTo>
                    <a:cubicBezTo>
                      <a:pt x="110" y="693"/>
                      <a:pt x="110" y="686"/>
                      <a:pt x="110" y="679"/>
                    </a:cubicBezTo>
                    <a:cubicBezTo>
                      <a:pt x="122" y="655"/>
                      <a:pt x="126" y="615"/>
                      <a:pt x="140" y="589"/>
                    </a:cubicBezTo>
                    <a:cubicBezTo>
                      <a:pt x="141" y="584"/>
                      <a:pt x="141" y="579"/>
                      <a:pt x="142" y="574"/>
                    </a:cubicBezTo>
                    <a:cubicBezTo>
                      <a:pt x="165" y="524"/>
                      <a:pt x="183" y="467"/>
                      <a:pt x="205" y="419"/>
                    </a:cubicBezTo>
                    <a:cubicBezTo>
                      <a:pt x="214" y="398"/>
                      <a:pt x="232" y="380"/>
                      <a:pt x="243" y="359"/>
                    </a:cubicBezTo>
                    <a:cubicBezTo>
                      <a:pt x="248" y="354"/>
                      <a:pt x="253" y="349"/>
                      <a:pt x="258" y="344"/>
                    </a:cubicBezTo>
                    <a:cubicBezTo>
                      <a:pt x="266" y="328"/>
                      <a:pt x="277" y="315"/>
                      <a:pt x="293" y="304"/>
                    </a:cubicBezTo>
                    <a:cubicBezTo>
                      <a:pt x="295" y="301"/>
                      <a:pt x="297" y="298"/>
                      <a:pt x="299" y="295"/>
                    </a:cubicBezTo>
                    <a:cubicBezTo>
                      <a:pt x="312" y="282"/>
                      <a:pt x="324" y="268"/>
                      <a:pt x="341" y="260"/>
                    </a:cubicBezTo>
                    <a:cubicBezTo>
                      <a:pt x="344" y="262"/>
                      <a:pt x="347" y="264"/>
                      <a:pt x="349" y="265"/>
                    </a:cubicBezTo>
                    <a:cubicBezTo>
                      <a:pt x="360" y="282"/>
                      <a:pt x="347" y="312"/>
                      <a:pt x="341" y="324"/>
                    </a:cubicBezTo>
                    <a:cubicBezTo>
                      <a:pt x="345" y="329"/>
                      <a:pt x="334" y="370"/>
                      <a:pt x="332" y="376"/>
                    </a:cubicBezTo>
                    <a:cubicBezTo>
                      <a:pt x="328" y="397"/>
                      <a:pt x="324" y="419"/>
                      <a:pt x="320" y="440"/>
                    </a:cubicBezTo>
                    <a:cubicBezTo>
                      <a:pt x="319" y="458"/>
                      <a:pt x="316" y="463"/>
                      <a:pt x="312" y="476"/>
                    </a:cubicBezTo>
                    <a:cubicBezTo>
                      <a:pt x="314" y="481"/>
                      <a:pt x="314" y="501"/>
                      <a:pt x="313" y="503"/>
                    </a:cubicBezTo>
                    <a:cubicBezTo>
                      <a:pt x="311" y="505"/>
                      <a:pt x="308" y="507"/>
                      <a:pt x="306" y="508"/>
                    </a:cubicBezTo>
                    <a:cubicBezTo>
                      <a:pt x="306" y="516"/>
                      <a:pt x="306" y="525"/>
                      <a:pt x="306" y="533"/>
                    </a:cubicBezTo>
                    <a:cubicBezTo>
                      <a:pt x="301" y="544"/>
                      <a:pt x="296" y="563"/>
                      <a:pt x="293" y="576"/>
                    </a:cubicBezTo>
                    <a:cubicBezTo>
                      <a:pt x="294" y="580"/>
                      <a:pt x="295" y="585"/>
                      <a:pt x="295" y="590"/>
                    </a:cubicBezTo>
                    <a:cubicBezTo>
                      <a:pt x="292" y="599"/>
                      <a:pt x="288" y="614"/>
                      <a:pt x="288" y="625"/>
                    </a:cubicBezTo>
                    <a:cubicBezTo>
                      <a:pt x="286" y="625"/>
                      <a:pt x="285" y="626"/>
                      <a:pt x="284" y="627"/>
                    </a:cubicBezTo>
                    <a:cubicBezTo>
                      <a:pt x="260" y="620"/>
                      <a:pt x="276" y="577"/>
                      <a:pt x="282" y="564"/>
                    </a:cubicBezTo>
                    <a:cubicBezTo>
                      <a:pt x="287" y="551"/>
                      <a:pt x="312" y="507"/>
                      <a:pt x="302" y="480"/>
                    </a:cubicBezTo>
                    <a:cubicBezTo>
                      <a:pt x="298" y="470"/>
                      <a:pt x="290" y="463"/>
                      <a:pt x="284" y="455"/>
                    </a:cubicBezTo>
                    <a:cubicBezTo>
                      <a:pt x="275" y="443"/>
                      <a:pt x="265" y="436"/>
                      <a:pt x="253" y="432"/>
                    </a:cubicBezTo>
                    <a:cubicBezTo>
                      <a:pt x="236" y="426"/>
                      <a:pt x="225" y="439"/>
                      <a:pt x="218" y="444"/>
                    </a:cubicBezTo>
                    <a:cubicBezTo>
                      <a:pt x="187" y="466"/>
                      <a:pt x="191" y="536"/>
                      <a:pt x="201" y="572"/>
                    </a:cubicBezTo>
                    <a:cubicBezTo>
                      <a:pt x="203" y="580"/>
                      <a:pt x="209" y="614"/>
                      <a:pt x="206" y="622"/>
                    </a:cubicBezTo>
                    <a:cubicBezTo>
                      <a:pt x="164" y="721"/>
                      <a:pt x="105" y="809"/>
                      <a:pt x="58" y="908"/>
                    </a:cubicBezTo>
                    <a:cubicBezTo>
                      <a:pt x="40" y="947"/>
                      <a:pt x="0" y="975"/>
                      <a:pt x="3" y="1027"/>
                    </a:cubicBezTo>
                    <a:cubicBezTo>
                      <a:pt x="10" y="1032"/>
                      <a:pt x="17" y="1037"/>
                      <a:pt x="24" y="1043"/>
                    </a:cubicBezTo>
                    <a:cubicBezTo>
                      <a:pt x="58" y="1041"/>
                      <a:pt x="79" y="996"/>
                      <a:pt x="94" y="968"/>
                    </a:cubicBezTo>
                    <a:cubicBezTo>
                      <a:pt x="97" y="965"/>
                      <a:pt x="101" y="962"/>
                      <a:pt x="105" y="958"/>
                    </a:cubicBezTo>
                    <a:cubicBezTo>
                      <a:pt x="115" y="944"/>
                      <a:pt x="122" y="933"/>
                      <a:pt x="132" y="918"/>
                    </a:cubicBezTo>
                    <a:cubicBezTo>
                      <a:pt x="138" y="909"/>
                      <a:pt x="151" y="903"/>
                      <a:pt x="157" y="894"/>
                    </a:cubicBezTo>
                    <a:cubicBezTo>
                      <a:pt x="187" y="846"/>
                      <a:pt x="255" y="801"/>
                      <a:pt x="301" y="768"/>
                    </a:cubicBezTo>
                    <a:cubicBezTo>
                      <a:pt x="308" y="763"/>
                      <a:pt x="338" y="749"/>
                      <a:pt x="347" y="745"/>
                    </a:cubicBezTo>
                    <a:cubicBezTo>
                      <a:pt x="357" y="742"/>
                      <a:pt x="364" y="743"/>
                      <a:pt x="371" y="738"/>
                    </a:cubicBezTo>
                    <a:cubicBezTo>
                      <a:pt x="375" y="739"/>
                      <a:pt x="375" y="739"/>
                      <a:pt x="378" y="740"/>
                    </a:cubicBezTo>
                    <a:cubicBezTo>
                      <a:pt x="390" y="781"/>
                      <a:pt x="348" y="829"/>
                      <a:pt x="342" y="860"/>
                    </a:cubicBezTo>
                    <a:cubicBezTo>
                      <a:pt x="323" y="860"/>
                      <a:pt x="315" y="851"/>
                      <a:pt x="300" y="845"/>
                    </a:cubicBezTo>
                    <a:cubicBezTo>
                      <a:pt x="261" y="831"/>
                      <a:pt x="230" y="846"/>
                      <a:pt x="219" y="881"/>
                    </a:cubicBezTo>
                    <a:cubicBezTo>
                      <a:pt x="218" y="886"/>
                      <a:pt x="223" y="890"/>
                      <a:pt x="224" y="894"/>
                    </a:cubicBezTo>
                    <a:cubicBezTo>
                      <a:pt x="234" y="922"/>
                      <a:pt x="250" y="944"/>
                      <a:pt x="275" y="963"/>
                    </a:cubicBezTo>
                    <a:cubicBezTo>
                      <a:pt x="281" y="967"/>
                      <a:pt x="290" y="984"/>
                      <a:pt x="304" y="979"/>
                    </a:cubicBezTo>
                    <a:cubicBezTo>
                      <a:pt x="331" y="971"/>
                      <a:pt x="343" y="932"/>
                      <a:pt x="360" y="928"/>
                    </a:cubicBezTo>
                    <a:cubicBezTo>
                      <a:pt x="375" y="940"/>
                      <a:pt x="385" y="961"/>
                      <a:pt x="401" y="973"/>
                    </a:cubicBezTo>
                    <a:cubicBezTo>
                      <a:pt x="412" y="980"/>
                      <a:pt x="425" y="986"/>
                      <a:pt x="435" y="991"/>
                    </a:cubicBezTo>
                    <a:cubicBezTo>
                      <a:pt x="441" y="995"/>
                      <a:pt x="446" y="1001"/>
                      <a:pt x="456" y="1001"/>
                    </a:cubicBezTo>
                    <a:cubicBezTo>
                      <a:pt x="460" y="999"/>
                      <a:pt x="465" y="993"/>
                      <a:pt x="466" y="988"/>
                    </a:cubicBezTo>
                    <a:cubicBezTo>
                      <a:pt x="460" y="982"/>
                      <a:pt x="456" y="960"/>
                      <a:pt x="449" y="951"/>
                    </a:cubicBezTo>
                    <a:cubicBezTo>
                      <a:pt x="443" y="942"/>
                      <a:pt x="421" y="919"/>
                      <a:pt x="412" y="914"/>
                    </a:cubicBezTo>
                    <a:close/>
                    <a:moveTo>
                      <a:pt x="134" y="466"/>
                    </a:moveTo>
                    <a:cubicBezTo>
                      <a:pt x="132" y="466"/>
                      <a:pt x="131" y="467"/>
                      <a:pt x="129" y="467"/>
                    </a:cubicBezTo>
                    <a:cubicBezTo>
                      <a:pt x="130" y="465"/>
                      <a:pt x="131" y="462"/>
                      <a:pt x="132" y="460"/>
                    </a:cubicBezTo>
                    <a:cubicBezTo>
                      <a:pt x="133" y="461"/>
                      <a:pt x="134" y="461"/>
                      <a:pt x="134" y="462"/>
                    </a:cubicBezTo>
                    <a:cubicBezTo>
                      <a:pt x="134" y="463"/>
                      <a:pt x="134" y="465"/>
                      <a:pt x="134" y="466"/>
                    </a:cubicBezTo>
                    <a:close/>
                    <a:moveTo>
                      <a:pt x="309" y="910"/>
                    </a:moveTo>
                    <a:cubicBezTo>
                      <a:pt x="303" y="914"/>
                      <a:pt x="300" y="912"/>
                      <a:pt x="291" y="915"/>
                    </a:cubicBezTo>
                    <a:cubicBezTo>
                      <a:pt x="285" y="907"/>
                      <a:pt x="281" y="900"/>
                      <a:pt x="277" y="889"/>
                    </a:cubicBezTo>
                    <a:cubicBezTo>
                      <a:pt x="278" y="888"/>
                      <a:pt x="277" y="889"/>
                      <a:pt x="278" y="888"/>
                    </a:cubicBezTo>
                    <a:cubicBezTo>
                      <a:pt x="290" y="888"/>
                      <a:pt x="297" y="893"/>
                      <a:pt x="306" y="894"/>
                    </a:cubicBezTo>
                    <a:cubicBezTo>
                      <a:pt x="309" y="898"/>
                      <a:pt x="310" y="902"/>
                      <a:pt x="309" y="910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</p:grpSp>
        <p:grpSp>
          <p:nvGrpSpPr>
            <p:cNvPr id="44" name="íšľïḋê"/>
            <p:cNvGrpSpPr/>
            <p:nvPr/>
          </p:nvGrpSpPr>
          <p:grpSpPr>
            <a:xfrm>
              <a:off x="8190759" y="2868968"/>
              <a:ext cx="635165" cy="888620"/>
              <a:chOff x="6813550" y="4995860"/>
              <a:chExt cx="660400" cy="923924"/>
            </a:xfrm>
            <a:grpFill/>
          </p:grpSpPr>
          <p:sp>
            <p:nvSpPr>
              <p:cNvPr id="50" name="ïşḻiḍe"/>
              <p:cNvSpPr/>
              <p:nvPr/>
            </p:nvSpPr>
            <p:spPr bwMode="auto">
              <a:xfrm>
                <a:off x="6813550" y="4995860"/>
                <a:ext cx="660400" cy="923924"/>
              </a:xfrm>
              <a:custGeom>
                <a:avLst/>
                <a:gdLst>
                  <a:gd name="T0" fmla="*/ 467 w 649"/>
                  <a:gd name="T1" fmla="*/ 260 h 907"/>
                  <a:gd name="T2" fmla="*/ 543 w 649"/>
                  <a:gd name="T3" fmla="*/ 120 h 907"/>
                  <a:gd name="T4" fmla="*/ 577 w 649"/>
                  <a:gd name="T5" fmla="*/ 2 h 907"/>
                  <a:gd name="T6" fmla="*/ 462 w 649"/>
                  <a:gd name="T7" fmla="*/ 50 h 907"/>
                  <a:gd name="T8" fmla="*/ 562 w 649"/>
                  <a:gd name="T9" fmla="*/ 49 h 907"/>
                  <a:gd name="T10" fmla="*/ 445 w 649"/>
                  <a:gd name="T11" fmla="*/ 265 h 907"/>
                  <a:gd name="T12" fmla="*/ 433 w 649"/>
                  <a:gd name="T13" fmla="*/ 236 h 907"/>
                  <a:gd name="T14" fmla="*/ 395 w 649"/>
                  <a:gd name="T15" fmla="*/ 120 h 907"/>
                  <a:gd name="T16" fmla="*/ 460 w 649"/>
                  <a:gd name="T17" fmla="*/ 18 h 907"/>
                  <a:gd name="T18" fmla="*/ 294 w 649"/>
                  <a:gd name="T19" fmla="*/ 91 h 907"/>
                  <a:gd name="T20" fmla="*/ 301 w 649"/>
                  <a:gd name="T21" fmla="*/ 122 h 907"/>
                  <a:gd name="T22" fmla="*/ 283 w 649"/>
                  <a:gd name="T23" fmla="*/ 157 h 907"/>
                  <a:gd name="T24" fmla="*/ 315 w 649"/>
                  <a:gd name="T25" fmla="*/ 202 h 907"/>
                  <a:gd name="T26" fmla="*/ 193 w 649"/>
                  <a:gd name="T27" fmla="*/ 266 h 907"/>
                  <a:gd name="T28" fmla="*/ 231 w 649"/>
                  <a:gd name="T29" fmla="*/ 330 h 907"/>
                  <a:gd name="T30" fmla="*/ 308 w 649"/>
                  <a:gd name="T31" fmla="*/ 264 h 907"/>
                  <a:gd name="T32" fmla="*/ 362 w 649"/>
                  <a:gd name="T33" fmla="*/ 332 h 907"/>
                  <a:gd name="T34" fmla="*/ 175 w 649"/>
                  <a:gd name="T35" fmla="*/ 395 h 907"/>
                  <a:gd name="T36" fmla="*/ 177 w 649"/>
                  <a:gd name="T37" fmla="*/ 277 h 907"/>
                  <a:gd name="T38" fmla="*/ 155 w 649"/>
                  <a:gd name="T39" fmla="*/ 258 h 907"/>
                  <a:gd name="T40" fmla="*/ 165 w 649"/>
                  <a:gd name="T41" fmla="*/ 428 h 907"/>
                  <a:gd name="T42" fmla="*/ 246 w 649"/>
                  <a:gd name="T43" fmla="*/ 406 h 907"/>
                  <a:gd name="T44" fmla="*/ 278 w 649"/>
                  <a:gd name="T45" fmla="*/ 393 h 907"/>
                  <a:gd name="T46" fmla="*/ 384 w 649"/>
                  <a:gd name="T47" fmla="*/ 399 h 907"/>
                  <a:gd name="T48" fmla="*/ 366 w 649"/>
                  <a:gd name="T49" fmla="*/ 494 h 907"/>
                  <a:gd name="T50" fmla="*/ 199 w 649"/>
                  <a:gd name="T51" fmla="*/ 615 h 907"/>
                  <a:gd name="T52" fmla="*/ 93 w 649"/>
                  <a:gd name="T53" fmla="*/ 660 h 907"/>
                  <a:gd name="T54" fmla="*/ 20 w 649"/>
                  <a:gd name="T55" fmla="*/ 679 h 907"/>
                  <a:gd name="T56" fmla="*/ 75 w 649"/>
                  <a:gd name="T57" fmla="*/ 751 h 907"/>
                  <a:gd name="T58" fmla="*/ 158 w 649"/>
                  <a:gd name="T59" fmla="*/ 718 h 907"/>
                  <a:gd name="T60" fmla="*/ 303 w 649"/>
                  <a:gd name="T61" fmla="*/ 847 h 907"/>
                  <a:gd name="T62" fmla="*/ 74 w 649"/>
                  <a:gd name="T63" fmla="*/ 775 h 907"/>
                  <a:gd name="T64" fmla="*/ 143 w 649"/>
                  <a:gd name="T65" fmla="*/ 847 h 907"/>
                  <a:gd name="T66" fmla="*/ 329 w 649"/>
                  <a:gd name="T67" fmla="*/ 906 h 907"/>
                  <a:gd name="T68" fmla="*/ 342 w 649"/>
                  <a:gd name="T69" fmla="*/ 787 h 907"/>
                  <a:gd name="T70" fmla="*/ 374 w 649"/>
                  <a:gd name="T71" fmla="*/ 641 h 907"/>
                  <a:gd name="T72" fmla="*/ 426 w 649"/>
                  <a:gd name="T73" fmla="*/ 624 h 907"/>
                  <a:gd name="T74" fmla="*/ 444 w 649"/>
                  <a:gd name="T75" fmla="*/ 561 h 907"/>
                  <a:gd name="T76" fmla="*/ 331 w 649"/>
                  <a:gd name="T77" fmla="*/ 570 h 907"/>
                  <a:gd name="T78" fmla="*/ 434 w 649"/>
                  <a:gd name="T79" fmla="*/ 481 h 907"/>
                  <a:gd name="T80" fmla="*/ 300 w 649"/>
                  <a:gd name="T81" fmla="*/ 473 h 907"/>
                  <a:gd name="T82" fmla="*/ 353 w 649"/>
                  <a:gd name="T83" fmla="*/ 434 h 907"/>
                  <a:gd name="T84" fmla="*/ 474 w 649"/>
                  <a:gd name="T85" fmla="*/ 401 h 907"/>
                  <a:gd name="T86" fmla="*/ 244 w 649"/>
                  <a:gd name="T87" fmla="*/ 294 h 907"/>
                  <a:gd name="T88" fmla="*/ 336 w 649"/>
                  <a:gd name="T89" fmla="*/ 238 h 907"/>
                  <a:gd name="T90" fmla="*/ 349 w 649"/>
                  <a:gd name="T91" fmla="*/ 250 h 907"/>
                  <a:gd name="T92" fmla="*/ 412 w 649"/>
                  <a:gd name="T93" fmla="*/ 129 h 907"/>
                  <a:gd name="T94" fmla="*/ 411 w 649"/>
                  <a:gd name="T95" fmla="*/ 138 h 907"/>
                  <a:gd name="T96" fmla="*/ 390 w 649"/>
                  <a:gd name="T97" fmla="*/ 272 h 907"/>
                  <a:gd name="T98" fmla="*/ 433 w 649"/>
                  <a:gd name="T99" fmla="*/ 353 h 907"/>
                  <a:gd name="T100" fmla="*/ 470 w 649"/>
                  <a:gd name="T101" fmla="*/ 334 h 907"/>
                  <a:gd name="T102" fmla="*/ 626 w 649"/>
                  <a:gd name="T103" fmla="*/ 306 h 90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  <a:cxn ang="0">
                    <a:pos x="T90" y="T91"/>
                  </a:cxn>
                  <a:cxn ang="0">
                    <a:pos x="T92" y="T93"/>
                  </a:cxn>
                  <a:cxn ang="0">
                    <a:pos x="T94" y="T95"/>
                  </a:cxn>
                  <a:cxn ang="0">
                    <a:pos x="T96" y="T97"/>
                  </a:cxn>
                  <a:cxn ang="0">
                    <a:pos x="T98" y="T99"/>
                  </a:cxn>
                  <a:cxn ang="0">
                    <a:pos x="T100" y="T101"/>
                  </a:cxn>
                  <a:cxn ang="0">
                    <a:pos x="T102" y="T103"/>
                  </a:cxn>
                </a:cxnLst>
                <a:rect l="0" t="0" r="r" b="b"/>
                <a:pathLst>
                  <a:path w="649" h="907">
                    <a:moveTo>
                      <a:pt x="513" y="305"/>
                    </a:moveTo>
                    <a:cubicBezTo>
                      <a:pt x="507" y="305"/>
                      <a:pt x="501" y="305"/>
                      <a:pt x="496" y="305"/>
                    </a:cubicBezTo>
                    <a:cubicBezTo>
                      <a:pt x="482" y="309"/>
                      <a:pt x="468" y="309"/>
                      <a:pt x="455" y="315"/>
                    </a:cubicBezTo>
                    <a:cubicBezTo>
                      <a:pt x="439" y="314"/>
                      <a:pt x="463" y="267"/>
                      <a:pt x="467" y="260"/>
                    </a:cubicBezTo>
                    <a:cubicBezTo>
                      <a:pt x="484" y="234"/>
                      <a:pt x="495" y="199"/>
                      <a:pt x="508" y="170"/>
                    </a:cubicBezTo>
                    <a:cubicBezTo>
                      <a:pt x="514" y="159"/>
                      <a:pt x="524" y="151"/>
                      <a:pt x="530" y="141"/>
                    </a:cubicBezTo>
                    <a:cubicBezTo>
                      <a:pt x="531" y="138"/>
                      <a:pt x="531" y="135"/>
                      <a:pt x="532" y="132"/>
                    </a:cubicBezTo>
                    <a:cubicBezTo>
                      <a:pt x="536" y="128"/>
                      <a:pt x="539" y="124"/>
                      <a:pt x="543" y="120"/>
                    </a:cubicBezTo>
                    <a:cubicBezTo>
                      <a:pt x="543" y="118"/>
                      <a:pt x="543" y="115"/>
                      <a:pt x="543" y="113"/>
                    </a:cubicBezTo>
                    <a:cubicBezTo>
                      <a:pt x="547" y="110"/>
                      <a:pt x="551" y="106"/>
                      <a:pt x="556" y="103"/>
                    </a:cubicBezTo>
                    <a:cubicBezTo>
                      <a:pt x="561" y="92"/>
                      <a:pt x="566" y="85"/>
                      <a:pt x="571" y="77"/>
                    </a:cubicBezTo>
                    <a:cubicBezTo>
                      <a:pt x="577" y="66"/>
                      <a:pt x="598" y="13"/>
                      <a:pt x="577" y="2"/>
                    </a:cubicBezTo>
                    <a:cubicBezTo>
                      <a:pt x="575" y="0"/>
                      <a:pt x="546" y="2"/>
                      <a:pt x="540" y="4"/>
                    </a:cubicBezTo>
                    <a:cubicBezTo>
                      <a:pt x="513" y="13"/>
                      <a:pt x="488" y="28"/>
                      <a:pt x="465" y="37"/>
                    </a:cubicBezTo>
                    <a:cubicBezTo>
                      <a:pt x="463" y="40"/>
                      <a:pt x="462" y="43"/>
                      <a:pt x="462" y="49"/>
                    </a:cubicBezTo>
                    <a:cubicBezTo>
                      <a:pt x="462" y="49"/>
                      <a:pt x="462" y="50"/>
                      <a:pt x="462" y="50"/>
                    </a:cubicBezTo>
                    <a:cubicBezTo>
                      <a:pt x="476" y="59"/>
                      <a:pt x="513" y="35"/>
                      <a:pt x="527" y="30"/>
                    </a:cubicBezTo>
                    <a:cubicBezTo>
                      <a:pt x="539" y="25"/>
                      <a:pt x="540" y="32"/>
                      <a:pt x="551" y="23"/>
                    </a:cubicBezTo>
                    <a:cubicBezTo>
                      <a:pt x="555" y="23"/>
                      <a:pt x="558" y="24"/>
                      <a:pt x="561" y="25"/>
                    </a:cubicBezTo>
                    <a:cubicBezTo>
                      <a:pt x="561" y="33"/>
                      <a:pt x="561" y="41"/>
                      <a:pt x="562" y="49"/>
                    </a:cubicBezTo>
                    <a:cubicBezTo>
                      <a:pt x="549" y="75"/>
                      <a:pt x="534" y="104"/>
                      <a:pt x="520" y="126"/>
                    </a:cubicBezTo>
                    <a:cubicBezTo>
                      <a:pt x="507" y="146"/>
                      <a:pt x="490" y="164"/>
                      <a:pt x="481" y="185"/>
                    </a:cubicBezTo>
                    <a:cubicBezTo>
                      <a:pt x="474" y="200"/>
                      <a:pt x="465" y="217"/>
                      <a:pt x="458" y="232"/>
                    </a:cubicBezTo>
                    <a:cubicBezTo>
                      <a:pt x="454" y="243"/>
                      <a:pt x="449" y="254"/>
                      <a:pt x="445" y="265"/>
                    </a:cubicBezTo>
                    <a:cubicBezTo>
                      <a:pt x="437" y="277"/>
                      <a:pt x="422" y="303"/>
                      <a:pt x="417" y="319"/>
                    </a:cubicBezTo>
                    <a:cubicBezTo>
                      <a:pt x="412" y="322"/>
                      <a:pt x="407" y="323"/>
                      <a:pt x="397" y="323"/>
                    </a:cubicBezTo>
                    <a:cubicBezTo>
                      <a:pt x="396" y="321"/>
                      <a:pt x="397" y="323"/>
                      <a:pt x="395" y="321"/>
                    </a:cubicBezTo>
                    <a:cubicBezTo>
                      <a:pt x="396" y="286"/>
                      <a:pt x="450" y="279"/>
                      <a:pt x="433" y="236"/>
                    </a:cubicBezTo>
                    <a:cubicBezTo>
                      <a:pt x="429" y="228"/>
                      <a:pt x="432" y="226"/>
                      <a:pt x="425" y="221"/>
                    </a:cubicBezTo>
                    <a:cubicBezTo>
                      <a:pt x="425" y="194"/>
                      <a:pt x="460" y="111"/>
                      <a:pt x="422" y="99"/>
                    </a:cubicBezTo>
                    <a:cubicBezTo>
                      <a:pt x="418" y="103"/>
                      <a:pt x="415" y="102"/>
                      <a:pt x="409" y="106"/>
                    </a:cubicBezTo>
                    <a:cubicBezTo>
                      <a:pt x="404" y="110"/>
                      <a:pt x="399" y="115"/>
                      <a:pt x="395" y="120"/>
                    </a:cubicBezTo>
                    <a:cubicBezTo>
                      <a:pt x="386" y="115"/>
                      <a:pt x="378" y="109"/>
                      <a:pt x="368" y="109"/>
                    </a:cubicBezTo>
                    <a:cubicBezTo>
                      <a:pt x="366" y="107"/>
                      <a:pt x="364" y="104"/>
                      <a:pt x="362" y="102"/>
                    </a:cubicBezTo>
                    <a:cubicBezTo>
                      <a:pt x="380" y="87"/>
                      <a:pt x="432" y="33"/>
                      <a:pt x="454" y="31"/>
                    </a:cubicBezTo>
                    <a:cubicBezTo>
                      <a:pt x="458" y="27"/>
                      <a:pt x="460" y="26"/>
                      <a:pt x="460" y="18"/>
                    </a:cubicBezTo>
                    <a:cubicBezTo>
                      <a:pt x="454" y="10"/>
                      <a:pt x="444" y="2"/>
                      <a:pt x="434" y="2"/>
                    </a:cubicBezTo>
                    <a:cubicBezTo>
                      <a:pt x="411" y="19"/>
                      <a:pt x="396" y="51"/>
                      <a:pt x="373" y="65"/>
                    </a:cubicBezTo>
                    <a:cubicBezTo>
                      <a:pt x="363" y="71"/>
                      <a:pt x="346" y="82"/>
                      <a:pt x="343" y="90"/>
                    </a:cubicBezTo>
                    <a:cubicBezTo>
                      <a:pt x="327" y="90"/>
                      <a:pt x="308" y="86"/>
                      <a:pt x="294" y="91"/>
                    </a:cubicBezTo>
                    <a:cubicBezTo>
                      <a:pt x="288" y="94"/>
                      <a:pt x="285" y="100"/>
                      <a:pt x="277" y="102"/>
                    </a:cubicBezTo>
                    <a:cubicBezTo>
                      <a:pt x="274" y="106"/>
                      <a:pt x="273" y="108"/>
                      <a:pt x="273" y="117"/>
                    </a:cubicBezTo>
                    <a:cubicBezTo>
                      <a:pt x="273" y="117"/>
                      <a:pt x="273" y="117"/>
                      <a:pt x="273" y="117"/>
                    </a:cubicBezTo>
                    <a:cubicBezTo>
                      <a:pt x="280" y="122"/>
                      <a:pt x="299" y="118"/>
                      <a:pt x="301" y="122"/>
                    </a:cubicBezTo>
                    <a:cubicBezTo>
                      <a:pt x="303" y="124"/>
                      <a:pt x="302" y="123"/>
                      <a:pt x="303" y="126"/>
                    </a:cubicBezTo>
                    <a:cubicBezTo>
                      <a:pt x="295" y="129"/>
                      <a:pt x="290" y="137"/>
                      <a:pt x="282" y="138"/>
                    </a:cubicBezTo>
                    <a:cubicBezTo>
                      <a:pt x="279" y="142"/>
                      <a:pt x="279" y="146"/>
                      <a:pt x="279" y="153"/>
                    </a:cubicBezTo>
                    <a:cubicBezTo>
                      <a:pt x="281" y="154"/>
                      <a:pt x="282" y="156"/>
                      <a:pt x="283" y="157"/>
                    </a:cubicBezTo>
                    <a:cubicBezTo>
                      <a:pt x="304" y="153"/>
                      <a:pt x="320" y="142"/>
                      <a:pt x="331" y="126"/>
                    </a:cubicBezTo>
                    <a:cubicBezTo>
                      <a:pt x="340" y="126"/>
                      <a:pt x="348" y="126"/>
                      <a:pt x="354" y="127"/>
                    </a:cubicBezTo>
                    <a:cubicBezTo>
                      <a:pt x="357" y="131"/>
                      <a:pt x="359" y="132"/>
                      <a:pt x="360" y="138"/>
                    </a:cubicBezTo>
                    <a:cubicBezTo>
                      <a:pt x="345" y="158"/>
                      <a:pt x="330" y="179"/>
                      <a:pt x="315" y="202"/>
                    </a:cubicBezTo>
                    <a:cubicBezTo>
                      <a:pt x="305" y="202"/>
                      <a:pt x="299" y="198"/>
                      <a:pt x="293" y="194"/>
                    </a:cubicBezTo>
                    <a:cubicBezTo>
                      <a:pt x="285" y="194"/>
                      <a:pt x="238" y="255"/>
                      <a:pt x="237" y="263"/>
                    </a:cubicBezTo>
                    <a:cubicBezTo>
                      <a:pt x="231" y="269"/>
                      <a:pt x="225" y="274"/>
                      <a:pt x="219" y="280"/>
                    </a:cubicBezTo>
                    <a:cubicBezTo>
                      <a:pt x="212" y="273"/>
                      <a:pt x="205" y="266"/>
                      <a:pt x="193" y="266"/>
                    </a:cubicBezTo>
                    <a:cubicBezTo>
                      <a:pt x="181" y="284"/>
                      <a:pt x="184" y="320"/>
                      <a:pt x="208" y="325"/>
                    </a:cubicBezTo>
                    <a:cubicBezTo>
                      <a:pt x="214" y="320"/>
                      <a:pt x="220" y="320"/>
                      <a:pt x="224" y="314"/>
                    </a:cubicBezTo>
                    <a:cubicBezTo>
                      <a:pt x="228" y="314"/>
                      <a:pt x="228" y="314"/>
                      <a:pt x="229" y="315"/>
                    </a:cubicBezTo>
                    <a:cubicBezTo>
                      <a:pt x="232" y="314"/>
                      <a:pt x="231" y="326"/>
                      <a:pt x="231" y="330"/>
                    </a:cubicBezTo>
                    <a:cubicBezTo>
                      <a:pt x="235" y="333"/>
                      <a:pt x="236" y="334"/>
                      <a:pt x="243" y="334"/>
                    </a:cubicBezTo>
                    <a:cubicBezTo>
                      <a:pt x="250" y="328"/>
                      <a:pt x="253" y="321"/>
                      <a:pt x="257" y="315"/>
                    </a:cubicBezTo>
                    <a:cubicBezTo>
                      <a:pt x="270" y="295"/>
                      <a:pt x="289" y="281"/>
                      <a:pt x="302" y="264"/>
                    </a:cubicBezTo>
                    <a:cubicBezTo>
                      <a:pt x="304" y="264"/>
                      <a:pt x="306" y="264"/>
                      <a:pt x="308" y="264"/>
                    </a:cubicBezTo>
                    <a:cubicBezTo>
                      <a:pt x="315" y="274"/>
                      <a:pt x="318" y="287"/>
                      <a:pt x="325" y="296"/>
                    </a:cubicBezTo>
                    <a:cubicBezTo>
                      <a:pt x="318" y="300"/>
                      <a:pt x="305" y="306"/>
                      <a:pt x="293" y="306"/>
                    </a:cubicBezTo>
                    <a:cubicBezTo>
                      <a:pt x="293" y="308"/>
                      <a:pt x="293" y="310"/>
                      <a:pt x="293" y="312"/>
                    </a:cubicBezTo>
                    <a:cubicBezTo>
                      <a:pt x="300" y="317"/>
                      <a:pt x="352" y="332"/>
                      <a:pt x="362" y="332"/>
                    </a:cubicBezTo>
                    <a:cubicBezTo>
                      <a:pt x="362" y="333"/>
                      <a:pt x="362" y="335"/>
                      <a:pt x="362" y="336"/>
                    </a:cubicBezTo>
                    <a:cubicBezTo>
                      <a:pt x="337" y="347"/>
                      <a:pt x="304" y="350"/>
                      <a:pt x="276" y="358"/>
                    </a:cubicBezTo>
                    <a:cubicBezTo>
                      <a:pt x="248" y="367"/>
                      <a:pt x="220" y="375"/>
                      <a:pt x="191" y="385"/>
                    </a:cubicBezTo>
                    <a:cubicBezTo>
                      <a:pt x="186" y="388"/>
                      <a:pt x="181" y="391"/>
                      <a:pt x="175" y="395"/>
                    </a:cubicBezTo>
                    <a:cubicBezTo>
                      <a:pt x="174" y="393"/>
                      <a:pt x="175" y="394"/>
                      <a:pt x="174" y="393"/>
                    </a:cubicBezTo>
                    <a:cubicBezTo>
                      <a:pt x="176" y="377"/>
                      <a:pt x="179" y="362"/>
                      <a:pt x="181" y="346"/>
                    </a:cubicBezTo>
                    <a:cubicBezTo>
                      <a:pt x="176" y="329"/>
                      <a:pt x="179" y="300"/>
                      <a:pt x="175" y="285"/>
                    </a:cubicBezTo>
                    <a:cubicBezTo>
                      <a:pt x="176" y="282"/>
                      <a:pt x="177" y="279"/>
                      <a:pt x="177" y="277"/>
                    </a:cubicBezTo>
                    <a:cubicBezTo>
                      <a:pt x="172" y="265"/>
                      <a:pt x="172" y="249"/>
                      <a:pt x="172" y="232"/>
                    </a:cubicBezTo>
                    <a:cubicBezTo>
                      <a:pt x="169" y="230"/>
                      <a:pt x="165" y="227"/>
                      <a:pt x="164" y="224"/>
                    </a:cubicBezTo>
                    <a:cubicBezTo>
                      <a:pt x="162" y="224"/>
                      <a:pt x="160" y="224"/>
                      <a:pt x="158" y="224"/>
                    </a:cubicBezTo>
                    <a:cubicBezTo>
                      <a:pt x="151" y="235"/>
                      <a:pt x="160" y="244"/>
                      <a:pt x="155" y="258"/>
                    </a:cubicBezTo>
                    <a:cubicBezTo>
                      <a:pt x="150" y="274"/>
                      <a:pt x="151" y="293"/>
                      <a:pt x="148" y="309"/>
                    </a:cubicBezTo>
                    <a:cubicBezTo>
                      <a:pt x="149" y="315"/>
                      <a:pt x="150" y="322"/>
                      <a:pt x="150" y="328"/>
                    </a:cubicBezTo>
                    <a:cubicBezTo>
                      <a:pt x="143" y="347"/>
                      <a:pt x="144" y="382"/>
                      <a:pt x="150" y="400"/>
                    </a:cubicBezTo>
                    <a:cubicBezTo>
                      <a:pt x="156" y="414"/>
                      <a:pt x="151" y="424"/>
                      <a:pt x="165" y="428"/>
                    </a:cubicBezTo>
                    <a:cubicBezTo>
                      <a:pt x="182" y="434"/>
                      <a:pt x="210" y="418"/>
                      <a:pt x="219" y="413"/>
                    </a:cubicBezTo>
                    <a:cubicBezTo>
                      <a:pt x="223" y="413"/>
                      <a:pt x="226" y="413"/>
                      <a:pt x="229" y="413"/>
                    </a:cubicBezTo>
                    <a:cubicBezTo>
                      <a:pt x="232" y="411"/>
                      <a:pt x="234" y="409"/>
                      <a:pt x="237" y="407"/>
                    </a:cubicBezTo>
                    <a:cubicBezTo>
                      <a:pt x="240" y="406"/>
                      <a:pt x="243" y="406"/>
                      <a:pt x="246" y="406"/>
                    </a:cubicBezTo>
                    <a:cubicBezTo>
                      <a:pt x="248" y="404"/>
                      <a:pt x="249" y="402"/>
                      <a:pt x="250" y="401"/>
                    </a:cubicBezTo>
                    <a:cubicBezTo>
                      <a:pt x="254" y="401"/>
                      <a:pt x="258" y="401"/>
                      <a:pt x="261" y="401"/>
                    </a:cubicBezTo>
                    <a:cubicBezTo>
                      <a:pt x="263" y="398"/>
                      <a:pt x="265" y="396"/>
                      <a:pt x="266" y="394"/>
                    </a:cubicBezTo>
                    <a:cubicBezTo>
                      <a:pt x="270" y="394"/>
                      <a:pt x="274" y="393"/>
                      <a:pt x="278" y="393"/>
                    </a:cubicBezTo>
                    <a:cubicBezTo>
                      <a:pt x="280" y="392"/>
                      <a:pt x="282" y="389"/>
                      <a:pt x="283" y="388"/>
                    </a:cubicBezTo>
                    <a:cubicBezTo>
                      <a:pt x="288" y="388"/>
                      <a:pt x="292" y="387"/>
                      <a:pt x="296" y="387"/>
                    </a:cubicBezTo>
                    <a:cubicBezTo>
                      <a:pt x="318" y="376"/>
                      <a:pt x="352" y="357"/>
                      <a:pt x="379" y="362"/>
                    </a:cubicBezTo>
                    <a:cubicBezTo>
                      <a:pt x="379" y="378"/>
                      <a:pt x="381" y="391"/>
                      <a:pt x="384" y="399"/>
                    </a:cubicBezTo>
                    <a:cubicBezTo>
                      <a:pt x="365" y="402"/>
                      <a:pt x="348" y="416"/>
                      <a:pt x="333" y="425"/>
                    </a:cubicBezTo>
                    <a:cubicBezTo>
                      <a:pt x="301" y="444"/>
                      <a:pt x="241" y="466"/>
                      <a:pt x="239" y="511"/>
                    </a:cubicBezTo>
                    <a:cubicBezTo>
                      <a:pt x="258" y="523"/>
                      <a:pt x="333" y="507"/>
                      <a:pt x="349" y="502"/>
                    </a:cubicBezTo>
                    <a:cubicBezTo>
                      <a:pt x="355" y="500"/>
                      <a:pt x="360" y="494"/>
                      <a:pt x="366" y="494"/>
                    </a:cubicBezTo>
                    <a:cubicBezTo>
                      <a:pt x="367" y="493"/>
                      <a:pt x="369" y="491"/>
                      <a:pt x="370" y="490"/>
                    </a:cubicBezTo>
                    <a:cubicBezTo>
                      <a:pt x="371" y="492"/>
                      <a:pt x="371" y="491"/>
                      <a:pt x="373" y="493"/>
                    </a:cubicBezTo>
                    <a:cubicBezTo>
                      <a:pt x="367" y="511"/>
                      <a:pt x="304" y="556"/>
                      <a:pt x="303" y="579"/>
                    </a:cubicBezTo>
                    <a:cubicBezTo>
                      <a:pt x="277" y="597"/>
                      <a:pt x="230" y="604"/>
                      <a:pt x="199" y="615"/>
                    </a:cubicBezTo>
                    <a:cubicBezTo>
                      <a:pt x="195" y="614"/>
                      <a:pt x="191" y="613"/>
                      <a:pt x="187" y="611"/>
                    </a:cubicBezTo>
                    <a:cubicBezTo>
                      <a:pt x="173" y="616"/>
                      <a:pt x="163" y="631"/>
                      <a:pt x="154" y="635"/>
                    </a:cubicBezTo>
                    <a:cubicBezTo>
                      <a:pt x="149" y="635"/>
                      <a:pt x="145" y="635"/>
                      <a:pt x="141" y="635"/>
                    </a:cubicBezTo>
                    <a:cubicBezTo>
                      <a:pt x="125" y="641"/>
                      <a:pt x="107" y="653"/>
                      <a:pt x="93" y="660"/>
                    </a:cubicBezTo>
                    <a:cubicBezTo>
                      <a:pt x="86" y="655"/>
                      <a:pt x="64" y="669"/>
                      <a:pt x="60" y="671"/>
                    </a:cubicBezTo>
                    <a:cubicBezTo>
                      <a:pt x="56" y="671"/>
                      <a:pt x="52" y="671"/>
                      <a:pt x="47" y="670"/>
                    </a:cubicBezTo>
                    <a:cubicBezTo>
                      <a:pt x="46" y="673"/>
                      <a:pt x="44" y="675"/>
                      <a:pt x="42" y="677"/>
                    </a:cubicBezTo>
                    <a:cubicBezTo>
                      <a:pt x="34" y="681"/>
                      <a:pt x="27" y="672"/>
                      <a:pt x="20" y="679"/>
                    </a:cubicBezTo>
                    <a:cubicBezTo>
                      <a:pt x="13" y="680"/>
                      <a:pt x="0" y="692"/>
                      <a:pt x="6" y="704"/>
                    </a:cubicBezTo>
                    <a:cubicBezTo>
                      <a:pt x="14" y="720"/>
                      <a:pt x="26" y="740"/>
                      <a:pt x="43" y="747"/>
                    </a:cubicBezTo>
                    <a:cubicBezTo>
                      <a:pt x="49" y="750"/>
                      <a:pt x="55" y="746"/>
                      <a:pt x="62" y="750"/>
                    </a:cubicBezTo>
                    <a:cubicBezTo>
                      <a:pt x="64" y="750"/>
                      <a:pt x="71" y="753"/>
                      <a:pt x="75" y="751"/>
                    </a:cubicBezTo>
                    <a:cubicBezTo>
                      <a:pt x="85" y="747"/>
                      <a:pt x="97" y="747"/>
                      <a:pt x="109" y="742"/>
                    </a:cubicBezTo>
                    <a:cubicBezTo>
                      <a:pt x="117" y="738"/>
                      <a:pt x="128" y="729"/>
                      <a:pt x="138" y="725"/>
                    </a:cubicBezTo>
                    <a:cubicBezTo>
                      <a:pt x="142" y="725"/>
                      <a:pt x="147" y="725"/>
                      <a:pt x="151" y="725"/>
                    </a:cubicBezTo>
                    <a:cubicBezTo>
                      <a:pt x="153" y="724"/>
                      <a:pt x="156" y="719"/>
                      <a:pt x="158" y="718"/>
                    </a:cubicBezTo>
                    <a:cubicBezTo>
                      <a:pt x="177" y="710"/>
                      <a:pt x="199" y="703"/>
                      <a:pt x="217" y="691"/>
                    </a:cubicBezTo>
                    <a:cubicBezTo>
                      <a:pt x="233" y="680"/>
                      <a:pt x="277" y="652"/>
                      <a:pt x="299" y="657"/>
                    </a:cubicBezTo>
                    <a:cubicBezTo>
                      <a:pt x="307" y="669"/>
                      <a:pt x="299" y="690"/>
                      <a:pt x="303" y="707"/>
                    </a:cubicBezTo>
                    <a:cubicBezTo>
                      <a:pt x="311" y="741"/>
                      <a:pt x="303" y="804"/>
                      <a:pt x="303" y="847"/>
                    </a:cubicBezTo>
                    <a:cubicBezTo>
                      <a:pt x="294" y="845"/>
                      <a:pt x="283" y="862"/>
                      <a:pt x="266" y="854"/>
                    </a:cubicBezTo>
                    <a:cubicBezTo>
                      <a:pt x="248" y="846"/>
                      <a:pt x="223" y="841"/>
                      <a:pt x="204" y="835"/>
                    </a:cubicBezTo>
                    <a:cubicBezTo>
                      <a:pt x="201" y="835"/>
                      <a:pt x="198" y="835"/>
                      <a:pt x="195" y="836"/>
                    </a:cubicBezTo>
                    <a:cubicBezTo>
                      <a:pt x="154" y="814"/>
                      <a:pt x="114" y="794"/>
                      <a:pt x="74" y="775"/>
                    </a:cubicBezTo>
                    <a:cubicBezTo>
                      <a:pt x="71" y="775"/>
                      <a:pt x="69" y="776"/>
                      <a:pt x="66" y="777"/>
                    </a:cubicBezTo>
                    <a:cubicBezTo>
                      <a:pt x="65" y="778"/>
                      <a:pt x="64" y="779"/>
                      <a:pt x="63" y="780"/>
                    </a:cubicBezTo>
                    <a:cubicBezTo>
                      <a:pt x="64" y="797"/>
                      <a:pt x="107" y="820"/>
                      <a:pt x="121" y="829"/>
                    </a:cubicBezTo>
                    <a:cubicBezTo>
                      <a:pt x="129" y="833"/>
                      <a:pt x="135" y="842"/>
                      <a:pt x="143" y="847"/>
                    </a:cubicBezTo>
                    <a:cubicBezTo>
                      <a:pt x="146" y="843"/>
                      <a:pt x="160" y="852"/>
                      <a:pt x="164" y="854"/>
                    </a:cubicBezTo>
                    <a:cubicBezTo>
                      <a:pt x="186" y="867"/>
                      <a:pt x="210" y="875"/>
                      <a:pt x="233" y="885"/>
                    </a:cubicBezTo>
                    <a:cubicBezTo>
                      <a:pt x="233" y="885"/>
                      <a:pt x="277" y="894"/>
                      <a:pt x="281" y="895"/>
                    </a:cubicBezTo>
                    <a:cubicBezTo>
                      <a:pt x="295" y="901"/>
                      <a:pt x="312" y="907"/>
                      <a:pt x="329" y="906"/>
                    </a:cubicBezTo>
                    <a:cubicBezTo>
                      <a:pt x="329" y="906"/>
                      <a:pt x="329" y="906"/>
                      <a:pt x="330" y="906"/>
                    </a:cubicBezTo>
                    <a:cubicBezTo>
                      <a:pt x="332" y="903"/>
                      <a:pt x="332" y="897"/>
                      <a:pt x="333" y="895"/>
                    </a:cubicBezTo>
                    <a:cubicBezTo>
                      <a:pt x="338" y="885"/>
                      <a:pt x="350" y="876"/>
                      <a:pt x="354" y="866"/>
                    </a:cubicBezTo>
                    <a:cubicBezTo>
                      <a:pt x="358" y="856"/>
                      <a:pt x="347" y="799"/>
                      <a:pt x="342" y="787"/>
                    </a:cubicBezTo>
                    <a:cubicBezTo>
                      <a:pt x="343" y="775"/>
                      <a:pt x="343" y="763"/>
                      <a:pt x="343" y="751"/>
                    </a:cubicBezTo>
                    <a:cubicBezTo>
                      <a:pt x="335" y="722"/>
                      <a:pt x="334" y="678"/>
                      <a:pt x="333" y="654"/>
                    </a:cubicBezTo>
                    <a:cubicBezTo>
                      <a:pt x="338" y="650"/>
                      <a:pt x="343" y="645"/>
                      <a:pt x="348" y="643"/>
                    </a:cubicBezTo>
                    <a:cubicBezTo>
                      <a:pt x="357" y="642"/>
                      <a:pt x="365" y="641"/>
                      <a:pt x="374" y="641"/>
                    </a:cubicBezTo>
                    <a:cubicBezTo>
                      <a:pt x="375" y="639"/>
                      <a:pt x="376" y="637"/>
                      <a:pt x="378" y="635"/>
                    </a:cubicBezTo>
                    <a:cubicBezTo>
                      <a:pt x="384" y="632"/>
                      <a:pt x="402" y="633"/>
                      <a:pt x="412" y="629"/>
                    </a:cubicBezTo>
                    <a:cubicBezTo>
                      <a:pt x="414" y="628"/>
                      <a:pt x="416" y="623"/>
                      <a:pt x="418" y="622"/>
                    </a:cubicBezTo>
                    <a:cubicBezTo>
                      <a:pt x="421" y="621"/>
                      <a:pt x="425" y="624"/>
                      <a:pt x="426" y="624"/>
                    </a:cubicBezTo>
                    <a:cubicBezTo>
                      <a:pt x="434" y="626"/>
                      <a:pt x="442" y="619"/>
                      <a:pt x="445" y="616"/>
                    </a:cubicBezTo>
                    <a:cubicBezTo>
                      <a:pt x="469" y="623"/>
                      <a:pt x="503" y="644"/>
                      <a:pt x="530" y="633"/>
                    </a:cubicBezTo>
                    <a:cubicBezTo>
                      <a:pt x="551" y="625"/>
                      <a:pt x="571" y="584"/>
                      <a:pt x="544" y="567"/>
                    </a:cubicBezTo>
                    <a:cubicBezTo>
                      <a:pt x="513" y="547"/>
                      <a:pt x="481" y="550"/>
                      <a:pt x="444" y="561"/>
                    </a:cubicBezTo>
                    <a:cubicBezTo>
                      <a:pt x="425" y="566"/>
                      <a:pt x="403" y="564"/>
                      <a:pt x="385" y="570"/>
                    </a:cubicBezTo>
                    <a:cubicBezTo>
                      <a:pt x="378" y="570"/>
                      <a:pt x="370" y="570"/>
                      <a:pt x="363" y="570"/>
                    </a:cubicBezTo>
                    <a:cubicBezTo>
                      <a:pt x="353" y="573"/>
                      <a:pt x="342" y="576"/>
                      <a:pt x="331" y="574"/>
                    </a:cubicBezTo>
                    <a:cubicBezTo>
                      <a:pt x="331" y="573"/>
                      <a:pt x="331" y="571"/>
                      <a:pt x="331" y="570"/>
                    </a:cubicBezTo>
                    <a:cubicBezTo>
                      <a:pt x="337" y="566"/>
                      <a:pt x="342" y="560"/>
                      <a:pt x="348" y="557"/>
                    </a:cubicBezTo>
                    <a:cubicBezTo>
                      <a:pt x="355" y="557"/>
                      <a:pt x="362" y="556"/>
                      <a:pt x="369" y="556"/>
                    </a:cubicBezTo>
                    <a:cubicBezTo>
                      <a:pt x="388" y="547"/>
                      <a:pt x="412" y="528"/>
                      <a:pt x="422" y="509"/>
                    </a:cubicBezTo>
                    <a:cubicBezTo>
                      <a:pt x="425" y="503"/>
                      <a:pt x="439" y="492"/>
                      <a:pt x="434" y="481"/>
                    </a:cubicBezTo>
                    <a:cubicBezTo>
                      <a:pt x="434" y="479"/>
                      <a:pt x="406" y="461"/>
                      <a:pt x="402" y="460"/>
                    </a:cubicBezTo>
                    <a:cubicBezTo>
                      <a:pt x="379" y="462"/>
                      <a:pt x="355" y="465"/>
                      <a:pt x="331" y="467"/>
                    </a:cubicBezTo>
                    <a:cubicBezTo>
                      <a:pt x="323" y="467"/>
                      <a:pt x="315" y="467"/>
                      <a:pt x="306" y="467"/>
                    </a:cubicBezTo>
                    <a:cubicBezTo>
                      <a:pt x="304" y="468"/>
                      <a:pt x="303" y="472"/>
                      <a:pt x="300" y="473"/>
                    </a:cubicBezTo>
                    <a:cubicBezTo>
                      <a:pt x="299" y="472"/>
                      <a:pt x="297" y="471"/>
                      <a:pt x="296" y="471"/>
                    </a:cubicBezTo>
                    <a:cubicBezTo>
                      <a:pt x="296" y="469"/>
                      <a:pt x="296" y="468"/>
                      <a:pt x="296" y="467"/>
                    </a:cubicBezTo>
                    <a:cubicBezTo>
                      <a:pt x="313" y="460"/>
                      <a:pt x="327" y="443"/>
                      <a:pt x="342" y="436"/>
                    </a:cubicBezTo>
                    <a:cubicBezTo>
                      <a:pt x="346" y="435"/>
                      <a:pt x="350" y="435"/>
                      <a:pt x="353" y="434"/>
                    </a:cubicBezTo>
                    <a:cubicBezTo>
                      <a:pt x="357" y="432"/>
                      <a:pt x="364" y="424"/>
                      <a:pt x="368" y="423"/>
                    </a:cubicBezTo>
                    <a:cubicBezTo>
                      <a:pt x="370" y="424"/>
                      <a:pt x="373" y="425"/>
                      <a:pt x="375" y="426"/>
                    </a:cubicBezTo>
                    <a:cubicBezTo>
                      <a:pt x="398" y="416"/>
                      <a:pt x="434" y="410"/>
                      <a:pt x="459" y="401"/>
                    </a:cubicBezTo>
                    <a:cubicBezTo>
                      <a:pt x="464" y="401"/>
                      <a:pt x="469" y="401"/>
                      <a:pt x="474" y="401"/>
                    </a:cubicBezTo>
                    <a:cubicBezTo>
                      <a:pt x="510" y="389"/>
                      <a:pt x="552" y="379"/>
                      <a:pt x="586" y="364"/>
                    </a:cubicBezTo>
                    <a:cubicBezTo>
                      <a:pt x="616" y="350"/>
                      <a:pt x="649" y="340"/>
                      <a:pt x="648" y="299"/>
                    </a:cubicBezTo>
                    <a:cubicBezTo>
                      <a:pt x="622" y="273"/>
                      <a:pt x="543" y="293"/>
                      <a:pt x="513" y="305"/>
                    </a:cubicBezTo>
                    <a:close/>
                    <a:moveTo>
                      <a:pt x="244" y="294"/>
                    </a:moveTo>
                    <a:cubicBezTo>
                      <a:pt x="258" y="272"/>
                      <a:pt x="266" y="246"/>
                      <a:pt x="279" y="228"/>
                    </a:cubicBezTo>
                    <a:cubicBezTo>
                      <a:pt x="294" y="236"/>
                      <a:pt x="252" y="291"/>
                      <a:pt x="244" y="294"/>
                    </a:cubicBezTo>
                    <a:close/>
                    <a:moveTo>
                      <a:pt x="349" y="250"/>
                    </a:moveTo>
                    <a:cubicBezTo>
                      <a:pt x="345" y="246"/>
                      <a:pt x="341" y="242"/>
                      <a:pt x="336" y="238"/>
                    </a:cubicBezTo>
                    <a:cubicBezTo>
                      <a:pt x="326" y="215"/>
                      <a:pt x="352" y="193"/>
                      <a:pt x="362" y="178"/>
                    </a:cubicBezTo>
                    <a:cubicBezTo>
                      <a:pt x="363" y="178"/>
                      <a:pt x="363" y="178"/>
                      <a:pt x="364" y="178"/>
                    </a:cubicBezTo>
                    <a:cubicBezTo>
                      <a:pt x="361" y="199"/>
                      <a:pt x="359" y="255"/>
                      <a:pt x="365" y="272"/>
                    </a:cubicBezTo>
                    <a:cubicBezTo>
                      <a:pt x="356" y="271"/>
                      <a:pt x="353" y="256"/>
                      <a:pt x="349" y="250"/>
                    </a:cubicBezTo>
                    <a:close/>
                    <a:moveTo>
                      <a:pt x="385" y="229"/>
                    </a:moveTo>
                    <a:cubicBezTo>
                      <a:pt x="385" y="210"/>
                      <a:pt x="385" y="192"/>
                      <a:pt x="385" y="174"/>
                    </a:cubicBezTo>
                    <a:cubicBezTo>
                      <a:pt x="387" y="172"/>
                      <a:pt x="389" y="170"/>
                      <a:pt x="391" y="168"/>
                    </a:cubicBezTo>
                    <a:cubicBezTo>
                      <a:pt x="398" y="153"/>
                      <a:pt x="399" y="137"/>
                      <a:pt x="412" y="129"/>
                    </a:cubicBezTo>
                    <a:cubicBezTo>
                      <a:pt x="411" y="129"/>
                      <a:pt x="411" y="128"/>
                      <a:pt x="411" y="127"/>
                    </a:cubicBezTo>
                    <a:cubicBezTo>
                      <a:pt x="414" y="128"/>
                      <a:pt x="414" y="127"/>
                      <a:pt x="416" y="129"/>
                    </a:cubicBezTo>
                    <a:cubicBezTo>
                      <a:pt x="416" y="129"/>
                      <a:pt x="417" y="129"/>
                      <a:pt x="417" y="128"/>
                    </a:cubicBezTo>
                    <a:cubicBezTo>
                      <a:pt x="415" y="132"/>
                      <a:pt x="413" y="135"/>
                      <a:pt x="411" y="138"/>
                    </a:cubicBezTo>
                    <a:cubicBezTo>
                      <a:pt x="410" y="142"/>
                      <a:pt x="412" y="147"/>
                      <a:pt x="413" y="149"/>
                    </a:cubicBezTo>
                    <a:cubicBezTo>
                      <a:pt x="405" y="157"/>
                      <a:pt x="397" y="234"/>
                      <a:pt x="410" y="246"/>
                    </a:cubicBezTo>
                    <a:cubicBezTo>
                      <a:pt x="410" y="257"/>
                      <a:pt x="398" y="268"/>
                      <a:pt x="389" y="270"/>
                    </a:cubicBezTo>
                    <a:cubicBezTo>
                      <a:pt x="389" y="271"/>
                      <a:pt x="389" y="271"/>
                      <a:pt x="390" y="272"/>
                    </a:cubicBezTo>
                    <a:cubicBezTo>
                      <a:pt x="381" y="265"/>
                      <a:pt x="385" y="243"/>
                      <a:pt x="385" y="229"/>
                    </a:cubicBezTo>
                    <a:close/>
                    <a:moveTo>
                      <a:pt x="584" y="329"/>
                    </a:moveTo>
                    <a:cubicBezTo>
                      <a:pt x="538" y="360"/>
                      <a:pt x="476" y="375"/>
                      <a:pt x="414" y="388"/>
                    </a:cubicBezTo>
                    <a:cubicBezTo>
                      <a:pt x="407" y="369"/>
                      <a:pt x="428" y="364"/>
                      <a:pt x="433" y="353"/>
                    </a:cubicBezTo>
                    <a:cubicBezTo>
                      <a:pt x="433" y="351"/>
                      <a:pt x="433" y="348"/>
                      <a:pt x="433" y="346"/>
                    </a:cubicBezTo>
                    <a:cubicBezTo>
                      <a:pt x="433" y="346"/>
                      <a:pt x="434" y="346"/>
                      <a:pt x="434" y="347"/>
                    </a:cubicBezTo>
                    <a:cubicBezTo>
                      <a:pt x="434" y="346"/>
                      <a:pt x="434" y="346"/>
                      <a:pt x="434" y="345"/>
                    </a:cubicBezTo>
                    <a:cubicBezTo>
                      <a:pt x="435" y="344"/>
                      <a:pt x="468" y="333"/>
                      <a:pt x="470" y="334"/>
                    </a:cubicBezTo>
                    <a:cubicBezTo>
                      <a:pt x="476" y="337"/>
                      <a:pt x="493" y="329"/>
                      <a:pt x="500" y="326"/>
                    </a:cubicBezTo>
                    <a:cubicBezTo>
                      <a:pt x="505" y="329"/>
                      <a:pt x="562" y="313"/>
                      <a:pt x="569" y="310"/>
                    </a:cubicBezTo>
                    <a:cubicBezTo>
                      <a:pt x="579" y="307"/>
                      <a:pt x="586" y="310"/>
                      <a:pt x="592" y="305"/>
                    </a:cubicBezTo>
                    <a:cubicBezTo>
                      <a:pt x="600" y="304"/>
                      <a:pt x="625" y="305"/>
                      <a:pt x="626" y="306"/>
                    </a:cubicBezTo>
                    <a:cubicBezTo>
                      <a:pt x="627" y="306"/>
                      <a:pt x="628" y="306"/>
                      <a:pt x="629" y="306"/>
                    </a:cubicBezTo>
                    <a:cubicBezTo>
                      <a:pt x="622" y="316"/>
                      <a:pt x="595" y="322"/>
                      <a:pt x="584" y="329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51" name="iṩḷîḑé"/>
              <p:cNvSpPr/>
              <p:nvPr/>
            </p:nvSpPr>
            <p:spPr bwMode="auto">
              <a:xfrm>
                <a:off x="6967538" y="4999035"/>
                <a:ext cx="112713" cy="184150"/>
              </a:xfrm>
              <a:custGeom>
                <a:avLst/>
                <a:gdLst>
                  <a:gd name="T0" fmla="*/ 4 w 111"/>
                  <a:gd name="T1" fmla="*/ 181 h 181"/>
                  <a:gd name="T2" fmla="*/ 16 w 111"/>
                  <a:gd name="T3" fmla="*/ 163 h 181"/>
                  <a:gd name="T4" fmla="*/ 87 w 111"/>
                  <a:gd name="T5" fmla="*/ 91 h 181"/>
                  <a:gd name="T6" fmla="*/ 106 w 111"/>
                  <a:gd name="T7" fmla="*/ 60 h 181"/>
                  <a:gd name="T8" fmla="*/ 93 w 111"/>
                  <a:gd name="T9" fmla="*/ 0 h 181"/>
                  <a:gd name="T10" fmla="*/ 90 w 111"/>
                  <a:gd name="T11" fmla="*/ 0 h 181"/>
                  <a:gd name="T12" fmla="*/ 46 w 111"/>
                  <a:gd name="T13" fmla="*/ 94 h 181"/>
                  <a:gd name="T14" fmla="*/ 0 w 111"/>
                  <a:gd name="T15" fmla="*/ 177 h 181"/>
                  <a:gd name="T16" fmla="*/ 3 w 111"/>
                  <a:gd name="T17" fmla="*/ 181 h 181"/>
                  <a:gd name="T18" fmla="*/ 4 w 111"/>
                  <a:gd name="T19" fmla="*/ 181 h 18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</a:cxnLst>
                <a:rect l="0" t="0" r="r" b="b"/>
                <a:pathLst>
                  <a:path w="111" h="181">
                    <a:moveTo>
                      <a:pt x="4" y="181"/>
                    </a:moveTo>
                    <a:cubicBezTo>
                      <a:pt x="10" y="176"/>
                      <a:pt x="11" y="168"/>
                      <a:pt x="16" y="163"/>
                    </a:cubicBezTo>
                    <a:cubicBezTo>
                      <a:pt x="40" y="141"/>
                      <a:pt x="63" y="115"/>
                      <a:pt x="87" y="91"/>
                    </a:cubicBezTo>
                    <a:cubicBezTo>
                      <a:pt x="91" y="87"/>
                      <a:pt x="108" y="64"/>
                      <a:pt x="106" y="60"/>
                    </a:cubicBezTo>
                    <a:cubicBezTo>
                      <a:pt x="111" y="37"/>
                      <a:pt x="108" y="12"/>
                      <a:pt x="93" y="0"/>
                    </a:cubicBezTo>
                    <a:cubicBezTo>
                      <a:pt x="92" y="0"/>
                      <a:pt x="91" y="0"/>
                      <a:pt x="90" y="0"/>
                    </a:cubicBezTo>
                    <a:cubicBezTo>
                      <a:pt x="70" y="27"/>
                      <a:pt x="59" y="65"/>
                      <a:pt x="46" y="94"/>
                    </a:cubicBezTo>
                    <a:cubicBezTo>
                      <a:pt x="32" y="124"/>
                      <a:pt x="11" y="143"/>
                      <a:pt x="0" y="177"/>
                    </a:cubicBezTo>
                    <a:cubicBezTo>
                      <a:pt x="1" y="179"/>
                      <a:pt x="2" y="180"/>
                      <a:pt x="3" y="181"/>
                    </a:cubicBezTo>
                    <a:cubicBezTo>
                      <a:pt x="3" y="181"/>
                      <a:pt x="4" y="181"/>
                      <a:pt x="4" y="181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52" name="ïṧlïḋè"/>
              <p:cNvSpPr/>
              <p:nvPr/>
            </p:nvSpPr>
            <p:spPr bwMode="auto">
              <a:xfrm>
                <a:off x="7018338" y="5157785"/>
                <a:ext cx="57150" cy="71437"/>
              </a:xfrm>
              <a:custGeom>
                <a:avLst/>
                <a:gdLst>
                  <a:gd name="T0" fmla="*/ 1 w 56"/>
                  <a:gd name="T1" fmla="*/ 65 h 70"/>
                  <a:gd name="T2" fmla="*/ 5 w 56"/>
                  <a:gd name="T3" fmla="*/ 70 h 70"/>
                  <a:gd name="T4" fmla="*/ 52 w 56"/>
                  <a:gd name="T5" fmla="*/ 48 h 70"/>
                  <a:gd name="T6" fmla="*/ 55 w 56"/>
                  <a:gd name="T7" fmla="*/ 26 h 70"/>
                  <a:gd name="T8" fmla="*/ 11 w 56"/>
                  <a:gd name="T9" fmla="*/ 0 h 70"/>
                  <a:gd name="T10" fmla="*/ 4 w 56"/>
                  <a:gd name="T11" fmla="*/ 30 h 70"/>
                  <a:gd name="T12" fmla="*/ 6 w 56"/>
                  <a:gd name="T13" fmla="*/ 46 h 70"/>
                  <a:gd name="T14" fmla="*/ 1 w 56"/>
                  <a:gd name="T15" fmla="*/ 65 h 7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</a:cxnLst>
                <a:rect l="0" t="0" r="r" b="b"/>
                <a:pathLst>
                  <a:path w="56" h="70">
                    <a:moveTo>
                      <a:pt x="1" y="65"/>
                    </a:moveTo>
                    <a:cubicBezTo>
                      <a:pt x="2" y="67"/>
                      <a:pt x="3" y="68"/>
                      <a:pt x="5" y="70"/>
                    </a:cubicBezTo>
                    <a:cubicBezTo>
                      <a:pt x="23" y="67"/>
                      <a:pt x="36" y="52"/>
                      <a:pt x="52" y="48"/>
                    </a:cubicBezTo>
                    <a:cubicBezTo>
                      <a:pt x="56" y="41"/>
                      <a:pt x="55" y="33"/>
                      <a:pt x="55" y="26"/>
                    </a:cubicBezTo>
                    <a:cubicBezTo>
                      <a:pt x="42" y="15"/>
                      <a:pt x="31" y="1"/>
                      <a:pt x="11" y="0"/>
                    </a:cubicBezTo>
                    <a:cubicBezTo>
                      <a:pt x="7" y="4"/>
                      <a:pt x="0" y="19"/>
                      <a:pt x="4" y="30"/>
                    </a:cubicBezTo>
                    <a:cubicBezTo>
                      <a:pt x="5" y="32"/>
                      <a:pt x="8" y="41"/>
                      <a:pt x="6" y="46"/>
                    </a:cubicBezTo>
                    <a:cubicBezTo>
                      <a:pt x="4" y="50"/>
                      <a:pt x="1" y="59"/>
                      <a:pt x="1" y="65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53" name="íṩḷïdè"/>
              <p:cNvSpPr/>
              <p:nvPr/>
            </p:nvSpPr>
            <p:spPr bwMode="auto">
              <a:xfrm>
                <a:off x="6881813" y="5394322"/>
                <a:ext cx="50800" cy="155575"/>
              </a:xfrm>
              <a:custGeom>
                <a:avLst/>
                <a:gdLst>
                  <a:gd name="T0" fmla="*/ 31 w 50"/>
                  <a:gd name="T1" fmla="*/ 148 h 154"/>
                  <a:gd name="T2" fmla="*/ 40 w 50"/>
                  <a:gd name="T3" fmla="*/ 89 h 154"/>
                  <a:gd name="T4" fmla="*/ 39 w 50"/>
                  <a:gd name="T5" fmla="*/ 58 h 154"/>
                  <a:gd name="T6" fmla="*/ 48 w 50"/>
                  <a:gd name="T7" fmla="*/ 3 h 154"/>
                  <a:gd name="T8" fmla="*/ 42 w 50"/>
                  <a:gd name="T9" fmla="*/ 0 h 154"/>
                  <a:gd name="T10" fmla="*/ 11 w 50"/>
                  <a:gd name="T11" fmla="*/ 56 h 154"/>
                  <a:gd name="T12" fmla="*/ 12 w 50"/>
                  <a:gd name="T13" fmla="*/ 70 h 154"/>
                  <a:gd name="T14" fmla="*/ 6 w 50"/>
                  <a:gd name="T15" fmla="*/ 79 h 154"/>
                  <a:gd name="T16" fmla="*/ 6 w 50"/>
                  <a:gd name="T17" fmla="*/ 102 h 154"/>
                  <a:gd name="T18" fmla="*/ 10 w 50"/>
                  <a:gd name="T19" fmla="*/ 154 h 154"/>
                  <a:gd name="T20" fmla="*/ 31 w 50"/>
                  <a:gd name="T21" fmla="*/ 148 h 15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</a:cxnLst>
                <a:rect l="0" t="0" r="r" b="b"/>
                <a:pathLst>
                  <a:path w="50" h="154">
                    <a:moveTo>
                      <a:pt x="31" y="148"/>
                    </a:moveTo>
                    <a:cubicBezTo>
                      <a:pt x="39" y="134"/>
                      <a:pt x="40" y="109"/>
                      <a:pt x="40" y="89"/>
                    </a:cubicBezTo>
                    <a:cubicBezTo>
                      <a:pt x="40" y="78"/>
                      <a:pt x="40" y="68"/>
                      <a:pt x="39" y="58"/>
                    </a:cubicBezTo>
                    <a:cubicBezTo>
                      <a:pt x="48" y="47"/>
                      <a:pt x="50" y="22"/>
                      <a:pt x="48" y="3"/>
                    </a:cubicBezTo>
                    <a:cubicBezTo>
                      <a:pt x="45" y="1"/>
                      <a:pt x="46" y="1"/>
                      <a:pt x="42" y="0"/>
                    </a:cubicBezTo>
                    <a:cubicBezTo>
                      <a:pt x="34" y="19"/>
                      <a:pt x="20" y="36"/>
                      <a:pt x="11" y="56"/>
                    </a:cubicBezTo>
                    <a:cubicBezTo>
                      <a:pt x="12" y="61"/>
                      <a:pt x="12" y="66"/>
                      <a:pt x="12" y="70"/>
                    </a:cubicBezTo>
                    <a:cubicBezTo>
                      <a:pt x="11" y="73"/>
                      <a:pt x="7" y="76"/>
                      <a:pt x="6" y="79"/>
                    </a:cubicBezTo>
                    <a:cubicBezTo>
                      <a:pt x="6" y="86"/>
                      <a:pt x="6" y="94"/>
                      <a:pt x="6" y="102"/>
                    </a:cubicBezTo>
                    <a:cubicBezTo>
                      <a:pt x="0" y="114"/>
                      <a:pt x="0" y="139"/>
                      <a:pt x="10" y="154"/>
                    </a:cubicBezTo>
                    <a:cubicBezTo>
                      <a:pt x="22" y="154"/>
                      <a:pt x="23" y="150"/>
                      <a:pt x="31" y="148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</p:grpSp>
        <p:grpSp>
          <p:nvGrpSpPr>
            <p:cNvPr id="45" name="iṩ1ídè"/>
            <p:cNvGrpSpPr/>
            <p:nvPr/>
          </p:nvGrpSpPr>
          <p:grpSpPr>
            <a:xfrm>
              <a:off x="7273918" y="2792408"/>
              <a:ext cx="599342" cy="855718"/>
              <a:chOff x="6115050" y="4976810"/>
              <a:chExt cx="560388" cy="800100"/>
            </a:xfrm>
            <a:grpFill/>
          </p:grpSpPr>
          <p:sp>
            <p:nvSpPr>
              <p:cNvPr id="48" name="íśḷíďê"/>
              <p:cNvSpPr/>
              <p:nvPr/>
            </p:nvSpPr>
            <p:spPr bwMode="auto">
              <a:xfrm>
                <a:off x="6115050" y="4976810"/>
                <a:ext cx="477838" cy="792162"/>
              </a:xfrm>
              <a:custGeom>
                <a:avLst/>
                <a:gdLst>
                  <a:gd name="T0" fmla="*/ 471 w 471"/>
                  <a:gd name="T1" fmla="*/ 354 h 778"/>
                  <a:gd name="T2" fmla="*/ 358 w 471"/>
                  <a:gd name="T3" fmla="*/ 323 h 778"/>
                  <a:gd name="T4" fmla="*/ 351 w 471"/>
                  <a:gd name="T5" fmla="*/ 337 h 778"/>
                  <a:gd name="T6" fmla="*/ 384 w 471"/>
                  <a:gd name="T7" fmla="*/ 358 h 778"/>
                  <a:gd name="T8" fmla="*/ 366 w 471"/>
                  <a:gd name="T9" fmla="*/ 387 h 778"/>
                  <a:gd name="T10" fmla="*/ 288 w 471"/>
                  <a:gd name="T11" fmla="*/ 435 h 778"/>
                  <a:gd name="T12" fmla="*/ 288 w 471"/>
                  <a:gd name="T13" fmla="*/ 418 h 778"/>
                  <a:gd name="T14" fmla="*/ 288 w 471"/>
                  <a:gd name="T15" fmla="*/ 403 h 778"/>
                  <a:gd name="T16" fmla="*/ 305 w 471"/>
                  <a:gd name="T17" fmla="*/ 352 h 778"/>
                  <a:gd name="T18" fmla="*/ 305 w 471"/>
                  <a:gd name="T19" fmla="*/ 336 h 778"/>
                  <a:gd name="T20" fmla="*/ 315 w 471"/>
                  <a:gd name="T21" fmla="*/ 315 h 778"/>
                  <a:gd name="T22" fmla="*/ 316 w 471"/>
                  <a:gd name="T23" fmla="*/ 291 h 778"/>
                  <a:gd name="T24" fmla="*/ 326 w 471"/>
                  <a:gd name="T25" fmla="*/ 223 h 778"/>
                  <a:gd name="T26" fmla="*/ 329 w 471"/>
                  <a:gd name="T27" fmla="*/ 170 h 778"/>
                  <a:gd name="T28" fmla="*/ 346 w 471"/>
                  <a:gd name="T29" fmla="*/ 98 h 778"/>
                  <a:gd name="T30" fmla="*/ 356 w 471"/>
                  <a:gd name="T31" fmla="*/ 26 h 778"/>
                  <a:gd name="T32" fmla="*/ 303 w 471"/>
                  <a:gd name="T33" fmla="*/ 0 h 778"/>
                  <a:gd name="T34" fmla="*/ 288 w 471"/>
                  <a:gd name="T35" fmla="*/ 47 h 778"/>
                  <a:gd name="T36" fmla="*/ 292 w 471"/>
                  <a:gd name="T37" fmla="*/ 60 h 778"/>
                  <a:gd name="T38" fmla="*/ 288 w 471"/>
                  <a:gd name="T39" fmla="*/ 135 h 778"/>
                  <a:gd name="T40" fmla="*/ 281 w 471"/>
                  <a:gd name="T41" fmla="*/ 178 h 778"/>
                  <a:gd name="T42" fmla="*/ 283 w 471"/>
                  <a:gd name="T43" fmla="*/ 191 h 778"/>
                  <a:gd name="T44" fmla="*/ 276 w 471"/>
                  <a:gd name="T45" fmla="*/ 215 h 778"/>
                  <a:gd name="T46" fmla="*/ 277 w 471"/>
                  <a:gd name="T47" fmla="*/ 245 h 778"/>
                  <a:gd name="T48" fmla="*/ 246 w 471"/>
                  <a:gd name="T49" fmla="*/ 391 h 778"/>
                  <a:gd name="T50" fmla="*/ 247 w 471"/>
                  <a:gd name="T51" fmla="*/ 405 h 778"/>
                  <a:gd name="T52" fmla="*/ 240 w 471"/>
                  <a:gd name="T53" fmla="*/ 414 h 778"/>
                  <a:gd name="T54" fmla="*/ 224 w 471"/>
                  <a:gd name="T55" fmla="*/ 470 h 778"/>
                  <a:gd name="T56" fmla="*/ 141 w 471"/>
                  <a:gd name="T57" fmla="*/ 533 h 778"/>
                  <a:gd name="T58" fmla="*/ 106 w 471"/>
                  <a:gd name="T59" fmla="*/ 563 h 778"/>
                  <a:gd name="T60" fmla="*/ 63 w 471"/>
                  <a:gd name="T61" fmla="*/ 583 h 778"/>
                  <a:gd name="T62" fmla="*/ 57 w 471"/>
                  <a:gd name="T63" fmla="*/ 591 h 778"/>
                  <a:gd name="T64" fmla="*/ 71 w 471"/>
                  <a:gd name="T65" fmla="*/ 619 h 778"/>
                  <a:gd name="T66" fmla="*/ 78 w 471"/>
                  <a:gd name="T67" fmla="*/ 623 h 778"/>
                  <a:gd name="T68" fmla="*/ 117 w 471"/>
                  <a:gd name="T69" fmla="*/ 598 h 778"/>
                  <a:gd name="T70" fmla="*/ 140 w 471"/>
                  <a:gd name="T71" fmla="*/ 577 h 778"/>
                  <a:gd name="T72" fmla="*/ 152 w 471"/>
                  <a:gd name="T73" fmla="*/ 563 h 778"/>
                  <a:gd name="T74" fmla="*/ 169 w 471"/>
                  <a:gd name="T75" fmla="*/ 554 h 778"/>
                  <a:gd name="T76" fmla="*/ 181 w 471"/>
                  <a:gd name="T77" fmla="*/ 539 h 778"/>
                  <a:gd name="T78" fmla="*/ 192 w 471"/>
                  <a:gd name="T79" fmla="*/ 537 h 778"/>
                  <a:gd name="T80" fmla="*/ 206 w 471"/>
                  <a:gd name="T81" fmla="*/ 522 h 778"/>
                  <a:gd name="T82" fmla="*/ 211 w 471"/>
                  <a:gd name="T83" fmla="*/ 524 h 778"/>
                  <a:gd name="T84" fmla="*/ 186 w 471"/>
                  <a:gd name="T85" fmla="*/ 584 h 778"/>
                  <a:gd name="T86" fmla="*/ 86 w 471"/>
                  <a:gd name="T87" fmla="*/ 703 h 778"/>
                  <a:gd name="T88" fmla="*/ 77 w 471"/>
                  <a:gd name="T89" fmla="*/ 703 h 778"/>
                  <a:gd name="T90" fmla="*/ 35 w 471"/>
                  <a:gd name="T91" fmla="*/ 720 h 778"/>
                  <a:gd name="T92" fmla="*/ 10 w 471"/>
                  <a:gd name="T93" fmla="*/ 720 h 778"/>
                  <a:gd name="T94" fmla="*/ 0 w 471"/>
                  <a:gd name="T95" fmla="*/ 728 h 778"/>
                  <a:gd name="T96" fmla="*/ 11 w 471"/>
                  <a:gd name="T97" fmla="*/ 746 h 778"/>
                  <a:gd name="T98" fmla="*/ 143 w 471"/>
                  <a:gd name="T99" fmla="*/ 731 h 778"/>
                  <a:gd name="T100" fmla="*/ 235 w 471"/>
                  <a:gd name="T101" fmla="*/ 584 h 778"/>
                  <a:gd name="T102" fmla="*/ 270 w 471"/>
                  <a:gd name="T103" fmla="*/ 489 h 778"/>
                  <a:gd name="T104" fmla="*/ 327 w 471"/>
                  <a:gd name="T105" fmla="*/ 452 h 778"/>
                  <a:gd name="T106" fmla="*/ 471 w 471"/>
                  <a:gd name="T107" fmla="*/ 354 h 77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  <a:cxn ang="0">
                    <a:pos x="T90" y="T91"/>
                  </a:cxn>
                  <a:cxn ang="0">
                    <a:pos x="T92" y="T93"/>
                  </a:cxn>
                  <a:cxn ang="0">
                    <a:pos x="T94" y="T95"/>
                  </a:cxn>
                  <a:cxn ang="0">
                    <a:pos x="T96" y="T97"/>
                  </a:cxn>
                  <a:cxn ang="0">
                    <a:pos x="T98" y="T99"/>
                  </a:cxn>
                  <a:cxn ang="0">
                    <a:pos x="T100" y="T101"/>
                  </a:cxn>
                  <a:cxn ang="0">
                    <a:pos x="T102" y="T103"/>
                  </a:cxn>
                  <a:cxn ang="0">
                    <a:pos x="T104" y="T105"/>
                  </a:cxn>
                  <a:cxn ang="0">
                    <a:pos x="T106" y="T107"/>
                  </a:cxn>
                </a:cxnLst>
                <a:rect l="0" t="0" r="r" b="b"/>
                <a:pathLst>
                  <a:path w="471" h="778">
                    <a:moveTo>
                      <a:pt x="471" y="354"/>
                    </a:moveTo>
                    <a:cubicBezTo>
                      <a:pt x="467" y="329"/>
                      <a:pt x="390" y="322"/>
                      <a:pt x="358" y="323"/>
                    </a:cubicBezTo>
                    <a:cubicBezTo>
                      <a:pt x="355" y="327"/>
                      <a:pt x="351" y="330"/>
                      <a:pt x="351" y="337"/>
                    </a:cubicBezTo>
                    <a:cubicBezTo>
                      <a:pt x="362" y="342"/>
                      <a:pt x="370" y="356"/>
                      <a:pt x="384" y="358"/>
                    </a:cubicBezTo>
                    <a:cubicBezTo>
                      <a:pt x="396" y="375"/>
                      <a:pt x="379" y="381"/>
                      <a:pt x="366" y="387"/>
                    </a:cubicBezTo>
                    <a:cubicBezTo>
                      <a:pt x="358" y="391"/>
                      <a:pt x="288" y="433"/>
                      <a:pt x="288" y="435"/>
                    </a:cubicBezTo>
                    <a:cubicBezTo>
                      <a:pt x="276" y="432"/>
                      <a:pt x="287" y="422"/>
                      <a:pt x="288" y="418"/>
                    </a:cubicBezTo>
                    <a:cubicBezTo>
                      <a:pt x="288" y="413"/>
                      <a:pt x="288" y="408"/>
                      <a:pt x="288" y="403"/>
                    </a:cubicBezTo>
                    <a:cubicBezTo>
                      <a:pt x="296" y="386"/>
                      <a:pt x="299" y="370"/>
                      <a:pt x="305" y="352"/>
                    </a:cubicBezTo>
                    <a:cubicBezTo>
                      <a:pt x="305" y="347"/>
                      <a:pt x="305" y="341"/>
                      <a:pt x="305" y="336"/>
                    </a:cubicBezTo>
                    <a:cubicBezTo>
                      <a:pt x="308" y="331"/>
                      <a:pt x="313" y="321"/>
                      <a:pt x="315" y="315"/>
                    </a:cubicBezTo>
                    <a:cubicBezTo>
                      <a:pt x="316" y="307"/>
                      <a:pt x="316" y="299"/>
                      <a:pt x="316" y="291"/>
                    </a:cubicBezTo>
                    <a:cubicBezTo>
                      <a:pt x="323" y="271"/>
                      <a:pt x="319" y="240"/>
                      <a:pt x="326" y="223"/>
                    </a:cubicBezTo>
                    <a:cubicBezTo>
                      <a:pt x="326" y="223"/>
                      <a:pt x="327" y="173"/>
                      <a:pt x="329" y="170"/>
                    </a:cubicBezTo>
                    <a:cubicBezTo>
                      <a:pt x="337" y="151"/>
                      <a:pt x="340" y="120"/>
                      <a:pt x="346" y="98"/>
                    </a:cubicBezTo>
                    <a:cubicBezTo>
                      <a:pt x="350" y="82"/>
                      <a:pt x="363" y="37"/>
                      <a:pt x="356" y="26"/>
                    </a:cubicBezTo>
                    <a:cubicBezTo>
                      <a:pt x="345" y="9"/>
                      <a:pt x="322" y="5"/>
                      <a:pt x="303" y="0"/>
                    </a:cubicBezTo>
                    <a:cubicBezTo>
                      <a:pt x="295" y="12"/>
                      <a:pt x="287" y="27"/>
                      <a:pt x="288" y="47"/>
                    </a:cubicBezTo>
                    <a:cubicBezTo>
                      <a:pt x="289" y="52"/>
                      <a:pt x="294" y="54"/>
                      <a:pt x="292" y="60"/>
                    </a:cubicBezTo>
                    <a:cubicBezTo>
                      <a:pt x="286" y="78"/>
                      <a:pt x="284" y="111"/>
                      <a:pt x="288" y="135"/>
                    </a:cubicBezTo>
                    <a:cubicBezTo>
                      <a:pt x="284" y="143"/>
                      <a:pt x="283" y="165"/>
                      <a:pt x="281" y="178"/>
                    </a:cubicBezTo>
                    <a:cubicBezTo>
                      <a:pt x="281" y="182"/>
                      <a:pt x="282" y="186"/>
                      <a:pt x="283" y="191"/>
                    </a:cubicBezTo>
                    <a:cubicBezTo>
                      <a:pt x="280" y="198"/>
                      <a:pt x="278" y="209"/>
                      <a:pt x="276" y="215"/>
                    </a:cubicBezTo>
                    <a:cubicBezTo>
                      <a:pt x="276" y="225"/>
                      <a:pt x="276" y="235"/>
                      <a:pt x="277" y="245"/>
                    </a:cubicBezTo>
                    <a:cubicBezTo>
                      <a:pt x="263" y="290"/>
                      <a:pt x="265" y="349"/>
                      <a:pt x="246" y="391"/>
                    </a:cubicBezTo>
                    <a:cubicBezTo>
                      <a:pt x="247" y="396"/>
                      <a:pt x="247" y="400"/>
                      <a:pt x="247" y="405"/>
                    </a:cubicBezTo>
                    <a:cubicBezTo>
                      <a:pt x="246" y="407"/>
                      <a:pt x="241" y="411"/>
                      <a:pt x="240" y="414"/>
                    </a:cubicBezTo>
                    <a:cubicBezTo>
                      <a:pt x="235" y="430"/>
                      <a:pt x="236" y="460"/>
                      <a:pt x="224" y="470"/>
                    </a:cubicBezTo>
                    <a:cubicBezTo>
                      <a:pt x="200" y="491"/>
                      <a:pt x="168" y="515"/>
                      <a:pt x="141" y="533"/>
                    </a:cubicBezTo>
                    <a:cubicBezTo>
                      <a:pt x="129" y="541"/>
                      <a:pt x="118" y="556"/>
                      <a:pt x="106" y="563"/>
                    </a:cubicBezTo>
                    <a:cubicBezTo>
                      <a:pt x="95" y="570"/>
                      <a:pt x="65" y="570"/>
                      <a:pt x="63" y="583"/>
                    </a:cubicBezTo>
                    <a:cubicBezTo>
                      <a:pt x="58" y="584"/>
                      <a:pt x="58" y="585"/>
                      <a:pt x="57" y="591"/>
                    </a:cubicBezTo>
                    <a:cubicBezTo>
                      <a:pt x="62" y="597"/>
                      <a:pt x="69" y="610"/>
                      <a:pt x="71" y="619"/>
                    </a:cubicBezTo>
                    <a:cubicBezTo>
                      <a:pt x="73" y="621"/>
                      <a:pt x="75" y="622"/>
                      <a:pt x="78" y="623"/>
                    </a:cubicBezTo>
                    <a:cubicBezTo>
                      <a:pt x="94" y="623"/>
                      <a:pt x="108" y="607"/>
                      <a:pt x="117" y="598"/>
                    </a:cubicBezTo>
                    <a:cubicBezTo>
                      <a:pt x="124" y="591"/>
                      <a:pt x="132" y="584"/>
                      <a:pt x="140" y="577"/>
                    </a:cubicBezTo>
                    <a:cubicBezTo>
                      <a:pt x="143" y="574"/>
                      <a:pt x="147" y="566"/>
                      <a:pt x="152" y="563"/>
                    </a:cubicBezTo>
                    <a:cubicBezTo>
                      <a:pt x="158" y="560"/>
                      <a:pt x="163" y="557"/>
                      <a:pt x="169" y="554"/>
                    </a:cubicBezTo>
                    <a:cubicBezTo>
                      <a:pt x="173" y="549"/>
                      <a:pt x="177" y="544"/>
                      <a:pt x="181" y="539"/>
                    </a:cubicBezTo>
                    <a:cubicBezTo>
                      <a:pt x="185" y="538"/>
                      <a:pt x="188" y="537"/>
                      <a:pt x="192" y="537"/>
                    </a:cubicBezTo>
                    <a:cubicBezTo>
                      <a:pt x="195" y="534"/>
                      <a:pt x="203" y="526"/>
                      <a:pt x="206" y="522"/>
                    </a:cubicBezTo>
                    <a:cubicBezTo>
                      <a:pt x="208" y="523"/>
                      <a:pt x="209" y="523"/>
                      <a:pt x="211" y="524"/>
                    </a:cubicBezTo>
                    <a:cubicBezTo>
                      <a:pt x="211" y="549"/>
                      <a:pt x="195" y="565"/>
                      <a:pt x="186" y="584"/>
                    </a:cubicBezTo>
                    <a:cubicBezTo>
                      <a:pt x="168" y="625"/>
                      <a:pt x="122" y="683"/>
                      <a:pt x="86" y="703"/>
                    </a:cubicBezTo>
                    <a:cubicBezTo>
                      <a:pt x="83" y="703"/>
                      <a:pt x="80" y="703"/>
                      <a:pt x="77" y="703"/>
                    </a:cubicBezTo>
                    <a:cubicBezTo>
                      <a:pt x="66" y="707"/>
                      <a:pt x="47" y="714"/>
                      <a:pt x="35" y="720"/>
                    </a:cubicBezTo>
                    <a:cubicBezTo>
                      <a:pt x="27" y="720"/>
                      <a:pt x="18" y="720"/>
                      <a:pt x="10" y="720"/>
                    </a:cubicBezTo>
                    <a:cubicBezTo>
                      <a:pt x="7" y="722"/>
                      <a:pt x="4" y="725"/>
                      <a:pt x="0" y="728"/>
                    </a:cubicBezTo>
                    <a:cubicBezTo>
                      <a:pt x="0" y="739"/>
                      <a:pt x="6" y="740"/>
                      <a:pt x="11" y="746"/>
                    </a:cubicBezTo>
                    <a:cubicBezTo>
                      <a:pt x="42" y="778"/>
                      <a:pt x="124" y="759"/>
                      <a:pt x="143" y="731"/>
                    </a:cubicBezTo>
                    <a:cubicBezTo>
                      <a:pt x="175" y="683"/>
                      <a:pt x="208" y="637"/>
                      <a:pt x="235" y="584"/>
                    </a:cubicBezTo>
                    <a:cubicBezTo>
                      <a:pt x="250" y="552"/>
                      <a:pt x="254" y="521"/>
                      <a:pt x="270" y="489"/>
                    </a:cubicBezTo>
                    <a:cubicBezTo>
                      <a:pt x="275" y="480"/>
                      <a:pt x="317" y="460"/>
                      <a:pt x="327" y="452"/>
                    </a:cubicBezTo>
                    <a:cubicBezTo>
                      <a:pt x="374" y="417"/>
                      <a:pt x="424" y="388"/>
                      <a:pt x="471" y="35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49" name="íšľíḑê"/>
              <p:cNvSpPr/>
              <p:nvPr/>
            </p:nvSpPr>
            <p:spPr bwMode="auto">
              <a:xfrm>
                <a:off x="6384925" y="5484810"/>
                <a:ext cx="290513" cy="292100"/>
              </a:xfrm>
              <a:custGeom>
                <a:avLst/>
                <a:gdLst>
                  <a:gd name="T0" fmla="*/ 229 w 286"/>
                  <a:gd name="T1" fmla="*/ 216 h 287"/>
                  <a:gd name="T2" fmla="*/ 225 w 286"/>
                  <a:gd name="T3" fmla="*/ 211 h 287"/>
                  <a:gd name="T4" fmla="*/ 210 w 286"/>
                  <a:gd name="T5" fmla="*/ 210 h 287"/>
                  <a:gd name="T6" fmla="*/ 206 w 286"/>
                  <a:gd name="T7" fmla="*/ 205 h 287"/>
                  <a:gd name="T8" fmla="*/ 194 w 286"/>
                  <a:gd name="T9" fmla="*/ 205 h 287"/>
                  <a:gd name="T10" fmla="*/ 171 w 286"/>
                  <a:gd name="T11" fmla="*/ 192 h 287"/>
                  <a:gd name="T12" fmla="*/ 151 w 286"/>
                  <a:gd name="T13" fmla="*/ 169 h 287"/>
                  <a:gd name="T14" fmla="*/ 117 w 286"/>
                  <a:gd name="T15" fmla="*/ 142 h 287"/>
                  <a:gd name="T16" fmla="*/ 107 w 286"/>
                  <a:gd name="T17" fmla="*/ 120 h 287"/>
                  <a:gd name="T18" fmla="*/ 66 w 286"/>
                  <a:gd name="T19" fmla="*/ 56 h 287"/>
                  <a:gd name="T20" fmla="*/ 14 w 286"/>
                  <a:gd name="T21" fmla="*/ 0 h 287"/>
                  <a:gd name="T22" fmla="*/ 40 w 286"/>
                  <a:gd name="T23" fmla="*/ 118 h 287"/>
                  <a:gd name="T24" fmla="*/ 65 w 286"/>
                  <a:gd name="T25" fmla="*/ 182 h 287"/>
                  <a:gd name="T26" fmla="*/ 66 w 286"/>
                  <a:gd name="T27" fmla="*/ 204 h 287"/>
                  <a:gd name="T28" fmla="*/ 88 w 286"/>
                  <a:gd name="T29" fmla="*/ 257 h 287"/>
                  <a:gd name="T30" fmla="*/ 103 w 286"/>
                  <a:gd name="T31" fmla="*/ 268 h 287"/>
                  <a:gd name="T32" fmla="*/ 151 w 286"/>
                  <a:gd name="T33" fmla="*/ 276 h 287"/>
                  <a:gd name="T34" fmla="*/ 172 w 286"/>
                  <a:gd name="T35" fmla="*/ 276 h 287"/>
                  <a:gd name="T36" fmla="*/ 183 w 286"/>
                  <a:gd name="T37" fmla="*/ 270 h 287"/>
                  <a:gd name="T38" fmla="*/ 232 w 286"/>
                  <a:gd name="T39" fmla="*/ 269 h 287"/>
                  <a:gd name="T40" fmla="*/ 286 w 286"/>
                  <a:gd name="T41" fmla="*/ 238 h 287"/>
                  <a:gd name="T42" fmla="*/ 229 w 286"/>
                  <a:gd name="T43" fmla="*/ 216 h 28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</a:cxnLst>
                <a:rect l="0" t="0" r="r" b="b"/>
                <a:pathLst>
                  <a:path w="286" h="287">
                    <a:moveTo>
                      <a:pt x="229" y="216"/>
                    </a:moveTo>
                    <a:cubicBezTo>
                      <a:pt x="228" y="214"/>
                      <a:pt x="226" y="212"/>
                      <a:pt x="225" y="211"/>
                    </a:cubicBezTo>
                    <a:cubicBezTo>
                      <a:pt x="220" y="210"/>
                      <a:pt x="215" y="210"/>
                      <a:pt x="210" y="210"/>
                    </a:cubicBezTo>
                    <a:cubicBezTo>
                      <a:pt x="209" y="208"/>
                      <a:pt x="208" y="206"/>
                      <a:pt x="206" y="205"/>
                    </a:cubicBezTo>
                    <a:cubicBezTo>
                      <a:pt x="202" y="205"/>
                      <a:pt x="198" y="205"/>
                      <a:pt x="194" y="205"/>
                    </a:cubicBezTo>
                    <a:cubicBezTo>
                      <a:pt x="201" y="202"/>
                      <a:pt x="175" y="194"/>
                      <a:pt x="171" y="192"/>
                    </a:cubicBezTo>
                    <a:cubicBezTo>
                      <a:pt x="164" y="184"/>
                      <a:pt x="157" y="177"/>
                      <a:pt x="151" y="169"/>
                    </a:cubicBezTo>
                    <a:cubicBezTo>
                      <a:pt x="142" y="158"/>
                      <a:pt x="125" y="155"/>
                      <a:pt x="117" y="142"/>
                    </a:cubicBezTo>
                    <a:cubicBezTo>
                      <a:pt x="119" y="141"/>
                      <a:pt x="109" y="123"/>
                      <a:pt x="107" y="120"/>
                    </a:cubicBezTo>
                    <a:cubicBezTo>
                      <a:pt x="94" y="107"/>
                      <a:pt x="75" y="72"/>
                      <a:pt x="66" y="56"/>
                    </a:cubicBezTo>
                    <a:cubicBezTo>
                      <a:pt x="55" y="37"/>
                      <a:pt x="41" y="2"/>
                      <a:pt x="14" y="0"/>
                    </a:cubicBezTo>
                    <a:cubicBezTo>
                      <a:pt x="0" y="23"/>
                      <a:pt x="32" y="95"/>
                      <a:pt x="40" y="118"/>
                    </a:cubicBezTo>
                    <a:cubicBezTo>
                      <a:pt x="48" y="141"/>
                      <a:pt x="55" y="165"/>
                      <a:pt x="65" y="182"/>
                    </a:cubicBezTo>
                    <a:cubicBezTo>
                      <a:pt x="65" y="189"/>
                      <a:pt x="66" y="197"/>
                      <a:pt x="66" y="204"/>
                    </a:cubicBezTo>
                    <a:cubicBezTo>
                      <a:pt x="74" y="223"/>
                      <a:pt x="78" y="242"/>
                      <a:pt x="88" y="257"/>
                    </a:cubicBezTo>
                    <a:cubicBezTo>
                      <a:pt x="93" y="261"/>
                      <a:pt x="98" y="264"/>
                      <a:pt x="103" y="268"/>
                    </a:cubicBezTo>
                    <a:cubicBezTo>
                      <a:pt x="122" y="278"/>
                      <a:pt x="128" y="287"/>
                      <a:pt x="151" y="276"/>
                    </a:cubicBezTo>
                    <a:cubicBezTo>
                      <a:pt x="158" y="276"/>
                      <a:pt x="165" y="276"/>
                      <a:pt x="172" y="276"/>
                    </a:cubicBezTo>
                    <a:cubicBezTo>
                      <a:pt x="175" y="274"/>
                      <a:pt x="179" y="272"/>
                      <a:pt x="183" y="270"/>
                    </a:cubicBezTo>
                    <a:cubicBezTo>
                      <a:pt x="199" y="269"/>
                      <a:pt x="216" y="269"/>
                      <a:pt x="232" y="269"/>
                    </a:cubicBezTo>
                    <a:cubicBezTo>
                      <a:pt x="258" y="256"/>
                      <a:pt x="267" y="261"/>
                      <a:pt x="286" y="238"/>
                    </a:cubicBezTo>
                    <a:cubicBezTo>
                      <a:pt x="272" y="217"/>
                      <a:pt x="250" y="226"/>
                      <a:pt x="229" y="216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</p:grpSp>
        <p:sp>
          <p:nvSpPr>
            <p:cNvPr id="46" name="ïšḻîḍe"/>
            <p:cNvSpPr/>
            <p:nvPr/>
          </p:nvSpPr>
          <p:spPr bwMode="auto">
            <a:xfrm>
              <a:off x="6615743" y="3000099"/>
              <a:ext cx="425964" cy="517912"/>
            </a:xfrm>
            <a:custGeom>
              <a:avLst/>
              <a:gdLst>
                <a:gd name="T0" fmla="*/ 20 w 354"/>
                <a:gd name="T1" fmla="*/ 276 h 430"/>
                <a:gd name="T2" fmla="*/ 22 w 354"/>
                <a:gd name="T3" fmla="*/ 302 h 430"/>
                <a:gd name="T4" fmla="*/ 27 w 354"/>
                <a:gd name="T5" fmla="*/ 307 h 430"/>
                <a:gd name="T6" fmla="*/ 25 w 354"/>
                <a:gd name="T7" fmla="*/ 328 h 430"/>
                <a:gd name="T8" fmla="*/ 49 w 354"/>
                <a:gd name="T9" fmla="*/ 418 h 430"/>
                <a:gd name="T10" fmla="*/ 68 w 354"/>
                <a:gd name="T11" fmla="*/ 408 h 430"/>
                <a:gd name="T12" fmla="*/ 70 w 354"/>
                <a:gd name="T13" fmla="*/ 387 h 430"/>
                <a:gd name="T14" fmla="*/ 83 w 354"/>
                <a:gd name="T15" fmla="*/ 331 h 430"/>
                <a:gd name="T16" fmla="*/ 50 w 354"/>
                <a:gd name="T17" fmla="*/ 251 h 430"/>
                <a:gd name="T18" fmla="*/ 50 w 354"/>
                <a:gd name="T19" fmla="*/ 237 h 430"/>
                <a:gd name="T20" fmla="*/ 44 w 354"/>
                <a:gd name="T21" fmla="*/ 232 h 430"/>
                <a:gd name="T22" fmla="*/ 50 w 354"/>
                <a:gd name="T23" fmla="*/ 196 h 430"/>
                <a:gd name="T24" fmla="*/ 79 w 354"/>
                <a:gd name="T25" fmla="*/ 177 h 430"/>
                <a:gd name="T26" fmla="*/ 85 w 354"/>
                <a:gd name="T27" fmla="*/ 169 h 430"/>
                <a:gd name="T28" fmla="*/ 111 w 354"/>
                <a:gd name="T29" fmla="*/ 152 h 430"/>
                <a:gd name="T30" fmla="*/ 168 w 354"/>
                <a:gd name="T31" fmla="*/ 99 h 430"/>
                <a:gd name="T32" fmla="*/ 193 w 354"/>
                <a:gd name="T33" fmla="*/ 85 h 430"/>
                <a:gd name="T34" fmla="*/ 293 w 354"/>
                <a:gd name="T35" fmla="*/ 47 h 430"/>
                <a:gd name="T36" fmla="*/ 272 w 354"/>
                <a:gd name="T37" fmla="*/ 101 h 430"/>
                <a:gd name="T38" fmla="*/ 241 w 354"/>
                <a:gd name="T39" fmla="*/ 177 h 430"/>
                <a:gd name="T40" fmla="*/ 241 w 354"/>
                <a:gd name="T41" fmla="*/ 190 h 430"/>
                <a:gd name="T42" fmla="*/ 230 w 354"/>
                <a:gd name="T43" fmla="*/ 208 h 430"/>
                <a:gd name="T44" fmla="*/ 230 w 354"/>
                <a:gd name="T45" fmla="*/ 225 h 430"/>
                <a:gd name="T46" fmla="*/ 218 w 354"/>
                <a:gd name="T47" fmla="*/ 245 h 430"/>
                <a:gd name="T48" fmla="*/ 218 w 354"/>
                <a:gd name="T49" fmla="*/ 263 h 430"/>
                <a:gd name="T50" fmla="*/ 213 w 354"/>
                <a:gd name="T51" fmla="*/ 267 h 430"/>
                <a:gd name="T52" fmla="*/ 210 w 354"/>
                <a:gd name="T53" fmla="*/ 279 h 430"/>
                <a:gd name="T54" fmla="*/ 210 w 354"/>
                <a:gd name="T55" fmla="*/ 281 h 430"/>
                <a:gd name="T56" fmla="*/ 193 w 354"/>
                <a:gd name="T57" fmla="*/ 248 h 430"/>
                <a:gd name="T58" fmla="*/ 106 w 354"/>
                <a:gd name="T59" fmla="*/ 189 h 430"/>
                <a:gd name="T60" fmla="*/ 103 w 354"/>
                <a:gd name="T61" fmla="*/ 267 h 430"/>
                <a:gd name="T62" fmla="*/ 131 w 354"/>
                <a:gd name="T63" fmla="*/ 332 h 430"/>
                <a:gd name="T64" fmla="*/ 112 w 354"/>
                <a:gd name="T65" fmla="*/ 365 h 430"/>
                <a:gd name="T66" fmla="*/ 90 w 354"/>
                <a:gd name="T67" fmla="*/ 396 h 430"/>
                <a:gd name="T68" fmla="*/ 85 w 354"/>
                <a:gd name="T69" fmla="*/ 407 h 430"/>
                <a:gd name="T70" fmla="*/ 89 w 354"/>
                <a:gd name="T71" fmla="*/ 412 h 430"/>
                <a:gd name="T72" fmla="*/ 143 w 354"/>
                <a:gd name="T73" fmla="*/ 366 h 430"/>
                <a:gd name="T74" fmla="*/ 154 w 354"/>
                <a:gd name="T75" fmla="*/ 366 h 430"/>
                <a:gd name="T76" fmla="*/ 208 w 354"/>
                <a:gd name="T77" fmla="*/ 430 h 430"/>
                <a:gd name="T78" fmla="*/ 213 w 354"/>
                <a:gd name="T79" fmla="*/ 430 h 430"/>
                <a:gd name="T80" fmla="*/ 260 w 354"/>
                <a:gd name="T81" fmla="*/ 289 h 430"/>
                <a:gd name="T82" fmla="*/ 282 w 354"/>
                <a:gd name="T83" fmla="*/ 224 h 430"/>
                <a:gd name="T84" fmla="*/ 281 w 354"/>
                <a:gd name="T85" fmla="*/ 214 h 430"/>
                <a:gd name="T86" fmla="*/ 292 w 354"/>
                <a:gd name="T87" fmla="*/ 186 h 430"/>
                <a:gd name="T88" fmla="*/ 294 w 354"/>
                <a:gd name="T89" fmla="*/ 170 h 430"/>
                <a:gd name="T90" fmla="*/ 311 w 354"/>
                <a:gd name="T91" fmla="*/ 138 h 430"/>
                <a:gd name="T92" fmla="*/ 317 w 354"/>
                <a:gd name="T93" fmla="*/ 111 h 430"/>
                <a:gd name="T94" fmla="*/ 330 w 354"/>
                <a:gd name="T95" fmla="*/ 92 h 430"/>
                <a:gd name="T96" fmla="*/ 343 w 354"/>
                <a:gd name="T97" fmla="*/ 40 h 430"/>
                <a:gd name="T98" fmla="*/ 291 w 354"/>
                <a:gd name="T99" fmla="*/ 0 h 430"/>
                <a:gd name="T100" fmla="*/ 272 w 354"/>
                <a:gd name="T101" fmla="*/ 8 h 430"/>
                <a:gd name="T102" fmla="*/ 210 w 354"/>
                <a:gd name="T103" fmla="*/ 31 h 430"/>
                <a:gd name="T104" fmla="*/ 176 w 354"/>
                <a:gd name="T105" fmla="*/ 53 h 430"/>
                <a:gd name="T106" fmla="*/ 168 w 354"/>
                <a:gd name="T107" fmla="*/ 52 h 430"/>
                <a:gd name="T108" fmla="*/ 162 w 354"/>
                <a:gd name="T109" fmla="*/ 59 h 430"/>
                <a:gd name="T110" fmla="*/ 143 w 354"/>
                <a:gd name="T111" fmla="*/ 65 h 430"/>
                <a:gd name="T112" fmla="*/ 75 w 354"/>
                <a:gd name="T113" fmla="*/ 109 h 430"/>
                <a:gd name="T114" fmla="*/ 26 w 354"/>
                <a:gd name="T115" fmla="*/ 155 h 430"/>
                <a:gd name="T116" fmla="*/ 25 w 354"/>
                <a:gd name="T117" fmla="*/ 222 h 430"/>
                <a:gd name="T118" fmla="*/ 7 w 354"/>
                <a:gd name="T119" fmla="*/ 227 h 430"/>
                <a:gd name="T120" fmla="*/ 15 w 354"/>
                <a:gd name="T121" fmla="*/ 269 h 430"/>
                <a:gd name="T122" fmla="*/ 20 w 354"/>
                <a:gd name="T123" fmla="*/ 276 h 43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  <a:cxn ang="0">
                  <a:pos x="T118" y="T119"/>
                </a:cxn>
                <a:cxn ang="0">
                  <a:pos x="T120" y="T121"/>
                </a:cxn>
                <a:cxn ang="0">
                  <a:pos x="T122" y="T123"/>
                </a:cxn>
              </a:cxnLst>
              <a:rect l="0" t="0" r="r" b="b"/>
              <a:pathLst>
                <a:path w="354" h="430">
                  <a:moveTo>
                    <a:pt x="20" y="276"/>
                  </a:moveTo>
                  <a:cubicBezTo>
                    <a:pt x="21" y="285"/>
                    <a:pt x="22" y="293"/>
                    <a:pt x="22" y="302"/>
                  </a:cubicBezTo>
                  <a:cubicBezTo>
                    <a:pt x="24" y="304"/>
                    <a:pt x="25" y="305"/>
                    <a:pt x="27" y="307"/>
                  </a:cubicBezTo>
                  <a:cubicBezTo>
                    <a:pt x="27" y="314"/>
                    <a:pt x="26" y="321"/>
                    <a:pt x="25" y="328"/>
                  </a:cubicBezTo>
                  <a:cubicBezTo>
                    <a:pt x="33" y="356"/>
                    <a:pt x="27" y="403"/>
                    <a:pt x="49" y="418"/>
                  </a:cubicBezTo>
                  <a:cubicBezTo>
                    <a:pt x="56" y="425"/>
                    <a:pt x="65" y="412"/>
                    <a:pt x="68" y="408"/>
                  </a:cubicBezTo>
                  <a:cubicBezTo>
                    <a:pt x="68" y="401"/>
                    <a:pt x="69" y="394"/>
                    <a:pt x="70" y="387"/>
                  </a:cubicBezTo>
                  <a:cubicBezTo>
                    <a:pt x="76" y="375"/>
                    <a:pt x="86" y="354"/>
                    <a:pt x="83" y="331"/>
                  </a:cubicBezTo>
                  <a:cubicBezTo>
                    <a:pt x="78" y="299"/>
                    <a:pt x="61" y="276"/>
                    <a:pt x="50" y="251"/>
                  </a:cubicBezTo>
                  <a:cubicBezTo>
                    <a:pt x="50" y="246"/>
                    <a:pt x="50" y="242"/>
                    <a:pt x="50" y="237"/>
                  </a:cubicBezTo>
                  <a:cubicBezTo>
                    <a:pt x="48" y="235"/>
                    <a:pt x="46" y="234"/>
                    <a:pt x="44" y="232"/>
                  </a:cubicBezTo>
                  <a:cubicBezTo>
                    <a:pt x="39" y="222"/>
                    <a:pt x="50" y="209"/>
                    <a:pt x="50" y="196"/>
                  </a:cubicBezTo>
                  <a:cubicBezTo>
                    <a:pt x="59" y="186"/>
                    <a:pt x="66" y="184"/>
                    <a:pt x="79" y="177"/>
                  </a:cubicBezTo>
                  <a:cubicBezTo>
                    <a:pt x="81" y="174"/>
                    <a:pt x="83" y="172"/>
                    <a:pt x="85" y="169"/>
                  </a:cubicBezTo>
                  <a:cubicBezTo>
                    <a:pt x="94" y="164"/>
                    <a:pt x="102" y="158"/>
                    <a:pt x="111" y="152"/>
                  </a:cubicBezTo>
                  <a:cubicBezTo>
                    <a:pt x="126" y="142"/>
                    <a:pt x="158" y="112"/>
                    <a:pt x="168" y="99"/>
                  </a:cubicBezTo>
                  <a:cubicBezTo>
                    <a:pt x="169" y="101"/>
                    <a:pt x="188" y="88"/>
                    <a:pt x="193" y="85"/>
                  </a:cubicBezTo>
                  <a:cubicBezTo>
                    <a:pt x="222" y="70"/>
                    <a:pt x="248" y="46"/>
                    <a:pt x="293" y="47"/>
                  </a:cubicBezTo>
                  <a:cubicBezTo>
                    <a:pt x="292" y="59"/>
                    <a:pt x="278" y="86"/>
                    <a:pt x="272" y="101"/>
                  </a:cubicBezTo>
                  <a:cubicBezTo>
                    <a:pt x="259" y="128"/>
                    <a:pt x="255" y="152"/>
                    <a:pt x="241" y="177"/>
                  </a:cubicBezTo>
                  <a:cubicBezTo>
                    <a:pt x="241" y="181"/>
                    <a:pt x="241" y="186"/>
                    <a:pt x="241" y="190"/>
                  </a:cubicBezTo>
                  <a:cubicBezTo>
                    <a:pt x="239" y="194"/>
                    <a:pt x="232" y="203"/>
                    <a:pt x="230" y="208"/>
                  </a:cubicBezTo>
                  <a:cubicBezTo>
                    <a:pt x="230" y="213"/>
                    <a:pt x="230" y="219"/>
                    <a:pt x="230" y="225"/>
                  </a:cubicBezTo>
                  <a:cubicBezTo>
                    <a:pt x="228" y="232"/>
                    <a:pt x="221" y="238"/>
                    <a:pt x="218" y="245"/>
                  </a:cubicBezTo>
                  <a:cubicBezTo>
                    <a:pt x="218" y="251"/>
                    <a:pt x="218" y="257"/>
                    <a:pt x="218" y="263"/>
                  </a:cubicBezTo>
                  <a:cubicBezTo>
                    <a:pt x="216" y="265"/>
                    <a:pt x="214" y="266"/>
                    <a:pt x="213" y="267"/>
                  </a:cubicBezTo>
                  <a:cubicBezTo>
                    <a:pt x="212" y="270"/>
                    <a:pt x="213" y="276"/>
                    <a:pt x="210" y="279"/>
                  </a:cubicBezTo>
                  <a:cubicBezTo>
                    <a:pt x="210" y="280"/>
                    <a:pt x="210" y="280"/>
                    <a:pt x="210" y="281"/>
                  </a:cubicBezTo>
                  <a:cubicBezTo>
                    <a:pt x="201" y="277"/>
                    <a:pt x="199" y="257"/>
                    <a:pt x="193" y="248"/>
                  </a:cubicBezTo>
                  <a:cubicBezTo>
                    <a:pt x="175" y="223"/>
                    <a:pt x="147" y="190"/>
                    <a:pt x="106" y="189"/>
                  </a:cubicBezTo>
                  <a:cubicBezTo>
                    <a:pt x="89" y="206"/>
                    <a:pt x="93" y="245"/>
                    <a:pt x="103" y="267"/>
                  </a:cubicBezTo>
                  <a:cubicBezTo>
                    <a:pt x="106" y="275"/>
                    <a:pt x="133" y="322"/>
                    <a:pt x="131" y="332"/>
                  </a:cubicBezTo>
                  <a:cubicBezTo>
                    <a:pt x="128" y="344"/>
                    <a:pt x="118" y="357"/>
                    <a:pt x="112" y="365"/>
                  </a:cubicBezTo>
                  <a:cubicBezTo>
                    <a:pt x="106" y="374"/>
                    <a:pt x="102" y="394"/>
                    <a:pt x="90" y="396"/>
                  </a:cubicBezTo>
                  <a:cubicBezTo>
                    <a:pt x="85" y="402"/>
                    <a:pt x="86" y="401"/>
                    <a:pt x="85" y="407"/>
                  </a:cubicBezTo>
                  <a:cubicBezTo>
                    <a:pt x="86" y="409"/>
                    <a:pt x="88" y="410"/>
                    <a:pt x="89" y="412"/>
                  </a:cubicBezTo>
                  <a:cubicBezTo>
                    <a:pt x="106" y="411"/>
                    <a:pt x="136" y="378"/>
                    <a:pt x="143" y="366"/>
                  </a:cubicBezTo>
                  <a:cubicBezTo>
                    <a:pt x="147" y="366"/>
                    <a:pt x="151" y="366"/>
                    <a:pt x="154" y="366"/>
                  </a:cubicBezTo>
                  <a:cubicBezTo>
                    <a:pt x="173" y="387"/>
                    <a:pt x="194" y="406"/>
                    <a:pt x="208" y="430"/>
                  </a:cubicBezTo>
                  <a:cubicBezTo>
                    <a:pt x="209" y="430"/>
                    <a:pt x="211" y="430"/>
                    <a:pt x="213" y="430"/>
                  </a:cubicBezTo>
                  <a:cubicBezTo>
                    <a:pt x="249" y="405"/>
                    <a:pt x="244" y="337"/>
                    <a:pt x="260" y="289"/>
                  </a:cubicBezTo>
                  <a:cubicBezTo>
                    <a:pt x="266" y="271"/>
                    <a:pt x="275" y="244"/>
                    <a:pt x="282" y="224"/>
                  </a:cubicBezTo>
                  <a:cubicBezTo>
                    <a:pt x="281" y="221"/>
                    <a:pt x="281" y="217"/>
                    <a:pt x="281" y="214"/>
                  </a:cubicBezTo>
                  <a:cubicBezTo>
                    <a:pt x="284" y="206"/>
                    <a:pt x="290" y="191"/>
                    <a:pt x="292" y="186"/>
                  </a:cubicBezTo>
                  <a:cubicBezTo>
                    <a:pt x="292" y="181"/>
                    <a:pt x="293" y="176"/>
                    <a:pt x="294" y="170"/>
                  </a:cubicBezTo>
                  <a:cubicBezTo>
                    <a:pt x="298" y="161"/>
                    <a:pt x="309" y="149"/>
                    <a:pt x="311" y="138"/>
                  </a:cubicBezTo>
                  <a:cubicBezTo>
                    <a:pt x="313" y="130"/>
                    <a:pt x="313" y="122"/>
                    <a:pt x="317" y="111"/>
                  </a:cubicBezTo>
                  <a:cubicBezTo>
                    <a:pt x="318" y="114"/>
                    <a:pt x="329" y="94"/>
                    <a:pt x="330" y="92"/>
                  </a:cubicBezTo>
                  <a:cubicBezTo>
                    <a:pt x="337" y="75"/>
                    <a:pt x="337" y="57"/>
                    <a:pt x="343" y="40"/>
                  </a:cubicBezTo>
                  <a:cubicBezTo>
                    <a:pt x="354" y="9"/>
                    <a:pt x="317" y="0"/>
                    <a:pt x="291" y="0"/>
                  </a:cubicBezTo>
                  <a:cubicBezTo>
                    <a:pt x="287" y="8"/>
                    <a:pt x="280" y="5"/>
                    <a:pt x="272" y="8"/>
                  </a:cubicBezTo>
                  <a:cubicBezTo>
                    <a:pt x="261" y="12"/>
                    <a:pt x="217" y="31"/>
                    <a:pt x="210" y="31"/>
                  </a:cubicBezTo>
                  <a:cubicBezTo>
                    <a:pt x="200" y="37"/>
                    <a:pt x="187" y="48"/>
                    <a:pt x="176" y="53"/>
                  </a:cubicBezTo>
                  <a:cubicBezTo>
                    <a:pt x="173" y="53"/>
                    <a:pt x="170" y="53"/>
                    <a:pt x="168" y="52"/>
                  </a:cubicBezTo>
                  <a:cubicBezTo>
                    <a:pt x="166" y="55"/>
                    <a:pt x="164" y="57"/>
                    <a:pt x="162" y="59"/>
                  </a:cubicBezTo>
                  <a:cubicBezTo>
                    <a:pt x="155" y="63"/>
                    <a:pt x="149" y="61"/>
                    <a:pt x="143" y="65"/>
                  </a:cubicBezTo>
                  <a:cubicBezTo>
                    <a:pt x="122" y="78"/>
                    <a:pt x="97" y="95"/>
                    <a:pt x="75" y="109"/>
                  </a:cubicBezTo>
                  <a:cubicBezTo>
                    <a:pt x="58" y="120"/>
                    <a:pt x="34" y="135"/>
                    <a:pt x="26" y="155"/>
                  </a:cubicBezTo>
                  <a:cubicBezTo>
                    <a:pt x="20" y="173"/>
                    <a:pt x="24" y="201"/>
                    <a:pt x="25" y="222"/>
                  </a:cubicBezTo>
                  <a:cubicBezTo>
                    <a:pt x="22" y="224"/>
                    <a:pt x="10" y="224"/>
                    <a:pt x="7" y="227"/>
                  </a:cubicBezTo>
                  <a:cubicBezTo>
                    <a:pt x="0" y="233"/>
                    <a:pt x="11" y="261"/>
                    <a:pt x="15" y="269"/>
                  </a:cubicBezTo>
                  <a:cubicBezTo>
                    <a:pt x="16" y="271"/>
                    <a:pt x="18" y="274"/>
                    <a:pt x="20" y="276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47" name="î$ḷiďê"/>
            <p:cNvSpPr/>
            <p:nvPr/>
          </p:nvSpPr>
          <p:spPr bwMode="auto">
            <a:xfrm>
              <a:off x="6527548" y="3450476"/>
              <a:ext cx="514159" cy="247697"/>
            </a:xfrm>
            <a:custGeom>
              <a:avLst/>
              <a:gdLst>
                <a:gd name="T0" fmla="*/ 365 w 428"/>
                <a:gd name="T1" fmla="*/ 1 h 206"/>
                <a:gd name="T2" fmla="*/ 278 w 428"/>
                <a:gd name="T3" fmla="*/ 25 h 206"/>
                <a:gd name="T4" fmla="*/ 257 w 428"/>
                <a:gd name="T5" fmla="*/ 24 h 206"/>
                <a:gd name="T6" fmla="*/ 249 w 428"/>
                <a:gd name="T7" fmla="*/ 30 h 206"/>
                <a:gd name="T8" fmla="*/ 233 w 428"/>
                <a:gd name="T9" fmla="*/ 30 h 206"/>
                <a:gd name="T10" fmla="*/ 225 w 428"/>
                <a:gd name="T11" fmla="*/ 36 h 206"/>
                <a:gd name="T12" fmla="*/ 213 w 428"/>
                <a:gd name="T13" fmla="*/ 36 h 206"/>
                <a:gd name="T14" fmla="*/ 206 w 428"/>
                <a:gd name="T15" fmla="*/ 43 h 206"/>
                <a:gd name="T16" fmla="*/ 196 w 428"/>
                <a:gd name="T17" fmla="*/ 42 h 206"/>
                <a:gd name="T18" fmla="*/ 178 w 428"/>
                <a:gd name="T19" fmla="*/ 54 h 206"/>
                <a:gd name="T20" fmla="*/ 163 w 428"/>
                <a:gd name="T21" fmla="*/ 55 h 206"/>
                <a:gd name="T22" fmla="*/ 157 w 428"/>
                <a:gd name="T23" fmla="*/ 62 h 206"/>
                <a:gd name="T24" fmla="*/ 131 w 428"/>
                <a:gd name="T25" fmla="*/ 68 h 206"/>
                <a:gd name="T26" fmla="*/ 111 w 428"/>
                <a:gd name="T27" fmla="*/ 80 h 206"/>
                <a:gd name="T28" fmla="*/ 104 w 428"/>
                <a:gd name="T29" fmla="*/ 78 h 206"/>
                <a:gd name="T30" fmla="*/ 77 w 428"/>
                <a:gd name="T31" fmla="*/ 91 h 206"/>
                <a:gd name="T32" fmla="*/ 57 w 428"/>
                <a:gd name="T33" fmla="*/ 96 h 206"/>
                <a:gd name="T34" fmla="*/ 7 w 428"/>
                <a:gd name="T35" fmla="*/ 106 h 206"/>
                <a:gd name="T36" fmla="*/ 5 w 428"/>
                <a:gd name="T37" fmla="*/ 144 h 206"/>
                <a:gd name="T38" fmla="*/ 51 w 428"/>
                <a:gd name="T39" fmla="*/ 206 h 206"/>
                <a:gd name="T40" fmla="*/ 103 w 428"/>
                <a:gd name="T41" fmla="*/ 170 h 206"/>
                <a:gd name="T42" fmla="*/ 122 w 428"/>
                <a:gd name="T43" fmla="*/ 154 h 206"/>
                <a:gd name="T44" fmla="*/ 141 w 428"/>
                <a:gd name="T45" fmla="*/ 136 h 206"/>
                <a:gd name="T46" fmla="*/ 216 w 428"/>
                <a:gd name="T47" fmla="*/ 95 h 206"/>
                <a:gd name="T48" fmla="*/ 312 w 428"/>
                <a:gd name="T49" fmla="*/ 68 h 206"/>
                <a:gd name="T50" fmla="*/ 315 w 428"/>
                <a:gd name="T51" fmla="*/ 69 h 206"/>
                <a:gd name="T52" fmla="*/ 318 w 428"/>
                <a:gd name="T53" fmla="*/ 69 h 206"/>
                <a:gd name="T54" fmla="*/ 282 w 428"/>
                <a:gd name="T55" fmla="*/ 97 h 206"/>
                <a:gd name="T56" fmla="*/ 278 w 428"/>
                <a:gd name="T57" fmla="*/ 110 h 206"/>
                <a:gd name="T58" fmla="*/ 320 w 428"/>
                <a:gd name="T59" fmla="*/ 95 h 206"/>
                <a:gd name="T60" fmla="*/ 335 w 428"/>
                <a:gd name="T61" fmla="*/ 95 h 206"/>
                <a:gd name="T62" fmla="*/ 427 w 428"/>
                <a:gd name="T63" fmla="*/ 42 h 206"/>
                <a:gd name="T64" fmla="*/ 365 w 428"/>
                <a:gd name="T65" fmla="*/ 1 h 20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</a:cxnLst>
              <a:rect l="0" t="0" r="r" b="b"/>
              <a:pathLst>
                <a:path w="428" h="206">
                  <a:moveTo>
                    <a:pt x="365" y="1"/>
                  </a:moveTo>
                  <a:cubicBezTo>
                    <a:pt x="356" y="12"/>
                    <a:pt x="297" y="17"/>
                    <a:pt x="278" y="25"/>
                  </a:cubicBezTo>
                  <a:cubicBezTo>
                    <a:pt x="271" y="24"/>
                    <a:pt x="264" y="24"/>
                    <a:pt x="257" y="24"/>
                  </a:cubicBezTo>
                  <a:cubicBezTo>
                    <a:pt x="254" y="26"/>
                    <a:pt x="252" y="28"/>
                    <a:pt x="249" y="30"/>
                  </a:cubicBezTo>
                  <a:cubicBezTo>
                    <a:pt x="244" y="30"/>
                    <a:pt x="238" y="30"/>
                    <a:pt x="233" y="30"/>
                  </a:cubicBezTo>
                  <a:cubicBezTo>
                    <a:pt x="230" y="32"/>
                    <a:pt x="227" y="34"/>
                    <a:pt x="225" y="36"/>
                  </a:cubicBezTo>
                  <a:cubicBezTo>
                    <a:pt x="221" y="36"/>
                    <a:pt x="217" y="36"/>
                    <a:pt x="213" y="36"/>
                  </a:cubicBezTo>
                  <a:cubicBezTo>
                    <a:pt x="211" y="39"/>
                    <a:pt x="208" y="41"/>
                    <a:pt x="206" y="43"/>
                  </a:cubicBezTo>
                  <a:cubicBezTo>
                    <a:pt x="202" y="43"/>
                    <a:pt x="199" y="43"/>
                    <a:pt x="196" y="42"/>
                  </a:cubicBezTo>
                  <a:cubicBezTo>
                    <a:pt x="192" y="44"/>
                    <a:pt x="183" y="50"/>
                    <a:pt x="178" y="54"/>
                  </a:cubicBezTo>
                  <a:cubicBezTo>
                    <a:pt x="173" y="54"/>
                    <a:pt x="168" y="55"/>
                    <a:pt x="163" y="55"/>
                  </a:cubicBezTo>
                  <a:cubicBezTo>
                    <a:pt x="161" y="57"/>
                    <a:pt x="159" y="59"/>
                    <a:pt x="157" y="62"/>
                  </a:cubicBezTo>
                  <a:cubicBezTo>
                    <a:pt x="147" y="66"/>
                    <a:pt x="140" y="64"/>
                    <a:pt x="131" y="68"/>
                  </a:cubicBezTo>
                  <a:cubicBezTo>
                    <a:pt x="123" y="71"/>
                    <a:pt x="117" y="78"/>
                    <a:pt x="111" y="80"/>
                  </a:cubicBezTo>
                  <a:cubicBezTo>
                    <a:pt x="109" y="80"/>
                    <a:pt x="106" y="79"/>
                    <a:pt x="104" y="78"/>
                  </a:cubicBezTo>
                  <a:cubicBezTo>
                    <a:pt x="96" y="82"/>
                    <a:pt x="85" y="88"/>
                    <a:pt x="77" y="91"/>
                  </a:cubicBezTo>
                  <a:cubicBezTo>
                    <a:pt x="67" y="95"/>
                    <a:pt x="63" y="90"/>
                    <a:pt x="57" y="96"/>
                  </a:cubicBezTo>
                  <a:cubicBezTo>
                    <a:pt x="48" y="90"/>
                    <a:pt x="15" y="98"/>
                    <a:pt x="7" y="106"/>
                  </a:cubicBezTo>
                  <a:cubicBezTo>
                    <a:pt x="0" y="113"/>
                    <a:pt x="2" y="136"/>
                    <a:pt x="5" y="144"/>
                  </a:cubicBezTo>
                  <a:cubicBezTo>
                    <a:pt x="14" y="168"/>
                    <a:pt x="36" y="185"/>
                    <a:pt x="51" y="206"/>
                  </a:cubicBezTo>
                  <a:cubicBezTo>
                    <a:pt x="61" y="205"/>
                    <a:pt x="97" y="178"/>
                    <a:pt x="103" y="170"/>
                  </a:cubicBezTo>
                  <a:cubicBezTo>
                    <a:pt x="105" y="166"/>
                    <a:pt x="117" y="158"/>
                    <a:pt x="122" y="154"/>
                  </a:cubicBezTo>
                  <a:cubicBezTo>
                    <a:pt x="129" y="148"/>
                    <a:pt x="135" y="142"/>
                    <a:pt x="141" y="136"/>
                  </a:cubicBezTo>
                  <a:cubicBezTo>
                    <a:pt x="164" y="121"/>
                    <a:pt x="189" y="105"/>
                    <a:pt x="216" y="95"/>
                  </a:cubicBezTo>
                  <a:cubicBezTo>
                    <a:pt x="231" y="90"/>
                    <a:pt x="308" y="72"/>
                    <a:pt x="312" y="68"/>
                  </a:cubicBezTo>
                  <a:cubicBezTo>
                    <a:pt x="315" y="68"/>
                    <a:pt x="314" y="67"/>
                    <a:pt x="315" y="69"/>
                  </a:cubicBezTo>
                  <a:cubicBezTo>
                    <a:pt x="316" y="69"/>
                    <a:pt x="317" y="69"/>
                    <a:pt x="318" y="69"/>
                  </a:cubicBezTo>
                  <a:cubicBezTo>
                    <a:pt x="313" y="77"/>
                    <a:pt x="292" y="95"/>
                    <a:pt x="282" y="97"/>
                  </a:cubicBezTo>
                  <a:cubicBezTo>
                    <a:pt x="279" y="101"/>
                    <a:pt x="278" y="102"/>
                    <a:pt x="278" y="110"/>
                  </a:cubicBezTo>
                  <a:cubicBezTo>
                    <a:pt x="291" y="119"/>
                    <a:pt x="309" y="101"/>
                    <a:pt x="320" y="95"/>
                  </a:cubicBezTo>
                  <a:cubicBezTo>
                    <a:pt x="325" y="95"/>
                    <a:pt x="330" y="95"/>
                    <a:pt x="335" y="95"/>
                  </a:cubicBezTo>
                  <a:cubicBezTo>
                    <a:pt x="364" y="76"/>
                    <a:pt x="411" y="71"/>
                    <a:pt x="427" y="42"/>
                  </a:cubicBezTo>
                  <a:cubicBezTo>
                    <a:pt x="428" y="16"/>
                    <a:pt x="390" y="0"/>
                    <a:pt x="365" y="1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</p:grpSp>
      <p:sp>
        <p:nvSpPr>
          <p:cNvPr id="25" name="文本框 24"/>
          <p:cNvSpPr txBox="1"/>
          <p:nvPr/>
        </p:nvSpPr>
        <p:spPr>
          <a:xfrm>
            <a:off x="608042" y="1195757"/>
            <a:ext cx="468451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400" spc="100" dirty="0">
                <a:solidFill>
                  <a:srgbClr val="1B4489"/>
                </a:solidFill>
                <a:latin typeface="方正大标宋简体" panose="02000000000000000000" pitchFamily="2" charset="-122"/>
                <a:ea typeface="方正大标宋简体" panose="02000000000000000000" pitchFamily="2" charset="-122"/>
                <a:sym typeface="Wingdings 3" panose="05040102010807070707" pitchFamily="18" charset="2"/>
              </a:rPr>
              <a:t></a:t>
            </a:r>
            <a:endParaRPr lang="zh-CN" altLang="en-US" sz="2400" b="1" spc="200" dirty="0">
              <a:solidFill>
                <a:srgbClr val="1B4489"/>
              </a:solidFill>
              <a:latin typeface="+mn-ea"/>
            </a:endParaRPr>
          </a:p>
        </p:txBody>
      </p:sp>
      <p:sp>
        <p:nvSpPr>
          <p:cNvPr id="26" name="文本框 25"/>
          <p:cNvSpPr txBox="1"/>
          <p:nvPr/>
        </p:nvSpPr>
        <p:spPr>
          <a:xfrm>
            <a:off x="575085" y="3906028"/>
            <a:ext cx="468451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400" spc="100" dirty="0">
                <a:solidFill>
                  <a:srgbClr val="1B4489"/>
                </a:solidFill>
                <a:latin typeface="方正大标宋简体" panose="02000000000000000000" pitchFamily="2" charset="-122"/>
                <a:ea typeface="方正大标宋简体" panose="02000000000000000000" pitchFamily="2" charset="-122"/>
                <a:sym typeface="Wingdings 3" panose="05040102010807070707" pitchFamily="18" charset="2"/>
              </a:rPr>
              <a:t></a:t>
            </a:r>
            <a:endParaRPr lang="zh-CN" altLang="en-US" sz="2400" b="1" spc="200" dirty="0">
              <a:solidFill>
                <a:srgbClr val="1B4489"/>
              </a:solidFill>
              <a:latin typeface="+mn-ea"/>
            </a:endParaRPr>
          </a:p>
        </p:txBody>
      </p:sp>
      <p:sp>
        <p:nvSpPr>
          <p:cNvPr id="27" name="文本框 26"/>
          <p:cNvSpPr txBox="1"/>
          <p:nvPr/>
        </p:nvSpPr>
        <p:spPr>
          <a:xfrm>
            <a:off x="603460" y="5330550"/>
            <a:ext cx="46521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400" spc="100" dirty="0">
                <a:solidFill>
                  <a:srgbClr val="1B4489"/>
                </a:solidFill>
                <a:latin typeface="方正大标宋简体" panose="02000000000000000000" pitchFamily="2" charset="-122"/>
                <a:ea typeface="方正大标宋简体" panose="02000000000000000000" pitchFamily="2" charset="-122"/>
                <a:sym typeface="Wingdings 3" panose="05040102010807070707" pitchFamily="18" charset="2"/>
              </a:rPr>
              <a:t></a:t>
            </a:r>
            <a:endParaRPr lang="zh-CN" altLang="en-US" sz="2400" b="1" spc="200" dirty="0">
              <a:solidFill>
                <a:srgbClr val="1B4489"/>
              </a:solidFill>
              <a:latin typeface="+mn-ea"/>
            </a:endParaRPr>
          </a:p>
        </p:txBody>
      </p:sp>
      <p:sp>
        <p:nvSpPr>
          <p:cNvPr id="4" name="文本框 3"/>
          <p:cNvSpPr txBox="1"/>
          <p:nvPr/>
        </p:nvSpPr>
        <p:spPr>
          <a:xfrm>
            <a:off x="701395" y="4369368"/>
            <a:ext cx="10322252" cy="36163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ts val="2100"/>
              </a:lnSpc>
            </a:pPr>
            <a:r>
              <a:rPr lang="zh-CN" altLang="en-US" kern="100" dirty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虽证实“睡眠有中介作用”，但未区分是生理性睡眠紊乱还是心理性压力导致</a:t>
            </a:r>
          </a:p>
        </p:txBody>
      </p:sp>
      <p:sp>
        <p:nvSpPr>
          <p:cNvPr id="8" name="文本框 7"/>
          <p:cNvSpPr txBox="1"/>
          <p:nvPr/>
        </p:nvSpPr>
        <p:spPr>
          <a:xfrm>
            <a:off x="49049" y="1252182"/>
            <a:ext cx="3303182" cy="34881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2" algn="l">
              <a:lnSpc>
                <a:spcPts val="2000"/>
              </a:lnSpc>
              <a:spcBef>
                <a:spcPts val="1560"/>
              </a:spcBef>
              <a:spcAft>
                <a:spcPts val="780"/>
              </a:spcAft>
              <a:buClr>
                <a:srgbClr val="000000"/>
              </a:buClr>
            </a:pPr>
            <a:r>
              <a:rPr lang="zh-CN" altLang="en-US" b="1" kern="100" dirty="0">
                <a:solidFill>
                  <a:srgbClr val="1A1A1A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测量偏差</a:t>
            </a:r>
          </a:p>
        </p:txBody>
      </p:sp>
      <p:sp>
        <p:nvSpPr>
          <p:cNvPr id="15" name="文本框 14"/>
          <p:cNvSpPr txBox="1"/>
          <p:nvPr/>
        </p:nvSpPr>
        <p:spPr>
          <a:xfrm>
            <a:off x="49049" y="5377487"/>
            <a:ext cx="6667500" cy="34881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2">
              <a:lnSpc>
                <a:spcPts val="2000"/>
              </a:lnSpc>
              <a:spcBef>
                <a:spcPts val="1560"/>
              </a:spcBef>
              <a:spcAft>
                <a:spcPts val="780"/>
              </a:spcAft>
              <a:buClr>
                <a:srgbClr val="000000"/>
              </a:buClr>
            </a:pPr>
            <a:r>
              <a:rPr lang="zh-CN" altLang="en-US" b="1" kern="100" dirty="0">
                <a:solidFill>
                  <a:srgbClr val="1A1A1A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缺乏干预</a:t>
            </a:r>
          </a:p>
        </p:txBody>
      </p:sp>
      <p:sp>
        <p:nvSpPr>
          <p:cNvPr id="29" name="文本框 28"/>
          <p:cNvSpPr txBox="1"/>
          <p:nvPr/>
        </p:nvSpPr>
        <p:spPr>
          <a:xfrm>
            <a:off x="-26152" y="3857724"/>
            <a:ext cx="10443028" cy="34881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2">
              <a:lnSpc>
                <a:spcPts val="2000"/>
              </a:lnSpc>
              <a:spcBef>
                <a:spcPts val="1560"/>
              </a:spcBef>
              <a:spcAft>
                <a:spcPts val="780"/>
              </a:spcAft>
              <a:buClr>
                <a:srgbClr val="000000"/>
              </a:buClr>
            </a:pPr>
            <a:r>
              <a:rPr lang="zh-CN" altLang="en-US" b="1" kern="100" dirty="0">
                <a:solidFill>
                  <a:srgbClr val="1A1A1A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机制黑箱</a:t>
            </a:r>
          </a:p>
        </p:txBody>
      </p:sp>
      <p:sp>
        <p:nvSpPr>
          <p:cNvPr id="6" name="文本框 5"/>
          <p:cNvSpPr txBox="1"/>
          <p:nvPr/>
        </p:nvSpPr>
        <p:spPr>
          <a:xfrm>
            <a:off x="804907" y="1588062"/>
            <a:ext cx="10350432" cy="36163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ts val="2100"/>
              </a:lnSpc>
            </a:pPr>
            <a:r>
              <a:rPr lang="zh-CN" altLang="en-US" kern="100" dirty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完全依赖自评问卷 </a:t>
            </a:r>
            <a:r>
              <a:rPr lang="en-US" altLang="zh-CN" kern="100" dirty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(PSQI)</a:t>
            </a:r>
            <a:r>
              <a:rPr lang="zh-CN" altLang="en-US" kern="100" dirty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，缺乏客观睡眠数据（论文自述局限）</a:t>
            </a:r>
          </a:p>
        </p:txBody>
      </p:sp>
      <p:sp>
        <p:nvSpPr>
          <p:cNvPr id="11" name="文本框 10"/>
          <p:cNvSpPr txBox="1"/>
          <p:nvPr/>
        </p:nvSpPr>
        <p:spPr>
          <a:xfrm>
            <a:off x="745778" y="5848992"/>
            <a:ext cx="10318287" cy="36163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ts val="2100"/>
              </a:lnSpc>
            </a:pPr>
            <a:r>
              <a:rPr lang="zh-CN" altLang="en-US" kern="100" dirty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观察性研究无法证明改善睡眠能否逆转疼痛</a:t>
            </a:r>
          </a:p>
        </p:txBody>
      </p:sp>
      <p:sp>
        <p:nvSpPr>
          <p:cNvPr id="3" name="矩形: 圆角 2">
            <a:extLst>
              <a:ext uri="{FF2B5EF4-FFF2-40B4-BE49-F238E27FC236}">
                <a16:creationId xmlns:a16="http://schemas.microsoft.com/office/drawing/2014/main" id="{88F13B93-C810-B43B-51FA-2708F4CDEFC0}"/>
              </a:ext>
            </a:extLst>
          </p:cNvPr>
          <p:cNvSpPr/>
          <p:nvPr/>
        </p:nvSpPr>
        <p:spPr>
          <a:xfrm flipH="1">
            <a:off x="514619" y="2459438"/>
            <a:ext cx="10984748" cy="1042718"/>
          </a:xfrm>
          <a:prstGeom prst="roundRect">
            <a:avLst>
              <a:gd name="adj" fmla="val 11719"/>
            </a:avLst>
          </a:prstGeom>
          <a:gradFill flip="none" rotWithShape="1">
            <a:gsLst>
              <a:gs pos="100000">
                <a:srgbClr val="FFF8F5">
                  <a:alpha val="0"/>
                </a:srgbClr>
              </a:gs>
              <a:gs pos="0">
                <a:schemeClr val="accent5">
                  <a:lumMod val="20000"/>
                  <a:lumOff val="80000"/>
                </a:schemeClr>
              </a:gs>
            </a:gsLst>
            <a:lin ang="0" scaled="1"/>
            <a:tileRect/>
          </a:gradFill>
          <a:ln w="3175">
            <a:gradFill flip="none" rotWithShape="1">
              <a:gsLst>
                <a:gs pos="0">
                  <a:schemeClr val="accent1"/>
                </a:gs>
                <a:gs pos="100000">
                  <a:schemeClr val="accent1">
                    <a:alpha val="0"/>
                  </a:schemeClr>
                </a:gs>
              </a:gsLst>
              <a:lin ang="0" scaled="1"/>
              <a:tileRect/>
            </a:gradFill>
            <a:prstDash val="sysDash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zh-CN">
                <a:solidFill>
                  <a:schemeClr val="lt1"/>
                </a:solidFill>
              </a:defRPr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Roboto" panose="02000000000000000000"/>
              <a:ea typeface="思源黑体 CN Regular"/>
              <a:cs typeface="+mn-cs"/>
            </a:endParaRPr>
          </a:p>
        </p:txBody>
      </p:sp>
      <p:sp>
        <p:nvSpPr>
          <p:cNvPr id="5" name="文本框 4">
            <a:extLst>
              <a:ext uri="{FF2B5EF4-FFF2-40B4-BE49-F238E27FC236}">
                <a16:creationId xmlns:a16="http://schemas.microsoft.com/office/drawing/2014/main" id="{75B0AF10-E84B-903E-8BB6-1133DE248EB2}"/>
              </a:ext>
            </a:extLst>
          </p:cNvPr>
          <p:cNvSpPr txBox="1"/>
          <p:nvPr/>
        </p:nvSpPr>
        <p:spPr>
          <a:xfrm>
            <a:off x="593955" y="2477525"/>
            <a:ext cx="468451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400" spc="100" dirty="0">
                <a:solidFill>
                  <a:srgbClr val="1B4489"/>
                </a:solidFill>
                <a:latin typeface="方正大标宋简体" panose="02000000000000000000" pitchFamily="2" charset="-122"/>
                <a:ea typeface="方正大标宋简体" panose="02000000000000000000" pitchFamily="2" charset="-122"/>
                <a:sym typeface="Wingdings 3" panose="05040102010807070707" pitchFamily="18" charset="2"/>
              </a:rPr>
              <a:t></a:t>
            </a:r>
            <a:endParaRPr lang="zh-CN" altLang="en-US" sz="2400" b="1" spc="200" dirty="0">
              <a:solidFill>
                <a:srgbClr val="1B4489"/>
              </a:solidFill>
              <a:latin typeface="+mn-ea"/>
            </a:endParaRP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33AAF0C5-D234-A3D0-9CDF-37DB7F39B911}"/>
              </a:ext>
            </a:extLst>
          </p:cNvPr>
          <p:cNvSpPr txBox="1"/>
          <p:nvPr/>
        </p:nvSpPr>
        <p:spPr>
          <a:xfrm>
            <a:off x="-26152" y="2503919"/>
            <a:ext cx="3303182" cy="34881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2" algn="l">
              <a:lnSpc>
                <a:spcPts val="2000"/>
              </a:lnSpc>
              <a:spcBef>
                <a:spcPts val="1560"/>
              </a:spcBef>
              <a:spcAft>
                <a:spcPts val="780"/>
              </a:spcAft>
              <a:buClr>
                <a:srgbClr val="000000"/>
              </a:buClr>
            </a:pPr>
            <a:r>
              <a:rPr lang="zh-CN" altLang="en-US" b="1" kern="100" dirty="0">
                <a:solidFill>
                  <a:srgbClr val="1A1A1A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时序模糊</a:t>
            </a:r>
          </a:p>
        </p:txBody>
      </p:sp>
      <p:sp>
        <p:nvSpPr>
          <p:cNvPr id="9" name="文本框 8">
            <a:extLst>
              <a:ext uri="{FF2B5EF4-FFF2-40B4-BE49-F238E27FC236}">
                <a16:creationId xmlns:a16="http://schemas.microsoft.com/office/drawing/2014/main" id="{BAFDDB3E-3336-3672-9853-FAD33A53DB34}"/>
              </a:ext>
            </a:extLst>
          </p:cNvPr>
          <p:cNvSpPr txBox="1"/>
          <p:nvPr/>
        </p:nvSpPr>
        <p:spPr>
          <a:xfrm>
            <a:off x="790820" y="2869830"/>
            <a:ext cx="10350432" cy="36163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ts val="2100"/>
              </a:lnSpc>
            </a:pPr>
            <a:r>
              <a:rPr lang="zh-CN" altLang="en-US" kern="100" dirty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成年期</a:t>
            </a:r>
            <a:r>
              <a:rPr lang="en-US" altLang="zh-CN" kern="100" dirty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SES</a:t>
            </a:r>
            <a:r>
              <a:rPr lang="zh-CN" altLang="en-US" kern="100" dirty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与睡眠是同期测量的 </a:t>
            </a:r>
            <a:r>
              <a:rPr lang="en-US" altLang="zh-CN" kern="100" dirty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(Concurrently measured)</a:t>
            </a:r>
            <a:r>
              <a:rPr lang="zh-CN" altLang="en-US" kern="100" dirty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，因果方向难以完全确定</a:t>
            </a:r>
          </a:p>
        </p:txBody>
      </p:sp>
    </p:spTree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xmlns:p14="http://schemas.microsoft.com/office/powerpoint/2010/main" spd="slow" p14:dur="1250">
        <p15:prstTrans prst="peelOff"/>
      </p:transition>
    </mc:Choice>
    <mc:Fallback xmlns="">
      <p:transition spd="slow">
        <p:fade/>
      </p:transition>
    </mc:Fallback>
  </mc:AlternateContent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2" name="组合 31"/>
          <p:cNvGrpSpPr/>
          <p:nvPr/>
        </p:nvGrpSpPr>
        <p:grpSpPr>
          <a:xfrm>
            <a:off x="528706" y="867990"/>
            <a:ext cx="11158794" cy="0"/>
            <a:chOff x="528706" y="867990"/>
            <a:chExt cx="11158794" cy="0"/>
          </a:xfrm>
        </p:grpSpPr>
        <p:cxnSp>
          <p:nvCxnSpPr>
            <p:cNvPr id="33" name="直接连接符 32"/>
            <p:cNvCxnSpPr/>
            <p:nvPr/>
          </p:nvCxnSpPr>
          <p:spPr>
            <a:xfrm>
              <a:off x="528706" y="867990"/>
              <a:ext cx="11158794" cy="0"/>
            </a:xfrm>
            <a:prstGeom prst="line">
              <a:avLst/>
            </a:prstGeom>
            <a:ln>
              <a:solidFill>
                <a:schemeClr val="bg1">
                  <a:lumMod val="6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4" name="直接连接符 33"/>
            <p:cNvCxnSpPr/>
            <p:nvPr/>
          </p:nvCxnSpPr>
          <p:spPr>
            <a:xfrm>
              <a:off x="528706" y="867990"/>
              <a:ext cx="589713" cy="0"/>
            </a:xfrm>
            <a:prstGeom prst="line">
              <a:avLst/>
            </a:prstGeom>
            <a:ln w="38100">
              <a:solidFill>
                <a:srgbClr val="2257AE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35" name="文本占位符 43"/>
          <p:cNvSpPr txBox="1"/>
          <p:nvPr/>
        </p:nvSpPr>
        <p:spPr>
          <a:xfrm>
            <a:off x="399891" y="349328"/>
            <a:ext cx="5855135" cy="480131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lang="zh-CN" altLang="en-US" sz="2000" b="1" kern="1200" dirty="0">
                <a:solidFill>
                  <a:schemeClr val="accent2"/>
                </a:solidFill>
                <a:latin typeface="思源宋体 CN Heavy" panose="02020900000000000000" pitchFamily="18" charset="-122"/>
                <a:ea typeface="思源宋体 CN Heavy" panose="02020900000000000000" pitchFamily="18" charset="-122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zh-CN" altLang="en-US" sz="2800" b="0" dirty="0">
                <a:solidFill>
                  <a:schemeClr val="tx1">
                    <a:lumMod val="85000"/>
                    <a:lumOff val="1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总体设计：三波段队列与嵌套干预</a:t>
            </a:r>
          </a:p>
        </p:txBody>
      </p:sp>
      <p:grpSp>
        <p:nvGrpSpPr>
          <p:cNvPr id="36" name="组合 35" descr="本素材由iSlide™ 提供&#10;iSlide™尊重知识产权并注重保护用户享有的各项权利。郑重提醒您：&#10;iSlide™插件中提供的任何信息内容的所有权、知识产权归其原始权利人或权利受让人所有，您免费/购买获得的是信息内容的使用权，并受下述条款的约束；&#10;1. 您仅可以个人非商业用途使用该等信息内容，不可将信息内容的全部或部分用于出售，或以出租、出借、转让、分销、发布等其他任何方式供他人使用；&#10;2. 禁止在接入互联网或移动互联网的任何网站、平台、应用或程序上以任何方式为他人提供iSlide™插件资源内容的下载。&#10;The resource is supplied by iSlide™.&#10;iSlide™ respects all intellectual property rights and protects all the rights its users acquired.Solemnly remind you:&#10;The ownership and intellectual property of the resources supplied in iSlide Add-in belongs to its owner or the assignee of this ownership.you only acquired the usage of the resources supplied in iSlide Add-in, as well as respected the following restrain terms:&#10;1.You are only allowed to use such resource for personal and non-commercial aim, not allowed to use such resource or part of it for the sale; or rent, lend, transfer to others; or distribution or release it in any way.&#10;2.You are not permitted to provide the resource of iSlide Add-in in any website, platform, application access to the Internet or mobile Internet." title="iSlide™ 版权声明  COPYRIGHT NOTICE"/>
          <p:cNvGrpSpPr/>
          <p:nvPr/>
        </p:nvGrpSpPr>
        <p:grpSpPr>
          <a:xfrm>
            <a:off x="10057711" y="318848"/>
            <a:ext cx="1455743" cy="455862"/>
            <a:chOff x="3366076" y="2566750"/>
            <a:chExt cx="5459848" cy="1709738"/>
          </a:xfrm>
          <a:solidFill>
            <a:srgbClr val="2257AE"/>
          </a:solidFill>
        </p:grpSpPr>
        <p:sp>
          <p:nvSpPr>
            <p:cNvPr id="37" name="iSḻîďê"/>
            <p:cNvSpPr/>
            <p:nvPr/>
          </p:nvSpPr>
          <p:spPr bwMode="auto">
            <a:xfrm>
              <a:off x="3647919" y="2850292"/>
              <a:ext cx="1142655" cy="1142655"/>
            </a:xfrm>
            <a:custGeom>
              <a:avLst/>
              <a:gdLst>
                <a:gd name="T0" fmla="*/ 429 w 858"/>
                <a:gd name="T1" fmla="*/ 0 h 857"/>
                <a:gd name="T2" fmla="*/ 858 w 858"/>
                <a:gd name="T3" fmla="*/ 428 h 857"/>
                <a:gd name="T4" fmla="*/ 429 w 858"/>
                <a:gd name="T5" fmla="*/ 857 h 857"/>
                <a:gd name="T6" fmla="*/ 0 w 858"/>
                <a:gd name="T7" fmla="*/ 428 h 857"/>
                <a:gd name="T8" fmla="*/ 429 w 858"/>
                <a:gd name="T9" fmla="*/ 0 h 857"/>
                <a:gd name="T10" fmla="*/ 429 w 858"/>
                <a:gd name="T11" fmla="*/ 24 h 857"/>
                <a:gd name="T12" fmla="*/ 25 w 858"/>
                <a:gd name="T13" fmla="*/ 428 h 857"/>
                <a:gd name="T14" fmla="*/ 429 w 858"/>
                <a:gd name="T15" fmla="*/ 833 h 857"/>
                <a:gd name="T16" fmla="*/ 834 w 858"/>
                <a:gd name="T17" fmla="*/ 428 h 857"/>
                <a:gd name="T18" fmla="*/ 429 w 858"/>
                <a:gd name="T19" fmla="*/ 24 h 85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858" h="857">
                  <a:moveTo>
                    <a:pt x="429" y="0"/>
                  </a:moveTo>
                  <a:cubicBezTo>
                    <a:pt x="665" y="0"/>
                    <a:pt x="858" y="192"/>
                    <a:pt x="858" y="428"/>
                  </a:cubicBezTo>
                  <a:cubicBezTo>
                    <a:pt x="858" y="665"/>
                    <a:pt x="665" y="857"/>
                    <a:pt x="429" y="857"/>
                  </a:cubicBezTo>
                  <a:cubicBezTo>
                    <a:pt x="193" y="857"/>
                    <a:pt x="0" y="665"/>
                    <a:pt x="0" y="428"/>
                  </a:cubicBezTo>
                  <a:cubicBezTo>
                    <a:pt x="0" y="192"/>
                    <a:pt x="193" y="0"/>
                    <a:pt x="429" y="0"/>
                  </a:cubicBezTo>
                  <a:close/>
                  <a:moveTo>
                    <a:pt x="429" y="24"/>
                  </a:moveTo>
                  <a:cubicBezTo>
                    <a:pt x="207" y="24"/>
                    <a:pt x="25" y="206"/>
                    <a:pt x="25" y="428"/>
                  </a:cubicBezTo>
                  <a:cubicBezTo>
                    <a:pt x="25" y="651"/>
                    <a:pt x="207" y="833"/>
                    <a:pt x="429" y="833"/>
                  </a:cubicBezTo>
                  <a:cubicBezTo>
                    <a:pt x="652" y="833"/>
                    <a:pt x="834" y="651"/>
                    <a:pt x="834" y="428"/>
                  </a:cubicBezTo>
                  <a:cubicBezTo>
                    <a:pt x="834" y="206"/>
                    <a:pt x="652" y="24"/>
                    <a:pt x="429" y="2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38" name="iśliḍê"/>
            <p:cNvSpPr/>
            <p:nvPr/>
          </p:nvSpPr>
          <p:spPr bwMode="auto">
            <a:xfrm>
              <a:off x="3366076" y="2566750"/>
              <a:ext cx="1708039" cy="1709738"/>
            </a:xfrm>
            <a:custGeom>
              <a:avLst/>
              <a:gdLst>
                <a:gd name="T0" fmla="*/ 641 w 1283"/>
                <a:gd name="T1" fmla="*/ 0 h 1283"/>
                <a:gd name="T2" fmla="*/ 1283 w 1283"/>
                <a:gd name="T3" fmla="*/ 641 h 1283"/>
                <a:gd name="T4" fmla="*/ 641 w 1283"/>
                <a:gd name="T5" fmla="*/ 1283 h 1283"/>
                <a:gd name="T6" fmla="*/ 0 w 1283"/>
                <a:gd name="T7" fmla="*/ 641 h 1283"/>
                <a:gd name="T8" fmla="*/ 641 w 1283"/>
                <a:gd name="T9" fmla="*/ 0 h 1283"/>
                <a:gd name="T10" fmla="*/ 641 w 1283"/>
                <a:gd name="T11" fmla="*/ 24 h 1283"/>
                <a:gd name="T12" fmla="*/ 24 w 1283"/>
                <a:gd name="T13" fmla="*/ 641 h 1283"/>
                <a:gd name="T14" fmla="*/ 641 w 1283"/>
                <a:gd name="T15" fmla="*/ 1259 h 1283"/>
                <a:gd name="T16" fmla="*/ 1258 w 1283"/>
                <a:gd name="T17" fmla="*/ 641 h 1283"/>
                <a:gd name="T18" fmla="*/ 641 w 1283"/>
                <a:gd name="T19" fmla="*/ 24 h 128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1283" h="1283">
                  <a:moveTo>
                    <a:pt x="641" y="0"/>
                  </a:moveTo>
                  <a:cubicBezTo>
                    <a:pt x="995" y="0"/>
                    <a:pt x="1283" y="288"/>
                    <a:pt x="1283" y="641"/>
                  </a:cubicBezTo>
                  <a:cubicBezTo>
                    <a:pt x="1283" y="995"/>
                    <a:pt x="995" y="1283"/>
                    <a:pt x="641" y="1283"/>
                  </a:cubicBezTo>
                  <a:cubicBezTo>
                    <a:pt x="288" y="1283"/>
                    <a:pt x="0" y="995"/>
                    <a:pt x="0" y="641"/>
                  </a:cubicBezTo>
                  <a:cubicBezTo>
                    <a:pt x="0" y="288"/>
                    <a:pt x="288" y="0"/>
                    <a:pt x="641" y="0"/>
                  </a:cubicBezTo>
                  <a:close/>
                  <a:moveTo>
                    <a:pt x="641" y="24"/>
                  </a:moveTo>
                  <a:cubicBezTo>
                    <a:pt x="301" y="24"/>
                    <a:pt x="24" y="302"/>
                    <a:pt x="24" y="641"/>
                  </a:cubicBezTo>
                  <a:cubicBezTo>
                    <a:pt x="24" y="981"/>
                    <a:pt x="301" y="1259"/>
                    <a:pt x="641" y="1259"/>
                  </a:cubicBezTo>
                  <a:cubicBezTo>
                    <a:pt x="981" y="1259"/>
                    <a:pt x="1258" y="981"/>
                    <a:pt x="1258" y="641"/>
                  </a:cubicBezTo>
                  <a:cubicBezTo>
                    <a:pt x="1258" y="302"/>
                    <a:pt x="981" y="24"/>
                    <a:pt x="641" y="2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39" name="ïšlîḋè"/>
            <p:cNvSpPr/>
            <p:nvPr/>
          </p:nvSpPr>
          <p:spPr bwMode="auto">
            <a:xfrm>
              <a:off x="3433990" y="2634664"/>
              <a:ext cx="1573909" cy="1071345"/>
            </a:xfrm>
            <a:custGeom>
              <a:avLst/>
              <a:gdLst>
                <a:gd name="T0" fmla="*/ 46 w 1182"/>
                <a:gd name="T1" fmla="*/ 693 h 803"/>
                <a:gd name="T2" fmla="*/ 46 w 1182"/>
                <a:gd name="T3" fmla="*/ 715 h 803"/>
                <a:gd name="T4" fmla="*/ 139 w 1182"/>
                <a:gd name="T5" fmla="*/ 703 h 803"/>
                <a:gd name="T6" fmla="*/ 51 w 1182"/>
                <a:gd name="T7" fmla="*/ 781 h 803"/>
                <a:gd name="T8" fmla="*/ 82 w 1182"/>
                <a:gd name="T9" fmla="*/ 547 h 803"/>
                <a:gd name="T10" fmla="*/ 22 w 1182"/>
                <a:gd name="T11" fmla="*/ 647 h 803"/>
                <a:gd name="T12" fmla="*/ 22 w 1182"/>
                <a:gd name="T13" fmla="*/ 616 h 803"/>
                <a:gd name="T14" fmla="*/ 4 w 1182"/>
                <a:gd name="T15" fmla="*/ 574 h 803"/>
                <a:gd name="T16" fmla="*/ 136 w 1182"/>
                <a:gd name="T17" fmla="*/ 477 h 803"/>
                <a:gd name="T18" fmla="*/ 143 w 1182"/>
                <a:gd name="T19" fmla="*/ 477 h 803"/>
                <a:gd name="T20" fmla="*/ 24 w 1182"/>
                <a:gd name="T21" fmla="*/ 490 h 803"/>
                <a:gd name="T22" fmla="*/ 156 w 1182"/>
                <a:gd name="T23" fmla="*/ 330 h 803"/>
                <a:gd name="T24" fmla="*/ 193 w 1182"/>
                <a:gd name="T25" fmla="*/ 355 h 803"/>
                <a:gd name="T26" fmla="*/ 143 w 1182"/>
                <a:gd name="T27" fmla="*/ 368 h 803"/>
                <a:gd name="T28" fmla="*/ 159 w 1182"/>
                <a:gd name="T29" fmla="*/ 414 h 803"/>
                <a:gd name="T30" fmla="*/ 186 w 1182"/>
                <a:gd name="T31" fmla="*/ 304 h 803"/>
                <a:gd name="T32" fmla="*/ 228 w 1182"/>
                <a:gd name="T33" fmla="*/ 266 h 803"/>
                <a:gd name="T34" fmla="*/ 236 w 1182"/>
                <a:gd name="T35" fmla="*/ 121 h 803"/>
                <a:gd name="T36" fmla="*/ 271 w 1182"/>
                <a:gd name="T37" fmla="*/ 193 h 803"/>
                <a:gd name="T38" fmla="*/ 224 w 1182"/>
                <a:gd name="T39" fmla="*/ 274 h 803"/>
                <a:gd name="T40" fmla="*/ 500 w 1182"/>
                <a:gd name="T41" fmla="*/ 26 h 803"/>
                <a:gd name="T42" fmla="*/ 417 w 1182"/>
                <a:gd name="T43" fmla="*/ 112 h 803"/>
                <a:gd name="T44" fmla="*/ 447 w 1182"/>
                <a:gd name="T45" fmla="*/ 21 h 803"/>
                <a:gd name="T46" fmla="*/ 492 w 1182"/>
                <a:gd name="T47" fmla="*/ 31 h 803"/>
                <a:gd name="T48" fmla="*/ 532 w 1182"/>
                <a:gd name="T49" fmla="*/ 125 h 803"/>
                <a:gd name="T50" fmla="*/ 573 w 1182"/>
                <a:gd name="T51" fmla="*/ 0 h 803"/>
                <a:gd name="T52" fmla="*/ 662 w 1182"/>
                <a:gd name="T53" fmla="*/ 0 h 803"/>
                <a:gd name="T54" fmla="*/ 557 w 1182"/>
                <a:gd name="T55" fmla="*/ 29 h 803"/>
                <a:gd name="T56" fmla="*/ 727 w 1182"/>
                <a:gd name="T57" fmla="*/ 143 h 803"/>
                <a:gd name="T58" fmla="*/ 753 w 1182"/>
                <a:gd name="T59" fmla="*/ 22 h 803"/>
                <a:gd name="T60" fmla="*/ 662 w 1182"/>
                <a:gd name="T61" fmla="*/ 130 h 803"/>
                <a:gd name="T62" fmla="*/ 892 w 1182"/>
                <a:gd name="T63" fmla="*/ 83 h 803"/>
                <a:gd name="T64" fmla="*/ 773 w 1182"/>
                <a:gd name="T65" fmla="*/ 30 h 803"/>
                <a:gd name="T66" fmla="*/ 812 w 1182"/>
                <a:gd name="T67" fmla="*/ 74 h 803"/>
                <a:gd name="T68" fmla="*/ 855 w 1182"/>
                <a:gd name="T69" fmla="*/ 67 h 803"/>
                <a:gd name="T70" fmla="*/ 864 w 1182"/>
                <a:gd name="T71" fmla="*/ 193 h 803"/>
                <a:gd name="T72" fmla="*/ 951 w 1182"/>
                <a:gd name="T73" fmla="*/ 241 h 803"/>
                <a:gd name="T74" fmla="*/ 924 w 1182"/>
                <a:gd name="T75" fmla="*/ 226 h 803"/>
                <a:gd name="T76" fmla="*/ 965 w 1182"/>
                <a:gd name="T77" fmla="*/ 144 h 803"/>
                <a:gd name="T78" fmla="*/ 920 w 1182"/>
                <a:gd name="T79" fmla="*/ 102 h 803"/>
                <a:gd name="T80" fmla="*/ 1051 w 1182"/>
                <a:gd name="T81" fmla="*/ 244 h 803"/>
                <a:gd name="T82" fmla="*/ 1007 w 1182"/>
                <a:gd name="T83" fmla="*/ 277 h 803"/>
                <a:gd name="T84" fmla="*/ 934 w 1182"/>
                <a:gd name="T85" fmla="*/ 272 h 803"/>
                <a:gd name="T86" fmla="*/ 1070 w 1182"/>
                <a:gd name="T87" fmla="*/ 246 h 803"/>
                <a:gd name="T88" fmla="*/ 1121 w 1182"/>
                <a:gd name="T89" fmla="*/ 427 h 803"/>
                <a:gd name="T90" fmla="*/ 1143 w 1182"/>
                <a:gd name="T91" fmla="*/ 373 h 803"/>
                <a:gd name="T92" fmla="*/ 1024 w 1182"/>
                <a:gd name="T93" fmla="*/ 422 h 803"/>
                <a:gd name="T94" fmla="*/ 1011 w 1182"/>
                <a:gd name="T95" fmla="*/ 391 h 803"/>
                <a:gd name="T96" fmla="*/ 1099 w 1182"/>
                <a:gd name="T97" fmla="*/ 389 h 803"/>
                <a:gd name="T98" fmla="*/ 1055 w 1182"/>
                <a:gd name="T99" fmla="*/ 527 h 803"/>
                <a:gd name="T100" fmla="*/ 1146 w 1182"/>
                <a:gd name="T101" fmla="*/ 454 h 803"/>
                <a:gd name="T102" fmla="*/ 1171 w 1182"/>
                <a:gd name="T103" fmla="*/ 496 h 803"/>
                <a:gd name="T104" fmla="*/ 1075 w 1182"/>
                <a:gd name="T105" fmla="*/ 597 h 803"/>
                <a:gd name="T106" fmla="*/ 1180 w 1182"/>
                <a:gd name="T107" fmla="*/ 523 h 803"/>
                <a:gd name="T108" fmla="*/ 1056 w 1182"/>
                <a:gd name="T109" fmla="*/ 548 h 803"/>
                <a:gd name="T110" fmla="*/ 1146 w 1182"/>
                <a:gd name="T111" fmla="*/ 793 h 803"/>
                <a:gd name="T112" fmla="*/ 1036 w 1182"/>
                <a:gd name="T113" fmla="*/ 737 h 803"/>
                <a:gd name="T114" fmla="*/ 1091 w 1182"/>
                <a:gd name="T115" fmla="*/ 699 h 803"/>
                <a:gd name="T116" fmla="*/ 1160 w 1182"/>
                <a:gd name="T117" fmla="*/ 728 h 803"/>
                <a:gd name="T118" fmla="*/ 1128 w 1182"/>
                <a:gd name="T119" fmla="*/ 755 h 80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  <a:cxn ang="0">
                  <a:pos x="T118" y="T119"/>
                </a:cxn>
              </a:cxnLst>
              <a:rect l="0" t="0" r="r" b="b"/>
              <a:pathLst>
                <a:path w="1182" h="803">
                  <a:moveTo>
                    <a:pt x="42" y="801"/>
                  </a:moveTo>
                  <a:cubicBezTo>
                    <a:pt x="38" y="803"/>
                    <a:pt x="38" y="803"/>
                    <a:pt x="38" y="803"/>
                  </a:cubicBezTo>
                  <a:cubicBezTo>
                    <a:pt x="8" y="699"/>
                    <a:pt x="8" y="699"/>
                    <a:pt x="8" y="699"/>
                  </a:cubicBezTo>
                  <a:cubicBezTo>
                    <a:pt x="45" y="688"/>
                    <a:pt x="45" y="688"/>
                    <a:pt x="45" y="688"/>
                  </a:cubicBezTo>
                  <a:cubicBezTo>
                    <a:pt x="46" y="693"/>
                    <a:pt x="46" y="693"/>
                    <a:pt x="46" y="693"/>
                  </a:cubicBezTo>
                  <a:cubicBezTo>
                    <a:pt x="25" y="701"/>
                    <a:pt x="19" y="717"/>
                    <a:pt x="27" y="741"/>
                  </a:cubicBezTo>
                  <a:cubicBezTo>
                    <a:pt x="29" y="752"/>
                    <a:pt x="34" y="755"/>
                    <a:pt x="40" y="753"/>
                  </a:cubicBezTo>
                  <a:cubicBezTo>
                    <a:pt x="82" y="740"/>
                    <a:pt x="82" y="740"/>
                    <a:pt x="82" y="740"/>
                  </a:cubicBezTo>
                  <a:cubicBezTo>
                    <a:pt x="79" y="723"/>
                    <a:pt x="67" y="716"/>
                    <a:pt x="47" y="720"/>
                  </a:cubicBezTo>
                  <a:cubicBezTo>
                    <a:pt x="46" y="715"/>
                    <a:pt x="46" y="715"/>
                    <a:pt x="46" y="715"/>
                  </a:cubicBezTo>
                  <a:cubicBezTo>
                    <a:pt x="107" y="698"/>
                    <a:pt x="107" y="698"/>
                    <a:pt x="107" y="698"/>
                  </a:cubicBezTo>
                  <a:cubicBezTo>
                    <a:pt x="109" y="703"/>
                    <a:pt x="109" y="703"/>
                    <a:pt x="109" y="703"/>
                  </a:cubicBezTo>
                  <a:cubicBezTo>
                    <a:pt x="89" y="709"/>
                    <a:pt x="83" y="721"/>
                    <a:pt x="89" y="739"/>
                  </a:cubicBezTo>
                  <a:cubicBezTo>
                    <a:pt x="131" y="726"/>
                    <a:pt x="131" y="726"/>
                    <a:pt x="131" y="726"/>
                  </a:cubicBezTo>
                  <a:cubicBezTo>
                    <a:pt x="141" y="725"/>
                    <a:pt x="143" y="717"/>
                    <a:pt x="139" y="703"/>
                  </a:cubicBezTo>
                  <a:cubicBezTo>
                    <a:pt x="143" y="701"/>
                    <a:pt x="143" y="701"/>
                    <a:pt x="143" y="701"/>
                  </a:cubicBezTo>
                  <a:cubicBezTo>
                    <a:pt x="162" y="767"/>
                    <a:pt x="162" y="767"/>
                    <a:pt x="162" y="767"/>
                  </a:cubicBezTo>
                  <a:cubicBezTo>
                    <a:pt x="158" y="768"/>
                    <a:pt x="158" y="768"/>
                    <a:pt x="158" y="768"/>
                  </a:cubicBezTo>
                  <a:cubicBezTo>
                    <a:pt x="154" y="757"/>
                    <a:pt x="148" y="752"/>
                    <a:pt x="139" y="756"/>
                  </a:cubicBezTo>
                  <a:cubicBezTo>
                    <a:pt x="51" y="781"/>
                    <a:pt x="51" y="781"/>
                    <a:pt x="51" y="781"/>
                  </a:cubicBezTo>
                  <a:cubicBezTo>
                    <a:pt x="42" y="783"/>
                    <a:pt x="39" y="790"/>
                    <a:pt x="42" y="801"/>
                  </a:cubicBezTo>
                  <a:close/>
                  <a:moveTo>
                    <a:pt x="0" y="532"/>
                  </a:moveTo>
                  <a:cubicBezTo>
                    <a:pt x="4" y="532"/>
                    <a:pt x="4" y="532"/>
                    <a:pt x="4" y="532"/>
                  </a:cubicBezTo>
                  <a:cubicBezTo>
                    <a:pt x="5" y="543"/>
                    <a:pt x="10" y="548"/>
                    <a:pt x="21" y="547"/>
                  </a:cubicBezTo>
                  <a:cubicBezTo>
                    <a:pt x="82" y="547"/>
                    <a:pt x="82" y="547"/>
                    <a:pt x="82" y="547"/>
                  </a:cubicBezTo>
                  <a:cubicBezTo>
                    <a:pt x="99" y="547"/>
                    <a:pt x="111" y="551"/>
                    <a:pt x="118" y="557"/>
                  </a:cubicBezTo>
                  <a:cubicBezTo>
                    <a:pt x="126" y="566"/>
                    <a:pt x="131" y="578"/>
                    <a:pt x="131" y="594"/>
                  </a:cubicBezTo>
                  <a:cubicBezTo>
                    <a:pt x="131" y="611"/>
                    <a:pt x="128" y="624"/>
                    <a:pt x="121" y="633"/>
                  </a:cubicBezTo>
                  <a:cubicBezTo>
                    <a:pt x="114" y="643"/>
                    <a:pt x="102" y="647"/>
                    <a:pt x="86" y="647"/>
                  </a:cubicBezTo>
                  <a:cubicBezTo>
                    <a:pt x="22" y="647"/>
                    <a:pt x="22" y="647"/>
                    <a:pt x="22" y="647"/>
                  </a:cubicBezTo>
                  <a:cubicBezTo>
                    <a:pt x="10" y="646"/>
                    <a:pt x="4" y="651"/>
                    <a:pt x="4" y="662"/>
                  </a:cubicBezTo>
                  <a:cubicBezTo>
                    <a:pt x="0" y="662"/>
                    <a:pt x="0" y="662"/>
                    <a:pt x="0" y="662"/>
                  </a:cubicBezTo>
                  <a:cubicBezTo>
                    <a:pt x="0" y="597"/>
                    <a:pt x="0" y="597"/>
                    <a:pt x="0" y="597"/>
                  </a:cubicBezTo>
                  <a:cubicBezTo>
                    <a:pt x="4" y="597"/>
                    <a:pt x="4" y="597"/>
                    <a:pt x="4" y="597"/>
                  </a:cubicBezTo>
                  <a:cubicBezTo>
                    <a:pt x="3" y="611"/>
                    <a:pt x="9" y="617"/>
                    <a:pt x="22" y="616"/>
                  </a:cubicBezTo>
                  <a:cubicBezTo>
                    <a:pt x="86" y="616"/>
                    <a:pt x="86" y="616"/>
                    <a:pt x="86" y="616"/>
                  </a:cubicBezTo>
                  <a:cubicBezTo>
                    <a:pt x="110" y="616"/>
                    <a:pt x="123" y="607"/>
                    <a:pt x="123" y="588"/>
                  </a:cubicBezTo>
                  <a:cubicBezTo>
                    <a:pt x="123" y="565"/>
                    <a:pt x="109" y="554"/>
                    <a:pt x="82" y="555"/>
                  </a:cubicBezTo>
                  <a:cubicBezTo>
                    <a:pt x="24" y="555"/>
                    <a:pt x="24" y="555"/>
                    <a:pt x="24" y="555"/>
                  </a:cubicBezTo>
                  <a:cubicBezTo>
                    <a:pt x="11" y="554"/>
                    <a:pt x="4" y="560"/>
                    <a:pt x="4" y="574"/>
                  </a:cubicBezTo>
                  <a:cubicBezTo>
                    <a:pt x="0" y="574"/>
                    <a:pt x="0" y="574"/>
                    <a:pt x="0" y="574"/>
                  </a:cubicBezTo>
                  <a:cubicBezTo>
                    <a:pt x="0" y="532"/>
                    <a:pt x="0" y="532"/>
                    <a:pt x="0" y="532"/>
                  </a:cubicBezTo>
                  <a:close/>
                  <a:moveTo>
                    <a:pt x="31" y="461"/>
                  </a:moveTo>
                  <a:cubicBezTo>
                    <a:pt x="123" y="485"/>
                    <a:pt x="123" y="485"/>
                    <a:pt x="123" y="485"/>
                  </a:cubicBezTo>
                  <a:cubicBezTo>
                    <a:pt x="130" y="488"/>
                    <a:pt x="135" y="485"/>
                    <a:pt x="136" y="477"/>
                  </a:cubicBezTo>
                  <a:cubicBezTo>
                    <a:pt x="144" y="453"/>
                    <a:pt x="128" y="435"/>
                    <a:pt x="90" y="426"/>
                  </a:cubicBezTo>
                  <a:cubicBezTo>
                    <a:pt x="53" y="417"/>
                    <a:pt x="32" y="424"/>
                    <a:pt x="25" y="447"/>
                  </a:cubicBezTo>
                  <a:cubicBezTo>
                    <a:pt x="23" y="455"/>
                    <a:pt x="25" y="460"/>
                    <a:pt x="31" y="461"/>
                  </a:cubicBezTo>
                  <a:close/>
                  <a:moveTo>
                    <a:pt x="128" y="535"/>
                  </a:moveTo>
                  <a:cubicBezTo>
                    <a:pt x="143" y="477"/>
                    <a:pt x="143" y="477"/>
                    <a:pt x="143" y="477"/>
                  </a:cubicBezTo>
                  <a:cubicBezTo>
                    <a:pt x="153" y="433"/>
                    <a:pt x="137" y="405"/>
                    <a:pt x="97" y="393"/>
                  </a:cubicBezTo>
                  <a:cubicBezTo>
                    <a:pt x="58" y="384"/>
                    <a:pt x="31" y="402"/>
                    <a:pt x="19" y="445"/>
                  </a:cubicBezTo>
                  <a:cubicBezTo>
                    <a:pt x="4" y="501"/>
                    <a:pt x="4" y="501"/>
                    <a:pt x="4" y="501"/>
                  </a:cubicBezTo>
                  <a:cubicBezTo>
                    <a:pt x="8" y="502"/>
                    <a:pt x="8" y="502"/>
                    <a:pt x="8" y="502"/>
                  </a:cubicBezTo>
                  <a:cubicBezTo>
                    <a:pt x="11" y="492"/>
                    <a:pt x="17" y="488"/>
                    <a:pt x="24" y="490"/>
                  </a:cubicBezTo>
                  <a:cubicBezTo>
                    <a:pt x="116" y="515"/>
                    <a:pt x="116" y="515"/>
                    <a:pt x="116" y="515"/>
                  </a:cubicBezTo>
                  <a:cubicBezTo>
                    <a:pt x="124" y="517"/>
                    <a:pt x="126" y="523"/>
                    <a:pt x="124" y="533"/>
                  </a:cubicBezTo>
                  <a:cubicBezTo>
                    <a:pt x="128" y="535"/>
                    <a:pt x="128" y="535"/>
                    <a:pt x="128" y="535"/>
                  </a:cubicBezTo>
                  <a:close/>
                  <a:moveTo>
                    <a:pt x="137" y="362"/>
                  </a:moveTo>
                  <a:cubicBezTo>
                    <a:pt x="156" y="330"/>
                    <a:pt x="156" y="330"/>
                    <a:pt x="156" y="330"/>
                  </a:cubicBezTo>
                  <a:cubicBezTo>
                    <a:pt x="106" y="323"/>
                    <a:pt x="106" y="323"/>
                    <a:pt x="106" y="323"/>
                  </a:cubicBezTo>
                  <a:cubicBezTo>
                    <a:pt x="137" y="362"/>
                    <a:pt x="137" y="362"/>
                    <a:pt x="137" y="362"/>
                  </a:cubicBezTo>
                  <a:close/>
                  <a:moveTo>
                    <a:pt x="220" y="300"/>
                  </a:moveTo>
                  <a:cubicBezTo>
                    <a:pt x="224" y="302"/>
                    <a:pt x="224" y="302"/>
                    <a:pt x="224" y="302"/>
                  </a:cubicBezTo>
                  <a:cubicBezTo>
                    <a:pt x="193" y="355"/>
                    <a:pt x="193" y="355"/>
                    <a:pt x="193" y="355"/>
                  </a:cubicBezTo>
                  <a:cubicBezTo>
                    <a:pt x="189" y="353"/>
                    <a:pt x="189" y="353"/>
                    <a:pt x="189" y="353"/>
                  </a:cubicBezTo>
                  <a:cubicBezTo>
                    <a:pt x="189" y="353"/>
                    <a:pt x="189" y="352"/>
                    <a:pt x="190" y="351"/>
                  </a:cubicBezTo>
                  <a:cubicBezTo>
                    <a:pt x="194" y="342"/>
                    <a:pt x="195" y="337"/>
                    <a:pt x="190" y="336"/>
                  </a:cubicBezTo>
                  <a:cubicBezTo>
                    <a:pt x="186" y="334"/>
                    <a:pt x="177" y="332"/>
                    <a:pt x="164" y="331"/>
                  </a:cubicBezTo>
                  <a:cubicBezTo>
                    <a:pt x="143" y="368"/>
                    <a:pt x="143" y="368"/>
                    <a:pt x="143" y="368"/>
                  </a:cubicBezTo>
                  <a:cubicBezTo>
                    <a:pt x="151" y="380"/>
                    <a:pt x="157" y="387"/>
                    <a:pt x="159" y="388"/>
                  </a:cubicBezTo>
                  <a:cubicBezTo>
                    <a:pt x="163" y="390"/>
                    <a:pt x="168" y="387"/>
                    <a:pt x="174" y="379"/>
                  </a:cubicBezTo>
                  <a:cubicBezTo>
                    <a:pt x="174" y="378"/>
                    <a:pt x="174" y="378"/>
                    <a:pt x="174" y="378"/>
                  </a:cubicBezTo>
                  <a:cubicBezTo>
                    <a:pt x="178" y="380"/>
                    <a:pt x="178" y="380"/>
                    <a:pt x="178" y="380"/>
                  </a:cubicBezTo>
                  <a:cubicBezTo>
                    <a:pt x="159" y="414"/>
                    <a:pt x="159" y="414"/>
                    <a:pt x="159" y="414"/>
                  </a:cubicBezTo>
                  <a:cubicBezTo>
                    <a:pt x="155" y="412"/>
                    <a:pt x="155" y="412"/>
                    <a:pt x="155" y="412"/>
                  </a:cubicBezTo>
                  <a:cubicBezTo>
                    <a:pt x="159" y="405"/>
                    <a:pt x="156" y="396"/>
                    <a:pt x="145" y="385"/>
                  </a:cubicBezTo>
                  <a:cubicBezTo>
                    <a:pt x="75" y="295"/>
                    <a:pt x="75" y="295"/>
                    <a:pt x="75" y="295"/>
                  </a:cubicBezTo>
                  <a:cubicBezTo>
                    <a:pt x="78" y="291"/>
                    <a:pt x="78" y="291"/>
                    <a:pt x="78" y="291"/>
                  </a:cubicBezTo>
                  <a:cubicBezTo>
                    <a:pt x="186" y="304"/>
                    <a:pt x="186" y="304"/>
                    <a:pt x="186" y="304"/>
                  </a:cubicBezTo>
                  <a:cubicBezTo>
                    <a:pt x="208" y="308"/>
                    <a:pt x="219" y="306"/>
                    <a:pt x="220" y="300"/>
                  </a:cubicBezTo>
                  <a:close/>
                  <a:moveTo>
                    <a:pt x="225" y="301"/>
                  </a:moveTo>
                  <a:cubicBezTo>
                    <a:pt x="257" y="271"/>
                    <a:pt x="257" y="271"/>
                    <a:pt x="257" y="271"/>
                  </a:cubicBezTo>
                  <a:cubicBezTo>
                    <a:pt x="254" y="268"/>
                    <a:pt x="254" y="268"/>
                    <a:pt x="254" y="268"/>
                  </a:cubicBezTo>
                  <a:cubicBezTo>
                    <a:pt x="244" y="277"/>
                    <a:pt x="236" y="276"/>
                    <a:pt x="228" y="266"/>
                  </a:cubicBezTo>
                  <a:cubicBezTo>
                    <a:pt x="176" y="211"/>
                    <a:pt x="176" y="211"/>
                    <a:pt x="176" y="211"/>
                  </a:cubicBezTo>
                  <a:cubicBezTo>
                    <a:pt x="308" y="227"/>
                    <a:pt x="308" y="227"/>
                    <a:pt x="308" y="227"/>
                  </a:cubicBezTo>
                  <a:cubicBezTo>
                    <a:pt x="311" y="224"/>
                    <a:pt x="311" y="224"/>
                    <a:pt x="311" y="224"/>
                  </a:cubicBezTo>
                  <a:cubicBezTo>
                    <a:pt x="236" y="143"/>
                    <a:pt x="236" y="143"/>
                    <a:pt x="236" y="143"/>
                  </a:cubicBezTo>
                  <a:cubicBezTo>
                    <a:pt x="228" y="136"/>
                    <a:pt x="229" y="129"/>
                    <a:pt x="236" y="121"/>
                  </a:cubicBezTo>
                  <a:cubicBezTo>
                    <a:pt x="233" y="118"/>
                    <a:pt x="233" y="118"/>
                    <a:pt x="233" y="118"/>
                  </a:cubicBezTo>
                  <a:cubicBezTo>
                    <a:pt x="203" y="146"/>
                    <a:pt x="203" y="146"/>
                    <a:pt x="203" y="146"/>
                  </a:cubicBezTo>
                  <a:cubicBezTo>
                    <a:pt x="206" y="149"/>
                    <a:pt x="206" y="149"/>
                    <a:pt x="206" y="149"/>
                  </a:cubicBezTo>
                  <a:cubicBezTo>
                    <a:pt x="216" y="140"/>
                    <a:pt x="224" y="141"/>
                    <a:pt x="232" y="151"/>
                  </a:cubicBezTo>
                  <a:cubicBezTo>
                    <a:pt x="271" y="193"/>
                    <a:pt x="271" y="193"/>
                    <a:pt x="271" y="193"/>
                  </a:cubicBezTo>
                  <a:cubicBezTo>
                    <a:pt x="167" y="179"/>
                    <a:pt x="167" y="179"/>
                    <a:pt x="167" y="179"/>
                  </a:cubicBezTo>
                  <a:cubicBezTo>
                    <a:pt x="138" y="206"/>
                    <a:pt x="138" y="206"/>
                    <a:pt x="138" y="206"/>
                  </a:cubicBezTo>
                  <a:cubicBezTo>
                    <a:pt x="141" y="209"/>
                    <a:pt x="141" y="209"/>
                    <a:pt x="141" y="209"/>
                  </a:cubicBezTo>
                  <a:cubicBezTo>
                    <a:pt x="143" y="207"/>
                    <a:pt x="150" y="207"/>
                    <a:pt x="163" y="208"/>
                  </a:cubicBezTo>
                  <a:cubicBezTo>
                    <a:pt x="224" y="274"/>
                    <a:pt x="224" y="274"/>
                    <a:pt x="224" y="274"/>
                  </a:cubicBezTo>
                  <a:cubicBezTo>
                    <a:pt x="232" y="281"/>
                    <a:pt x="231" y="289"/>
                    <a:pt x="222" y="298"/>
                  </a:cubicBezTo>
                  <a:cubicBezTo>
                    <a:pt x="225" y="301"/>
                    <a:pt x="225" y="301"/>
                    <a:pt x="225" y="301"/>
                  </a:cubicBezTo>
                  <a:close/>
                  <a:moveTo>
                    <a:pt x="509" y="2"/>
                  </a:moveTo>
                  <a:cubicBezTo>
                    <a:pt x="510" y="7"/>
                    <a:pt x="510" y="7"/>
                    <a:pt x="510" y="7"/>
                  </a:cubicBezTo>
                  <a:cubicBezTo>
                    <a:pt x="500" y="10"/>
                    <a:pt x="496" y="16"/>
                    <a:pt x="500" y="26"/>
                  </a:cubicBezTo>
                  <a:cubicBezTo>
                    <a:pt x="513" y="86"/>
                    <a:pt x="513" y="86"/>
                    <a:pt x="513" y="86"/>
                  </a:cubicBezTo>
                  <a:cubicBezTo>
                    <a:pt x="517" y="103"/>
                    <a:pt x="516" y="115"/>
                    <a:pt x="511" y="123"/>
                  </a:cubicBezTo>
                  <a:cubicBezTo>
                    <a:pt x="505" y="133"/>
                    <a:pt x="494" y="140"/>
                    <a:pt x="478" y="144"/>
                  </a:cubicBezTo>
                  <a:cubicBezTo>
                    <a:pt x="461" y="148"/>
                    <a:pt x="448" y="147"/>
                    <a:pt x="438" y="143"/>
                  </a:cubicBezTo>
                  <a:cubicBezTo>
                    <a:pt x="427" y="138"/>
                    <a:pt x="420" y="128"/>
                    <a:pt x="417" y="112"/>
                  </a:cubicBezTo>
                  <a:cubicBezTo>
                    <a:pt x="403" y="50"/>
                    <a:pt x="403" y="50"/>
                    <a:pt x="403" y="50"/>
                  </a:cubicBezTo>
                  <a:cubicBezTo>
                    <a:pt x="401" y="38"/>
                    <a:pt x="394" y="33"/>
                    <a:pt x="383" y="36"/>
                  </a:cubicBezTo>
                  <a:cubicBezTo>
                    <a:pt x="382" y="32"/>
                    <a:pt x="382" y="32"/>
                    <a:pt x="382" y="32"/>
                  </a:cubicBezTo>
                  <a:cubicBezTo>
                    <a:pt x="446" y="17"/>
                    <a:pt x="446" y="17"/>
                    <a:pt x="446" y="17"/>
                  </a:cubicBezTo>
                  <a:cubicBezTo>
                    <a:pt x="447" y="21"/>
                    <a:pt x="447" y="21"/>
                    <a:pt x="447" y="21"/>
                  </a:cubicBezTo>
                  <a:cubicBezTo>
                    <a:pt x="433" y="23"/>
                    <a:pt x="428" y="30"/>
                    <a:pt x="432" y="43"/>
                  </a:cubicBezTo>
                  <a:cubicBezTo>
                    <a:pt x="447" y="105"/>
                    <a:pt x="447" y="105"/>
                    <a:pt x="447" y="105"/>
                  </a:cubicBezTo>
                  <a:cubicBezTo>
                    <a:pt x="452" y="129"/>
                    <a:pt x="463" y="139"/>
                    <a:pt x="482" y="135"/>
                  </a:cubicBezTo>
                  <a:cubicBezTo>
                    <a:pt x="505" y="130"/>
                    <a:pt x="512" y="114"/>
                    <a:pt x="505" y="87"/>
                  </a:cubicBezTo>
                  <a:cubicBezTo>
                    <a:pt x="492" y="31"/>
                    <a:pt x="492" y="31"/>
                    <a:pt x="492" y="31"/>
                  </a:cubicBezTo>
                  <a:cubicBezTo>
                    <a:pt x="490" y="18"/>
                    <a:pt x="483" y="13"/>
                    <a:pt x="470" y="16"/>
                  </a:cubicBezTo>
                  <a:cubicBezTo>
                    <a:pt x="469" y="12"/>
                    <a:pt x="469" y="12"/>
                    <a:pt x="469" y="12"/>
                  </a:cubicBezTo>
                  <a:cubicBezTo>
                    <a:pt x="509" y="2"/>
                    <a:pt x="509" y="2"/>
                    <a:pt x="509" y="2"/>
                  </a:cubicBezTo>
                  <a:close/>
                  <a:moveTo>
                    <a:pt x="532" y="129"/>
                  </a:moveTo>
                  <a:cubicBezTo>
                    <a:pt x="532" y="125"/>
                    <a:pt x="532" y="125"/>
                    <a:pt x="532" y="125"/>
                  </a:cubicBezTo>
                  <a:cubicBezTo>
                    <a:pt x="544" y="124"/>
                    <a:pt x="550" y="119"/>
                    <a:pt x="549" y="109"/>
                  </a:cubicBezTo>
                  <a:cubicBezTo>
                    <a:pt x="549" y="19"/>
                    <a:pt x="549" y="19"/>
                    <a:pt x="549" y="19"/>
                  </a:cubicBezTo>
                  <a:cubicBezTo>
                    <a:pt x="541" y="9"/>
                    <a:pt x="535" y="4"/>
                    <a:pt x="533" y="5"/>
                  </a:cubicBezTo>
                  <a:cubicBezTo>
                    <a:pt x="533" y="0"/>
                    <a:pt x="533" y="0"/>
                    <a:pt x="533" y="0"/>
                  </a:cubicBezTo>
                  <a:cubicBezTo>
                    <a:pt x="573" y="0"/>
                    <a:pt x="573" y="0"/>
                    <a:pt x="573" y="0"/>
                  </a:cubicBezTo>
                  <a:cubicBezTo>
                    <a:pt x="639" y="82"/>
                    <a:pt x="639" y="82"/>
                    <a:pt x="639" y="82"/>
                  </a:cubicBezTo>
                  <a:cubicBezTo>
                    <a:pt x="639" y="24"/>
                    <a:pt x="639" y="24"/>
                    <a:pt x="639" y="24"/>
                  </a:cubicBezTo>
                  <a:cubicBezTo>
                    <a:pt x="640" y="12"/>
                    <a:pt x="634" y="5"/>
                    <a:pt x="621" y="5"/>
                  </a:cubicBezTo>
                  <a:cubicBezTo>
                    <a:pt x="621" y="0"/>
                    <a:pt x="621" y="0"/>
                    <a:pt x="621" y="0"/>
                  </a:cubicBezTo>
                  <a:cubicBezTo>
                    <a:pt x="662" y="0"/>
                    <a:pt x="662" y="0"/>
                    <a:pt x="662" y="0"/>
                  </a:cubicBezTo>
                  <a:cubicBezTo>
                    <a:pt x="662" y="5"/>
                    <a:pt x="662" y="5"/>
                    <a:pt x="662" y="5"/>
                  </a:cubicBezTo>
                  <a:cubicBezTo>
                    <a:pt x="651" y="6"/>
                    <a:pt x="646" y="11"/>
                    <a:pt x="647" y="21"/>
                  </a:cubicBezTo>
                  <a:cubicBezTo>
                    <a:pt x="647" y="132"/>
                    <a:pt x="647" y="132"/>
                    <a:pt x="647" y="132"/>
                  </a:cubicBezTo>
                  <a:cubicBezTo>
                    <a:pt x="642" y="132"/>
                    <a:pt x="642" y="132"/>
                    <a:pt x="642" y="132"/>
                  </a:cubicBezTo>
                  <a:cubicBezTo>
                    <a:pt x="557" y="29"/>
                    <a:pt x="557" y="29"/>
                    <a:pt x="557" y="29"/>
                  </a:cubicBezTo>
                  <a:cubicBezTo>
                    <a:pt x="557" y="105"/>
                    <a:pt x="557" y="105"/>
                    <a:pt x="557" y="105"/>
                  </a:cubicBezTo>
                  <a:cubicBezTo>
                    <a:pt x="556" y="118"/>
                    <a:pt x="562" y="125"/>
                    <a:pt x="575" y="125"/>
                  </a:cubicBezTo>
                  <a:cubicBezTo>
                    <a:pt x="575" y="129"/>
                    <a:pt x="575" y="129"/>
                    <a:pt x="575" y="129"/>
                  </a:cubicBezTo>
                  <a:cubicBezTo>
                    <a:pt x="532" y="129"/>
                    <a:pt x="532" y="129"/>
                    <a:pt x="532" y="129"/>
                  </a:cubicBezTo>
                  <a:close/>
                  <a:moveTo>
                    <a:pt x="727" y="143"/>
                  </a:moveTo>
                  <a:cubicBezTo>
                    <a:pt x="714" y="141"/>
                    <a:pt x="709" y="135"/>
                    <a:pt x="712" y="126"/>
                  </a:cubicBezTo>
                  <a:cubicBezTo>
                    <a:pt x="731" y="36"/>
                    <a:pt x="731" y="36"/>
                    <a:pt x="731" y="36"/>
                  </a:cubicBezTo>
                  <a:cubicBezTo>
                    <a:pt x="732" y="27"/>
                    <a:pt x="739" y="23"/>
                    <a:pt x="751" y="26"/>
                  </a:cubicBezTo>
                  <a:cubicBezTo>
                    <a:pt x="751" y="26"/>
                    <a:pt x="752" y="26"/>
                    <a:pt x="752" y="26"/>
                  </a:cubicBezTo>
                  <a:cubicBezTo>
                    <a:pt x="753" y="22"/>
                    <a:pt x="753" y="22"/>
                    <a:pt x="753" y="22"/>
                  </a:cubicBezTo>
                  <a:cubicBezTo>
                    <a:pt x="687" y="8"/>
                    <a:pt x="687" y="8"/>
                    <a:pt x="687" y="8"/>
                  </a:cubicBezTo>
                  <a:cubicBezTo>
                    <a:pt x="686" y="12"/>
                    <a:pt x="686" y="12"/>
                    <a:pt x="686" y="12"/>
                  </a:cubicBezTo>
                  <a:cubicBezTo>
                    <a:pt x="699" y="15"/>
                    <a:pt x="703" y="21"/>
                    <a:pt x="701" y="30"/>
                  </a:cubicBezTo>
                  <a:cubicBezTo>
                    <a:pt x="682" y="119"/>
                    <a:pt x="682" y="119"/>
                    <a:pt x="682" y="119"/>
                  </a:cubicBezTo>
                  <a:cubicBezTo>
                    <a:pt x="681" y="128"/>
                    <a:pt x="674" y="132"/>
                    <a:pt x="662" y="130"/>
                  </a:cubicBezTo>
                  <a:cubicBezTo>
                    <a:pt x="661" y="134"/>
                    <a:pt x="661" y="134"/>
                    <a:pt x="661" y="134"/>
                  </a:cubicBezTo>
                  <a:cubicBezTo>
                    <a:pt x="726" y="148"/>
                    <a:pt x="726" y="148"/>
                    <a:pt x="726" y="148"/>
                  </a:cubicBezTo>
                  <a:cubicBezTo>
                    <a:pt x="727" y="143"/>
                    <a:pt x="727" y="143"/>
                    <a:pt x="727" y="143"/>
                  </a:cubicBezTo>
                  <a:close/>
                  <a:moveTo>
                    <a:pt x="894" y="79"/>
                  </a:moveTo>
                  <a:cubicBezTo>
                    <a:pt x="892" y="83"/>
                    <a:pt x="892" y="83"/>
                    <a:pt x="892" y="83"/>
                  </a:cubicBezTo>
                  <a:cubicBezTo>
                    <a:pt x="885" y="80"/>
                    <a:pt x="878" y="82"/>
                    <a:pt x="870" y="91"/>
                  </a:cubicBezTo>
                  <a:cubicBezTo>
                    <a:pt x="786" y="174"/>
                    <a:pt x="786" y="174"/>
                    <a:pt x="786" y="174"/>
                  </a:cubicBezTo>
                  <a:cubicBezTo>
                    <a:pt x="781" y="172"/>
                    <a:pt x="781" y="172"/>
                    <a:pt x="781" y="172"/>
                  </a:cubicBezTo>
                  <a:cubicBezTo>
                    <a:pt x="783" y="49"/>
                    <a:pt x="783" y="49"/>
                    <a:pt x="783" y="49"/>
                  </a:cubicBezTo>
                  <a:cubicBezTo>
                    <a:pt x="783" y="40"/>
                    <a:pt x="780" y="33"/>
                    <a:pt x="773" y="30"/>
                  </a:cubicBezTo>
                  <a:cubicBezTo>
                    <a:pt x="775" y="26"/>
                    <a:pt x="775" y="26"/>
                    <a:pt x="775" y="26"/>
                  </a:cubicBezTo>
                  <a:cubicBezTo>
                    <a:pt x="833" y="52"/>
                    <a:pt x="833" y="52"/>
                    <a:pt x="833" y="52"/>
                  </a:cubicBezTo>
                  <a:cubicBezTo>
                    <a:pt x="832" y="56"/>
                    <a:pt x="832" y="56"/>
                    <a:pt x="832" y="56"/>
                  </a:cubicBezTo>
                  <a:cubicBezTo>
                    <a:pt x="820" y="51"/>
                    <a:pt x="814" y="52"/>
                    <a:pt x="813" y="57"/>
                  </a:cubicBezTo>
                  <a:cubicBezTo>
                    <a:pt x="812" y="60"/>
                    <a:pt x="812" y="66"/>
                    <a:pt x="812" y="74"/>
                  </a:cubicBezTo>
                  <a:cubicBezTo>
                    <a:pt x="810" y="140"/>
                    <a:pt x="810" y="140"/>
                    <a:pt x="810" y="140"/>
                  </a:cubicBezTo>
                  <a:cubicBezTo>
                    <a:pt x="858" y="92"/>
                    <a:pt x="858" y="92"/>
                    <a:pt x="858" y="92"/>
                  </a:cubicBezTo>
                  <a:cubicBezTo>
                    <a:pt x="858" y="92"/>
                    <a:pt x="859" y="91"/>
                    <a:pt x="860" y="90"/>
                  </a:cubicBezTo>
                  <a:cubicBezTo>
                    <a:pt x="864" y="86"/>
                    <a:pt x="866" y="84"/>
                    <a:pt x="867" y="82"/>
                  </a:cubicBezTo>
                  <a:cubicBezTo>
                    <a:pt x="870" y="77"/>
                    <a:pt x="866" y="72"/>
                    <a:pt x="855" y="67"/>
                  </a:cubicBezTo>
                  <a:cubicBezTo>
                    <a:pt x="857" y="63"/>
                    <a:pt x="857" y="63"/>
                    <a:pt x="857" y="63"/>
                  </a:cubicBezTo>
                  <a:cubicBezTo>
                    <a:pt x="894" y="79"/>
                    <a:pt x="894" y="79"/>
                    <a:pt x="894" y="79"/>
                  </a:cubicBezTo>
                  <a:close/>
                  <a:moveTo>
                    <a:pt x="920" y="102"/>
                  </a:moveTo>
                  <a:cubicBezTo>
                    <a:pt x="929" y="110"/>
                    <a:pt x="930" y="117"/>
                    <a:pt x="924" y="124"/>
                  </a:cubicBezTo>
                  <a:cubicBezTo>
                    <a:pt x="864" y="193"/>
                    <a:pt x="864" y="193"/>
                    <a:pt x="864" y="193"/>
                  </a:cubicBezTo>
                  <a:cubicBezTo>
                    <a:pt x="859" y="201"/>
                    <a:pt x="851" y="200"/>
                    <a:pt x="842" y="193"/>
                  </a:cubicBezTo>
                  <a:cubicBezTo>
                    <a:pt x="839" y="196"/>
                    <a:pt x="839" y="196"/>
                    <a:pt x="839" y="196"/>
                  </a:cubicBezTo>
                  <a:cubicBezTo>
                    <a:pt x="923" y="269"/>
                    <a:pt x="923" y="269"/>
                    <a:pt x="923" y="269"/>
                  </a:cubicBezTo>
                  <a:cubicBezTo>
                    <a:pt x="954" y="244"/>
                    <a:pt x="954" y="244"/>
                    <a:pt x="954" y="244"/>
                  </a:cubicBezTo>
                  <a:cubicBezTo>
                    <a:pt x="951" y="241"/>
                    <a:pt x="951" y="241"/>
                    <a:pt x="951" y="241"/>
                  </a:cubicBezTo>
                  <a:cubicBezTo>
                    <a:pt x="928" y="252"/>
                    <a:pt x="909" y="250"/>
                    <a:pt x="891" y="234"/>
                  </a:cubicBezTo>
                  <a:cubicBezTo>
                    <a:pt x="882" y="226"/>
                    <a:pt x="880" y="220"/>
                    <a:pt x="885" y="215"/>
                  </a:cubicBezTo>
                  <a:cubicBezTo>
                    <a:pt x="916" y="180"/>
                    <a:pt x="916" y="180"/>
                    <a:pt x="916" y="180"/>
                  </a:cubicBezTo>
                  <a:cubicBezTo>
                    <a:pt x="931" y="192"/>
                    <a:pt x="933" y="206"/>
                    <a:pt x="920" y="223"/>
                  </a:cubicBezTo>
                  <a:cubicBezTo>
                    <a:pt x="924" y="226"/>
                    <a:pt x="924" y="226"/>
                    <a:pt x="924" y="226"/>
                  </a:cubicBezTo>
                  <a:cubicBezTo>
                    <a:pt x="966" y="177"/>
                    <a:pt x="966" y="177"/>
                    <a:pt x="966" y="177"/>
                  </a:cubicBezTo>
                  <a:cubicBezTo>
                    <a:pt x="962" y="174"/>
                    <a:pt x="962" y="174"/>
                    <a:pt x="962" y="174"/>
                  </a:cubicBezTo>
                  <a:cubicBezTo>
                    <a:pt x="948" y="189"/>
                    <a:pt x="934" y="189"/>
                    <a:pt x="920" y="175"/>
                  </a:cubicBezTo>
                  <a:cubicBezTo>
                    <a:pt x="949" y="142"/>
                    <a:pt x="949" y="142"/>
                    <a:pt x="949" y="142"/>
                  </a:cubicBezTo>
                  <a:cubicBezTo>
                    <a:pt x="953" y="136"/>
                    <a:pt x="958" y="137"/>
                    <a:pt x="965" y="144"/>
                  </a:cubicBezTo>
                  <a:cubicBezTo>
                    <a:pt x="987" y="161"/>
                    <a:pt x="991" y="179"/>
                    <a:pt x="978" y="196"/>
                  </a:cubicBezTo>
                  <a:cubicBezTo>
                    <a:pt x="981" y="200"/>
                    <a:pt x="981" y="200"/>
                    <a:pt x="981" y="200"/>
                  </a:cubicBezTo>
                  <a:cubicBezTo>
                    <a:pt x="1006" y="171"/>
                    <a:pt x="1006" y="171"/>
                    <a:pt x="1006" y="171"/>
                  </a:cubicBezTo>
                  <a:cubicBezTo>
                    <a:pt x="923" y="99"/>
                    <a:pt x="923" y="99"/>
                    <a:pt x="923" y="99"/>
                  </a:cubicBezTo>
                  <a:cubicBezTo>
                    <a:pt x="920" y="102"/>
                    <a:pt x="920" y="102"/>
                    <a:pt x="920" y="102"/>
                  </a:cubicBezTo>
                  <a:close/>
                  <a:moveTo>
                    <a:pt x="1051" y="244"/>
                  </a:moveTo>
                  <a:cubicBezTo>
                    <a:pt x="1011" y="273"/>
                    <a:pt x="1011" y="273"/>
                    <a:pt x="1011" y="273"/>
                  </a:cubicBezTo>
                  <a:cubicBezTo>
                    <a:pt x="1026" y="294"/>
                    <a:pt x="1040" y="298"/>
                    <a:pt x="1056" y="284"/>
                  </a:cubicBezTo>
                  <a:cubicBezTo>
                    <a:pt x="1070" y="273"/>
                    <a:pt x="1073" y="261"/>
                    <a:pt x="1064" y="249"/>
                  </a:cubicBezTo>
                  <a:cubicBezTo>
                    <a:pt x="1059" y="241"/>
                    <a:pt x="1055" y="239"/>
                    <a:pt x="1051" y="244"/>
                  </a:cubicBezTo>
                  <a:close/>
                  <a:moveTo>
                    <a:pt x="1013" y="377"/>
                  </a:moveTo>
                  <a:cubicBezTo>
                    <a:pt x="1009" y="379"/>
                    <a:pt x="1009" y="379"/>
                    <a:pt x="1009" y="379"/>
                  </a:cubicBezTo>
                  <a:cubicBezTo>
                    <a:pt x="986" y="348"/>
                    <a:pt x="986" y="348"/>
                    <a:pt x="986" y="348"/>
                  </a:cubicBezTo>
                  <a:cubicBezTo>
                    <a:pt x="1010" y="281"/>
                    <a:pt x="1010" y="281"/>
                    <a:pt x="1010" y="281"/>
                  </a:cubicBezTo>
                  <a:cubicBezTo>
                    <a:pt x="1007" y="277"/>
                    <a:pt x="1007" y="277"/>
                    <a:pt x="1007" y="277"/>
                  </a:cubicBezTo>
                  <a:cubicBezTo>
                    <a:pt x="977" y="299"/>
                    <a:pt x="977" y="299"/>
                    <a:pt x="977" y="299"/>
                  </a:cubicBezTo>
                  <a:cubicBezTo>
                    <a:pt x="967" y="305"/>
                    <a:pt x="965" y="313"/>
                    <a:pt x="973" y="323"/>
                  </a:cubicBezTo>
                  <a:cubicBezTo>
                    <a:pt x="969" y="326"/>
                    <a:pt x="969" y="326"/>
                    <a:pt x="969" y="326"/>
                  </a:cubicBezTo>
                  <a:cubicBezTo>
                    <a:pt x="930" y="275"/>
                    <a:pt x="930" y="275"/>
                    <a:pt x="930" y="275"/>
                  </a:cubicBezTo>
                  <a:cubicBezTo>
                    <a:pt x="934" y="272"/>
                    <a:pt x="934" y="272"/>
                    <a:pt x="934" y="272"/>
                  </a:cubicBezTo>
                  <a:cubicBezTo>
                    <a:pt x="941" y="282"/>
                    <a:pt x="949" y="283"/>
                    <a:pt x="958" y="274"/>
                  </a:cubicBezTo>
                  <a:cubicBezTo>
                    <a:pt x="1025" y="224"/>
                    <a:pt x="1025" y="224"/>
                    <a:pt x="1025" y="224"/>
                  </a:cubicBezTo>
                  <a:cubicBezTo>
                    <a:pt x="1036" y="217"/>
                    <a:pt x="1038" y="209"/>
                    <a:pt x="1030" y="200"/>
                  </a:cubicBezTo>
                  <a:cubicBezTo>
                    <a:pt x="1033" y="197"/>
                    <a:pt x="1033" y="197"/>
                    <a:pt x="1033" y="197"/>
                  </a:cubicBezTo>
                  <a:cubicBezTo>
                    <a:pt x="1070" y="246"/>
                    <a:pt x="1070" y="246"/>
                    <a:pt x="1070" y="246"/>
                  </a:cubicBezTo>
                  <a:cubicBezTo>
                    <a:pt x="1091" y="274"/>
                    <a:pt x="1093" y="295"/>
                    <a:pt x="1076" y="309"/>
                  </a:cubicBezTo>
                  <a:cubicBezTo>
                    <a:pt x="1063" y="319"/>
                    <a:pt x="1049" y="317"/>
                    <a:pt x="1032" y="305"/>
                  </a:cubicBezTo>
                  <a:cubicBezTo>
                    <a:pt x="1011" y="368"/>
                    <a:pt x="1011" y="368"/>
                    <a:pt x="1011" y="368"/>
                  </a:cubicBezTo>
                  <a:cubicBezTo>
                    <a:pt x="1011" y="372"/>
                    <a:pt x="1011" y="375"/>
                    <a:pt x="1013" y="377"/>
                  </a:cubicBezTo>
                  <a:close/>
                  <a:moveTo>
                    <a:pt x="1121" y="427"/>
                  </a:moveTo>
                  <a:cubicBezTo>
                    <a:pt x="1159" y="412"/>
                    <a:pt x="1159" y="412"/>
                    <a:pt x="1159" y="412"/>
                  </a:cubicBezTo>
                  <a:cubicBezTo>
                    <a:pt x="1157" y="406"/>
                    <a:pt x="1157" y="406"/>
                    <a:pt x="1157" y="406"/>
                  </a:cubicBezTo>
                  <a:cubicBezTo>
                    <a:pt x="1152" y="407"/>
                    <a:pt x="1149" y="406"/>
                    <a:pt x="1148" y="403"/>
                  </a:cubicBezTo>
                  <a:cubicBezTo>
                    <a:pt x="1148" y="402"/>
                    <a:pt x="1147" y="399"/>
                    <a:pt x="1147" y="395"/>
                  </a:cubicBezTo>
                  <a:cubicBezTo>
                    <a:pt x="1147" y="386"/>
                    <a:pt x="1145" y="378"/>
                    <a:pt x="1143" y="373"/>
                  </a:cubicBezTo>
                  <a:cubicBezTo>
                    <a:pt x="1133" y="348"/>
                    <a:pt x="1116" y="340"/>
                    <a:pt x="1092" y="348"/>
                  </a:cubicBezTo>
                  <a:cubicBezTo>
                    <a:pt x="1077" y="353"/>
                    <a:pt x="1069" y="368"/>
                    <a:pt x="1067" y="393"/>
                  </a:cubicBezTo>
                  <a:cubicBezTo>
                    <a:pt x="1066" y="407"/>
                    <a:pt x="1066" y="407"/>
                    <a:pt x="1066" y="407"/>
                  </a:cubicBezTo>
                  <a:cubicBezTo>
                    <a:pt x="1066" y="423"/>
                    <a:pt x="1062" y="433"/>
                    <a:pt x="1052" y="436"/>
                  </a:cubicBezTo>
                  <a:cubicBezTo>
                    <a:pt x="1039" y="440"/>
                    <a:pt x="1030" y="435"/>
                    <a:pt x="1024" y="422"/>
                  </a:cubicBezTo>
                  <a:cubicBezTo>
                    <a:pt x="1017" y="403"/>
                    <a:pt x="1024" y="386"/>
                    <a:pt x="1046" y="370"/>
                  </a:cubicBezTo>
                  <a:cubicBezTo>
                    <a:pt x="1045" y="365"/>
                    <a:pt x="1045" y="365"/>
                    <a:pt x="1045" y="365"/>
                  </a:cubicBezTo>
                  <a:cubicBezTo>
                    <a:pt x="1002" y="382"/>
                    <a:pt x="1002" y="382"/>
                    <a:pt x="1002" y="382"/>
                  </a:cubicBezTo>
                  <a:cubicBezTo>
                    <a:pt x="1004" y="387"/>
                    <a:pt x="1004" y="387"/>
                    <a:pt x="1004" y="387"/>
                  </a:cubicBezTo>
                  <a:cubicBezTo>
                    <a:pt x="1008" y="387"/>
                    <a:pt x="1010" y="388"/>
                    <a:pt x="1011" y="391"/>
                  </a:cubicBezTo>
                  <a:cubicBezTo>
                    <a:pt x="1012" y="392"/>
                    <a:pt x="1013" y="395"/>
                    <a:pt x="1013" y="399"/>
                  </a:cubicBezTo>
                  <a:cubicBezTo>
                    <a:pt x="1014" y="408"/>
                    <a:pt x="1016" y="416"/>
                    <a:pt x="1019" y="423"/>
                  </a:cubicBezTo>
                  <a:cubicBezTo>
                    <a:pt x="1031" y="450"/>
                    <a:pt x="1049" y="460"/>
                    <a:pt x="1072" y="452"/>
                  </a:cubicBezTo>
                  <a:cubicBezTo>
                    <a:pt x="1087" y="446"/>
                    <a:pt x="1095" y="436"/>
                    <a:pt x="1097" y="420"/>
                  </a:cubicBezTo>
                  <a:cubicBezTo>
                    <a:pt x="1099" y="389"/>
                    <a:pt x="1099" y="389"/>
                    <a:pt x="1099" y="389"/>
                  </a:cubicBezTo>
                  <a:cubicBezTo>
                    <a:pt x="1100" y="373"/>
                    <a:pt x="1104" y="364"/>
                    <a:pt x="1113" y="362"/>
                  </a:cubicBezTo>
                  <a:cubicBezTo>
                    <a:pt x="1123" y="358"/>
                    <a:pt x="1131" y="362"/>
                    <a:pt x="1137" y="374"/>
                  </a:cubicBezTo>
                  <a:cubicBezTo>
                    <a:pt x="1143" y="391"/>
                    <a:pt x="1137" y="407"/>
                    <a:pt x="1119" y="422"/>
                  </a:cubicBezTo>
                  <a:cubicBezTo>
                    <a:pt x="1121" y="427"/>
                    <a:pt x="1121" y="427"/>
                    <a:pt x="1121" y="427"/>
                  </a:cubicBezTo>
                  <a:close/>
                  <a:moveTo>
                    <a:pt x="1055" y="527"/>
                  </a:moveTo>
                  <a:cubicBezTo>
                    <a:pt x="1051" y="528"/>
                    <a:pt x="1051" y="528"/>
                    <a:pt x="1051" y="528"/>
                  </a:cubicBezTo>
                  <a:cubicBezTo>
                    <a:pt x="1035" y="463"/>
                    <a:pt x="1035" y="463"/>
                    <a:pt x="1035" y="463"/>
                  </a:cubicBezTo>
                  <a:cubicBezTo>
                    <a:pt x="1039" y="462"/>
                    <a:pt x="1039" y="462"/>
                    <a:pt x="1039" y="462"/>
                  </a:cubicBezTo>
                  <a:cubicBezTo>
                    <a:pt x="1043" y="474"/>
                    <a:pt x="1049" y="479"/>
                    <a:pt x="1057" y="476"/>
                  </a:cubicBezTo>
                  <a:cubicBezTo>
                    <a:pt x="1146" y="454"/>
                    <a:pt x="1146" y="454"/>
                    <a:pt x="1146" y="454"/>
                  </a:cubicBezTo>
                  <a:cubicBezTo>
                    <a:pt x="1155" y="452"/>
                    <a:pt x="1159" y="445"/>
                    <a:pt x="1155" y="433"/>
                  </a:cubicBezTo>
                  <a:cubicBezTo>
                    <a:pt x="1160" y="432"/>
                    <a:pt x="1160" y="432"/>
                    <a:pt x="1160" y="432"/>
                  </a:cubicBezTo>
                  <a:cubicBezTo>
                    <a:pt x="1176" y="497"/>
                    <a:pt x="1176" y="497"/>
                    <a:pt x="1176" y="497"/>
                  </a:cubicBezTo>
                  <a:cubicBezTo>
                    <a:pt x="1172" y="498"/>
                    <a:pt x="1172" y="498"/>
                    <a:pt x="1172" y="498"/>
                  </a:cubicBezTo>
                  <a:cubicBezTo>
                    <a:pt x="1172" y="497"/>
                    <a:pt x="1171" y="497"/>
                    <a:pt x="1171" y="496"/>
                  </a:cubicBezTo>
                  <a:cubicBezTo>
                    <a:pt x="1168" y="485"/>
                    <a:pt x="1163" y="480"/>
                    <a:pt x="1153" y="483"/>
                  </a:cubicBezTo>
                  <a:cubicBezTo>
                    <a:pt x="1065" y="505"/>
                    <a:pt x="1065" y="505"/>
                    <a:pt x="1065" y="505"/>
                  </a:cubicBezTo>
                  <a:cubicBezTo>
                    <a:pt x="1055" y="507"/>
                    <a:pt x="1052" y="514"/>
                    <a:pt x="1055" y="527"/>
                  </a:cubicBezTo>
                  <a:close/>
                  <a:moveTo>
                    <a:pt x="1057" y="616"/>
                  </a:moveTo>
                  <a:cubicBezTo>
                    <a:pt x="1056" y="602"/>
                    <a:pt x="1062" y="596"/>
                    <a:pt x="1075" y="597"/>
                  </a:cubicBezTo>
                  <a:cubicBezTo>
                    <a:pt x="1175" y="595"/>
                    <a:pt x="1175" y="595"/>
                    <a:pt x="1175" y="595"/>
                  </a:cubicBezTo>
                  <a:cubicBezTo>
                    <a:pt x="1176" y="617"/>
                    <a:pt x="1166" y="630"/>
                    <a:pt x="1144" y="632"/>
                  </a:cubicBezTo>
                  <a:cubicBezTo>
                    <a:pt x="1144" y="638"/>
                    <a:pt x="1144" y="638"/>
                    <a:pt x="1144" y="638"/>
                  </a:cubicBezTo>
                  <a:cubicBezTo>
                    <a:pt x="1182" y="637"/>
                    <a:pt x="1182" y="637"/>
                    <a:pt x="1182" y="637"/>
                  </a:cubicBezTo>
                  <a:cubicBezTo>
                    <a:pt x="1180" y="523"/>
                    <a:pt x="1180" y="523"/>
                    <a:pt x="1180" y="523"/>
                  </a:cubicBezTo>
                  <a:cubicBezTo>
                    <a:pt x="1142" y="523"/>
                    <a:pt x="1142" y="523"/>
                    <a:pt x="1142" y="523"/>
                  </a:cubicBezTo>
                  <a:cubicBezTo>
                    <a:pt x="1142" y="528"/>
                    <a:pt x="1142" y="528"/>
                    <a:pt x="1142" y="528"/>
                  </a:cubicBezTo>
                  <a:cubicBezTo>
                    <a:pt x="1164" y="530"/>
                    <a:pt x="1175" y="542"/>
                    <a:pt x="1175" y="565"/>
                  </a:cubicBezTo>
                  <a:cubicBezTo>
                    <a:pt x="1074" y="566"/>
                    <a:pt x="1074" y="566"/>
                    <a:pt x="1074" y="566"/>
                  </a:cubicBezTo>
                  <a:cubicBezTo>
                    <a:pt x="1061" y="568"/>
                    <a:pt x="1055" y="562"/>
                    <a:pt x="1056" y="548"/>
                  </a:cubicBezTo>
                  <a:cubicBezTo>
                    <a:pt x="1051" y="548"/>
                    <a:pt x="1051" y="548"/>
                    <a:pt x="1051" y="548"/>
                  </a:cubicBezTo>
                  <a:cubicBezTo>
                    <a:pt x="1053" y="616"/>
                    <a:pt x="1053" y="616"/>
                    <a:pt x="1053" y="616"/>
                  </a:cubicBezTo>
                  <a:cubicBezTo>
                    <a:pt x="1057" y="616"/>
                    <a:pt x="1057" y="616"/>
                    <a:pt x="1057" y="616"/>
                  </a:cubicBezTo>
                  <a:close/>
                  <a:moveTo>
                    <a:pt x="1151" y="794"/>
                  </a:moveTo>
                  <a:cubicBezTo>
                    <a:pt x="1146" y="793"/>
                    <a:pt x="1146" y="793"/>
                    <a:pt x="1146" y="793"/>
                  </a:cubicBezTo>
                  <a:cubicBezTo>
                    <a:pt x="1146" y="793"/>
                    <a:pt x="1146" y="793"/>
                    <a:pt x="1146" y="792"/>
                  </a:cubicBezTo>
                  <a:cubicBezTo>
                    <a:pt x="1147" y="787"/>
                    <a:pt x="1145" y="782"/>
                    <a:pt x="1142" y="779"/>
                  </a:cubicBezTo>
                  <a:cubicBezTo>
                    <a:pt x="1091" y="731"/>
                    <a:pt x="1091" y="731"/>
                    <a:pt x="1091" y="731"/>
                  </a:cubicBezTo>
                  <a:cubicBezTo>
                    <a:pt x="1057" y="724"/>
                    <a:pt x="1057" y="724"/>
                    <a:pt x="1057" y="724"/>
                  </a:cubicBezTo>
                  <a:cubicBezTo>
                    <a:pt x="1045" y="720"/>
                    <a:pt x="1038" y="724"/>
                    <a:pt x="1036" y="737"/>
                  </a:cubicBezTo>
                  <a:cubicBezTo>
                    <a:pt x="1031" y="736"/>
                    <a:pt x="1031" y="736"/>
                    <a:pt x="1031" y="736"/>
                  </a:cubicBezTo>
                  <a:cubicBezTo>
                    <a:pt x="1045" y="671"/>
                    <a:pt x="1045" y="671"/>
                    <a:pt x="1045" y="671"/>
                  </a:cubicBezTo>
                  <a:cubicBezTo>
                    <a:pt x="1049" y="672"/>
                    <a:pt x="1049" y="672"/>
                    <a:pt x="1049" y="672"/>
                  </a:cubicBezTo>
                  <a:cubicBezTo>
                    <a:pt x="1046" y="685"/>
                    <a:pt x="1051" y="692"/>
                    <a:pt x="1063" y="693"/>
                  </a:cubicBezTo>
                  <a:cubicBezTo>
                    <a:pt x="1091" y="699"/>
                    <a:pt x="1091" y="699"/>
                    <a:pt x="1091" y="699"/>
                  </a:cubicBezTo>
                  <a:cubicBezTo>
                    <a:pt x="1160" y="678"/>
                    <a:pt x="1160" y="678"/>
                    <a:pt x="1160" y="678"/>
                  </a:cubicBezTo>
                  <a:cubicBezTo>
                    <a:pt x="1167" y="676"/>
                    <a:pt x="1171" y="672"/>
                    <a:pt x="1173" y="665"/>
                  </a:cubicBezTo>
                  <a:cubicBezTo>
                    <a:pt x="1178" y="666"/>
                    <a:pt x="1178" y="666"/>
                    <a:pt x="1178" y="666"/>
                  </a:cubicBezTo>
                  <a:cubicBezTo>
                    <a:pt x="1164" y="729"/>
                    <a:pt x="1164" y="729"/>
                    <a:pt x="1164" y="729"/>
                  </a:cubicBezTo>
                  <a:cubicBezTo>
                    <a:pt x="1160" y="728"/>
                    <a:pt x="1160" y="728"/>
                    <a:pt x="1160" y="728"/>
                  </a:cubicBezTo>
                  <a:cubicBezTo>
                    <a:pt x="1163" y="716"/>
                    <a:pt x="1162" y="711"/>
                    <a:pt x="1157" y="711"/>
                  </a:cubicBezTo>
                  <a:cubicBezTo>
                    <a:pt x="1155" y="711"/>
                    <a:pt x="1152" y="711"/>
                    <a:pt x="1148" y="713"/>
                  </a:cubicBezTo>
                  <a:cubicBezTo>
                    <a:pt x="1147" y="713"/>
                    <a:pt x="1146" y="714"/>
                    <a:pt x="1146" y="714"/>
                  </a:cubicBezTo>
                  <a:cubicBezTo>
                    <a:pt x="1097" y="727"/>
                    <a:pt x="1097" y="727"/>
                    <a:pt x="1097" y="727"/>
                  </a:cubicBezTo>
                  <a:cubicBezTo>
                    <a:pt x="1128" y="755"/>
                    <a:pt x="1128" y="755"/>
                    <a:pt x="1128" y="755"/>
                  </a:cubicBezTo>
                  <a:cubicBezTo>
                    <a:pt x="1133" y="760"/>
                    <a:pt x="1138" y="764"/>
                    <a:pt x="1143" y="765"/>
                  </a:cubicBezTo>
                  <a:cubicBezTo>
                    <a:pt x="1148" y="767"/>
                    <a:pt x="1152" y="763"/>
                    <a:pt x="1155" y="752"/>
                  </a:cubicBezTo>
                  <a:cubicBezTo>
                    <a:pt x="1159" y="753"/>
                    <a:pt x="1159" y="753"/>
                    <a:pt x="1159" y="753"/>
                  </a:cubicBezTo>
                  <a:lnTo>
                    <a:pt x="1151" y="794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40" name="íṥļiďè"/>
            <p:cNvSpPr/>
            <p:nvPr/>
          </p:nvSpPr>
          <p:spPr bwMode="auto">
            <a:xfrm>
              <a:off x="4260844" y="4031997"/>
              <a:ext cx="147714" cy="178275"/>
            </a:xfrm>
            <a:custGeom>
              <a:avLst/>
              <a:gdLst>
                <a:gd name="T0" fmla="*/ 4 w 111"/>
                <a:gd name="T1" fmla="*/ 78 h 133"/>
                <a:gd name="T2" fmla="*/ 1 w 111"/>
                <a:gd name="T3" fmla="*/ 41 h 133"/>
                <a:gd name="T4" fmla="*/ 14 w 111"/>
                <a:gd name="T5" fmla="*/ 16 h 133"/>
                <a:gd name="T6" fmla="*/ 40 w 111"/>
                <a:gd name="T7" fmla="*/ 3 h 133"/>
                <a:gd name="T8" fmla="*/ 63 w 111"/>
                <a:gd name="T9" fmla="*/ 1 h 133"/>
                <a:gd name="T10" fmla="*/ 82 w 111"/>
                <a:gd name="T11" fmla="*/ 9 h 133"/>
                <a:gd name="T12" fmla="*/ 96 w 111"/>
                <a:gd name="T13" fmla="*/ 26 h 133"/>
                <a:gd name="T14" fmla="*/ 106 w 111"/>
                <a:gd name="T15" fmla="*/ 54 h 133"/>
                <a:gd name="T16" fmla="*/ 109 w 111"/>
                <a:gd name="T17" fmla="*/ 91 h 133"/>
                <a:gd name="T18" fmla="*/ 97 w 111"/>
                <a:gd name="T19" fmla="*/ 115 h 133"/>
                <a:gd name="T20" fmla="*/ 70 w 111"/>
                <a:gd name="T21" fmla="*/ 129 h 133"/>
                <a:gd name="T22" fmla="*/ 31 w 111"/>
                <a:gd name="T23" fmla="*/ 125 h 133"/>
                <a:gd name="T24" fmla="*/ 4 w 111"/>
                <a:gd name="T25" fmla="*/ 78 h 133"/>
                <a:gd name="T26" fmla="*/ 24 w 111"/>
                <a:gd name="T27" fmla="*/ 73 h 133"/>
                <a:gd name="T28" fmla="*/ 42 w 111"/>
                <a:gd name="T29" fmla="*/ 112 h 133"/>
                <a:gd name="T30" fmla="*/ 67 w 111"/>
                <a:gd name="T31" fmla="*/ 117 h 133"/>
                <a:gd name="T32" fmla="*/ 87 w 111"/>
                <a:gd name="T33" fmla="*/ 101 h 133"/>
                <a:gd name="T34" fmla="*/ 87 w 111"/>
                <a:gd name="T35" fmla="*/ 59 h 133"/>
                <a:gd name="T36" fmla="*/ 68 w 111"/>
                <a:gd name="T37" fmla="*/ 20 h 133"/>
                <a:gd name="T38" fmla="*/ 43 w 111"/>
                <a:gd name="T39" fmla="*/ 15 h 133"/>
                <a:gd name="T40" fmla="*/ 24 w 111"/>
                <a:gd name="T41" fmla="*/ 29 h 133"/>
                <a:gd name="T42" fmla="*/ 24 w 111"/>
                <a:gd name="T43" fmla="*/ 73 h 13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</a:cxnLst>
              <a:rect l="0" t="0" r="r" b="b"/>
              <a:pathLst>
                <a:path w="111" h="133">
                  <a:moveTo>
                    <a:pt x="4" y="78"/>
                  </a:moveTo>
                  <a:cubicBezTo>
                    <a:pt x="0" y="63"/>
                    <a:pt x="0" y="51"/>
                    <a:pt x="1" y="41"/>
                  </a:cubicBezTo>
                  <a:cubicBezTo>
                    <a:pt x="3" y="31"/>
                    <a:pt x="7" y="23"/>
                    <a:pt x="14" y="16"/>
                  </a:cubicBezTo>
                  <a:cubicBezTo>
                    <a:pt x="20" y="10"/>
                    <a:pt x="29" y="5"/>
                    <a:pt x="40" y="3"/>
                  </a:cubicBezTo>
                  <a:cubicBezTo>
                    <a:pt x="49" y="1"/>
                    <a:pt x="56" y="0"/>
                    <a:pt x="63" y="1"/>
                  </a:cubicBezTo>
                  <a:cubicBezTo>
                    <a:pt x="70" y="3"/>
                    <a:pt x="77" y="5"/>
                    <a:pt x="82" y="9"/>
                  </a:cubicBezTo>
                  <a:cubicBezTo>
                    <a:pt x="87" y="13"/>
                    <a:pt x="92" y="19"/>
                    <a:pt x="96" y="26"/>
                  </a:cubicBezTo>
                  <a:cubicBezTo>
                    <a:pt x="100" y="32"/>
                    <a:pt x="104" y="42"/>
                    <a:pt x="106" y="54"/>
                  </a:cubicBezTo>
                  <a:cubicBezTo>
                    <a:pt x="110" y="69"/>
                    <a:pt x="111" y="81"/>
                    <a:pt x="109" y="91"/>
                  </a:cubicBezTo>
                  <a:cubicBezTo>
                    <a:pt x="107" y="101"/>
                    <a:pt x="103" y="109"/>
                    <a:pt x="97" y="115"/>
                  </a:cubicBezTo>
                  <a:cubicBezTo>
                    <a:pt x="90" y="122"/>
                    <a:pt x="81" y="127"/>
                    <a:pt x="70" y="129"/>
                  </a:cubicBezTo>
                  <a:cubicBezTo>
                    <a:pt x="55" y="133"/>
                    <a:pt x="42" y="131"/>
                    <a:pt x="31" y="125"/>
                  </a:cubicBezTo>
                  <a:cubicBezTo>
                    <a:pt x="18" y="117"/>
                    <a:pt x="9" y="101"/>
                    <a:pt x="4" y="78"/>
                  </a:cubicBezTo>
                  <a:close/>
                  <a:moveTo>
                    <a:pt x="24" y="73"/>
                  </a:moveTo>
                  <a:cubicBezTo>
                    <a:pt x="28" y="94"/>
                    <a:pt x="35" y="106"/>
                    <a:pt x="42" y="112"/>
                  </a:cubicBezTo>
                  <a:cubicBezTo>
                    <a:pt x="50" y="117"/>
                    <a:pt x="58" y="119"/>
                    <a:pt x="67" y="117"/>
                  </a:cubicBezTo>
                  <a:cubicBezTo>
                    <a:pt x="76" y="115"/>
                    <a:pt x="82" y="110"/>
                    <a:pt x="87" y="101"/>
                  </a:cubicBezTo>
                  <a:cubicBezTo>
                    <a:pt x="91" y="93"/>
                    <a:pt x="91" y="79"/>
                    <a:pt x="87" y="59"/>
                  </a:cubicBezTo>
                  <a:cubicBezTo>
                    <a:pt x="82" y="38"/>
                    <a:pt x="76" y="25"/>
                    <a:pt x="68" y="20"/>
                  </a:cubicBezTo>
                  <a:cubicBezTo>
                    <a:pt x="60" y="15"/>
                    <a:pt x="52" y="13"/>
                    <a:pt x="43" y="15"/>
                  </a:cubicBezTo>
                  <a:cubicBezTo>
                    <a:pt x="34" y="17"/>
                    <a:pt x="28" y="22"/>
                    <a:pt x="24" y="29"/>
                  </a:cubicBezTo>
                  <a:cubicBezTo>
                    <a:pt x="19" y="38"/>
                    <a:pt x="19" y="53"/>
                    <a:pt x="24" y="73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41" name="ïşḻiḋe"/>
            <p:cNvSpPr/>
            <p:nvPr/>
          </p:nvSpPr>
          <p:spPr bwMode="auto">
            <a:xfrm>
              <a:off x="4540989" y="3911449"/>
              <a:ext cx="162994" cy="191858"/>
            </a:xfrm>
            <a:custGeom>
              <a:avLst/>
              <a:gdLst>
                <a:gd name="T0" fmla="*/ 21 w 123"/>
                <a:gd name="T1" fmla="*/ 125 h 144"/>
                <a:gd name="T2" fmla="*/ 40 w 123"/>
                <a:gd name="T3" fmla="*/ 115 h 144"/>
                <a:gd name="T4" fmla="*/ 58 w 123"/>
                <a:gd name="T5" fmla="*/ 127 h 144"/>
                <a:gd name="T6" fmla="*/ 79 w 123"/>
                <a:gd name="T7" fmla="*/ 125 h 144"/>
                <a:gd name="T8" fmla="*/ 99 w 123"/>
                <a:gd name="T9" fmla="*/ 107 h 144"/>
                <a:gd name="T10" fmla="*/ 99 w 123"/>
                <a:gd name="T11" fmla="*/ 82 h 144"/>
                <a:gd name="T12" fmla="*/ 81 w 123"/>
                <a:gd name="T13" fmla="*/ 67 h 144"/>
                <a:gd name="T14" fmla="*/ 54 w 123"/>
                <a:gd name="T15" fmla="*/ 70 h 144"/>
                <a:gd name="T16" fmla="*/ 39 w 123"/>
                <a:gd name="T17" fmla="*/ 80 h 144"/>
                <a:gd name="T18" fmla="*/ 31 w 123"/>
                <a:gd name="T19" fmla="*/ 93 h 144"/>
                <a:gd name="T20" fmla="*/ 13 w 123"/>
                <a:gd name="T21" fmla="*/ 99 h 144"/>
                <a:gd name="T22" fmla="*/ 0 w 123"/>
                <a:gd name="T23" fmla="*/ 33 h 144"/>
                <a:gd name="T24" fmla="*/ 76 w 123"/>
                <a:gd name="T25" fmla="*/ 0 h 144"/>
                <a:gd name="T26" fmla="*/ 83 w 123"/>
                <a:gd name="T27" fmla="*/ 14 h 144"/>
                <a:gd name="T28" fmla="*/ 22 w 123"/>
                <a:gd name="T29" fmla="*/ 40 h 144"/>
                <a:gd name="T30" fmla="*/ 28 w 123"/>
                <a:gd name="T31" fmla="*/ 75 h 144"/>
                <a:gd name="T32" fmla="*/ 53 w 123"/>
                <a:gd name="T33" fmla="*/ 55 h 144"/>
                <a:gd name="T34" fmla="*/ 92 w 123"/>
                <a:gd name="T35" fmla="*/ 51 h 144"/>
                <a:gd name="T36" fmla="*/ 118 w 123"/>
                <a:gd name="T37" fmla="*/ 73 h 144"/>
                <a:gd name="T38" fmla="*/ 119 w 123"/>
                <a:gd name="T39" fmla="*/ 105 h 144"/>
                <a:gd name="T40" fmla="*/ 85 w 123"/>
                <a:gd name="T41" fmla="*/ 136 h 144"/>
                <a:gd name="T42" fmla="*/ 47 w 123"/>
                <a:gd name="T43" fmla="*/ 142 h 144"/>
                <a:gd name="T44" fmla="*/ 21 w 123"/>
                <a:gd name="T45" fmla="*/ 125 h 14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</a:cxnLst>
              <a:rect l="0" t="0" r="r" b="b"/>
              <a:pathLst>
                <a:path w="123" h="144">
                  <a:moveTo>
                    <a:pt x="21" y="125"/>
                  </a:moveTo>
                  <a:cubicBezTo>
                    <a:pt x="40" y="115"/>
                    <a:pt x="40" y="115"/>
                    <a:pt x="40" y="115"/>
                  </a:cubicBezTo>
                  <a:cubicBezTo>
                    <a:pt x="45" y="122"/>
                    <a:pt x="51" y="126"/>
                    <a:pt x="58" y="127"/>
                  </a:cubicBezTo>
                  <a:cubicBezTo>
                    <a:pt x="65" y="129"/>
                    <a:pt x="72" y="128"/>
                    <a:pt x="79" y="125"/>
                  </a:cubicBezTo>
                  <a:cubicBezTo>
                    <a:pt x="89" y="121"/>
                    <a:pt x="95" y="115"/>
                    <a:pt x="99" y="107"/>
                  </a:cubicBezTo>
                  <a:cubicBezTo>
                    <a:pt x="103" y="99"/>
                    <a:pt x="103" y="91"/>
                    <a:pt x="99" y="82"/>
                  </a:cubicBezTo>
                  <a:cubicBezTo>
                    <a:pt x="95" y="74"/>
                    <a:pt x="89" y="69"/>
                    <a:pt x="81" y="67"/>
                  </a:cubicBezTo>
                  <a:cubicBezTo>
                    <a:pt x="73" y="65"/>
                    <a:pt x="64" y="66"/>
                    <a:pt x="54" y="70"/>
                  </a:cubicBezTo>
                  <a:cubicBezTo>
                    <a:pt x="48" y="72"/>
                    <a:pt x="43" y="76"/>
                    <a:pt x="39" y="80"/>
                  </a:cubicBezTo>
                  <a:cubicBezTo>
                    <a:pt x="35" y="84"/>
                    <a:pt x="33" y="89"/>
                    <a:pt x="31" y="93"/>
                  </a:cubicBezTo>
                  <a:cubicBezTo>
                    <a:pt x="13" y="99"/>
                    <a:pt x="13" y="99"/>
                    <a:pt x="13" y="99"/>
                  </a:cubicBezTo>
                  <a:cubicBezTo>
                    <a:pt x="0" y="33"/>
                    <a:pt x="0" y="33"/>
                    <a:pt x="0" y="33"/>
                  </a:cubicBezTo>
                  <a:cubicBezTo>
                    <a:pt x="76" y="0"/>
                    <a:pt x="76" y="0"/>
                    <a:pt x="76" y="0"/>
                  </a:cubicBezTo>
                  <a:cubicBezTo>
                    <a:pt x="83" y="14"/>
                    <a:pt x="83" y="14"/>
                    <a:pt x="83" y="14"/>
                  </a:cubicBezTo>
                  <a:cubicBezTo>
                    <a:pt x="22" y="40"/>
                    <a:pt x="22" y="40"/>
                    <a:pt x="22" y="40"/>
                  </a:cubicBezTo>
                  <a:cubicBezTo>
                    <a:pt x="28" y="75"/>
                    <a:pt x="28" y="75"/>
                    <a:pt x="28" y="75"/>
                  </a:cubicBezTo>
                  <a:cubicBezTo>
                    <a:pt x="35" y="66"/>
                    <a:pt x="43" y="59"/>
                    <a:pt x="53" y="55"/>
                  </a:cubicBezTo>
                  <a:cubicBezTo>
                    <a:pt x="67" y="49"/>
                    <a:pt x="79" y="48"/>
                    <a:pt x="92" y="51"/>
                  </a:cubicBezTo>
                  <a:cubicBezTo>
                    <a:pt x="104" y="54"/>
                    <a:pt x="113" y="62"/>
                    <a:pt x="118" y="73"/>
                  </a:cubicBezTo>
                  <a:cubicBezTo>
                    <a:pt x="123" y="83"/>
                    <a:pt x="123" y="94"/>
                    <a:pt x="119" y="105"/>
                  </a:cubicBezTo>
                  <a:cubicBezTo>
                    <a:pt x="113" y="119"/>
                    <a:pt x="102" y="129"/>
                    <a:pt x="85" y="136"/>
                  </a:cubicBezTo>
                  <a:cubicBezTo>
                    <a:pt x="71" y="142"/>
                    <a:pt x="58" y="144"/>
                    <a:pt x="47" y="142"/>
                  </a:cubicBezTo>
                  <a:cubicBezTo>
                    <a:pt x="35" y="140"/>
                    <a:pt x="27" y="134"/>
                    <a:pt x="21" y="125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42" name="iśḷiḍê"/>
            <p:cNvSpPr/>
            <p:nvPr/>
          </p:nvSpPr>
          <p:spPr bwMode="auto">
            <a:xfrm>
              <a:off x="3953533" y="4011623"/>
              <a:ext cx="156202" cy="176577"/>
            </a:xfrm>
            <a:custGeom>
              <a:avLst/>
              <a:gdLst>
                <a:gd name="T0" fmla="*/ 1 w 117"/>
                <a:gd name="T1" fmla="*/ 84 h 132"/>
                <a:gd name="T2" fmla="*/ 20 w 117"/>
                <a:gd name="T3" fmla="*/ 88 h 132"/>
                <a:gd name="T4" fmla="*/ 25 w 117"/>
                <a:gd name="T5" fmla="*/ 106 h 132"/>
                <a:gd name="T6" fmla="*/ 40 w 117"/>
                <a:gd name="T7" fmla="*/ 115 h 132"/>
                <a:gd name="T8" fmla="*/ 57 w 117"/>
                <a:gd name="T9" fmla="*/ 117 h 132"/>
                <a:gd name="T10" fmla="*/ 70 w 117"/>
                <a:gd name="T11" fmla="*/ 112 h 132"/>
                <a:gd name="T12" fmla="*/ 81 w 117"/>
                <a:gd name="T13" fmla="*/ 100 h 132"/>
                <a:gd name="T14" fmla="*/ 90 w 117"/>
                <a:gd name="T15" fmla="*/ 82 h 132"/>
                <a:gd name="T16" fmla="*/ 91 w 117"/>
                <a:gd name="T17" fmla="*/ 79 h 132"/>
                <a:gd name="T18" fmla="*/ 71 w 117"/>
                <a:gd name="T19" fmla="*/ 86 h 132"/>
                <a:gd name="T20" fmla="*/ 49 w 117"/>
                <a:gd name="T21" fmla="*/ 84 h 132"/>
                <a:gd name="T22" fmla="*/ 19 w 117"/>
                <a:gd name="T23" fmla="*/ 63 h 132"/>
                <a:gd name="T24" fmla="*/ 15 w 117"/>
                <a:gd name="T25" fmla="*/ 30 h 132"/>
                <a:gd name="T26" fmla="*/ 38 w 117"/>
                <a:gd name="T27" fmla="*/ 5 h 132"/>
                <a:gd name="T28" fmla="*/ 76 w 117"/>
                <a:gd name="T29" fmla="*/ 4 h 132"/>
                <a:gd name="T30" fmla="*/ 102 w 117"/>
                <a:gd name="T31" fmla="*/ 19 h 132"/>
                <a:gd name="T32" fmla="*/ 115 w 117"/>
                <a:gd name="T33" fmla="*/ 43 h 132"/>
                <a:gd name="T34" fmla="*/ 112 w 117"/>
                <a:gd name="T35" fmla="*/ 79 h 132"/>
                <a:gd name="T36" fmla="*/ 94 w 117"/>
                <a:gd name="T37" fmla="*/ 114 h 132"/>
                <a:gd name="T38" fmla="*/ 68 w 117"/>
                <a:gd name="T39" fmla="*/ 129 h 132"/>
                <a:gd name="T40" fmla="*/ 36 w 117"/>
                <a:gd name="T41" fmla="*/ 128 h 132"/>
                <a:gd name="T42" fmla="*/ 9 w 117"/>
                <a:gd name="T43" fmla="*/ 111 h 132"/>
                <a:gd name="T44" fmla="*/ 1 w 117"/>
                <a:gd name="T45" fmla="*/ 84 h 132"/>
                <a:gd name="T46" fmla="*/ 96 w 117"/>
                <a:gd name="T47" fmla="*/ 54 h 132"/>
                <a:gd name="T48" fmla="*/ 93 w 117"/>
                <a:gd name="T49" fmla="*/ 31 h 132"/>
                <a:gd name="T50" fmla="*/ 75 w 117"/>
                <a:gd name="T51" fmla="*/ 17 h 132"/>
                <a:gd name="T52" fmla="*/ 50 w 117"/>
                <a:gd name="T53" fmla="*/ 18 h 132"/>
                <a:gd name="T54" fmla="*/ 34 w 117"/>
                <a:gd name="T55" fmla="*/ 37 h 132"/>
                <a:gd name="T56" fmla="*/ 37 w 117"/>
                <a:gd name="T57" fmla="*/ 58 h 132"/>
                <a:gd name="T58" fmla="*/ 57 w 117"/>
                <a:gd name="T59" fmla="*/ 72 h 132"/>
                <a:gd name="T60" fmla="*/ 81 w 117"/>
                <a:gd name="T61" fmla="*/ 72 h 132"/>
                <a:gd name="T62" fmla="*/ 96 w 117"/>
                <a:gd name="T63" fmla="*/ 54 h 13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</a:cxnLst>
              <a:rect l="0" t="0" r="r" b="b"/>
              <a:pathLst>
                <a:path w="117" h="132">
                  <a:moveTo>
                    <a:pt x="1" y="84"/>
                  </a:moveTo>
                  <a:cubicBezTo>
                    <a:pt x="20" y="88"/>
                    <a:pt x="20" y="88"/>
                    <a:pt x="20" y="88"/>
                  </a:cubicBezTo>
                  <a:cubicBezTo>
                    <a:pt x="20" y="96"/>
                    <a:pt x="21" y="101"/>
                    <a:pt x="25" y="106"/>
                  </a:cubicBezTo>
                  <a:cubicBezTo>
                    <a:pt x="28" y="110"/>
                    <a:pt x="33" y="113"/>
                    <a:pt x="40" y="115"/>
                  </a:cubicBezTo>
                  <a:cubicBezTo>
                    <a:pt x="46" y="117"/>
                    <a:pt x="51" y="118"/>
                    <a:pt x="57" y="117"/>
                  </a:cubicBezTo>
                  <a:cubicBezTo>
                    <a:pt x="62" y="116"/>
                    <a:pt x="66" y="114"/>
                    <a:pt x="70" y="112"/>
                  </a:cubicBezTo>
                  <a:cubicBezTo>
                    <a:pt x="74" y="109"/>
                    <a:pt x="78" y="105"/>
                    <a:pt x="81" y="100"/>
                  </a:cubicBezTo>
                  <a:cubicBezTo>
                    <a:pt x="85" y="94"/>
                    <a:pt x="88" y="88"/>
                    <a:pt x="90" y="82"/>
                  </a:cubicBezTo>
                  <a:cubicBezTo>
                    <a:pt x="90" y="82"/>
                    <a:pt x="90" y="81"/>
                    <a:pt x="91" y="79"/>
                  </a:cubicBezTo>
                  <a:cubicBezTo>
                    <a:pt x="85" y="83"/>
                    <a:pt x="79" y="85"/>
                    <a:pt x="71" y="86"/>
                  </a:cubicBezTo>
                  <a:cubicBezTo>
                    <a:pt x="64" y="87"/>
                    <a:pt x="56" y="86"/>
                    <a:pt x="49" y="84"/>
                  </a:cubicBezTo>
                  <a:cubicBezTo>
                    <a:pt x="36" y="80"/>
                    <a:pt x="26" y="73"/>
                    <a:pt x="19" y="63"/>
                  </a:cubicBezTo>
                  <a:cubicBezTo>
                    <a:pt x="12" y="53"/>
                    <a:pt x="11" y="42"/>
                    <a:pt x="15" y="30"/>
                  </a:cubicBezTo>
                  <a:cubicBezTo>
                    <a:pt x="18" y="18"/>
                    <a:pt x="26" y="9"/>
                    <a:pt x="38" y="5"/>
                  </a:cubicBezTo>
                  <a:cubicBezTo>
                    <a:pt x="49" y="0"/>
                    <a:pt x="62" y="0"/>
                    <a:pt x="76" y="4"/>
                  </a:cubicBezTo>
                  <a:cubicBezTo>
                    <a:pt x="86" y="7"/>
                    <a:pt x="95" y="12"/>
                    <a:pt x="102" y="19"/>
                  </a:cubicBezTo>
                  <a:cubicBezTo>
                    <a:pt x="109" y="25"/>
                    <a:pt x="113" y="33"/>
                    <a:pt x="115" y="43"/>
                  </a:cubicBezTo>
                  <a:cubicBezTo>
                    <a:pt x="117" y="52"/>
                    <a:pt x="116" y="64"/>
                    <a:pt x="112" y="79"/>
                  </a:cubicBezTo>
                  <a:cubicBezTo>
                    <a:pt x="107" y="94"/>
                    <a:pt x="101" y="106"/>
                    <a:pt x="94" y="114"/>
                  </a:cubicBezTo>
                  <a:cubicBezTo>
                    <a:pt x="87" y="122"/>
                    <a:pt x="78" y="127"/>
                    <a:pt x="68" y="129"/>
                  </a:cubicBezTo>
                  <a:cubicBezTo>
                    <a:pt x="58" y="132"/>
                    <a:pt x="47" y="131"/>
                    <a:pt x="36" y="128"/>
                  </a:cubicBezTo>
                  <a:cubicBezTo>
                    <a:pt x="24" y="124"/>
                    <a:pt x="15" y="118"/>
                    <a:pt x="9" y="111"/>
                  </a:cubicBezTo>
                  <a:cubicBezTo>
                    <a:pt x="2" y="103"/>
                    <a:pt x="0" y="94"/>
                    <a:pt x="1" y="84"/>
                  </a:cubicBezTo>
                  <a:close/>
                  <a:moveTo>
                    <a:pt x="96" y="54"/>
                  </a:moveTo>
                  <a:cubicBezTo>
                    <a:pt x="98" y="45"/>
                    <a:pt x="98" y="38"/>
                    <a:pt x="93" y="31"/>
                  </a:cubicBezTo>
                  <a:cubicBezTo>
                    <a:pt x="89" y="24"/>
                    <a:pt x="83" y="19"/>
                    <a:pt x="75" y="17"/>
                  </a:cubicBezTo>
                  <a:cubicBezTo>
                    <a:pt x="66" y="14"/>
                    <a:pt x="58" y="15"/>
                    <a:pt x="50" y="18"/>
                  </a:cubicBezTo>
                  <a:cubicBezTo>
                    <a:pt x="42" y="22"/>
                    <a:pt x="37" y="28"/>
                    <a:pt x="34" y="37"/>
                  </a:cubicBezTo>
                  <a:cubicBezTo>
                    <a:pt x="32" y="44"/>
                    <a:pt x="33" y="52"/>
                    <a:pt x="37" y="58"/>
                  </a:cubicBezTo>
                  <a:cubicBezTo>
                    <a:pt x="42" y="65"/>
                    <a:pt x="48" y="70"/>
                    <a:pt x="57" y="72"/>
                  </a:cubicBezTo>
                  <a:cubicBezTo>
                    <a:pt x="66" y="75"/>
                    <a:pt x="74" y="75"/>
                    <a:pt x="81" y="72"/>
                  </a:cubicBezTo>
                  <a:cubicBezTo>
                    <a:pt x="88" y="68"/>
                    <a:pt x="93" y="63"/>
                    <a:pt x="96" y="5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43" name="ïŝļíďê"/>
            <p:cNvSpPr/>
            <p:nvPr/>
          </p:nvSpPr>
          <p:spPr bwMode="auto">
            <a:xfrm>
              <a:off x="3731115" y="3918241"/>
              <a:ext cx="115454" cy="151109"/>
            </a:xfrm>
            <a:custGeom>
              <a:avLst/>
              <a:gdLst>
                <a:gd name="T0" fmla="*/ 16 w 87"/>
                <a:gd name="T1" fmla="*/ 114 h 114"/>
                <a:gd name="T2" fmla="*/ 0 w 87"/>
                <a:gd name="T3" fmla="*/ 103 h 114"/>
                <a:gd name="T4" fmla="*/ 55 w 87"/>
                <a:gd name="T5" fmla="*/ 20 h 114"/>
                <a:gd name="T6" fmla="*/ 34 w 87"/>
                <a:gd name="T7" fmla="*/ 18 h 114"/>
                <a:gd name="T8" fmla="*/ 12 w 87"/>
                <a:gd name="T9" fmla="*/ 13 h 114"/>
                <a:gd name="T10" fmla="*/ 20 w 87"/>
                <a:gd name="T11" fmla="*/ 1 h 114"/>
                <a:gd name="T12" fmla="*/ 52 w 87"/>
                <a:gd name="T13" fmla="*/ 4 h 114"/>
                <a:gd name="T14" fmla="*/ 77 w 87"/>
                <a:gd name="T15" fmla="*/ 0 h 114"/>
                <a:gd name="T16" fmla="*/ 87 w 87"/>
                <a:gd name="T17" fmla="*/ 7 h 114"/>
                <a:gd name="T18" fmla="*/ 16 w 87"/>
                <a:gd name="T19" fmla="*/ 114 h 11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87" h="114">
                  <a:moveTo>
                    <a:pt x="16" y="114"/>
                  </a:moveTo>
                  <a:cubicBezTo>
                    <a:pt x="0" y="103"/>
                    <a:pt x="0" y="103"/>
                    <a:pt x="0" y="103"/>
                  </a:cubicBezTo>
                  <a:cubicBezTo>
                    <a:pt x="55" y="20"/>
                    <a:pt x="55" y="20"/>
                    <a:pt x="55" y="20"/>
                  </a:cubicBezTo>
                  <a:cubicBezTo>
                    <a:pt x="49" y="20"/>
                    <a:pt x="42" y="19"/>
                    <a:pt x="34" y="18"/>
                  </a:cubicBezTo>
                  <a:cubicBezTo>
                    <a:pt x="25" y="17"/>
                    <a:pt x="18" y="15"/>
                    <a:pt x="12" y="13"/>
                  </a:cubicBezTo>
                  <a:cubicBezTo>
                    <a:pt x="20" y="1"/>
                    <a:pt x="20" y="1"/>
                    <a:pt x="20" y="1"/>
                  </a:cubicBezTo>
                  <a:cubicBezTo>
                    <a:pt x="32" y="3"/>
                    <a:pt x="42" y="5"/>
                    <a:pt x="52" y="4"/>
                  </a:cubicBezTo>
                  <a:cubicBezTo>
                    <a:pt x="63" y="4"/>
                    <a:pt x="71" y="3"/>
                    <a:pt x="77" y="0"/>
                  </a:cubicBezTo>
                  <a:cubicBezTo>
                    <a:pt x="87" y="7"/>
                    <a:pt x="87" y="7"/>
                    <a:pt x="87" y="7"/>
                  </a:cubicBezTo>
                  <a:lnTo>
                    <a:pt x="16" y="114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44" name="ïšľîdê"/>
            <p:cNvSpPr/>
            <p:nvPr/>
          </p:nvSpPr>
          <p:spPr bwMode="auto">
            <a:xfrm>
              <a:off x="3720928" y="2868968"/>
              <a:ext cx="927027" cy="1069647"/>
            </a:xfrm>
            <a:custGeom>
              <a:avLst/>
              <a:gdLst>
                <a:gd name="T0" fmla="*/ 278 w 696"/>
                <a:gd name="T1" fmla="*/ 294 h 802"/>
                <a:gd name="T2" fmla="*/ 355 w 696"/>
                <a:gd name="T3" fmla="*/ 253 h 802"/>
                <a:gd name="T4" fmla="*/ 351 w 696"/>
                <a:gd name="T5" fmla="*/ 199 h 802"/>
                <a:gd name="T6" fmla="*/ 293 w 696"/>
                <a:gd name="T7" fmla="*/ 184 h 802"/>
                <a:gd name="T8" fmla="*/ 402 w 696"/>
                <a:gd name="T9" fmla="*/ 0 h 802"/>
                <a:gd name="T10" fmla="*/ 425 w 696"/>
                <a:gd name="T11" fmla="*/ 167 h 802"/>
                <a:gd name="T12" fmla="*/ 690 w 696"/>
                <a:gd name="T13" fmla="*/ 189 h 802"/>
                <a:gd name="T14" fmla="*/ 453 w 696"/>
                <a:gd name="T15" fmla="*/ 208 h 802"/>
                <a:gd name="T16" fmla="*/ 405 w 696"/>
                <a:gd name="T17" fmla="*/ 353 h 802"/>
                <a:gd name="T18" fmla="*/ 365 w 696"/>
                <a:gd name="T19" fmla="*/ 493 h 802"/>
                <a:gd name="T20" fmla="*/ 359 w 696"/>
                <a:gd name="T21" fmla="*/ 724 h 802"/>
                <a:gd name="T22" fmla="*/ 342 w 696"/>
                <a:gd name="T23" fmla="*/ 799 h 802"/>
                <a:gd name="T24" fmla="*/ 298 w 696"/>
                <a:gd name="T25" fmla="*/ 622 h 802"/>
                <a:gd name="T26" fmla="*/ 51 w 696"/>
                <a:gd name="T27" fmla="*/ 588 h 802"/>
                <a:gd name="T28" fmla="*/ 0 w 696"/>
                <a:gd name="T29" fmla="*/ 586 h 802"/>
                <a:gd name="T30" fmla="*/ 306 w 696"/>
                <a:gd name="T31" fmla="*/ 546 h 802"/>
                <a:gd name="T32" fmla="*/ 361 w 696"/>
                <a:gd name="T33" fmla="*/ 325 h 802"/>
                <a:gd name="T34" fmla="*/ 302 w 696"/>
                <a:gd name="T35" fmla="*/ 364 h 802"/>
                <a:gd name="T36" fmla="*/ 283 w 696"/>
                <a:gd name="T37" fmla="*/ 417 h 802"/>
                <a:gd name="T38" fmla="*/ 104 w 696"/>
                <a:gd name="T39" fmla="*/ 502 h 802"/>
                <a:gd name="T40" fmla="*/ 23 w 696"/>
                <a:gd name="T41" fmla="*/ 325 h 802"/>
                <a:gd name="T42" fmla="*/ 239 w 696"/>
                <a:gd name="T43" fmla="*/ 204 h 802"/>
                <a:gd name="T44" fmla="*/ 453 w 696"/>
                <a:gd name="T45" fmla="*/ 491 h 802"/>
                <a:gd name="T46" fmla="*/ 500 w 696"/>
                <a:gd name="T47" fmla="*/ 530 h 802"/>
                <a:gd name="T48" fmla="*/ 395 w 696"/>
                <a:gd name="T49" fmla="*/ 572 h 802"/>
                <a:gd name="T50" fmla="*/ 502 w 696"/>
                <a:gd name="T51" fmla="*/ 587 h 802"/>
                <a:gd name="T52" fmla="*/ 513 w 696"/>
                <a:gd name="T53" fmla="*/ 616 h 802"/>
                <a:gd name="T54" fmla="*/ 406 w 696"/>
                <a:gd name="T55" fmla="*/ 690 h 802"/>
                <a:gd name="T56" fmla="*/ 560 w 696"/>
                <a:gd name="T57" fmla="*/ 745 h 802"/>
                <a:gd name="T58" fmla="*/ 559 w 696"/>
                <a:gd name="T59" fmla="*/ 667 h 802"/>
                <a:gd name="T60" fmla="*/ 608 w 696"/>
                <a:gd name="T61" fmla="*/ 646 h 802"/>
                <a:gd name="T62" fmla="*/ 663 w 696"/>
                <a:gd name="T63" fmla="*/ 601 h 802"/>
                <a:gd name="T64" fmla="*/ 668 w 696"/>
                <a:gd name="T65" fmla="*/ 557 h 802"/>
                <a:gd name="T66" fmla="*/ 667 w 696"/>
                <a:gd name="T67" fmla="*/ 489 h 802"/>
                <a:gd name="T68" fmla="*/ 639 w 696"/>
                <a:gd name="T69" fmla="*/ 514 h 802"/>
                <a:gd name="T70" fmla="*/ 572 w 696"/>
                <a:gd name="T71" fmla="*/ 517 h 802"/>
                <a:gd name="T72" fmla="*/ 533 w 696"/>
                <a:gd name="T73" fmla="*/ 490 h 802"/>
                <a:gd name="T74" fmla="*/ 453 w 696"/>
                <a:gd name="T75" fmla="*/ 491 h 802"/>
                <a:gd name="T76" fmla="*/ 556 w 696"/>
                <a:gd name="T77" fmla="*/ 584 h 802"/>
                <a:gd name="T78" fmla="*/ 624 w 696"/>
                <a:gd name="T79" fmla="*/ 584 h 802"/>
                <a:gd name="T80" fmla="*/ 513 w 696"/>
                <a:gd name="T81" fmla="*/ 357 h 802"/>
                <a:gd name="T82" fmla="*/ 488 w 696"/>
                <a:gd name="T83" fmla="*/ 461 h 802"/>
                <a:gd name="T84" fmla="*/ 679 w 696"/>
                <a:gd name="T85" fmla="*/ 422 h 802"/>
                <a:gd name="T86" fmla="*/ 513 w 696"/>
                <a:gd name="T87" fmla="*/ 357 h 802"/>
                <a:gd name="T88" fmla="*/ 480 w 696"/>
                <a:gd name="T89" fmla="*/ 410 h 802"/>
                <a:gd name="T90" fmla="*/ 575 w 696"/>
                <a:gd name="T91" fmla="*/ 433 h 802"/>
                <a:gd name="T92" fmla="*/ 581 w 696"/>
                <a:gd name="T93" fmla="*/ 389 h 802"/>
                <a:gd name="T94" fmla="*/ 524 w 696"/>
                <a:gd name="T95" fmla="*/ 234 h 802"/>
                <a:gd name="T96" fmla="*/ 493 w 696"/>
                <a:gd name="T97" fmla="*/ 341 h 802"/>
                <a:gd name="T98" fmla="*/ 694 w 696"/>
                <a:gd name="T99" fmla="*/ 293 h 802"/>
                <a:gd name="T100" fmla="*/ 524 w 696"/>
                <a:gd name="T101" fmla="*/ 234 h 802"/>
                <a:gd name="T102" fmla="*/ 492 w 696"/>
                <a:gd name="T103" fmla="*/ 291 h 802"/>
                <a:gd name="T104" fmla="*/ 587 w 696"/>
                <a:gd name="T105" fmla="*/ 311 h 802"/>
                <a:gd name="T106" fmla="*/ 593 w 696"/>
                <a:gd name="T107" fmla="*/ 270 h 802"/>
                <a:gd name="T108" fmla="*/ 87 w 696"/>
                <a:gd name="T109" fmla="*/ 375 h 802"/>
                <a:gd name="T110" fmla="*/ 106 w 696"/>
                <a:gd name="T111" fmla="*/ 443 h 802"/>
                <a:gd name="T112" fmla="*/ 199 w 696"/>
                <a:gd name="T113" fmla="*/ 455 h 802"/>
                <a:gd name="T114" fmla="*/ 225 w 696"/>
                <a:gd name="T115" fmla="*/ 371 h 802"/>
                <a:gd name="T116" fmla="*/ 225 w 696"/>
                <a:gd name="T117" fmla="*/ 322 h 802"/>
                <a:gd name="T118" fmla="*/ 170 w 696"/>
                <a:gd name="T119" fmla="*/ 241 h 802"/>
                <a:gd name="T120" fmla="*/ 76 w 696"/>
                <a:gd name="T121" fmla="*/ 327 h 80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  <a:cxn ang="0">
                  <a:pos x="T118" y="T119"/>
                </a:cxn>
                <a:cxn ang="0">
                  <a:pos x="T120" y="T121"/>
                </a:cxn>
              </a:cxnLst>
              <a:rect l="0" t="0" r="r" b="b"/>
              <a:pathLst>
                <a:path w="696" h="802">
                  <a:moveTo>
                    <a:pt x="274" y="278"/>
                  </a:moveTo>
                  <a:cubicBezTo>
                    <a:pt x="276" y="283"/>
                    <a:pt x="277" y="289"/>
                    <a:pt x="278" y="294"/>
                  </a:cubicBezTo>
                  <a:cubicBezTo>
                    <a:pt x="285" y="301"/>
                    <a:pt x="295" y="302"/>
                    <a:pt x="309" y="295"/>
                  </a:cubicBezTo>
                  <a:cubicBezTo>
                    <a:pt x="329" y="282"/>
                    <a:pt x="343" y="268"/>
                    <a:pt x="355" y="253"/>
                  </a:cubicBezTo>
                  <a:cubicBezTo>
                    <a:pt x="367" y="234"/>
                    <a:pt x="370" y="216"/>
                    <a:pt x="362" y="197"/>
                  </a:cubicBezTo>
                  <a:cubicBezTo>
                    <a:pt x="360" y="196"/>
                    <a:pt x="356" y="196"/>
                    <a:pt x="351" y="199"/>
                  </a:cubicBezTo>
                  <a:cubicBezTo>
                    <a:pt x="343" y="204"/>
                    <a:pt x="336" y="210"/>
                    <a:pt x="328" y="216"/>
                  </a:cubicBezTo>
                  <a:cubicBezTo>
                    <a:pt x="303" y="235"/>
                    <a:pt x="269" y="211"/>
                    <a:pt x="293" y="184"/>
                  </a:cubicBezTo>
                  <a:cubicBezTo>
                    <a:pt x="293" y="184"/>
                    <a:pt x="344" y="134"/>
                    <a:pt x="366" y="113"/>
                  </a:cubicBezTo>
                  <a:cubicBezTo>
                    <a:pt x="387" y="92"/>
                    <a:pt x="402" y="0"/>
                    <a:pt x="402" y="0"/>
                  </a:cubicBezTo>
                  <a:cubicBezTo>
                    <a:pt x="434" y="7"/>
                    <a:pt x="457" y="58"/>
                    <a:pt x="394" y="131"/>
                  </a:cubicBezTo>
                  <a:cubicBezTo>
                    <a:pt x="404" y="143"/>
                    <a:pt x="415" y="155"/>
                    <a:pt x="425" y="167"/>
                  </a:cubicBezTo>
                  <a:cubicBezTo>
                    <a:pt x="477" y="161"/>
                    <a:pt x="523" y="155"/>
                    <a:pt x="572" y="155"/>
                  </a:cubicBezTo>
                  <a:cubicBezTo>
                    <a:pt x="646" y="154"/>
                    <a:pt x="682" y="167"/>
                    <a:pt x="690" y="189"/>
                  </a:cubicBezTo>
                  <a:cubicBezTo>
                    <a:pt x="696" y="206"/>
                    <a:pt x="683" y="206"/>
                    <a:pt x="669" y="206"/>
                  </a:cubicBezTo>
                  <a:cubicBezTo>
                    <a:pt x="603" y="207"/>
                    <a:pt x="530" y="208"/>
                    <a:pt x="453" y="208"/>
                  </a:cubicBezTo>
                  <a:cubicBezTo>
                    <a:pt x="437" y="208"/>
                    <a:pt x="409" y="206"/>
                    <a:pt x="409" y="235"/>
                  </a:cubicBezTo>
                  <a:cubicBezTo>
                    <a:pt x="414" y="276"/>
                    <a:pt x="414" y="311"/>
                    <a:pt x="405" y="353"/>
                  </a:cubicBezTo>
                  <a:cubicBezTo>
                    <a:pt x="399" y="380"/>
                    <a:pt x="390" y="407"/>
                    <a:pt x="377" y="441"/>
                  </a:cubicBezTo>
                  <a:cubicBezTo>
                    <a:pt x="371" y="457"/>
                    <a:pt x="366" y="476"/>
                    <a:pt x="365" y="493"/>
                  </a:cubicBezTo>
                  <a:cubicBezTo>
                    <a:pt x="364" y="503"/>
                    <a:pt x="362" y="517"/>
                    <a:pt x="360" y="527"/>
                  </a:cubicBezTo>
                  <a:cubicBezTo>
                    <a:pt x="348" y="597"/>
                    <a:pt x="349" y="662"/>
                    <a:pt x="359" y="724"/>
                  </a:cubicBezTo>
                  <a:cubicBezTo>
                    <a:pt x="364" y="759"/>
                    <a:pt x="366" y="786"/>
                    <a:pt x="357" y="796"/>
                  </a:cubicBezTo>
                  <a:cubicBezTo>
                    <a:pt x="352" y="801"/>
                    <a:pt x="348" y="802"/>
                    <a:pt x="342" y="799"/>
                  </a:cubicBezTo>
                  <a:cubicBezTo>
                    <a:pt x="325" y="790"/>
                    <a:pt x="306" y="751"/>
                    <a:pt x="304" y="726"/>
                  </a:cubicBezTo>
                  <a:cubicBezTo>
                    <a:pt x="302" y="691"/>
                    <a:pt x="300" y="657"/>
                    <a:pt x="298" y="622"/>
                  </a:cubicBezTo>
                  <a:cubicBezTo>
                    <a:pt x="299" y="603"/>
                    <a:pt x="294" y="596"/>
                    <a:pt x="278" y="595"/>
                  </a:cubicBezTo>
                  <a:cubicBezTo>
                    <a:pt x="203" y="592"/>
                    <a:pt x="127" y="591"/>
                    <a:pt x="51" y="588"/>
                  </a:cubicBezTo>
                  <a:cubicBezTo>
                    <a:pt x="31" y="587"/>
                    <a:pt x="19" y="599"/>
                    <a:pt x="7" y="614"/>
                  </a:cubicBezTo>
                  <a:cubicBezTo>
                    <a:pt x="5" y="604"/>
                    <a:pt x="3" y="595"/>
                    <a:pt x="0" y="586"/>
                  </a:cubicBezTo>
                  <a:cubicBezTo>
                    <a:pt x="23" y="569"/>
                    <a:pt x="42" y="551"/>
                    <a:pt x="75" y="551"/>
                  </a:cubicBezTo>
                  <a:cubicBezTo>
                    <a:pt x="152" y="549"/>
                    <a:pt x="229" y="548"/>
                    <a:pt x="306" y="546"/>
                  </a:cubicBezTo>
                  <a:cubicBezTo>
                    <a:pt x="315" y="507"/>
                    <a:pt x="324" y="469"/>
                    <a:pt x="333" y="430"/>
                  </a:cubicBezTo>
                  <a:cubicBezTo>
                    <a:pt x="343" y="395"/>
                    <a:pt x="352" y="360"/>
                    <a:pt x="361" y="325"/>
                  </a:cubicBezTo>
                  <a:cubicBezTo>
                    <a:pt x="358" y="321"/>
                    <a:pt x="355" y="318"/>
                    <a:pt x="352" y="314"/>
                  </a:cubicBezTo>
                  <a:cubicBezTo>
                    <a:pt x="335" y="331"/>
                    <a:pt x="319" y="347"/>
                    <a:pt x="302" y="364"/>
                  </a:cubicBezTo>
                  <a:cubicBezTo>
                    <a:pt x="296" y="377"/>
                    <a:pt x="290" y="390"/>
                    <a:pt x="284" y="403"/>
                  </a:cubicBezTo>
                  <a:cubicBezTo>
                    <a:pt x="284" y="408"/>
                    <a:pt x="284" y="412"/>
                    <a:pt x="283" y="417"/>
                  </a:cubicBezTo>
                  <a:cubicBezTo>
                    <a:pt x="276" y="474"/>
                    <a:pt x="259" y="498"/>
                    <a:pt x="217" y="504"/>
                  </a:cubicBezTo>
                  <a:cubicBezTo>
                    <a:pt x="180" y="509"/>
                    <a:pt x="144" y="506"/>
                    <a:pt x="104" y="502"/>
                  </a:cubicBezTo>
                  <a:cubicBezTo>
                    <a:pt x="61" y="497"/>
                    <a:pt x="37" y="466"/>
                    <a:pt x="28" y="425"/>
                  </a:cubicBezTo>
                  <a:cubicBezTo>
                    <a:pt x="21" y="390"/>
                    <a:pt x="23" y="359"/>
                    <a:pt x="23" y="325"/>
                  </a:cubicBezTo>
                  <a:cubicBezTo>
                    <a:pt x="23" y="292"/>
                    <a:pt x="60" y="214"/>
                    <a:pt x="108" y="199"/>
                  </a:cubicBezTo>
                  <a:cubicBezTo>
                    <a:pt x="152" y="185"/>
                    <a:pt x="207" y="180"/>
                    <a:pt x="239" y="204"/>
                  </a:cubicBezTo>
                  <a:cubicBezTo>
                    <a:pt x="252" y="216"/>
                    <a:pt x="266" y="242"/>
                    <a:pt x="274" y="278"/>
                  </a:cubicBezTo>
                  <a:close/>
                  <a:moveTo>
                    <a:pt x="453" y="491"/>
                  </a:moveTo>
                  <a:cubicBezTo>
                    <a:pt x="439" y="497"/>
                    <a:pt x="428" y="508"/>
                    <a:pt x="427" y="515"/>
                  </a:cubicBezTo>
                  <a:cubicBezTo>
                    <a:pt x="420" y="536"/>
                    <a:pt x="464" y="528"/>
                    <a:pt x="500" y="530"/>
                  </a:cubicBezTo>
                  <a:cubicBezTo>
                    <a:pt x="521" y="530"/>
                    <a:pt x="531" y="547"/>
                    <a:pt x="507" y="556"/>
                  </a:cubicBezTo>
                  <a:cubicBezTo>
                    <a:pt x="470" y="561"/>
                    <a:pt x="432" y="567"/>
                    <a:pt x="395" y="572"/>
                  </a:cubicBezTo>
                  <a:cubicBezTo>
                    <a:pt x="377" y="574"/>
                    <a:pt x="362" y="604"/>
                    <a:pt x="390" y="606"/>
                  </a:cubicBezTo>
                  <a:cubicBezTo>
                    <a:pt x="411" y="607"/>
                    <a:pt x="457" y="597"/>
                    <a:pt x="502" y="587"/>
                  </a:cubicBezTo>
                  <a:cubicBezTo>
                    <a:pt x="507" y="586"/>
                    <a:pt x="513" y="587"/>
                    <a:pt x="514" y="592"/>
                  </a:cubicBezTo>
                  <a:cubicBezTo>
                    <a:pt x="515" y="601"/>
                    <a:pt x="514" y="610"/>
                    <a:pt x="513" y="616"/>
                  </a:cubicBezTo>
                  <a:cubicBezTo>
                    <a:pt x="493" y="622"/>
                    <a:pt x="405" y="655"/>
                    <a:pt x="387" y="662"/>
                  </a:cubicBezTo>
                  <a:cubicBezTo>
                    <a:pt x="372" y="668"/>
                    <a:pt x="368" y="692"/>
                    <a:pt x="406" y="690"/>
                  </a:cubicBezTo>
                  <a:cubicBezTo>
                    <a:pt x="439" y="686"/>
                    <a:pt x="476" y="675"/>
                    <a:pt x="514" y="663"/>
                  </a:cubicBezTo>
                  <a:cubicBezTo>
                    <a:pt x="520" y="699"/>
                    <a:pt x="533" y="726"/>
                    <a:pt x="560" y="745"/>
                  </a:cubicBezTo>
                  <a:cubicBezTo>
                    <a:pt x="574" y="751"/>
                    <a:pt x="585" y="748"/>
                    <a:pt x="582" y="722"/>
                  </a:cubicBezTo>
                  <a:cubicBezTo>
                    <a:pt x="568" y="693"/>
                    <a:pt x="560" y="678"/>
                    <a:pt x="559" y="667"/>
                  </a:cubicBezTo>
                  <a:cubicBezTo>
                    <a:pt x="556" y="654"/>
                    <a:pt x="561" y="648"/>
                    <a:pt x="576" y="648"/>
                  </a:cubicBezTo>
                  <a:cubicBezTo>
                    <a:pt x="587" y="647"/>
                    <a:pt x="598" y="647"/>
                    <a:pt x="608" y="646"/>
                  </a:cubicBezTo>
                  <a:cubicBezTo>
                    <a:pt x="614" y="647"/>
                    <a:pt x="621" y="646"/>
                    <a:pt x="627" y="642"/>
                  </a:cubicBezTo>
                  <a:cubicBezTo>
                    <a:pt x="637" y="635"/>
                    <a:pt x="658" y="610"/>
                    <a:pt x="663" y="601"/>
                  </a:cubicBezTo>
                  <a:cubicBezTo>
                    <a:pt x="664" y="589"/>
                    <a:pt x="662" y="586"/>
                    <a:pt x="663" y="575"/>
                  </a:cubicBezTo>
                  <a:cubicBezTo>
                    <a:pt x="664" y="569"/>
                    <a:pt x="665" y="563"/>
                    <a:pt x="668" y="557"/>
                  </a:cubicBezTo>
                  <a:cubicBezTo>
                    <a:pt x="670" y="553"/>
                    <a:pt x="674" y="552"/>
                    <a:pt x="675" y="546"/>
                  </a:cubicBezTo>
                  <a:cubicBezTo>
                    <a:pt x="670" y="528"/>
                    <a:pt x="669" y="509"/>
                    <a:pt x="667" y="489"/>
                  </a:cubicBezTo>
                  <a:cubicBezTo>
                    <a:pt x="664" y="473"/>
                    <a:pt x="643" y="474"/>
                    <a:pt x="640" y="487"/>
                  </a:cubicBezTo>
                  <a:cubicBezTo>
                    <a:pt x="639" y="496"/>
                    <a:pt x="640" y="505"/>
                    <a:pt x="639" y="514"/>
                  </a:cubicBezTo>
                  <a:cubicBezTo>
                    <a:pt x="635" y="536"/>
                    <a:pt x="618" y="537"/>
                    <a:pt x="603" y="537"/>
                  </a:cubicBezTo>
                  <a:cubicBezTo>
                    <a:pt x="590" y="537"/>
                    <a:pt x="562" y="537"/>
                    <a:pt x="572" y="517"/>
                  </a:cubicBezTo>
                  <a:cubicBezTo>
                    <a:pt x="585" y="498"/>
                    <a:pt x="581" y="483"/>
                    <a:pt x="561" y="485"/>
                  </a:cubicBezTo>
                  <a:cubicBezTo>
                    <a:pt x="552" y="486"/>
                    <a:pt x="543" y="489"/>
                    <a:pt x="533" y="490"/>
                  </a:cubicBezTo>
                  <a:cubicBezTo>
                    <a:pt x="522" y="491"/>
                    <a:pt x="492" y="486"/>
                    <a:pt x="475" y="487"/>
                  </a:cubicBezTo>
                  <a:cubicBezTo>
                    <a:pt x="466" y="487"/>
                    <a:pt x="464" y="486"/>
                    <a:pt x="453" y="491"/>
                  </a:cubicBezTo>
                  <a:close/>
                  <a:moveTo>
                    <a:pt x="591" y="563"/>
                  </a:moveTo>
                  <a:cubicBezTo>
                    <a:pt x="572" y="563"/>
                    <a:pt x="559" y="573"/>
                    <a:pt x="556" y="584"/>
                  </a:cubicBezTo>
                  <a:cubicBezTo>
                    <a:pt x="553" y="597"/>
                    <a:pt x="563" y="607"/>
                    <a:pt x="591" y="603"/>
                  </a:cubicBezTo>
                  <a:cubicBezTo>
                    <a:pt x="615" y="600"/>
                    <a:pt x="623" y="596"/>
                    <a:pt x="624" y="584"/>
                  </a:cubicBezTo>
                  <a:cubicBezTo>
                    <a:pt x="624" y="569"/>
                    <a:pt x="610" y="563"/>
                    <a:pt x="591" y="563"/>
                  </a:cubicBezTo>
                  <a:close/>
                  <a:moveTo>
                    <a:pt x="513" y="357"/>
                  </a:moveTo>
                  <a:cubicBezTo>
                    <a:pt x="468" y="353"/>
                    <a:pt x="427" y="380"/>
                    <a:pt x="427" y="411"/>
                  </a:cubicBezTo>
                  <a:cubicBezTo>
                    <a:pt x="426" y="438"/>
                    <a:pt x="447" y="455"/>
                    <a:pt x="488" y="461"/>
                  </a:cubicBezTo>
                  <a:cubicBezTo>
                    <a:pt x="533" y="467"/>
                    <a:pt x="560" y="469"/>
                    <a:pt x="604" y="470"/>
                  </a:cubicBezTo>
                  <a:cubicBezTo>
                    <a:pt x="640" y="470"/>
                    <a:pt x="678" y="453"/>
                    <a:pt x="679" y="422"/>
                  </a:cubicBezTo>
                  <a:cubicBezTo>
                    <a:pt x="681" y="376"/>
                    <a:pt x="647" y="365"/>
                    <a:pt x="603" y="361"/>
                  </a:cubicBezTo>
                  <a:cubicBezTo>
                    <a:pt x="603" y="361"/>
                    <a:pt x="513" y="357"/>
                    <a:pt x="513" y="357"/>
                  </a:cubicBezTo>
                  <a:close/>
                  <a:moveTo>
                    <a:pt x="530" y="389"/>
                  </a:moveTo>
                  <a:cubicBezTo>
                    <a:pt x="488" y="388"/>
                    <a:pt x="480" y="399"/>
                    <a:pt x="480" y="410"/>
                  </a:cubicBezTo>
                  <a:cubicBezTo>
                    <a:pt x="479" y="420"/>
                    <a:pt x="490" y="427"/>
                    <a:pt x="513" y="430"/>
                  </a:cubicBezTo>
                  <a:cubicBezTo>
                    <a:pt x="537" y="433"/>
                    <a:pt x="550" y="434"/>
                    <a:pt x="575" y="433"/>
                  </a:cubicBezTo>
                  <a:cubicBezTo>
                    <a:pt x="595" y="433"/>
                    <a:pt x="637" y="425"/>
                    <a:pt x="638" y="410"/>
                  </a:cubicBezTo>
                  <a:cubicBezTo>
                    <a:pt x="640" y="392"/>
                    <a:pt x="605" y="390"/>
                    <a:pt x="581" y="389"/>
                  </a:cubicBezTo>
                  <a:cubicBezTo>
                    <a:pt x="581" y="389"/>
                    <a:pt x="530" y="389"/>
                    <a:pt x="530" y="389"/>
                  </a:cubicBezTo>
                  <a:close/>
                  <a:moveTo>
                    <a:pt x="524" y="234"/>
                  </a:moveTo>
                  <a:cubicBezTo>
                    <a:pt x="462" y="235"/>
                    <a:pt x="439" y="261"/>
                    <a:pt x="438" y="292"/>
                  </a:cubicBezTo>
                  <a:cubicBezTo>
                    <a:pt x="437" y="319"/>
                    <a:pt x="452" y="337"/>
                    <a:pt x="493" y="341"/>
                  </a:cubicBezTo>
                  <a:cubicBezTo>
                    <a:pt x="537" y="341"/>
                    <a:pt x="582" y="342"/>
                    <a:pt x="626" y="341"/>
                  </a:cubicBezTo>
                  <a:cubicBezTo>
                    <a:pt x="662" y="340"/>
                    <a:pt x="694" y="324"/>
                    <a:pt x="694" y="293"/>
                  </a:cubicBezTo>
                  <a:cubicBezTo>
                    <a:pt x="694" y="244"/>
                    <a:pt x="658" y="237"/>
                    <a:pt x="615" y="235"/>
                  </a:cubicBezTo>
                  <a:cubicBezTo>
                    <a:pt x="615" y="235"/>
                    <a:pt x="525" y="235"/>
                    <a:pt x="524" y="234"/>
                  </a:cubicBezTo>
                  <a:close/>
                  <a:moveTo>
                    <a:pt x="543" y="270"/>
                  </a:moveTo>
                  <a:cubicBezTo>
                    <a:pt x="501" y="269"/>
                    <a:pt x="493" y="280"/>
                    <a:pt x="492" y="291"/>
                  </a:cubicBezTo>
                  <a:cubicBezTo>
                    <a:pt x="492" y="301"/>
                    <a:pt x="502" y="310"/>
                    <a:pt x="525" y="311"/>
                  </a:cubicBezTo>
                  <a:cubicBezTo>
                    <a:pt x="550" y="311"/>
                    <a:pt x="562" y="311"/>
                    <a:pt x="587" y="311"/>
                  </a:cubicBezTo>
                  <a:cubicBezTo>
                    <a:pt x="607" y="311"/>
                    <a:pt x="635" y="299"/>
                    <a:pt x="635" y="288"/>
                  </a:cubicBezTo>
                  <a:cubicBezTo>
                    <a:pt x="635" y="270"/>
                    <a:pt x="618" y="271"/>
                    <a:pt x="593" y="270"/>
                  </a:cubicBezTo>
                  <a:cubicBezTo>
                    <a:pt x="593" y="270"/>
                    <a:pt x="543" y="270"/>
                    <a:pt x="543" y="270"/>
                  </a:cubicBezTo>
                  <a:close/>
                  <a:moveTo>
                    <a:pt x="87" y="375"/>
                  </a:moveTo>
                  <a:cubicBezTo>
                    <a:pt x="73" y="376"/>
                    <a:pt x="70" y="379"/>
                    <a:pt x="72" y="390"/>
                  </a:cubicBezTo>
                  <a:cubicBezTo>
                    <a:pt x="80" y="408"/>
                    <a:pt x="86" y="428"/>
                    <a:pt x="106" y="443"/>
                  </a:cubicBezTo>
                  <a:cubicBezTo>
                    <a:pt x="123" y="456"/>
                    <a:pt x="134" y="458"/>
                    <a:pt x="155" y="458"/>
                  </a:cubicBezTo>
                  <a:cubicBezTo>
                    <a:pt x="174" y="458"/>
                    <a:pt x="187" y="457"/>
                    <a:pt x="199" y="455"/>
                  </a:cubicBezTo>
                  <a:cubicBezTo>
                    <a:pt x="213" y="452"/>
                    <a:pt x="224" y="442"/>
                    <a:pt x="227" y="425"/>
                  </a:cubicBezTo>
                  <a:cubicBezTo>
                    <a:pt x="229" y="407"/>
                    <a:pt x="228" y="382"/>
                    <a:pt x="225" y="371"/>
                  </a:cubicBezTo>
                  <a:cubicBezTo>
                    <a:pt x="177" y="372"/>
                    <a:pt x="135" y="373"/>
                    <a:pt x="87" y="375"/>
                  </a:cubicBezTo>
                  <a:close/>
                  <a:moveTo>
                    <a:pt x="225" y="322"/>
                  </a:moveTo>
                  <a:cubicBezTo>
                    <a:pt x="225" y="307"/>
                    <a:pt x="225" y="298"/>
                    <a:pt x="224" y="283"/>
                  </a:cubicBezTo>
                  <a:cubicBezTo>
                    <a:pt x="222" y="255"/>
                    <a:pt x="195" y="240"/>
                    <a:pt x="170" y="241"/>
                  </a:cubicBezTo>
                  <a:cubicBezTo>
                    <a:pt x="132" y="241"/>
                    <a:pt x="98" y="248"/>
                    <a:pt x="88" y="269"/>
                  </a:cubicBezTo>
                  <a:cubicBezTo>
                    <a:pt x="80" y="286"/>
                    <a:pt x="76" y="303"/>
                    <a:pt x="76" y="327"/>
                  </a:cubicBezTo>
                  <a:cubicBezTo>
                    <a:pt x="127" y="323"/>
                    <a:pt x="176" y="321"/>
                    <a:pt x="225" y="322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grpSp>
          <p:nvGrpSpPr>
            <p:cNvPr id="45" name="îsľïde"/>
            <p:cNvGrpSpPr/>
            <p:nvPr/>
          </p:nvGrpSpPr>
          <p:grpSpPr>
            <a:xfrm>
              <a:off x="5491155" y="3891242"/>
              <a:ext cx="3281937" cy="380319"/>
              <a:chOff x="5459413" y="4016376"/>
              <a:chExt cx="3068637" cy="355601"/>
            </a:xfrm>
            <a:grpFill/>
          </p:grpSpPr>
          <p:sp>
            <p:nvSpPr>
              <p:cNvPr id="59" name="îsļiḋê"/>
              <p:cNvSpPr/>
              <p:nvPr/>
            </p:nvSpPr>
            <p:spPr bwMode="auto">
              <a:xfrm>
                <a:off x="5459413" y="4022726"/>
                <a:ext cx="236537" cy="284163"/>
              </a:xfrm>
              <a:custGeom>
                <a:avLst/>
                <a:gdLst>
                  <a:gd name="T0" fmla="*/ 43 w 45"/>
                  <a:gd name="T1" fmla="*/ 13 h 52"/>
                  <a:gd name="T2" fmla="*/ 26 w 45"/>
                  <a:gd name="T3" fmla="*/ 2 h 52"/>
                  <a:gd name="T4" fmla="*/ 23 w 45"/>
                  <a:gd name="T5" fmla="*/ 2 h 52"/>
                  <a:gd name="T6" fmla="*/ 16 w 45"/>
                  <a:gd name="T7" fmla="*/ 8 h 52"/>
                  <a:gd name="T8" fmla="*/ 16 w 45"/>
                  <a:gd name="T9" fmla="*/ 24 h 52"/>
                  <a:gd name="T10" fmla="*/ 23 w 45"/>
                  <a:gd name="T11" fmla="*/ 24 h 52"/>
                  <a:gd name="T12" fmla="*/ 31 w 45"/>
                  <a:gd name="T13" fmla="*/ 17 h 52"/>
                  <a:gd name="T14" fmla="*/ 31 w 45"/>
                  <a:gd name="T15" fmla="*/ 15 h 52"/>
                  <a:gd name="T16" fmla="*/ 33 w 45"/>
                  <a:gd name="T17" fmla="*/ 15 h 52"/>
                  <a:gd name="T18" fmla="*/ 33 w 45"/>
                  <a:gd name="T19" fmla="*/ 36 h 52"/>
                  <a:gd name="T20" fmla="*/ 31 w 45"/>
                  <a:gd name="T21" fmla="*/ 36 h 52"/>
                  <a:gd name="T22" fmla="*/ 31 w 45"/>
                  <a:gd name="T23" fmla="*/ 34 h 52"/>
                  <a:gd name="T24" fmla="*/ 24 w 45"/>
                  <a:gd name="T25" fmla="*/ 26 h 52"/>
                  <a:gd name="T26" fmla="*/ 16 w 45"/>
                  <a:gd name="T27" fmla="*/ 26 h 52"/>
                  <a:gd name="T28" fmla="*/ 16 w 45"/>
                  <a:gd name="T29" fmla="*/ 45 h 52"/>
                  <a:gd name="T30" fmla="*/ 21 w 45"/>
                  <a:gd name="T31" fmla="*/ 50 h 52"/>
                  <a:gd name="T32" fmla="*/ 25 w 45"/>
                  <a:gd name="T33" fmla="*/ 50 h 52"/>
                  <a:gd name="T34" fmla="*/ 25 w 45"/>
                  <a:gd name="T35" fmla="*/ 52 h 52"/>
                  <a:gd name="T36" fmla="*/ 0 w 45"/>
                  <a:gd name="T37" fmla="*/ 52 h 52"/>
                  <a:gd name="T38" fmla="*/ 0 w 45"/>
                  <a:gd name="T39" fmla="*/ 50 h 52"/>
                  <a:gd name="T40" fmla="*/ 3 w 45"/>
                  <a:gd name="T41" fmla="*/ 50 h 52"/>
                  <a:gd name="T42" fmla="*/ 8 w 45"/>
                  <a:gd name="T43" fmla="*/ 45 h 52"/>
                  <a:gd name="T44" fmla="*/ 8 w 45"/>
                  <a:gd name="T45" fmla="*/ 8 h 52"/>
                  <a:gd name="T46" fmla="*/ 2 w 45"/>
                  <a:gd name="T47" fmla="*/ 2 h 52"/>
                  <a:gd name="T48" fmla="*/ 0 w 45"/>
                  <a:gd name="T49" fmla="*/ 2 h 52"/>
                  <a:gd name="T50" fmla="*/ 0 w 45"/>
                  <a:gd name="T51" fmla="*/ 0 h 52"/>
                  <a:gd name="T52" fmla="*/ 41 w 45"/>
                  <a:gd name="T53" fmla="*/ 0 h 52"/>
                  <a:gd name="T54" fmla="*/ 45 w 45"/>
                  <a:gd name="T55" fmla="*/ 12 h 52"/>
                  <a:gd name="T56" fmla="*/ 43 w 45"/>
                  <a:gd name="T57" fmla="*/ 13 h 5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</a:cxnLst>
                <a:rect l="0" t="0" r="r" b="b"/>
                <a:pathLst>
                  <a:path w="45" h="52">
                    <a:moveTo>
                      <a:pt x="43" y="13"/>
                    </a:moveTo>
                    <a:cubicBezTo>
                      <a:pt x="41" y="9"/>
                      <a:pt x="37" y="2"/>
                      <a:pt x="26" y="2"/>
                    </a:cubicBezTo>
                    <a:cubicBezTo>
                      <a:pt x="23" y="2"/>
                      <a:pt x="23" y="2"/>
                      <a:pt x="23" y="2"/>
                    </a:cubicBezTo>
                    <a:cubicBezTo>
                      <a:pt x="19" y="2"/>
                      <a:pt x="16" y="4"/>
                      <a:pt x="16" y="8"/>
                    </a:cubicBezTo>
                    <a:cubicBezTo>
                      <a:pt x="16" y="24"/>
                      <a:pt x="16" y="24"/>
                      <a:pt x="16" y="24"/>
                    </a:cubicBezTo>
                    <a:cubicBezTo>
                      <a:pt x="23" y="24"/>
                      <a:pt x="23" y="24"/>
                      <a:pt x="23" y="24"/>
                    </a:cubicBezTo>
                    <a:cubicBezTo>
                      <a:pt x="27" y="24"/>
                      <a:pt x="31" y="21"/>
                      <a:pt x="31" y="17"/>
                    </a:cubicBezTo>
                    <a:cubicBezTo>
                      <a:pt x="31" y="15"/>
                      <a:pt x="31" y="15"/>
                      <a:pt x="31" y="15"/>
                    </a:cubicBezTo>
                    <a:cubicBezTo>
                      <a:pt x="33" y="15"/>
                      <a:pt x="33" y="15"/>
                      <a:pt x="33" y="15"/>
                    </a:cubicBezTo>
                    <a:cubicBezTo>
                      <a:pt x="33" y="36"/>
                      <a:pt x="33" y="36"/>
                      <a:pt x="33" y="36"/>
                    </a:cubicBezTo>
                    <a:cubicBezTo>
                      <a:pt x="31" y="36"/>
                      <a:pt x="31" y="36"/>
                      <a:pt x="31" y="36"/>
                    </a:cubicBezTo>
                    <a:cubicBezTo>
                      <a:pt x="31" y="34"/>
                      <a:pt x="31" y="34"/>
                      <a:pt x="31" y="34"/>
                    </a:cubicBezTo>
                    <a:cubicBezTo>
                      <a:pt x="31" y="31"/>
                      <a:pt x="28" y="26"/>
                      <a:pt x="24" y="26"/>
                    </a:cubicBezTo>
                    <a:cubicBezTo>
                      <a:pt x="16" y="26"/>
                      <a:pt x="16" y="26"/>
                      <a:pt x="16" y="26"/>
                    </a:cubicBezTo>
                    <a:cubicBezTo>
                      <a:pt x="16" y="45"/>
                      <a:pt x="16" y="45"/>
                      <a:pt x="16" y="45"/>
                    </a:cubicBezTo>
                    <a:cubicBezTo>
                      <a:pt x="16" y="48"/>
                      <a:pt x="18" y="50"/>
                      <a:pt x="21" y="50"/>
                    </a:cubicBezTo>
                    <a:cubicBezTo>
                      <a:pt x="25" y="50"/>
                      <a:pt x="25" y="50"/>
                      <a:pt x="25" y="50"/>
                    </a:cubicBezTo>
                    <a:cubicBezTo>
                      <a:pt x="25" y="52"/>
                      <a:pt x="25" y="52"/>
                      <a:pt x="25" y="52"/>
                    </a:cubicBezTo>
                    <a:cubicBezTo>
                      <a:pt x="0" y="52"/>
                      <a:pt x="0" y="52"/>
                      <a:pt x="0" y="52"/>
                    </a:cubicBezTo>
                    <a:cubicBezTo>
                      <a:pt x="0" y="50"/>
                      <a:pt x="0" y="50"/>
                      <a:pt x="0" y="50"/>
                    </a:cubicBezTo>
                    <a:cubicBezTo>
                      <a:pt x="3" y="50"/>
                      <a:pt x="3" y="50"/>
                      <a:pt x="3" y="50"/>
                    </a:cubicBezTo>
                    <a:cubicBezTo>
                      <a:pt x="6" y="50"/>
                      <a:pt x="8" y="49"/>
                      <a:pt x="8" y="45"/>
                    </a:cubicBezTo>
                    <a:cubicBezTo>
                      <a:pt x="8" y="8"/>
                      <a:pt x="8" y="8"/>
                      <a:pt x="8" y="8"/>
                    </a:cubicBezTo>
                    <a:cubicBezTo>
                      <a:pt x="8" y="5"/>
                      <a:pt x="6" y="2"/>
                      <a:pt x="2" y="2"/>
                    </a:cubicBezTo>
                    <a:cubicBezTo>
                      <a:pt x="0" y="2"/>
                      <a:pt x="0" y="2"/>
                      <a:pt x="0" y="2"/>
                    </a:cubicBezTo>
                    <a:cubicBezTo>
                      <a:pt x="0" y="0"/>
                      <a:pt x="0" y="0"/>
                      <a:pt x="0" y="0"/>
                    </a:cubicBezTo>
                    <a:cubicBezTo>
                      <a:pt x="41" y="0"/>
                      <a:pt x="41" y="0"/>
                      <a:pt x="41" y="0"/>
                    </a:cubicBezTo>
                    <a:cubicBezTo>
                      <a:pt x="45" y="12"/>
                      <a:pt x="45" y="12"/>
                      <a:pt x="45" y="12"/>
                    </a:cubicBezTo>
                    <a:lnTo>
                      <a:pt x="43" y="13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60" name="íš1îḓe"/>
              <p:cNvSpPr/>
              <p:nvPr/>
            </p:nvSpPr>
            <p:spPr bwMode="auto">
              <a:xfrm>
                <a:off x="5716588" y="4114801"/>
                <a:ext cx="193675" cy="201613"/>
              </a:xfrm>
              <a:custGeom>
                <a:avLst/>
                <a:gdLst>
                  <a:gd name="T0" fmla="*/ 0 w 37"/>
                  <a:gd name="T1" fmla="*/ 3 h 37"/>
                  <a:gd name="T2" fmla="*/ 12 w 37"/>
                  <a:gd name="T3" fmla="*/ 0 h 37"/>
                  <a:gd name="T4" fmla="*/ 12 w 37"/>
                  <a:gd name="T5" fmla="*/ 25 h 37"/>
                  <a:gd name="T6" fmla="*/ 18 w 37"/>
                  <a:gd name="T7" fmla="*/ 32 h 37"/>
                  <a:gd name="T8" fmla="*/ 24 w 37"/>
                  <a:gd name="T9" fmla="*/ 28 h 37"/>
                  <a:gd name="T10" fmla="*/ 24 w 37"/>
                  <a:gd name="T11" fmla="*/ 7 h 37"/>
                  <a:gd name="T12" fmla="*/ 22 w 37"/>
                  <a:gd name="T13" fmla="*/ 4 h 37"/>
                  <a:gd name="T14" fmla="*/ 19 w 37"/>
                  <a:gd name="T15" fmla="*/ 4 h 37"/>
                  <a:gd name="T16" fmla="*/ 19 w 37"/>
                  <a:gd name="T17" fmla="*/ 3 h 37"/>
                  <a:gd name="T18" fmla="*/ 32 w 37"/>
                  <a:gd name="T19" fmla="*/ 0 h 37"/>
                  <a:gd name="T20" fmla="*/ 32 w 37"/>
                  <a:gd name="T21" fmla="*/ 29 h 37"/>
                  <a:gd name="T22" fmla="*/ 35 w 37"/>
                  <a:gd name="T23" fmla="*/ 33 h 37"/>
                  <a:gd name="T24" fmla="*/ 37 w 37"/>
                  <a:gd name="T25" fmla="*/ 33 h 37"/>
                  <a:gd name="T26" fmla="*/ 37 w 37"/>
                  <a:gd name="T27" fmla="*/ 35 h 37"/>
                  <a:gd name="T28" fmla="*/ 24 w 37"/>
                  <a:gd name="T29" fmla="*/ 35 h 37"/>
                  <a:gd name="T30" fmla="*/ 24 w 37"/>
                  <a:gd name="T31" fmla="*/ 31 h 37"/>
                  <a:gd name="T32" fmla="*/ 15 w 37"/>
                  <a:gd name="T33" fmla="*/ 37 h 37"/>
                  <a:gd name="T34" fmla="*/ 5 w 37"/>
                  <a:gd name="T35" fmla="*/ 26 h 37"/>
                  <a:gd name="T36" fmla="*/ 5 w 37"/>
                  <a:gd name="T37" fmla="*/ 7 h 37"/>
                  <a:gd name="T38" fmla="*/ 2 w 37"/>
                  <a:gd name="T39" fmla="*/ 4 h 37"/>
                  <a:gd name="T40" fmla="*/ 0 w 37"/>
                  <a:gd name="T41" fmla="*/ 4 h 37"/>
                  <a:gd name="T42" fmla="*/ 0 w 37"/>
                  <a:gd name="T43" fmla="*/ 3 h 3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</a:cxnLst>
                <a:rect l="0" t="0" r="r" b="b"/>
                <a:pathLst>
                  <a:path w="37" h="37">
                    <a:moveTo>
                      <a:pt x="0" y="3"/>
                    </a:moveTo>
                    <a:cubicBezTo>
                      <a:pt x="12" y="0"/>
                      <a:pt x="12" y="0"/>
                      <a:pt x="12" y="0"/>
                    </a:cubicBezTo>
                    <a:cubicBezTo>
                      <a:pt x="12" y="25"/>
                      <a:pt x="12" y="25"/>
                      <a:pt x="12" y="25"/>
                    </a:cubicBezTo>
                    <a:cubicBezTo>
                      <a:pt x="12" y="28"/>
                      <a:pt x="14" y="32"/>
                      <a:pt x="18" y="32"/>
                    </a:cubicBezTo>
                    <a:cubicBezTo>
                      <a:pt x="21" y="32"/>
                      <a:pt x="23" y="30"/>
                      <a:pt x="24" y="28"/>
                    </a:cubicBezTo>
                    <a:cubicBezTo>
                      <a:pt x="24" y="7"/>
                      <a:pt x="24" y="7"/>
                      <a:pt x="24" y="7"/>
                    </a:cubicBezTo>
                    <a:cubicBezTo>
                      <a:pt x="24" y="5"/>
                      <a:pt x="24" y="4"/>
                      <a:pt x="22" y="4"/>
                    </a:cubicBezTo>
                    <a:cubicBezTo>
                      <a:pt x="21" y="4"/>
                      <a:pt x="20" y="4"/>
                      <a:pt x="19" y="4"/>
                    </a:cubicBezTo>
                    <a:cubicBezTo>
                      <a:pt x="19" y="3"/>
                      <a:pt x="19" y="3"/>
                      <a:pt x="19" y="3"/>
                    </a:cubicBezTo>
                    <a:cubicBezTo>
                      <a:pt x="32" y="0"/>
                      <a:pt x="32" y="0"/>
                      <a:pt x="32" y="0"/>
                    </a:cubicBezTo>
                    <a:cubicBezTo>
                      <a:pt x="32" y="29"/>
                      <a:pt x="32" y="29"/>
                      <a:pt x="32" y="29"/>
                    </a:cubicBezTo>
                    <a:cubicBezTo>
                      <a:pt x="32" y="32"/>
                      <a:pt x="33" y="33"/>
                      <a:pt x="35" y="33"/>
                    </a:cubicBezTo>
                    <a:cubicBezTo>
                      <a:pt x="37" y="33"/>
                      <a:pt x="37" y="33"/>
                      <a:pt x="37" y="33"/>
                    </a:cubicBezTo>
                    <a:cubicBezTo>
                      <a:pt x="37" y="35"/>
                      <a:pt x="37" y="35"/>
                      <a:pt x="37" y="35"/>
                    </a:cubicBezTo>
                    <a:cubicBezTo>
                      <a:pt x="24" y="35"/>
                      <a:pt x="24" y="35"/>
                      <a:pt x="24" y="35"/>
                    </a:cubicBezTo>
                    <a:cubicBezTo>
                      <a:pt x="24" y="31"/>
                      <a:pt x="24" y="31"/>
                      <a:pt x="24" y="31"/>
                    </a:cubicBezTo>
                    <a:cubicBezTo>
                      <a:pt x="23" y="33"/>
                      <a:pt x="20" y="37"/>
                      <a:pt x="15" y="37"/>
                    </a:cubicBezTo>
                    <a:cubicBezTo>
                      <a:pt x="10" y="37"/>
                      <a:pt x="5" y="34"/>
                      <a:pt x="5" y="26"/>
                    </a:cubicBezTo>
                    <a:cubicBezTo>
                      <a:pt x="5" y="7"/>
                      <a:pt x="5" y="7"/>
                      <a:pt x="5" y="7"/>
                    </a:cubicBezTo>
                    <a:cubicBezTo>
                      <a:pt x="5" y="6"/>
                      <a:pt x="4" y="4"/>
                      <a:pt x="2" y="4"/>
                    </a:cubicBezTo>
                    <a:cubicBezTo>
                      <a:pt x="2" y="4"/>
                      <a:pt x="1" y="4"/>
                      <a:pt x="0" y="4"/>
                    </a:cubicBezTo>
                    <a:lnTo>
                      <a:pt x="0" y="3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61" name="iš1iďe"/>
              <p:cNvSpPr/>
              <p:nvPr/>
            </p:nvSpPr>
            <p:spPr bwMode="auto">
              <a:xfrm>
                <a:off x="5937250" y="4016376"/>
                <a:ext cx="193675" cy="300038"/>
              </a:xfrm>
              <a:custGeom>
                <a:avLst/>
                <a:gdLst>
                  <a:gd name="T0" fmla="*/ 23 w 37"/>
                  <a:gd name="T1" fmla="*/ 53 h 55"/>
                  <a:gd name="T2" fmla="*/ 23 w 37"/>
                  <a:gd name="T3" fmla="*/ 50 h 55"/>
                  <a:gd name="T4" fmla="*/ 14 w 37"/>
                  <a:gd name="T5" fmla="*/ 55 h 55"/>
                  <a:gd name="T6" fmla="*/ 0 w 37"/>
                  <a:gd name="T7" fmla="*/ 36 h 55"/>
                  <a:gd name="T8" fmla="*/ 15 w 37"/>
                  <a:gd name="T9" fmla="*/ 18 h 55"/>
                  <a:gd name="T10" fmla="*/ 23 w 37"/>
                  <a:gd name="T11" fmla="*/ 21 h 55"/>
                  <a:gd name="T12" fmla="*/ 23 w 37"/>
                  <a:gd name="T13" fmla="*/ 7 h 55"/>
                  <a:gd name="T14" fmla="*/ 20 w 37"/>
                  <a:gd name="T15" fmla="*/ 4 h 55"/>
                  <a:gd name="T16" fmla="*/ 17 w 37"/>
                  <a:gd name="T17" fmla="*/ 5 h 55"/>
                  <a:gd name="T18" fmla="*/ 16 w 37"/>
                  <a:gd name="T19" fmla="*/ 3 h 55"/>
                  <a:gd name="T20" fmla="*/ 31 w 37"/>
                  <a:gd name="T21" fmla="*/ 0 h 55"/>
                  <a:gd name="T22" fmla="*/ 31 w 37"/>
                  <a:gd name="T23" fmla="*/ 48 h 55"/>
                  <a:gd name="T24" fmla="*/ 35 w 37"/>
                  <a:gd name="T25" fmla="*/ 51 h 55"/>
                  <a:gd name="T26" fmla="*/ 37 w 37"/>
                  <a:gd name="T27" fmla="*/ 51 h 55"/>
                  <a:gd name="T28" fmla="*/ 37 w 37"/>
                  <a:gd name="T29" fmla="*/ 53 h 55"/>
                  <a:gd name="T30" fmla="*/ 23 w 37"/>
                  <a:gd name="T31" fmla="*/ 53 h 55"/>
                  <a:gd name="T32" fmla="*/ 23 w 37"/>
                  <a:gd name="T33" fmla="*/ 24 h 55"/>
                  <a:gd name="T34" fmla="*/ 17 w 37"/>
                  <a:gd name="T35" fmla="*/ 21 h 55"/>
                  <a:gd name="T36" fmla="*/ 8 w 37"/>
                  <a:gd name="T37" fmla="*/ 37 h 55"/>
                  <a:gd name="T38" fmla="*/ 17 w 37"/>
                  <a:gd name="T39" fmla="*/ 51 h 55"/>
                  <a:gd name="T40" fmla="*/ 23 w 37"/>
                  <a:gd name="T41" fmla="*/ 48 h 55"/>
                  <a:gd name="T42" fmla="*/ 23 w 37"/>
                  <a:gd name="T43" fmla="*/ 24 h 55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</a:cxnLst>
                <a:rect l="0" t="0" r="r" b="b"/>
                <a:pathLst>
                  <a:path w="37" h="55">
                    <a:moveTo>
                      <a:pt x="23" y="53"/>
                    </a:moveTo>
                    <a:cubicBezTo>
                      <a:pt x="23" y="50"/>
                      <a:pt x="23" y="50"/>
                      <a:pt x="23" y="50"/>
                    </a:cubicBezTo>
                    <a:cubicBezTo>
                      <a:pt x="22" y="52"/>
                      <a:pt x="20" y="55"/>
                      <a:pt x="14" y="55"/>
                    </a:cubicBezTo>
                    <a:cubicBezTo>
                      <a:pt x="5" y="55"/>
                      <a:pt x="0" y="45"/>
                      <a:pt x="0" y="36"/>
                    </a:cubicBezTo>
                    <a:cubicBezTo>
                      <a:pt x="0" y="26"/>
                      <a:pt x="6" y="18"/>
                      <a:pt x="15" y="18"/>
                    </a:cubicBezTo>
                    <a:cubicBezTo>
                      <a:pt x="19" y="18"/>
                      <a:pt x="21" y="19"/>
                      <a:pt x="23" y="21"/>
                    </a:cubicBezTo>
                    <a:cubicBezTo>
                      <a:pt x="23" y="7"/>
                      <a:pt x="23" y="7"/>
                      <a:pt x="23" y="7"/>
                    </a:cubicBezTo>
                    <a:cubicBezTo>
                      <a:pt x="23" y="6"/>
                      <a:pt x="22" y="4"/>
                      <a:pt x="20" y="4"/>
                    </a:cubicBezTo>
                    <a:cubicBezTo>
                      <a:pt x="19" y="4"/>
                      <a:pt x="18" y="5"/>
                      <a:pt x="17" y="5"/>
                    </a:cubicBezTo>
                    <a:cubicBezTo>
                      <a:pt x="16" y="3"/>
                      <a:pt x="16" y="3"/>
                      <a:pt x="16" y="3"/>
                    </a:cubicBezTo>
                    <a:cubicBezTo>
                      <a:pt x="31" y="0"/>
                      <a:pt x="31" y="0"/>
                      <a:pt x="31" y="0"/>
                    </a:cubicBezTo>
                    <a:cubicBezTo>
                      <a:pt x="31" y="48"/>
                      <a:pt x="31" y="48"/>
                      <a:pt x="31" y="48"/>
                    </a:cubicBezTo>
                    <a:cubicBezTo>
                      <a:pt x="31" y="50"/>
                      <a:pt x="32" y="51"/>
                      <a:pt x="35" y="51"/>
                    </a:cubicBezTo>
                    <a:cubicBezTo>
                      <a:pt x="37" y="51"/>
                      <a:pt x="37" y="51"/>
                      <a:pt x="37" y="51"/>
                    </a:cubicBezTo>
                    <a:cubicBezTo>
                      <a:pt x="37" y="53"/>
                      <a:pt x="37" y="53"/>
                      <a:pt x="37" y="53"/>
                    </a:cubicBezTo>
                    <a:lnTo>
                      <a:pt x="23" y="53"/>
                    </a:lnTo>
                    <a:close/>
                    <a:moveTo>
                      <a:pt x="23" y="24"/>
                    </a:moveTo>
                    <a:cubicBezTo>
                      <a:pt x="22" y="22"/>
                      <a:pt x="21" y="21"/>
                      <a:pt x="17" y="21"/>
                    </a:cubicBezTo>
                    <a:cubicBezTo>
                      <a:pt x="10" y="21"/>
                      <a:pt x="8" y="30"/>
                      <a:pt x="8" y="37"/>
                    </a:cubicBezTo>
                    <a:cubicBezTo>
                      <a:pt x="8" y="45"/>
                      <a:pt x="12" y="51"/>
                      <a:pt x="17" y="51"/>
                    </a:cubicBezTo>
                    <a:cubicBezTo>
                      <a:pt x="20" y="51"/>
                      <a:pt x="22" y="49"/>
                      <a:pt x="23" y="48"/>
                    </a:cubicBezTo>
                    <a:lnTo>
                      <a:pt x="23" y="24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62" name="iŝļíḓè"/>
              <p:cNvSpPr/>
              <p:nvPr/>
            </p:nvSpPr>
            <p:spPr bwMode="auto">
              <a:xfrm>
                <a:off x="6153150" y="4114801"/>
                <a:ext cx="173037" cy="201613"/>
              </a:xfrm>
              <a:custGeom>
                <a:avLst/>
                <a:gdLst>
                  <a:gd name="T0" fmla="*/ 25 w 33"/>
                  <a:gd name="T1" fmla="*/ 37 h 37"/>
                  <a:gd name="T2" fmla="*/ 19 w 33"/>
                  <a:gd name="T3" fmla="*/ 33 h 37"/>
                  <a:gd name="T4" fmla="*/ 9 w 33"/>
                  <a:gd name="T5" fmla="*/ 37 h 37"/>
                  <a:gd name="T6" fmla="*/ 0 w 33"/>
                  <a:gd name="T7" fmla="*/ 29 h 37"/>
                  <a:gd name="T8" fmla="*/ 3 w 33"/>
                  <a:gd name="T9" fmla="*/ 24 h 37"/>
                  <a:gd name="T10" fmla="*/ 19 w 33"/>
                  <a:gd name="T11" fmla="*/ 15 h 37"/>
                  <a:gd name="T12" fmla="*/ 19 w 33"/>
                  <a:gd name="T13" fmla="*/ 6 h 37"/>
                  <a:gd name="T14" fmla="*/ 15 w 33"/>
                  <a:gd name="T15" fmla="*/ 2 h 37"/>
                  <a:gd name="T16" fmla="*/ 11 w 33"/>
                  <a:gd name="T17" fmla="*/ 6 h 37"/>
                  <a:gd name="T18" fmla="*/ 6 w 33"/>
                  <a:gd name="T19" fmla="*/ 12 h 37"/>
                  <a:gd name="T20" fmla="*/ 1 w 33"/>
                  <a:gd name="T21" fmla="*/ 7 h 37"/>
                  <a:gd name="T22" fmla="*/ 3 w 33"/>
                  <a:gd name="T23" fmla="*/ 3 h 37"/>
                  <a:gd name="T24" fmla="*/ 15 w 33"/>
                  <a:gd name="T25" fmla="*/ 0 h 37"/>
                  <a:gd name="T26" fmla="*/ 26 w 33"/>
                  <a:gd name="T27" fmla="*/ 3 h 37"/>
                  <a:gd name="T28" fmla="*/ 27 w 33"/>
                  <a:gd name="T29" fmla="*/ 9 h 37"/>
                  <a:gd name="T30" fmla="*/ 27 w 33"/>
                  <a:gd name="T31" fmla="*/ 28 h 37"/>
                  <a:gd name="T32" fmla="*/ 29 w 33"/>
                  <a:gd name="T33" fmla="*/ 33 h 37"/>
                  <a:gd name="T34" fmla="*/ 32 w 33"/>
                  <a:gd name="T35" fmla="*/ 31 h 37"/>
                  <a:gd name="T36" fmla="*/ 33 w 33"/>
                  <a:gd name="T37" fmla="*/ 32 h 37"/>
                  <a:gd name="T38" fmla="*/ 25 w 33"/>
                  <a:gd name="T39" fmla="*/ 37 h 37"/>
                  <a:gd name="T40" fmla="*/ 19 w 33"/>
                  <a:gd name="T41" fmla="*/ 17 h 37"/>
                  <a:gd name="T42" fmla="*/ 9 w 33"/>
                  <a:gd name="T43" fmla="*/ 28 h 37"/>
                  <a:gd name="T44" fmla="*/ 14 w 33"/>
                  <a:gd name="T45" fmla="*/ 33 h 37"/>
                  <a:gd name="T46" fmla="*/ 19 w 33"/>
                  <a:gd name="T47" fmla="*/ 31 h 37"/>
                  <a:gd name="T48" fmla="*/ 19 w 33"/>
                  <a:gd name="T49" fmla="*/ 17 h 3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</a:cxnLst>
                <a:rect l="0" t="0" r="r" b="b"/>
                <a:pathLst>
                  <a:path w="33" h="37">
                    <a:moveTo>
                      <a:pt x="25" y="37"/>
                    </a:moveTo>
                    <a:cubicBezTo>
                      <a:pt x="23" y="37"/>
                      <a:pt x="20" y="35"/>
                      <a:pt x="19" y="33"/>
                    </a:cubicBezTo>
                    <a:cubicBezTo>
                      <a:pt x="17" y="34"/>
                      <a:pt x="14" y="37"/>
                      <a:pt x="9" y="37"/>
                    </a:cubicBezTo>
                    <a:cubicBezTo>
                      <a:pt x="3" y="37"/>
                      <a:pt x="0" y="33"/>
                      <a:pt x="0" y="29"/>
                    </a:cubicBezTo>
                    <a:cubicBezTo>
                      <a:pt x="0" y="28"/>
                      <a:pt x="1" y="26"/>
                      <a:pt x="3" y="24"/>
                    </a:cubicBezTo>
                    <a:cubicBezTo>
                      <a:pt x="7" y="18"/>
                      <a:pt x="14" y="16"/>
                      <a:pt x="19" y="15"/>
                    </a:cubicBezTo>
                    <a:cubicBezTo>
                      <a:pt x="19" y="6"/>
                      <a:pt x="19" y="6"/>
                      <a:pt x="19" y="6"/>
                    </a:cubicBezTo>
                    <a:cubicBezTo>
                      <a:pt x="19" y="5"/>
                      <a:pt x="19" y="2"/>
                      <a:pt x="15" y="2"/>
                    </a:cubicBezTo>
                    <a:cubicBezTo>
                      <a:pt x="11" y="2"/>
                      <a:pt x="11" y="5"/>
                      <a:pt x="11" y="6"/>
                    </a:cubicBezTo>
                    <a:cubicBezTo>
                      <a:pt x="10" y="8"/>
                      <a:pt x="10" y="12"/>
                      <a:pt x="6" y="12"/>
                    </a:cubicBezTo>
                    <a:cubicBezTo>
                      <a:pt x="3" y="12"/>
                      <a:pt x="1" y="10"/>
                      <a:pt x="1" y="7"/>
                    </a:cubicBezTo>
                    <a:cubicBezTo>
                      <a:pt x="1" y="6"/>
                      <a:pt x="2" y="4"/>
                      <a:pt x="3" y="3"/>
                    </a:cubicBezTo>
                    <a:cubicBezTo>
                      <a:pt x="7" y="0"/>
                      <a:pt x="14" y="0"/>
                      <a:pt x="15" y="0"/>
                    </a:cubicBezTo>
                    <a:cubicBezTo>
                      <a:pt x="17" y="0"/>
                      <a:pt x="24" y="0"/>
                      <a:pt x="26" y="3"/>
                    </a:cubicBezTo>
                    <a:cubicBezTo>
                      <a:pt x="27" y="5"/>
                      <a:pt x="27" y="8"/>
                      <a:pt x="27" y="9"/>
                    </a:cubicBezTo>
                    <a:cubicBezTo>
                      <a:pt x="27" y="28"/>
                      <a:pt x="27" y="28"/>
                      <a:pt x="27" y="28"/>
                    </a:cubicBezTo>
                    <a:cubicBezTo>
                      <a:pt x="27" y="30"/>
                      <a:pt x="27" y="33"/>
                      <a:pt x="29" y="33"/>
                    </a:cubicBezTo>
                    <a:cubicBezTo>
                      <a:pt x="31" y="33"/>
                      <a:pt x="32" y="32"/>
                      <a:pt x="32" y="31"/>
                    </a:cubicBezTo>
                    <a:cubicBezTo>
                      <a:pt x="33" y="32"/>
                      <a:pt x="33" y="32"/>
                      <a:pt x="33" y="32"/>
                    </a:cubicBezTo>
                    <a:cubicBezTo>
                      <a:pt x="30" y="37"/>
                      <a:pt x="26" y="37"/>
                      <a:pt x="25" y="37"/>
                    </a:cubicBezTo>
                    <a:close/>
                    <a:moveTo>
                      <a:pt x="19" y="17"/>
                    </a:moveTo>
                    <a:cubicBezTo>
                      <a:pt x="16" y="18"/>
                      <a:pt x="9" y="22"/>
                      <a:pt x="9" y="28"/>
                    </a:cubicBezTo>
                    <a:cubicBezTo>
                      <a:pt x="9" y="33"/>
                      <a:pt x="13" y="33"/>
                      <a:pt x="14" y="33"/>
                    </a:cubicBezTo>
                    <a:cubicBezTo>
                      <a:pt x="16" y="33"/>
                      <a:pt x="18" y="33"/>
                      <a:pt x="19" y="31"/>
                    </a:cubicBezTo>
                    <a:lnTo>
                      <a:pt x="19" y="17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63" name="îšļîḋê"/>
              <p:cNvSpPr/>
              <p:nvPr/>
            </p:nvSpPr>
            <p:spPr bwMode="auto">
              <a:xfrm>
                <a:off x="6337300" y="4114801"/>
                <a:ext cx="198437" cy="192088"/>
              </a:xfrm>
              <a:custGeom>
                <a:avLst/>
                <a:gdLst>
                  <a:gd name="T0" fmla="*/ 0 w 38"/>
                  <a:gd name="T1" fmla="*/ 33 h 35"/>
                  <a:gd name="T2" fmla="*/ 5 w 38"/>
                  <a:gd name="T3" fmla="*/ 29 h 35"/>
                  <a:gd name="T4" fmla="*/ 5 w 38"/>
                  <a:gd name="T5" fmla="*/ 7 h 35"/>
                  <a:gd name="T6" fmla="*/ 3 w 38"/>
                  <a:gd name="T7" fmla="*/ 4 h 35"/>
                  <a:gd name="T8" fmla="*/ 0 w 38"/>
                  <a:gd name="T9" fmla="*/ 4 h 35"/>
                  <a:gd name="T10" fmla="*/ 0 w 38"/>
                  <a:gd name="T11" fmla="*/ 2 h 35"/>
                  <a:gd name="T12" fmla="*/ 12 w 38"/>
                  <a:gd name="T13" fmla="*/ 0 h 35"/>
                  <a:gd name="T14" fmla="*/ 12 w 38"/>
                  <a:gd name="T15" fmla="*/ 6 h 35"/>
                  <a:gd name="T16" fmla="*/ 24 w 38"/>
                  <a:gd name="T17" fmla="*/ 0 h 35"/>
                  <a:gd name="T18" fmla="*/ 33 w 38"/>
                  <a:gd name="T19" fmla="*/ 10 h 35"/>
                  <a:gd name="T20" fmla="*/ 33 w 38"/>
                  <a:gd name="T21" fmla="*/ 29 h 35"/>
                  <a:gd name="T22" fmla="*/ 36 w 38"/>
                  <a:gd name="T23" fmla="*/ 33 h 35"/>
                  <a:gd name="T24" fmla="*/ 38 w 38"/>
                  <a:gd name="T25" fmla="*/ 33 h 35"/>
                  <a:gd name="T26" fmla="*/ 38 w 38"/>
                  <a:gd name="T27" fmla="*/ 35 h 35"/>
                  <a:gd name="T28" fmla="*/ 25 w 38"/>
                  <a:gd name="T29" fmla="*/ 35 h 35"/>
                  <a:gd name="T30" fmla="*/ 25 w 38"/>
                  <a:gd name="T31" fmla="*/ 11 h 35"/>
                  <a:gd name="T32" fmla="*/ 20 w 38"/>
                  <a:gd name="T33" fmla="*/ 4 h 35"/>
                  <a:gd name="T34" fmla="*/ 12 w 38"/>
                  <a:gd name="T35" fmla="*/ 9 h 35"/>
                  <a:gd name="T36" fmla="*/ 12 w 38"/>
                  <a:gd name="T37" fmla="*/ 29 h 35"/>
                  <a:gd name="T38" fmla="*/ 17 w 38"/>
                  <a:gd name="T39" fmla="*/ 33 h 35"/>
                  <a:gd name="T40" fmla="*/ 17 w 38"/>
                  <a:gd name="T41" fmla="*/ 35 h 35"/>
                  <a:gd name="T42" fmla="*/ 0 w 38"/>
                  <a:gd name="T43" fmla="*/ 35 h 35"/>
                  <a:gd name="T44" fmla="*/ 0 w 38"/>
                  <a:gd name="T45" fmla="*/ 33 h 35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</a:cxnLst>
                <a:rect l="0" t="0" r="r" b="b"/>
                <a:pathLst>
                  <a:path w="38" h="35">
                    <a:moveTo>
                      <a:pt x="0" y="33"/>
                    </a:moveTo>
                    <a:cubicBezTo>
                      <a:pt x="3" y="33"/>
                      <a:pt x="5" y="33"/>
                      <a:pt x="5" y="29"/>
                    </a:cubicBezTo>
                    <a:cubicBezTo>
                      <a:pt x="5" y="7"/>
                      <a:pt x="5" y="7"/>
                      <a:pt x="5" y="7"/>
                    </a:cubicBezTo>
                    <a:cubicBezTo>
                      <a:pt x="5" y="6"/>
                      <a:pt x="5" y="4"/>
                      <a:pt x="3" y="4"/>
                    </a:cubicBezTo>
                    <a:cubicBezTo>
                      <a:pt x="2" y="4"/>
                      <a:pt x="1" y="4"/>
                      <a:pt x="0" y="4"/>
                    </a:cubicBezTo>
                    <a:cubicBezTo>
                      <a:pt x="0" y="2"/>
                      <a:pt x="0" y="2"/>
                      <a:pt x="0" y="2"/>
                    </a:cubicBezTo>
                    <a:cubicBezTo>
                      <a:pt x="12" y="0"/>
                      <a:pt x="12" y="0"/>
                      <a:pt x="12" y="0"/>
                    </a:cubicBezTo>
                    <a:cubicBezTo>
                      <a:pt x="12" y="6"/>
                      <a:pt x="12" y="6"/>
                      <a:pt x="12" y="6"/>
                    </a:cubicBezTo>
                    <a:cubicBezTo>
                      <a:pt x="14" y="4"/>
                      <a:pt x="18" y="0"/>
                      <a:pt x="24" y="0"/>
                    </a:cubicBezTo>
                    <a:cubicBezTo>
                      <a:pt x="29" y="0"/>
                      <a:pt x="33" y="4"/>
                      <a:pt x="33" y="10"/>
                    </a:cubicBezTo>
                    <a:cubicBezTo>
                      <a:pt x="33" y="29"/>
                      <a:pt x="33" y="29"/>
                      <a:pt x="33" y="29"/>
                    </a:cubicBezTo>
                    <a:cubicBezTo>
                      <a:pt x="33" y="31"/>
                      <a:pt x="34" y="33"/>
                      <a:pt x="36" y="33"/>
                    </a:cubicBezTo>
                    <a:cubicBezTo>
                      <a:pt x="38" y="33"/>
                      <a:pt x="38" y="33"/>
                      <a:pt x="38" y="33"/>
                    </a:cubicBezTo>
                    <a:cubicBezTo>
                      <a:pt x="38" y="35"/>
                      <a:pt x="38" y="35"/>
                      <a:pt x="38" y="35"/>
                    </a:cubicBezTo>
                    <a:cubicBezTo>
                      <a:pt x="25" y="35"/>
                      <a:pt x="25" y="35"/>
                      <a:pt x="25" y="35"/>
                    </a:cubicBezTo>
                    <a:cubicBezTo>
                      <a:pt x="25" y="11"/>
                      <a:pt x="25" y="11"/>
                      <a:pt x="25" y="11"/>
                    </a:cubicBezTo>
                    <a:cubicBezTo>
                      <a:pt x="25" y="6"/>
                      <a:pt x="22" y="4"/>
                      <a:pt x="20" y="4"/>
                    </a:cubicBezTo>
                    <a:cubicBezTo>
                      <a:pt x="16" y="4"/>
                      <a:pt x="13" y="8"/>
                      <a:pt x="12" y="9"/>
                    </a:cubicBezTo>
                    <a:cubicBezTo>
                      <a:pt x="12" y="29"/>
                      <a:pt x="12" y="29"/>
                      <a:pt x="12" y="29"/>
                    </a:cubicBezTo>
                    <a:cubicBezTo>
                      <a:pt x="12" y="33"/>
                      <a:pt x="15" y="33"/>
                      <a:pt x="17" y="33"/>
                    </a:cubicBezTo>
                    <a:cubicBezTo>
                      <a:pt x="17" y="35"/>
                      <a:pt x="17" y="35"/>
                      <a:pt x="17" y="35"/>
                    </a:cubicBezTo>
                    <a:cubicBezTo>
                      <a:pt x="0" y="35"/>
                      <a:pt x="0" y="35"/>
                      <a:pt x="0" y="35"/>
                    </a:cubicBezTo>
                    <a:lnTo>
                      <a:pt x="0" y="33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64" name="ïṡḻïḑe"/>
              <p:cNvSpPr/>
              <p:nvPr/>
            </p:nvSpPr>
            <p:spPr bwMode="auto">
              <a:xfrm>
                <a:off x="6683375" y="4022726"/>
                <a:ext cx="268287" cy="293688"/>
              </a:xfrm>
              <a:custGeom>
                <a:avLst/>
                <a:gdLst>
                  <a:gd name="T0" fmla="*/ 51 w 51"/>
                  <a:gd name="T1" fmla="*/ 2 h 54"/>
                  <a:gd name="T2" fmla="*/ 48 w 51"/>
                  <a:gd name="T3" fmla="*/ 2 h 54"/>
                  <a:gd name="T4" fmla="*/ 43 w 51"/>
                  <a:gd name="T5" fmla="*/ 8 h 54"/>
                  <a:gd name="T6" fmla="*/ 43 w 51"/>
                  <a:gd name="T7" fmla="*/ 36 h 54"/>
                  <a:gd name="T8" fmla="*/ 26 w 51"/>
                  <a:gd name="T9" fmla="*/ 54 h 54"/>
                  <a:gd name="T10" fmla="*/ 8 w 51"/>
                  <a:gd name="T11" fmla="*/ 36 h 54"/>
                  <a:gd name="T12" fmla="*/ 8 w 51"/>
                  <a:gd name="T13" fmla="*/ 7 h 54"/>
                  <a:gd name="T14" fmla="*/ 3 w 51"/>
                  <a:gd name="T15" fmla="*/ 2 h 54"/>
                  <a:gd name="T16" fmla="*/ 0 w 51"/>
                  <a:gd name="T17" fmla="*/ 2 h 54"/>
                  <a:gd name="T18" fmla="*/ 0 w 51"/>
                  <a:gd name="T19" fmla="*/ 0 h 54"/>
                  <a:gd name="T20" fmla="*/ 24 w 51"/>
                  <a:gd name="T21" fmla="*/ 0 h 54"/>
                  <a:gd name="T22" fmla="*/ 24 w 51"/>
                  <a:gd name="T23" fmla="*/ 2 h 54"/>
                  <a:gd name="T24" fmla="*/ 21 w 51"/>
                  <a:gd name="T25" fmla="*/ 2 h 54"/>
                  <a:gd name="T26" fmla="*/ 16 w 51"/>
                  <a:gd name="T27" fmla="*/ 7 h 54"/>
                  <a:gd name="T28" fmla="*/ 16 w 51"/>
                  <a:gd name="T29" fmla="*/ 35 h 54"/>
                  <a:gd name="T30" fmla="*/ 29 w 51"/>
                  <a:gd name="T31" fmla="*/ 51 h 54"/>
                  <a:gd name="T32" fmla="*/ 41 w 51"/>
                  <a:gd name="T33" fmla="*/ 37 h 54"/>
                  <a:gd name="T34" fmla="*/ 41 w 51"/>
                  <a:gd name="T35" fmla="*/ 8 h 54"/>
                  <a:gd name="T36" fmla="*/ 35 w 51"/>
                  <a:gd name="T37" fmla="*/ 2 h 54"/>
                  <a:gd name="T38" fmla="*/ 34 w 51"/>
                  <a:gd name="T39" fmla="*/ 2 h 54"/>
                  <a:gd name="T40" fmla="*/ 34 w 51"/>
                  <a:gd name="T41" fmla="*/ 0 h 54"/>
                  <a:gd name="T42" fmla="*/ 51 w 51"/>
                  <a:gd name="T43" fmla="*/ 0 h 54"/>
                  <a:gd name="T44" fmla="*/ 51 w 51"/>
                  <a:gd name="T45" fmla="*/ 2 h 5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</a:cxnLst>
                <a:rect l="0" t="0" r="r" b="b"/>
                <a:pathLst>
                  <a:path w="51" h="54">
                    <a:moveTo>
                      <a:pt x="51" y="2"/>
                    </a:moveTo>
                    <a:cubicBezTo>
                      <a:pt x="48" y="2"/>
                      <a:pt x="48" y="2"/>
                      <a:pt x="48" y="2"/>
                    </a:cubicBezTo>
                    <a:cubicBezTo>
                      <a:pt x="45" y="2"/>
                      <a:pt x="43" y="4"/>
                      <a:pt x="43" y="8"/>
                    </a:cubicBezTo>
                    <a:cubicBezTo>
                      <a:pt x="43" y="36"/>
                      <a:pt x="43" y="36"/>
                      <a:pt x="43" y="36"/>
                    </a:cubicBezTo>
                    <a:cubicBezTo>
                      <a:pt x="43" y="44"/>
                      <a:pt x="39" y="54"/>
                      <a:pt x="26" y="54"/>
                    </a:cubicBezTo>
                    <a:cubicBezTo>
                      <a:pt x="17" y="54"/>
                      <a:pt x="8" y="49"/>
                      <a:pt x="8" y="36"/>
                    </a:cubicBezTo>
                    <a:cubicBezTo>
                      <a:pt x="8" y="7"/>
                      <a:pt x="8" y="7"/>
                      <a:pt x="8" y="7"/>
                    </a:cubicBezTo>
                    <a:cubicBezTo>
                      <a:pt x="8" y="4"/>
                      <a:pt x="6" y="2"/>
                      <a:pt x="3" y="2"/>
                    </a:cubicBezTo>
                    <a:cubicBezTo>
                      <a:pt x="0" y="2"/>
                      <a:pt x="0" y="2"/>
                      <a:pt x="0" y="2"/>
                    </a:cubicBezTo>
                    <a:cubicBezTo>
                      <a:pt x="0" y="0"/>
                      <a:pt x="0" y="0"/>
                      <a:pt x="0" y="0"/>
                    </a:cubicBezTo>
                    <a:cubicBezTo>
                      <a:pt x="24" y="0"/>
                      <a:pt x="24" y="0"/>
                      <a:pt x="24" y="0"/>
                    </a:cubicBezTo>
                    <a:cubicBezTo>
                      <a:pt x="24" y="2"/>
                      <a:pt x="24" y="2"/>
                      <a:pt x="24" y="2"/>
                    </a:cubicBezTo>
                    <a:cubicBezTo>
                      <a:pt x="21" y="2"/>
                      <a:pt x="21" y="2"/>
                      <a:pt x="21" y="2"/>
                    </a:cubicBezTo>
                    <a:cubicBezTo>
                      <a:pt x="17" y="2"/>
                      <a:pt x="16" y="4"/>
                      <a:pt x="16" y="7"/>
                    </a:cubicBezTo>
                    <a:cubicBezTo>
                      <a:pt x="16" y="35"/>
                      <a:pt x="16" y="35"/>
                      <a:pt x="16" y="35"/>
                    </a:cubicBezTo>
                    <a:cubicBezTo>
                      <a:pt x="16" y="46"/>
                      <a:pt x="22" y="51"/>
                      <a:pt x="29" y="51"/>
                    </a:cubicBezTo>
                    <a:cubicBezTo>
                      <a:pt x="36" y="51"/>
                      <a:pt x="41" y="45"/>
                      <a:pt x="41" y="37"/>
                    </a:cubicBezTo>
                    <a:cubicBezTo>
                      <a:pt x="41" y="8"/>
                      <a:pt x="41" y="8"/>
                      <a:pt x="41" y="8"/>
                    </a:cubicBezTo>
                    <a:cubicBezTo>
                      <a:pt x="41" y="5"/>
                      <a:pt x="39" y="2"/>
                      <a:pt x="35" y="2"/>
                    </a:cubicBezTo>
                    <a:cubicBezTo>
                      <a:pt x="34" y="2"/>
                      <a:pt x="34" y="2"/>
                      <a:pt x="34" y="2"/>
                    </a:cubicBezTo>
                    <a:cubicBezTo>
                      <a:pt x="34" y="0"/>
                      <a:pt x="34" y="0"/>
                      <a:pt x="34" y="0"/>
                    </a:cubicBezTo>
                    <a:cubicBezTo>
                      <a:pt x="51" y="0"/>
                      <a:pt x="51" y="0"/>
                      <a:pt x="51" y="0"/>
                    </a:cubicBezTo>
                    <a:lnTo>
                      <a:pt x="51" y="2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65" name="íS1ïḑé"/>
              <p:cNvSpPr/>
              <p:nvPr/>
            </p:nvSpPr>
            <p:spPr bwMode="auto">
              <a:xfrm>
                <a:off x="6967538" y="4114801"/>
                <a:ext cx="200025" cy="192088"/>
              </a:xfrm>
              <a:custGeom>
                <a:avLst/>
                <a:gdLst>
                  <a:gd name="T0" fmla="*/ 1 w 38"/>
                  <a:gd name="T1" fmla="*/ 33 h 35"/>
                  <a:gd name="T2" fmla="*/ 5 w 38"/>
                  <a:gd name="T3" fmla="*/ 29 h 35"/>
                  <a:gd name="T4" fmla="*/ 5 w 38"/>
                  <a:gd name="T5" fmla="*/ 7 h 35"/>
                  <a:gd name="T6" fmla="*/ 3 w 38"/>
                  <a:gd name="T7" fmla="*/ 4 h 35"/>
                  <a:gd name="T8" fmla="*/ 1 w 38"/>
                  <a:gd name="T9" fmla="*/ 4 h 35"/>
                  <a:gd name="T10" fmla="*/ 0 w 38"/>
                  <a:gd name="T11" fmla="*/ 2 h 35"/>
                  <a:gd name="T12" fmla="*/ 13 w 38"/>
                  <a:gd name="T13" fmla="*/ 0 h 35"/>
                  <a:gd name="T14" fmla="*/ 13 w 38"/>
                  <a:gd name="T15" fmla="*/ 6 h 35"/>
                  <a:gd name="T16" fmla="*/ 24 w 38"/>
                  <a:gd name="T17" fmla="*/ 0 h 35"/>
                  <a:gd name="T18" fmla="*/ 33 w 38"/>
                  <a:gd name="T19" fmla="*/ 10 h 35"/>
                  <a:gd name="T20" fmla="*/ 33 w 38"/>
                  <a:gd name="T21" fmla="*/ 29 h 35"/>
                  <a:gd name="T22" fmla="*/ 36 w 38"/>
                  <a:gd name="T23" fmla="*/ 33 h 35"/>
                  <a:gd name="T24" fmla="*/ 38 w 38"/>
                  <a:gd name="T25" fmla="*/ 33 h 35"/>
                  <a:gd name="T26" fmla="*/ 38 w 38"/>
                  <a:gd name="T27" fmla="*/ 35 h 35"/>
                  <a:gd name="T28" fmla="*/ 26 w 38"/>
                  <a:gd name="T29" fmla="*/ 35 h 35"/>
                  <a:gd name="T30" fmla="*/ 26 w 38"/>
                  <a:gd name="T31" fmla="*/ 11 h 35"/>
                  <a:gd name="T32" fmla="*/ 20 w 38"/>
                  <a:gd name="T33" fmla="*/ 4 h 35"/>
                  <a:gd name="T34" fmla="*/ 13 w 38"/>
                  <a:gd name="T35" fmla="*/ 9 h 35"/>
                  <a:gd name="T36" fmla="*/ 13 w 38"/>
                  <a:gd name="T37" fmla="*/ 29 h 35"/>
                  <a:gd name="T38" fmla="*/ 18 w 38"/>
                  <a:gd name="T39" fmla="*/ 33 h 35"/>
                  <a:gd name="T40" fmla="*/ 18 w 38"/>
                  <a:gd name="T41" fmla="*/ 35 h 35"/>
                  <a:gd name="T42" fmla="*/ 1 w 38"/>
                  <a:gd name="T43" fmla="*/ 35 h 35"/>
                  <a:gd name="T44" fmla="*/ 1 w 38"/>
                  <a:gd name="T45" fmla="*/ 33 h 35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</a:cxnLst>
                <a:rect l="0" t="0" r="r" b="b"/>
                <a:pathLst>
                  <a:path w="38" h="35">
                    <a:moveTo>
                      <a:pt x="1" y="33"/>
                    </a:moveTo>
                    <a:cubicBezTo>
                      <a:pt x="3" y="33"/>
                      <a:pt x="5" y="33"/>
                      <a:pt x="5" y="29"/>
                    </a:cubicBezTo>
                    <a:cubicBezTo>
                      <a:pt x="5" y="7"/>
                      <a:pt x="5" y="7"/>
                      <a:pt x="5" y="7"/>
                    </a:cubicBezTo>
                    <a:cubicBezTo>
                      <a:pt x="5" y="6"/>
                      <a:pt x="5" y="4"/>
                      <a:pt x="3" y="4"/>
                    </a:cubicBezTo>
                    <a:cubicBezTo>
                      <a:pt x="2" y="4"/>
                      <a:pt x="1" y="4"/>
                      <a:pt x="1" y="4"/>
                    </a:cubicBezTo>
                    <a:cubicBezTo>
                      <a:pt x="0" y="2"/>
                      <a:pt x="0" y="2"/>
                      <a:pt x="0" y="2"/>
                    </a:cubicBezTo>
                    <a:cubicBezTo>
                      <a:pt x="13" y="0"/>
                      <a:pt x="13" y="0"/>
                      <a:pt x="13" y="0"/>
                    </a:cubicBezTo>
                    <a:cubicBezTo>
                      <a:pt x="13" y="6"/>
                      <a:pt x="13" y="6"/>
                      <a:pt x="13" y="6"/>
                    </a:cubicBezTo>
                    <a:cubicBezTo>
                      <a:pt x="15" y="4"/>
                      <a:pt x="19" y="0"/>
                      <a:pt x="24" y="0"/>
                    </a:cubicBezTo>
                    <a:cubicBezTo>
                      <a:pt x="29" y="0"/>
                      <a:pt x="33" y="4"/>
                      <a:pt x="33" y="10"/>
                    </a:cubicBezTo>
                    <a:cubicBezTo>
                      <a:pt x="33" y="29"/>
                      <a:pt x="33" y="29"/>
                      <a:pt x="33" y="29"/>
                    </a:cubicBezTo>
                    <a:cubicBezTo>
                      <a:pt x="33" y="31"/>
                      <a:pt x="34" y="33"/>
                      <a:pt x="36" y="33"/>
                    </a:cubicBezTo>
                    <a:cubicBezTo>
                      <a:pt x="38" y="33"/>
                      <a:pt x="38" y="33"/>
                      <a:pt x="38" y="33"/>
                    </a:cubicBezTo>
                    <a:cubicBezTo>
                      <a:pt x="38" y="35"/>
                      <a:pt x="38" y="35"/>
                      <a:pt x="38" y="35"/>
                    </a:cubicBezTo>
                    <a:cubicBezTo>
                      <a:pt x="26" y="35"/>
                      <a:pt x="26" y="35"/>
                      <a:pt x="26" y="35"/>
                    </a:cubicBezTo>
                    <a:cubicBezTo>
                      <a:pt x="26" y="11"/>
                      <a:pt x="26" y="11"/>
                      <a:pt x="26" y="11"/>
                    </a:cubicBezTo>
                    <a:cubicBezTo>
                      <a:pt x="26" y="6"/>
                      <a:pt x="22" y="4"/>
                      <a:pt x="20" y="4"/>
                    </a:cubicBezTo>
                    <a:cubicBezTo>
                      <a:pt x="17" y="4"/>
                      <a:pt x="14" y="8"/>
                      <a:pt x="13" y="9"/>
                    </a:cubicBezTo>
                    <a:cubicBezTo>
                      <a:pt x="13" y="29"/>
                      <a:pt x="13" y="29"/>
                      <a:pt x="13" y="29"/>
                    </a:cubicBezTo>
                    <a:cubicBezTo>
                      <a:pt x="13" y="33"/>
                      <a:pt x="16" y="33"/>
                      <a:pt x="18" y="33"/>
                    </a:cubicBezTo>
                    <a:cubicBezTo>
                      <a:pt x="18" y="35"/>
                      <a:pt x="18" y="35"/>
                      <a:pt x="18" y="35"/>
                    </a:cubicBezTo>
                    <a:cubicBezTo>
                      <a:pt x="1" y="35"/>
                      <a:pt x="1" y="35"/>
                      <a:pt x="1" y="35"/>
                    </a:cubicBezTo>
                    <a:lnTo>
                      <a:pt x="1" y="33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66" name="ï$ḻîḍe"/>
              <p:cNvSpPr/>
              <p:nvPr/>
            </p:nvSpPr>
            <p:spPr bwMode="auto">
              <a:xfrm>
                <a:off x="7188200" y="4016376"/>
                <a:ext cx="100012" cy="290513"/>
              </a:xfrm>
              <a:custGeom>
                <a:avLst/>
                <a:gdLst>
                  <a:gd name="T0" fmla="*/ 0 w 19"/>
                  <a:gd name="T1" fmla="*/ 51 h 53"/>
                  <a:gd name="T2" fmla="*/ 2 w 19"/>
                  <a:gd name="T3" fmla="*/ 51 h 53"/>
                  <a:gd name="T4" fmla="*/ 6 w 19"/>
                  <a:gd name="T5" fmla="*/ 47 h 53"/>
                  <a:gd name="T6" fmla="*/ 6 w 19"/>
                  <a:gd name="T7" fmla="*/ 26 h 53"/>
                  <a:gd name="T8" fmla="*/ 3 w 19"/>
                  <a:gd name="T9" fmla="*/ 22 h 53"/>
                  <a:gd name="T10" fmla="*/ 1 w 19"/>
                  <a:gd name="T11" fmla="*/ 23 h 53"/>
                  <a:gd name="T12" fmla="*/ 0 w 19"/>
                  <a:gd name="T13" fmla="*/ 21 h 53"/>
                  <a:gd name="T14" fmla="*/ 13 w 19"/>
                  <a:gd name="T15" fmla="*/ 18 h 53"/>
                  <a:gd name="T16" fmla="*/ 13 w 19"/>
                  <a:gd name="T17" fmla="*/ 47 h 53"/>
                  <a:gd name="T18" fmla="*/ 17 w 19"/>
                  <a:gd name="T19" fmla="*/ 51 h 53"/>
                  <a:gd name="T20" fmla="*/ 19 w 19"/>
                  <a:gd name="T21" fmla="*/ 51 h 53"/>
                  <a:gd name="T22" fmla="*/ 19 w 19"/>
                  <a:gd name="T23" fmla="*/ 53 h 53"/>
                  <a:gd name="T24" fmla="*/ 0 w 19"/>
                  <a:gd name="T25" fmla="*/ 53 h 53"/>
                  <a:gd name="T26" fmla="*/ 0 w 19"/>
                  <a:gd name="T27" fmla="*/ 51 h 53"/>
                  <a:gd name="T28" fmla="*/ 15 w 19"/>
                  <a:gd name="T29" fmla="*/ 5 h 53"/>
                  <a:gd name="T30" fmla="*/ 9 w 19"/>
                  <a:gd name="T31" fmla="*/ 10 h 53"/>
                  <a:gd name="T32" fmla="*/ 4 w 19"/>
                  <a:gd name="T33" fmla="*/ 5 h 53"/>
                  <a:gd name="T34" fmla="*/ 9 w 19"/>
                  <a:gd name="T35" fmla="*/ 0 h 53"/>
                  <a:gd name="T36" fmla="*/ 15 w 19"/>
                  <a:gd name="T37" fmla="*/ 5 h 53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</a:cxnLst>
                <a:rect l="0" t="0" r="r" b="b"/>
                <a:pathLst>
                  <a:path w="19" h="53">
                    <a:moveTo>
                      <a:pt x="0" y="51"/>
                    </a:moveTo>
                    <a:cubicBezTo>
                      <a:pt x="2" y="51"/>
                      <a:pt x="2" y="51"/>
                      <a:pt x="2" y="51"/>
                    </a:cubicBezTo>
                    <a:cubicBezTo>
                      <a:pt x="4" y="51"/>
                      <a:pt x="6" y="49"/>
                      <a:pt x="6" y="47"/>
                    </a:cubicBezTo>
                    <a:cubicBezTo>
                      <a:pt x="6" y="26"/>
                      <a:pt x="6" y="26"/>
                      <a:pt x="6" y="26"/>
                    </a:cubicBezTo>
                    <a:cubicBezTo>
                      <a:pt x="6" y="24"/>
                      <a:pt x="5" y="22"/>
                      <a:pt x="3" y="22"/>
                    </a:cubicBezTo>
                    <a:cubicBezTo>
                      <a:pt x="3" y="22"/>
                      <a:pt x="2" y="22"/>
                      <a:pt x="1" y="23"/>
                    </a:cubicBezTo>
                    <a:cubicBezTo>
                      <a:pt x="0" y="21"/>
                      <a:pt x="0" y="21"/>
                      <a:pt x="0" y="21"/>
                    </a:cubicBezTo>
                    <a:cubicBezTo>
                      <a:pt x="13" y="18"/>
                      <a:pt x="13" y="18"/>
                      <a:pt x="13" y="18"/>
                    </a:cubicBezTo>
                    <a:cubicBezTo>
                      <a:pt x="13" y="47"/>
                      <a:pt x="13" y="47"/>
                      <a:pt x="13" y="47"/>
                    </a:cubicBezTo>
                    <a:cubicBezTo>
                      <a:pt x="13" y="50"/>
                      <a:pt x="14" y="51"/>
                      <a:pt x="17" y="51"/>
                    </a:cubicBezTo>
                    <a:cubicBezTo>
                      <a:pt x="19" y="51"/>
                      <a:pt x="19" y="51"/>
                      <a:pt x="19" y="51"/>
                    </a:cubicBezTo>
                    <a:cubicBezTo>
                      <a:pt x="19" y="53"/>
                      <a:pt x="19" y="53"/>
                      <a:pt x="19" y="53"/>
                    </a:cubicBezTo>
                    <a:cubicBezTo>
                      <a:pt x="0" y="53"/>
                      <a:pt x="0" y="53"/>
                      <a:pt x="0" y="53"/>
                    </a:cubicBezTo>
                    <a:lnTo>
                      <a:pt x="0" y="51"/>
                    </a:lnTo>
                    <a:close/>
                    <a:moveTo>
                      <a:pt x="15" y="5"/>
                    </a:moveTo>
                    <a:cubicBezTo>
                      <a:pt x="15" y="7"/>
                      <a:pt x="12" y="10"/>
                      <a:pt x="9" y="10"/>
                    </a:cubicBezTo>
                    <a:cubicBezTo>
                      <a:pt x="7" y="10"/>
                      <a:pt x="4" y="7"/>
                      <a:pt x="4" y="5"/>
                    </a:cubicBezTo>
                    <a:cubicBezTo>
                      <a:pt x="4" y="2"/>
                      <a:pt x="7" y="0"/>
                      <a:pt x="9" y="0"/>
                    </a:cubicBezTo>
                    <a:cubicBezTo>
                      <a:pt x="12" y="0"/>
                      <a:pt x="15" y="2"/>
                      <a:pt x="15" y="5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67" name="ïṣ1íḍè"/>
              <p:cNvSpPr/>
              <p:nvPr/>
            </p:nvSpPr>
            <p:spPr bwMode="auto">
              <a:xfrm>
                <a:off x="7308850" y="4119564"/>
                <a:ext cx="195262" cy="196850"/>
              </a:xfrm>
              <a:custGeom>
                <a:avLst/>
                <a:gdLst>
                  <a:gd name="T0" fmla="*/ 36 w 37"/>
                  <a:gd name="T1" fmla="*/ 3 h 36"/>
                  <a:gd name="T2" fmla="*/ 31 w 37"/>
                  <a:gd name="T3" fmla="*/ 6 h 36"/>
                  <a:gd name="T4" fmla="*/ 20 w 37"/>
                  <a:gd name="T5" fmla="*/ 36 h 36"/>
                  <a:gd name="T6" fmla="*/ 18 w 37"/>
                  <a:gd name="T7" fmla="*/ 36 h 36"/>
                  <a:gd name="T8" fmla="*/ 5 w 37"/>
                  <a:gd name="T9" fmla="*/ 7 h 36"/>
                  <a:gd name="T10" fmla="*/ 0 w 37"/>
                  <a:gd name="T11" fmla="*/ 3 h 36"/>
                  <a:gd name="T12" fmla="*/ 0 w 37"/>
                  <a:gd name="T13" fmla="*/ 0 h 36"/>
                  <a:gd name="T14" fmla="*/ 16 w 37"/>
                  <a:gd name="T15" fmla="*/ 0 h 36"/>
                  <a:gd name="T16" fmla="*/ 16 w 37"/>
                  <a:gd name="T17" fmla="*/ 3 h 36"/>
                  <a:gd name="T18" fmla="*/ 15 w 37"/>
                  <a:gd name="T19" fmla="*/ 3 h 36"/>
                  <a:gd name="T20" fmla="*/ 13 w 37"/>
                  <a:gd name="T21" fmla="*/ 5 h 36"/>
                  <a:gd name="T22" fmla="*/ 13 w 37"/>
                  <a:gd name="T23" fmla="*/ 7 h 36"/>
                  <a:gd name="T24" fmla="*/ 21 w 37"/>
                  <a:gd name="T25" fmla="*/ 25 h 36"/>
                  <a:gd name="T26" fmla="*/ 29 w 37"/>
                  <a:gd name="T27" fmla="*/ 6 h 36"/>
                  <a:gd name="T28" fmla="*/ 29 w 37"/>
                  <a:gd name="T29" fmla="*/ 5 h 36"/>
                  <a:gd name="T30" fmla="*/ 27 w 37"/>
                  <a:gd name="T31" fmla="*/ 3 h 36"/>
                  <a:gd name="T32" fmla="*/ 24 w 37"/>
                  <a:gd name="T33" fmla="*/ 3 h 36"/>
                  <a:gd name="T34" fmla="*/ 24 w 37"/>
                  <a:gd name="T35" fmla="*/ 0 h 36"/>
                  <a:gd name="T36" fmla="*/ 37 w 37"/>
                  <a:gd name="T37" fmla="*/ 0 h 36"/>
                  <a:gd name="T38" fmla="*/ 37 w 37"/>
                  <a:gd name="T39" fmla="*/ 3 h 36"/>
                  <a:gd name="T40" fmla="*/ 36 w 37"/>
                  <a:gd name="T41" fmla="*/ 3 h 3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</a:cxnLst>
                <a:rect l="0" t="0" r="r" b="b"/>
                <a:pathLst>
                  <a:path w="37" h="36">
                    <a:moveTo>
                      <a:pt x="36" y="3"/>
                    </a:moveTo>
                    <a:cubicBezTo>
                      <a:pt x="33" y="3"/>
                      <a:pt x="32" y="5"/>
                      <a:pt x="31" y="6"/>
                    </a:cubicBezTo>
                    <a:cubicBezTo>
                      <a:pt x="20" y="36"/>
                      <a:pt x="20" y="36"/>
                      <a:pt x="20" y="36"/>
                    </a:cubicBezTo>
                    <a:cubicBezTo>
                      <a:pt x="18" y="36"/>
                      <a:pt x="18" y="36"/>
                      <a:pt x="18" y="36"/>
                    </a:cubicBezTo>
                    <a:cubicBezTo>
                      <a:pt x="5" y="7"/>
                      <a:pt x="5" y="7"/>
                      <a:pt x="5" y="7"/>
                    </a:cubicBezTo>
                    <a:cubicBezTo>
                      <a:pt x="3" y="3"/>
                      <a:pt x="2" y="3"/>
                      <a:pt x="0" y="3"/>
                    </a:cubicBezTo>
                    <a:cubicBezTo>
                      <a:pt x="0" y="0"/>
                      <a:pt x="0" y="0"/>
                      <a:pt x="0" y="0"/>
                    </a:cubicBezTo>
                    <a:cubicBezTo>
                      <a:pt x="16" y="0"/>
                      <a:pt x="16" y="0"/>
                      <a:pt x="16" y="0"/>
                    </a:cubicBezTo>
                    <a:cubicBezTo>
                      <a:pt x="16" y="3"/>
                      <a:pt x="16" y="3"/>
                      <a:pt x="16" y="3"/>
                    </a:cubicBezTo>
                    <a:cubicBezTo>
                      <a:pt x="15" y="3"/>
                      <a:pt x="15" y="3"/>
                      <a:pt x="15" y="3"/>
                    </a:cubicBezTo>
                    <a:cubicBezTo>
                      <a:pt x="14" y="3"/>
                      <a:pt x="13" y="3"/>
                      <a:pt x="13" y="5"/>
                    </a:cubicBezTo>
                    <a:cubicBezTo>
                      <a:pt x="13" y="6"/>
                      <a:pt x="13" y="7"/>
                      <a:pt x="13" y="7"/>
                    </a:cubicBezTo>
                    <a:cubicBezTo>
                      <a:pt x="21" y="25"/>
                      <a:pt x="21" y="25"/>
                      <a:pt x="21" y="25"/>
                    </a:cubicBezTo>
                    <a:cubicBezTo>
                      <a:pt x="29" y="6"/>
                      <a:pt x="29" y="6"/>
                      <a:pt x="29" y="6"/>
                    </a:cubicBezTo>
                    <a:cubicBezTo>
                      <a:pt x="29" y="6"/>
                      <a:pt x="29" y="5"/>
                      <a:pt x="29" y="5"/>
                    </a:cubicBezTo>
                    <a:cubicBezTo>
                      <a:pt x="29" y="4"/>
                      <a:pt x="29" y="3"/>
                      <a:pt x="27" y="3"/>
                    </a:cubicBezTo>
                    <a:cubicBezTo>
                      <a:pt x="24" y="3"/>
                      <a:pt x="24" y="3"/>
                      <a:pt x="24" y="3"/>
                    </a:cubicBezTo>
                    <a:cubicBezTo>
                      <a:pt x="24" y="0"/>
                      <a:pt x="24" y="0"/>
                      <a:pt x="24" y="0"/>
                    </a:cubicBezTo>
                    <a:cubicBezTo>
                      <a:pt x="37" y="0"/>
                      <a:pt x="37" y="0"/>
                      <a:pt x="37" y="0"/>
                    </a:cubicBezTo>
                    <a:cubicBezTo>
                      <a:pt x="37" y="3"/>
                      <a:pt x="37" y="3"/>
                      <a:pt x="37" y="3"/>
                    </a:cubicBezTo>
                    <a:lnTo>
                      <a:pt x="36" y="3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68" name="íśliḍè"/>
              <p:cNvSpPr/>
              <p:nvPr/>
            </p:nvSpPr>
            <p:spPr bwMode="auto">
              <a:xfrm>
                <a:off x="7529513" y="4114801"/>
                <a:ext cx="163512" cy="201613"/>
              </a:xfrm>
              <a:custGeom>
                <a:avLst/>
                <a:gdLst>
                  <a:gd name="T0" fmla="*/ 16 w 31"/>
                  <a:gd name="T1" fmla="*/ 37 h 37"/>
                  <a:gd name="T2" fmla="*/ 0 w 31"/>
                  <a:gd name="T3" fmla="*/ 19 h 37"/>
                  <a:gd name="T4" fmla="*/ 16 w 31"/>
                  <a:gd name="T5" fmla="*/ 0 h 37"/>
                  <a:gd name="T6" fmla="*/ 24 w 31"/>
                  <a:gd name="T7" fmla="*/ 4 h 37"/>
                  <a:gd name="T8" fmla="*/ 30 w 31"/>
                  <a:gd name="T9" fmla="*/ 16 h 37"/>
                  <a:gd name="T10" fmla="*/ 8 w 31"/>
                  <a:gd name="T11" fmla="*/ 16 h 37"/>
                  <a:gd name="T12" fmla="*/ 18 w 31"/>
                  <a:gd name="T13" fmla="*/ 33 h 37"/>
                  <a:gd name="T14" fmla="*/ 29 w 31"/>
                  <a:gd name="T15" fmla="*/ 26 h 37"/>
                  <a:gd name="T16" fmla="*/ 31 w 31"/>
                  <a:gd name="T17" fmla="*/ 27 h 37"/>
                  <a:gd name="T18" fmla="*/ 16 w 31"/>
                  <a:gd name="T19" fmla="*/ 37 h 37"/>
                  <a:gd name="T20" fmla="*/ 16 w 31"/>
                  <a:gd name="T21" fmla="*/ 2 h 37"/>
                  <a:gd name="T22" fmla="*/ 8 w 31"/>
                  <a:gd name="T23" fmla="*/ 14 h 37"/>
                  <a:gd name="T24" fmla="*/ 22 w 31"/>
                  <a:gd name="T25" fmla="*/ 14 h 37"/>
                  <a:gd name="T26" fmla="*/ 16 w 31"/>
                  <a:gd name="T27" fmla="*/ 2 h 3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</a:cxnLst>
                <a:rect l="0" t="0" r="r" b="b"/>
                <a:pathLst>
                  <a:path w="31" h="37">
                    <a:moveTo>
                      <a:pt x="16" y="37"/>
                    </a:moveTo>
                    <a:cubicBezTo>
                      <a:pt x="7" y="37"/>
                      <a:pt x="0" y="30"/>
                      <a:pt x="0" y="19"/>
                    </a:cubicBezTo>
                    <a:cubicBezTo>
                      <a:pt x="0" y="8"/>
                      <a:pt x="7" y="0"/>
                      <a:pt x="16" y="0"/>
                    </a:cubicBezTo>
                    <a:cubicBezTo>
                      <a:pt x="20" y="0"/>
                      <a:pt x="23" y="2"/>
                      <a:pt x="24" y="4"/>
                    </a:cubicBezTo>
                    <a:cubicBezTo>
                      <a:pt x="29" y="9"/>
                      <a:pt x="29" y="14"/>
                      <a:pt x="30" y="16"/>
                    </a:cubicBezTo>
                    <a:cubicBezTo>
                      <a:pt x="8" y="16"/>
                      <a:pt x="8" y="16"/>
                      <a:pt x="8" y="16"/>
                    </a:cubicBezTo>
                    <a:cubicBezTo>
                      <a:pt x="7" y="29"/>
                      <a:pt x="13" y="33"/>
                      <a:pt x="18" y="33"/>
                    </a:cubicBezTo>
                    <a:cubicBezTo>
                      <a:pt x="23" y="33"/>
                      <a:pt x="27" y="28"/>
                      <a:pt x="29" y="26"/>
                    </a:cubicBezTo>
                    <a:cubicBezTo>
                      <a:pt x="31" y="27"/>
                      <a:pt x="31" y="27"/>
                      <a:pt x="31" y="27"/>
                    </a:cubicBezTo>
                    <a:cubicBezTo>
                      <a:pt x="29" y="30"/>
                      <a:pt x="25" y="37"/>
                      <a:pt x="16" y="37"/>
                    </a:cubicBezTo>
                    <a:close/>
                    <a:moveTo>
                      <a:pt x="16" y="2"/>
                    </a:moveTo>
                    <a:cubicBezTo>
                      <a:pt x="9" y="2"/>
                      <a:pt x="8" y="11"/>
                      <a:pt x="8" y="14"/>
                    </a:cubicBezTo>
                    <a:cubicBezTo>
                      <a:pt x="22" y="14"/>
                      <a:pt x="22" y="14"/>
                      <a:pt x="22" y="14"/>
                    </a:cubicBezTo>
                    <a:cubicBezTo>
                      <a:pt x="22" y="10"/>
                      <a:pt x="21" y="2"/>
                      <a:pt x="16" y="2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69" name="íšļiḓè"/>
              <p:cNvSpPr/>
              <p:nvPr/>
            </p:nvSpPr>
            <p:spPr bwMode="auto">
              <a:xfrm>
                <a:off x="7713663" y="4114801"/>
                <a:ext cx="173037" cy="192088"/>
              </a:xfrm>
              <a:custGeom>
                <a:avLst/>
                <a:gdLst>
                  <a:gd name="T0" fmla="*/ 14 w 33"/>
                  <a:gd name="T1" fmla="*/ 7 h 35"/>
                  <a:gd name="T2" fmla="*/ 26 w 33"/>
                  <a:gd name="T3" fmla="*/ 0 h 35"/>
                  <a:gd name="T4" fmla="*/ 33 w 33"/>
                  <a:gd name="T5" fmla="*/ 5 h 35"/>
                  <a:gd name="T6" fmla="*/ 28 w 33"/>
                  <a:gd name="T7" fmla="*/ 11 h 35"/>
                  <a:gd name="T8" fmla="*/ 23 w 33"/>
                  <a:gd name="T9" fmla="*/ 6 h 35"/>
                  <a:gd name="T10" fmla="*/ 22 w 33"/>
                  <a:gd name="T11" fmla="*/ 5 h 35"/>
                  <a:gd name="T12" fmla="*/ 14 w 33"/>
                  <a:gd name="T13" fmla="*/ 14 h 35"/>
                  <a:gd name="T14" fmla="*/ 14 w 33"/>
                  <a:gd name="T15" fmla="*/ 28 h 35"/>
                  <a:gd name="T16" fmla="*/ 19 w 33"/>
                  <a:gd name="T17" fmla="*/ 33 h 35"/>
                  <a:gd name="T18" fmla="*/ 21 w 33"/>
                  <a:gd name="T19" fmla="*/ 33 h 35"/>
                  <a:gd name="T20" fmla="*/ 21 w 33"/>
                  <a:gd name="T21" fmla="*/ 35 h 35"/>
                  <a:gd name="T22" fmla="*/ 0 w 33"/>
                  <a:gd name="T23" fmla="*/ 35 h 35"/>
                  <a:gd name="T24" fmla="*/ 0 w 33"/>
                  <a:gd name="T25" fmla="*/ 33 h 35"/>
                  <a:gd name="T26" fmla="*/ 1 w 33"/>
                  <a:gd name="T27" fmla="*/ 33 h 35"/>
                  <a:gd name="T28" fmla="*/ 7 w 33"/>
                  <a:gd name="T29" fmla="*/ 28 h 35"/>
                  <a:gd name="T30" fmla="*/ 7 w 33"/>
                  <a:gd name="T31" fmla="*/ 8 h 35"/>
                  <a:gd name="T32" fmla="*/ 4 w 33"/>
                  <a:gd name="T33" fmla="*/ 5 h 35"/>
                  <a:gd name="T34" fmla="*/ 1 w 33"/>
                  <a:gd name="T35" fmla="*/ 5 h 35"/>
                  <a:gd name="T36" fmla="*/ 0 w 33"/>
                  <a:gd name="T37" fmla="*/ 4 h 35"/>
                  <a:gd name="T38" fmla="*/ 14 w 33"/>
                  <a:gd name="T39" fmla="*/ 0 h 35"/>
                  <a:gd name="T40" fmla="*/ 14 w 33"/>
                  <a:gd name="T41" fmla="*/ 7 h 35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</a:cxnLst>
                <a:rect l="0" t="0" r="r" b="b"/>
                <a:pathLst>
                  <a:path w="33" h="35">
                    <a:moveTo>
                      <a:pt x="14" y="7"/>
                    </a:moveTo>
                    <a:cubicBezTo>
                      <a:pt x="16" y="4"/>
                      <a:pt x="19" y="0"/>
                      <a:pt x="26" y="0"/>
                    </a:cubicBezTo>
                    <a:cubicBezTo>
                      <a:pt x="31" y="0"/>
                      <a:pt x="33" y="2"/>
                      <a:pt x="33" y="5"/>
                    </a:cubicBezTo>
                    <a:cubicBezTo>
                      <a:pt x="33" y="8"/>
                      <a:pt x="31" y="11"/>
                      <a:pt x="28" y="11"/>
                    </a:cubicBezTo>
                    <a:cubicBezTo>
                      <a:pt x="25" y="11"/>
                      <a:pt x="23" y="9"/>
                      <a:pt x="23" y="6"/>
                    </a:cubicBezTo>
                    <a:cubicBezTo>
                      <a:pt x="23" y="5"/>
                      <a:pt x="23" y="5"/>
                      <a:pt x="22" y="5"/>
                    </a:cubicBezTo>
                    <a:cubicBezTo>
                      <a:pt x="17" y="5"/>
                      <a:pt x="15" y="12"/>
                      <a:pt x="14" y="14"/>
                    </a:cubicBezTo>
                    <a:cubicBezTo>
                      <a:pt x="14" y="28"/>
                      <a:pt x="14" y="28"/>
                      <a:pt x="14" y="28"/>
                    </a:cubicBezTo>
                    <a:cubicBezTo>
                      <a:pt x="14" y="32"/>
                      <a:pt x="16" y="33"/>
                      <a:pt x="19" y="33"/>
                    </a:cubicBezTo>
                    <a:cubicBezTo>
                      <a:pt x="21" y="33"/>
                      <a:pt x="21" y="33"/>
                      <a:pt x="21" y="33"/>
                    </a:cubicBezTo>
                    <a:cubicBezTo>
                      <a:pt x="21" y="35"/>
                      <a:pt x="21" y="35"/>
                      <a:pt x="21" y="35"/>
                    </a:cubicBezTo>
                    <a:cubicBezTo>
                      <a:pt x="0" y="35"/>
                      <a:pt x="0" y="35"/>
                      <a:pt x="0" y="35"/>
                    </a:cubicBezTo>
                    <a:cubicBezTo>
                      <a:pt x="0" y="33"/>
                      <a:pt x="0" y="33"/>
                      <a:pt x="0" y="33"/>
                    </a:cubicBezTo>
                    <a:cubicBezTo>
                      <a:pt x="1" y="33"/>
                      <a:pt x="1" y="33"/>
                      <a:pt x="1" y="33"/>
                    </a:cubicBezTo>
                    <a:cubicBezTo>
                      <a:pt x="5" y="33"/>
                      <a:pt x="7" y="32"/>
                      <a:pt x="7" y="28"/>
                    </a:cubicBezTo>
                    <a:cubicBezTo>
                      <a:pt x="7" y="8"/>
                      <a:pt x="7" y="8"/>
                      <a:pt x="7" y="8"/>
                    </a:cubicBezTo>
                    <a:cubicBezTo>
                      <a:pt x="7" y="5"/>
                      <a:pt x="5" y="5"/>
                      <a:pt x="4" y="5"/>
                    </a:cubicBezTo>
                    <a:cubicBezTo>
                      <a:pt x="2" y="5"/>
                      <a:pt x="1" y="5"/>
                      <a:pt x="1" y="5"/>
                    </a:cubicBezTo>
                    <a:cubicBezTo>
                      <a:pt x="0" y="4"/>
                      <a:pt x="0" y="4"/>
                      <a:pt x="0" y="4"/>
                    </a:cubicBezTo>
                    <a:cubicBezTo>
                      <a:pt x="14" y="0"/>
                      <a:pt x="14" y="0"/>
                      <a:pt x="14" y="0"/>
                    </a:cubicBezTo>
                    <a:lnTo>
                      <a:pt x="14" y="7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70" name="i$lïḓê"/>
              <p:cNvSpPr/>
              <p:nvPr/>
            </p:nvSpPr>
            <p:spPr bwMode="auto">
              <a:xfrm>
                <a:off x="7902575" y="4114801"/>
                <a:ext cx="142875" cy="201613"/>
              </a:xfrm>
              <a:custGeom>
                <a:avLst/>
                <a:gdLst>
                  <a:gd name="T0" fmla="*/ 16 w 27"/>
                  <a:gd name="T1" fmla="*/ 37 h 37"/>
                  <a:gd name="T2" fmla="*/ 12 w 27"/>
                  <a:gd name="T3" fmla="*/ 36 h 37"/>
                  <a:gd name="T4" fmla="*/ 8 w 27"/>
                  <a:gd name="T5" fmla="*/ 35 h 37"/>
                  <a:gd name="T6" fmla="*/ 4 w 27"/>
                  <a:gd name="T7" fmla="*/ 37 h 37"/>
                  <a:gd name="T8" fmla="*/ 0 w 27"/>
                  <a:gd name="T9" fmla="*/ 25 h 37"/>
                  <a:gd name="T10" fmla="*/ 3 w 27"/>
                  <a:gd name="T11" fmla="*/ 24 h 37"/>
                  <a:gd name="T12" fmla="*/ 6 w 27"/>
                  <a:gd name="T13" fmla="*/ 29 h 37"/>
                  <a:gd name="T14" fmla="*/ 16 w 27"/>
                  <a:gd name="T15" fmla="*/ 34 h 37"/>
                  <a:gd name="T16" fmla="*/ 22 w 27"/>
                  <a:gd name="T17" fmla="*/ 29 h 37"/>
                  <a:gd name="T18" fmla="*/ 12 w 27"/>
                  <a:gd name="T19" fmla="*/ 21 h 37"/>
                  <a:gd name="T20" fmla="*/ 2 w 27"/>
                  <a:gd name="T21" fmla="*/ 10 h 37"/>
                  <a:gd name="T22" fmla="*/ 12 w 27"/>
                  <a:gd name="T23" fmla="*/ 0 h 37"/>
                  <a:gd name="T24" fmla="*/ 16 w 27"/>
                  <a:gd name="T25" fmla="*/ 1 h 37"/>
                  <a:gd name="T26" fmla="*/ 20 w 27"/>
                  <a:gd name="T27" fmla="*/ 1 h 37"/>
                  <a:gd name="T28" fmla="*/ 24 w 27"/>
                  <a:gd name="T29" fmla="*/ 0 h 37"/>
                  <a:gd name="T30" fmla="*/ 27 w 27"/>
                  <a:gd name="T31" fmla="*/ 11 h 37"/>
                  <a:gd name="T32" fmla="*/ 25 w 27"/>
                  <a:gd name="T33" fmla="*/ 12 h 37"/>
                  <a:gd name="T34" fmla="*/ 13 w 27"/>
                  <a:gd name="T35" fmla="*/ 3 h 37"/>
                  <a:gd name="T36" fmla="*/ 8 w 27"/>
                  <a:gd name="T37" fmla="*/ 7 h 37"/>
                  <a:gd name="T38" fmla="*/ 16 w 27"/>
                  <a:gd name="T39" fmla="*/ 14 h 37"/>
                  <a:gd name="T40" fmla="*/ 27 w 27"/>
                  <a:gd name="T41" fmla="*/ 26 h 37"/>
                  <a:gd name="T42" fmla="*/ 16 w 27"/>
                  <a:gd name="T43" fmla="*/ 37 h 3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</a:cxnLst>
                <a:rect l="0" t="0" r="r" b="b"/>
                <a:pathLst>
                  <a:path w="27" h="37">
                    <a:moveTo>
                      <a:pt x="16" y="37"/>
                    </a:moveTo>
                    <a:cubicBezTo>
                      <a:pt x="15" y="37"/>
                      <a:pt x="14" y="37"/>
                      <a:pt x="12" y="36"/>
                    </a:cubicBezTo>
                    <a:cubicBezTo>
                      <a:pt x="12" y="36"/>
                      <a:pt x="8" y="35"/>
                      <a:pt x="8" y="35"/>
                    </a:cubicBezTo>
                    <a:cubicBezTo>
                      <a:pt x="6" y="35"/>
                      <a:pt x="5" y="36"/>
                      <a:pt x="4" y="37"/>
                    </a:cubicBezTo>
                    <a:cubicBezTo>
                      <a:pt x="0" y="25"/>
                      <a:pt x="0" y="25"/>
                      <a:pt x="0" y="25"/>
                    </a:cubicBezTo>
                    <a:cubicBezTo>
                      <a:pt x="3" y="24"/>
                      <a:pt x="3" y="24"/>
                      <a:pt x="3" y="24"/>
                    </a:cubicBezTo>
                    <a:cubicBezTo>
                      <a:pt x="4" y="27"/>
                      <a:pt x="5" y="28"/>
                      <a:pt x="6" y="29"/>
                    </a:cubicBezTo>
                    <a:cubicBezTo>
                      <a:pt x="8" y="32"/>
                      <a:pt x="12" y="34"/>
                      <a:pt x="16" y="34"/>
                    </a:cubicBezTo>
                    <a:cubicBezTo>
                      <a:pt x="19" y="34"/>
                      <a:pt x="22" y="32"/>
                      <a:pt x="22" y="29"/>
                    </a:cubicBezTo>
                    <a:cubicBezTo>
                      <a:pt x="22" y="26"/>
                      <a:pt x="21" y="25"/>
                      <a:pt x="12" y="21"/>
                    </a:cubicBezTo>
                    <a:cubicBezTo>
                      <a:pt x="6" y="18"/>
                      <a:pt x="2" y="15"/>
                      <a:pt x="2" y="10"/>
                    </a:cubicBezTo>
                    <a:cubicBezTo>
                      <a:pt x="2" y="5"/>
                      <a:pt x="6" y="0"/>
                      <a:pt x="12" y="0"/>
                    </a:cubicBezTo>
                    <a:cubicBezTo>
                      <a:pt x="13" y="0"/>
                      <a:pt x="14" y="0"/>
                      <a:pt x="16" y="1"/>
                    </a:cubicBezTo>
                    <a:cubicBezTo>
                      <a:pt x="18" y="1"/>
                      <a:pt x="19" y="1"/>
                      <a:pt x="20" y="1"/>
                    </a:cubicBezTo>
                    <a:cubicBezTo>
                      <a:pt x="20" y="1"/>
                      <a:pt x="22" y="1"/>
                      <a:pt x="24" y="0"/>
                    </a:cubicBezTo>
                    <a:cubicBezTo>
                      <a:pt x="27" y="11"/>
                      <a:pt x="27" y="11"/>
                      <a:pt x="27" y="11"/>
                    </a:cubicBezTo>
                    <a:cubicBezTo>
                      <a:pt x="25" y="12"/>
                      <a:pt x="25" y="12"/>
                      <a:pt x="25" y="12"/>
                    </a:cubicBezTo>
                    <a:cubicBezTo>
                      <a:pt x="24" y="9"/>
                      <a:pt x="21" y="3"/>
                      <a:pt x="13" y="3"/>
                    </a:cubicBezTo>
                    <a:cubicBezTo>
                      <a:pt x="10" y="3"/>
                      <a:pt x="8" y="4"/>
                      <a:pt x="8" y="7"/>
                    </a:cubicBezTo>
                    <a:cubicBezTo>
                      <a:pt x="8" y="9"/>
                      <a:pt x="9" y="10"/>
                      <a:pt x="16" y="14"/>
                    </a:cubicBezTo>
                    <a:cubicBezTo>
                      <a:pt x="25" y="18"/>
                      <a:pt x="27" y="21"/>
                      <a:pt x="27" y="26"/>
                    </a:cubicBezTo>
                    <a:cubicBezTo>
                      <a:pt x="27" y="33"/>
                      <a:pt x="22" y="37"/>
                      <a:pt x="16" y="37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71" name="iś1ïḍé"/>
              <p:cNvSpPr/>
              <p:nvPr/>
            </p:nvSpPr>
            <p:spPr bwMode="auto">
              <a:xfrm>
                <a:off x="8070850" y="4016376"/>
                <a:ext cx="100012" cy="290513"/>
              </a:xfrm>
              <a:custGeom>
                <a:avLst/>
                <a:gdLst>
                  <a:gd name="T0" fmla="*/ 0 w 19"/>
                  <a:gd name="T1" fmla="*/ 51 h 53"/>
                  <a:gd name="T2" fmla="*/ 2 w 19"/>
                  <a:gd name="T3" fmla="*/ 51 h 53"/>
                  <a:gd name="T4" fmla="*/ 6 w 19"/>
                  <a:gd name="T5" fmla="*/ 47 h 53"/>
                  <a:gd name="T6" fmla="*/ 6 w 19"/>
                  <a:gd name="T7" fmla="*/ 26 h 53"/>
                  <a:gd name="T8" fmla="*/ 3 w 19"/>
                  <a:gd name="T9" fmla="*/ 22 h 53"/>
                  <a:gd name="T10" fmla="*/ 1 w 19"/>
                  <a:gd name="T11" fmla="*/ 23 h 53"/>
                  <a:gd name="T12" fmla="*/ 0 w 19"/>
                  <a:gd name="T13" fmla="*/ 21 h 53"/>
                  <a:gd name="T14" fmla="*/ 13 w 19"/>
                  <a:gd name="T15" fmla="*/ 18 h 53"/>
                  <a:gd name="T16" fmla="*/ 13 w 19"/>
                  <a:gd name="T17" fmla="*/ 47 h 53"/>
                  <a:gd name="T18" fmla="*/ 17 w 19"/>
                  <a:gd name="T19" fmla="*/ 51 h 53"/>
                  <a:gd name="T20" fmla="*/ 19 w 19"/>
                  <a:gd name="T21" fmla="*/ 51 h 53"/>
                  <a:gd name="T22" fmla="*/ 19 w 19"/>
                  <a:gd name="T23" fmla="*/ 53 h 53"/>
                  <a:gd name="T24" fmla="*/ 0 w 19"/>
                  <a:gd name="T25" fmla="*/ 53 h 53"/>
                  <a:gd name="T26" fmla="*/ 0 w 19"/>
                  <a:gd name="T27" fmla="*/ 51 h 53"/>
                  <a:gd name="T28" fmla="*/ 15 w 19"/>
                  <a:gd name="T29" fmla="*/ 5 h 53"/>
                  <a:gd name="T30" fmla="*/ 9 w 19"/>
                  <a:gd name="T31" fmla="*/ 10 h 53"/>
                  <a:gd name="T32" fmla="*/ 4 w 19"/>
                  <a:gd name="T33" fmla="*/ 5 h 53"/>
                  <a:gd name="T34" fmla="*/ 9 w 19"/>
                  <a:gd name="T35" fmla="*/ 0 h 53"/>
                  <a:gd name="T36" fmla="*/ 15 w 19"/>
                  <a:gd name="T37" fmla="*/ 5 h 53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</a:cxnLst>
                <a:rect l="0" t="0" r="r" b="b"/>
                <a:pathLst>
                  <a:path w="19" h="53">
                    <a:moveTo>
                      <a:pt x="0" y="51"/>
                    </a:moveTo>
                    <a:cubicBezTo>
                      <a:pt x="2" y="51"/>
                      <a:pt x="2" y="51"/>
                      <a:pt x="2" y="51"/>
                    </a:cubicBezTo>
                    <a:cubicBezTo>
                      <a:pt x="4" y="51"/>
                      <a:pt x="6" y="49"/>
                      <a:pt x="6" y="47"/>
                    </a:cubicBezTo>
                    <a:cubicBezTo>
                      <a:pt x="6" y="26"/>
                      <a:pt x="6" y="26"/>
                      <a:pt x="6" y="26"/>
                    </a:cubicBezTo>
                    <a:cubicBezTo>
                      <a:pt x="6" y="24"/>
                      <a:pt x="5" y="22"/>
                      <a:pt x="3" y="22"/>
                    </a:cubicBezTo>
                    <a:cubicBezTo>
                      <a:pt x="3" y="22"/>
                      <a:pt x="2" y="22"/>
                      <a:pt x="1" y="23"/>
                    </a:cubicBezTo>
                    <a:cubicBezTo>
                      <a:pt x="0" y="21"/>
                      <a:pt x="0" y="21"/>
                      <a:pt x="0" y="21"/>
                    </a:cubicBezTo>
                    <a:cubicBezTo>
                      <a:pt x="13" y="18"/>
                      <a:pt x="13" y="18"/>
                      <a:pt x="13" y="18"/>
                    </a:cubicBezTo>
                    <a:cubicBezTo>
                      <a:pt x="13" y="47"/>
                      <a:pt x="13" y="47"/>
                      <a:pt x="13" y="47"/>
                    </a:cubicBezTo>
                    <a:cubicBezTo>
                      <a:pt x="13" y="50"/>
                      <a:pt x="14" y="51"/>
                      <a:pt x="17" y="51"/>
                    </a:cubicBezTo>
                    <a:cubicBezTo>
                      <a:pt x="19" y="51"/>
                      <a:pt x="19" y="51"/>
                      <a:pt x="19" y="51"/>
                    </a:cubicBezTo>
                    <a:cubicBezTo>
                      <a:pt x="19" y="53"/>
                      <a:pt x="19" y="53"/>
                      <a:pt x="19" y="53"/>
                    </a:cubicBezTo>
                    <a:cubicBezTo>
                      <a:pt x="0" y="53"/>
                      <a:pt x="0" y="53"/>
                      <a:pt x="0" y="53"/>
                    </a:cubicBezTo>
                    <a:lnTo>
                      <a:pt x="0" y="51"/>
                    </a:lnTo>
                    <a:close/>
                    <a:moveTo>
                      <a:pt x="15" y="5"/>
                    </a:moveTo>
                    <a:cubicBezTo>
                      <a:pt x="15" y="7"/>
                      <a:pt x="12" y="10"/>
                      <a:pt x="9" y="10"/>
                    </a:cubicBezTo>
                    <a:cubicBezTo>
                      <a:pt x="7" y="10"/>
                      <a:pt x="4" y="7"/>
                      <a:pt x="4" y="5"/>
                    </a:cubicBezTo>
                    <a:cubicBezTo>
                      <a:pt x="4" y="2"/>
                      <a:pt x="7" y="0"/>
                      <a:pt x="9" y="0"/>
                    </a:cubicBezTo>
                    <a:cubicBezTo>
                      <a:pt x="12" y="0"/>
                      <a:pt x="15" y="2"/>
                      <a:pt x="15" y="5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72" name="íşļîḓé"/>
              <p:cNvSpPr/>
              <p:nvPr/>
            </p:nvSpPr>
            <p:spPr bwMode="auto">
              <a:xfrm>
                <a:off x="8186738" y="4054476"/>
                <a:ext cx="127000" cy="261938"/>
              </a:xfrm>
              <a:custGeom>
                <a:avLst/>
                <a:gdLst>
                  <a:gd name="T0" fmla="*/ 0 w 24"/>
                  <a:gd name="T1" fmla="*/ 15 h 48"/>
                  <a:gd name="T2" fmla="*/ 0 w 24"/>
                  <a:gd name="T3" fmla="*/ 12 h 48"/>
                  <a:gd name="T4" fmla="*/ 11 w 24"/>
                  <a:gd name="T5" fmla="*/ 3 h 48"/>
                  <a:gd name="T6" fmla="*/ 11 w 24"/>
                  <a:gd name="T7" fmla="*/ 0 h 48"/>
                  <a:gd name="T8" fmla="*/ 14 w 24"/>
                  <a:gd name="T9" fmla="*/ 0 h 48"/>
                  <a:gd name="T10" fmla="*/ 14 w 24"/>
                  <a:gd name="T11" fmla="*/ 12 h 48"/>
                  <a:gd name="T12" fmla="*/ 24 w 24"/>
                  <a:gd name="T13" fmla="*/ 12 h 48"/>
                  <a:gd name="T14" fmla="*/ 24 w 24"/>
                  <a:gd name="T15" fmla="*/ 15 h 48"/>
                  <a:gd name="T16" fmla="*/ 14 w 24"/>
                  <a:gd name="T17" fmla="*/ 15 h 48"/>
                  <a:gd name="T18" fmla="*/ 14 w 24"/>
                  <a:gd name="T19" fmla="*/ 39 h 48"/>
                  <a:gd name="T20" fmla="*/ 18 w 24"/>
                  <a:gd name="T21" fmla="*/ 44 h 48"/>
                  <a:gd name="T22" fmla="*/ 23 w 24"/>
                  <a:gd name="T23" fmla="*/ 41 h 48"/>
                  <a:gd name="T24" fmla="*/ 24 w 24"/>
                  <a:gd name="T25" fmla="*/ 42 h 48"/>
                  <a:gd name="T26" fmla="*/ 14 w 24"/>
                  <a:gd name="T27" fmla="*/ 48 h 48"/>
                  <a:gd name="T28" fmla="*/ 6 w 24"/>
                  <a:gd name="T29" fmla="*/ 39 h 48"/>
                  <a:gd name="T30" fmla="*/ 6 w 24"/>
                  <a:gd name="T31" fmla="*/ 15 h 48"/>
                  <a:gd name="T32" fmla="*/ 0 w 24"/>
                  <a:gd name="T33" fmla="*/ 15 h 4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</a:cxnLst>
                <a:rect l="0" t="0" r="r" b="b"/>
                <a:pathLst>
                  <a:path w="24" h="48">
                    <a:moveTo>
                      <a:pt x="0" y="15"/>
                    </a:moveTo>
                    <a:cubicBezTo>
                      <a:pt x="0" y="12"/>
                      <a:pt x="0" y="12"/>
                      <a:pt x="0" y="12"/>
                    </a:cubicBezTo>
                    <a:cubicBezTo>
                      <a:pt x="10" y="12"/>
                      <a:pt x="11" y="4"/>
                      <a:pt x="11" y="3"/>
                    </a:cubicBezTo>
                    <a:cubicBezTo>
                      <a:pt x="11" y="0"/>
                      <a:pt x="11" y="0"/>
                      <a:pt x="11" y="0"/>
                    </a:cubicBezTo>
                    <a:cubicBezTo>
                      <a:pt x="14" y="0"/>
                      <a:pt x="14" y="0"/>
                      <a:pt x="14" y="0"/>
                    </a:cubicBezTo>
                    <a:cubicBezTo>
                      <a:pt x="14" y="12"/>
                      <a:pt x="14" y="12"/>
                      <a:pt x="14" y="12"/>
                    </a:cubicBezTo>
                    <a:cubicBezTo>
                      <a:pt x="24" y="12"/>
                      <a:pt x="24" y="12"/>
                      <a:pt x="24" y="12"/>
                    </a:cubicBezTo>
                    <a:cubicBezTo>
                      <a:pt x="24" y="15"/>
                      <a:pt x="24" y="15"/>
                      <a:pt x="24" y="15"/>
                    </a:cubicBezTo>
                    <a:cubicBezTo>
                      <a:pt x="14" y="15"/>
                      <a:pt x="14" y="15"/>
                      <a:pt x="14" y="15"/>
                    </a:cubicBezTo>
                    <a:cubicBezTo>
                      <a:pt x="14" y="39"/>
                      <a:pt x="14" y="39"/>
                      <a:pt x="14" y="39"/>
                    </a:cubicBezTo>
                    <a:cubicBezTo>
                      <a:pt x="14" y="43"/>
                      <a:pt x="16" y="44"/>
                      <a:pt x="18" y="44"/>
                    </a:cubicBezTo>
                    <a:cubicBezTo>
                      <a:pt x="20" y="44"/>
                      <a:pt x="21" y="42"/>
                      <a:pt x="23" y="41"/>
                    </a:cubicBezTo>
                    <a:cubicBezTo>
                      <a:pt x="24" y="42"/>
                      <a:pt x="24" y="42"/>
                      <a:pt x="24" y="42"/>
                    </a:cubicBezTo>
                    <a:cubicBezTo>
                      <a:pt x="22" y="45"/>
                      <a:pt x="19" y="48"/>
                      <a:pt x="14" y="48"/>
                    </a:cubicBezTo>
                    <a:cubicBezTo>
                      <a:pt x="9" y="48"/>
                      <a:pt x="6" y="44"/>
                      <a:pt x="6" y="39"/>
                    </a:cubicBezTo>
                    <a:cubicBezTo>
                      <a:pt x="6" y="15"/>
                      <a:pt x="6" y="15"/>
                      <a:pt x="6" y="15"/>
                    </a:cubicBezTo>
                    <a:lnTo>
                      <a:pt x="0" y="15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73" name="ïṡḻîḑè"/>
              <p:cNvSpPr/>
              <p:nvPr/>
            </p:nvSpPr>
            <p:spPr bwMode="auto">
              <a:xfrm>
                <a:off x="8329613" y="4119564"/>
                <a:ext cx="198437" cy="252413"/>
              </a:xfrm>
              <a:custGeom>
                <a:avLst/>
                <a:gdLst>
                  <a:gd name="T0" fmla="*/ 36 w 38"/>
                  <a:gd name="T1" fmla="*/ 3 h 46"/>
                  <a:gd name="T2" fmla="*/ 31 w 38"/>
                  <a:gd name="T3" fmla="*/ 8 h 46"/>
                  <a:gd name="T4" fmla="*/ 19 w 38"/>
                  <a:gd name="T5" fmla="*/ 37 h 46"/>
                  <a:gd name="T6" fmla="*/ 7 w 38"/>
                  <a:gd name="T7" fmla="*/ 46 h 46"/>
                  <a:gd name="T8" fmla="*/ 2 w 38"/>
                  <a:gd name="T9" fmla="*/ 41 h 46"/>
                  <a:gd name="T10" fmla="*/ 7 w 38"/>
                  <a:gd name="T11" fmla="*/ 36 h 46"/>
                  <a:gd name="T12" fmla="*/ 11 w 38"/>
                  <a:gd name="T13" fmla="*/ 40 h 46"/>
                  <a:gd name="T14" fmla="*/ 12 w 38"/>
                  <a:gd name="T15" fmla="*/ 41 h 46"/>
                  <a:gd name="T16" fmla="*/ 17 w 38"/>
                  <a:gd name="T17" fmla="*/ 35 h 46"/>
                  <a:gd name="T18" fmla="*/ 18 w 38"/>
                  <a:gd name="T19" fmla="*/ 34 h 46"/>
                  <a:gd name="T20" fmla="*/ 6 w 38"/>
                  <a:gd name="T21" fmla="*/ 7 h 46"/>
                  <a:gd name="T22" fmla="*/ 1 w 38"/>
                  <a:gd name="T23" fmla="*/ 3 h 46"/>
                  <a:gd name="T24" fmla="*/ 0 w 38"/>
                  <a:gd name="T25" fmla="*/ 3 h 46"/>
                  <a:gd name="T26" fmla="*/ 0 w 38"/>
                  <a:gd name="T27" fmla="*/ 0 h 46"/>
                  <a:gd name="T28" fmla="*/ 18 w 38"/>
                  <a:gd name="T29" fmla="*/ 0 h 46"/>
                  <a:gd name="T30" fmla="*/ 18 w 38"/>
                  <a:gd name="T31" fmla="*/ 3 h 46"/>
                  <a:gd name="T32" fmla="*/ 16 w 38"/>
                  <a:gd name="T33" fmla="*/ 3 h 46"/>
                  <a:gd name="T34" fmla="*/ 14 w 38"/>
                  <a:gd name="T35" fmla="*/ 5 h 46"/>
                  <a:gd name="T36" fmla="*/ 15 w 38"/>
                  <a:gd name="T37" fmla="*/ 8 h 46"/>
                  <a:gd name="T38" fmla="*/ 22 w 38"/>
                  <a:gd name="T39" fmla="*/ 24 h 46"/>
                  <a:gd name="T40" fmla="*/ 28 w 38"/>
                  <a:gd name="T41" fmla="*/ 8 h 46"/>
                  <a:gd name="T42" fmla="*/ 29 w 38"/>
                  <a:gd name="T43" fmla="*/ 5 h 46"/>
                  <a:gd name="T44" fmla="*/ 26 w 38"/>
                  <a:gd name="T45" fmla="*/ 3 h 46"/>
                  <a:gd name="T46" fmla="*/ 23 w 38"/>
                  <a:gd name="T47" fmla="*/ 3 h 46"/>
                  <a:gd name="T48" fmla="*/ 23 w 38"/>
                  <a:gd name="T49" fmla="*/ 0 h 46"/>
                  <a:gd name="T50" fmla="*/ 38 w 38"/>
                  <a:gd name="T51" fmla="*/ 0 h 46"/>
                  <a:gd name="T52" fmla="*/ 38 w 38"/>
                  <a:gd name="T53" fmla="*/ 3 h 46"/>
                  <a:gd name="T54" fmla="*/ 36 w 38"/>
                  <a:gd name="T55" fmla="*/ 3 h 4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</a:cxnLst>
                <a:rect l="0" t="0" r="r" b="b"/>
                <a:pathLst>
                  <a:path w="38" h="46">
                    <a:moveTo>
                      <a:pt x="36" y="3"/>
                    </a:moveTo>
                    <a:cubicBezTo>
                      <a:pt x="33" y="3"/>
                      <a:pt x="32" y="6"/>
                      <a:pt x="31" y="8"/>
                    </a:cubicBezTo>
                    <a:cubicBezTo>
                      <a:pt x="19" y="37"/>
                      <a:pt x="19" y="37"/>
                      <a:pt x="19" y="37"/>
                    </a:cubicBezTo>
                    <a:cubicBezTo>
                      <a:pt x="17" y="42"/>
                      <a:pt x="12" y="46"/>
                      <a:pt x="7" y="46"/>
                    </a:cubicBezTo>
                    <a:cubicBezTo>
                      <a:pt x="4" y="46"/>
                      <a:pt x="2" y="44"/>
                      <a:pt x="2" y="41"/>
                    </a:cubicBezTo>
                    <a:cubicBezTo>
                      <a:pt x="2" y="38"/>
                      <a:pt x="4" y="36"/>
                      <a:pt x="7" y="36"/>
                    </a:cubicBezTo>
                    <a:cubicBezTo>
                      <a:pt x="10" y="36"/>
                      <a:pt x="10" y="38"/>
                      <a:pt x="11" y="40"/>
                    </a:cubicBezTo>
                    <a:cubicBezTo>
                      <a:pt x="12" y="41"/>
                      <a:pt x="12" y="41"/>
                      <a:pt x="12" y="41"/>
                    </a:cubicBezTo>
                    <a:cubicBezTo>
                      <a:pt x="14" y="41"/>
                      <a:pt x="17" y="37"/>
                      <a:pt x="17" y="35"/>
                    </a:cubicBezTo>
                    <a:cubicBezTo>
                      <a:pt x="18" y="34"/>
                      <a:pt x="18" y="34"/>
                      <a:pt x="18" y="34"/>
                    </a:cubicBezTo>
                    <a:cubicBezTo>
                      <a:pt x="6" y="7"/>
                      <a:pt x="6" y="7"/>
                      <a:pt x="6" y="7"/>
                    </a:cubicBezTo>
                    <a:cubicBezTo>
                      <a:pt x="5" y="4"/>
                      <a:pt x="3" y="3"/>
                      <a:pt x="1" y="3"/>
                    </a:cubicBezTo>
                    <a:cubicBezTo>
                      <a:pt x="0" y="3"/>
                      <a:pt x="0" y="3"/>
                      <a:pt x="0" y="3"/>
                    </a:cubicBezTo>
                    <a:cubicBezTo>
                      <a:pt x="0" y="0"/>
                      <a:pt x="0" y="0"/>
                      <a:pt x="0" y="0"/>
                    </a:cubicBezTo>
                    <a:cubicBezTo>
                      <a:pt x="18" y="0"/>
                      <a:pt x="18" y="0"/>
                      <a:pt x="18" y="0"/>
                    </a:cubicBezTo>
                    <a:cubicBezTo>
                      <a:pt x="18" y="3"/>
                      <a:pt x="18" y="3"/>
                      <a:pt x="18" y="3"/>
                    </a:cubicBezTo>
                    <a:cubicBezTo>
                      <a:pt x="16" y="3"/>
                      <a:pt x="16" y="3"/>
                      <a:pt x="16" y="3"/>
                    </a:cubicBezTo>
                    <a:cubicBezTo>
                      <a:pt x="15" y="3"/>
                      <a:pt x="14" y="4"/>
                      <a:pt x="14" y="5"/>
                    </a:cubicBezTo>
                    <a:cubicBezTo>
                      <a:pt x="14" y="6"/>
                      <a:pt x="14" y="7"/>
                      <a:pt x="15" y="8"/>
                    </a:cubicBezTo>
                    <a:cubicBezTo>
                      <a:pt x="22" y="24"/>
                      <a:pt x="22" y="24"/>
                      <a:pt x="22" y="24"/>
                    </a:cubicBezTo>
                    <a:cubicBezTo>
                      <a:pt x="28" y="8"/>
                      <a:pt x="28" y="8"/>
                      <a:pt x="28" y="8"/>
                    </a:cubicBezTo>
                    <a:cubicBezTo>
                      <a:pt x="29" y="7"/>
                      <a:pt x="29" y="6"/>
                      <a:pt x="29" y="5"/>
                    </a:cubicBezTo>
                    <a:cubicBezTo>
                      <a:pt x="29" y="4"/>
                      <a:pt x="27" y="3"/>
                      <a:pt x="26" y="3"/>
                    </a:cubicBezTo>
                    <a:cubicBezTo>
                      <a:pt x="23" y="3"/>
                      <a:pt x="23" y="3"/>
                      <a:pt x="23" y="3"/>
                    </a:cubicBezTo>
                    <a:cubicBezTo>
                      <a:pt x="23" y="0"/>
                      <a:pt x="23" y="0"/>
                      <a:pt x="23" y="0"/>
                    </a:cubicBezTo>
                    <a:cubicBezTo>
                      <a:pt x="38" y="0"/>
                      <a:pt x="38" y="0"/>
                      <a:pt x="38" y="0"/>
                    </a:cubicBezTo>
                    <a:cubicBezTo>
                      <a:pt x="38" y="3"/>
                      <a:pt x="38" y="3"/>
                      <a:pt x="38" y="3"/>
                    </a:cubicBezTo>
                    <a:lnTo>
                      <a:pt x="36" y="3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</p:grpSp>
        <p:grpSp>
          <p:nvGrpSpPr>
            <p:cNvPr id="46" name="ísḷîḓe"/>
            <p:cNvGrpSpPr/>
            <p:nvPr/>
          </p:nvGrpSpPr>
          <p:grpSpPr>
            <a:xfrm>
              <a:off x="5477124" y="2634664"/>
              <a:ext cx="741350" cy="1171206"/>
              <a:chOff x="4718050" y="4784723"/>
              <a:chExt cx="755650" cy="1193799"/>
            </a:xfrm>
            <a:grpFill/>
          </p:grpSpPr>
          <p:sp>
            <p:nvSpPr>
              <p:cNvPr id="57" name="ïṡļîḑê"/>
              <p:cNvSpPr/>
              <p:nvPr/>
            </p:nvSpPr>
            <p:spPr bwMode="auto">
              <a:xfrm>
                <a:off x="4718050" y="4784723"/>
                <a:ext cx="373063" cy="1193799"/>
              </a:xfrm>
              <a:custGeom>
                <a:avLst/>
                <a:gdLst>
                  <a:gd name="T0" fmla="*/ 279 w 367"/>
                  <a:gd name="T1" fmla="*/ 506 h 1171"/>
                  <a:gd name="T2" fmla="*/ 247 w 367"/>
                  <a:gd name="T3" fmla="*/ 408 h 1171"/>
                  <a:gd name="T4" fmla="*/ 207 w 367"/>
                  <a:gd name="T5" fmla="*/ 413 h 1171"/>
                  <a:gd name="T6" fmla="*/ 257 w 367"/>
                  <a:gd name="T7" fmla="*/ 316 h 1171"/>
                  <a:gd name="T8" fmla="*/ 275 w 367"/>
                  <a:gd name="T9" fmla="*/ 282 h 1171"/>
                  <a:gd name="T10" fmla="*/ 295 w 367"/>
                  <a:gd name="T11" fmla="*/ 258 h 1171"/>
                  <a:gd name="T12" fmla="*/ 312 w 367"/>
                  <a:gd name="T13" fmla="*/ 221 h 1171"/>
                  <a:gd name="T14" fmla="*/ 352 w 367"/>
                  <a:gd name="T15" fmla="*/ 167 h 1171"/>
                  <a:gd name="T16" fmla="*/ 365 w 367"/>
                  <a:gd name="T17" fmla="*/ 133 h 1171"/>
                  <a:gd name="T18" fmla="*/ 365 w 367"/>
                  <a:gd name="T19" fmla="*/ 119 h 1171"/>
                  <a:gd name="T20" fmla="*/ 285 w 367"/>
                  <a:gd name="T21" fmla="*/ 1 h 1171"/>
                  <a:gd name="T22" fmla="*/ 277 w 367"/>
                  <a:gd name="T23" fmla="*/ 73 h 1171"/>
                  <a:gd name="T24" fmla="*/ 277 w 367"/>
                  <a:gd name="T25" fmla="*/ 92 h 1171"/>
                  <a:gd name="T26" fmla="*/ 295 w 367"/>
                  <a:gd name="T27" fmla="*/ 149 h 1171"/>
                  <a:gd name="T28" fmla="*/ 199 w 367"/>
                  <a:gd name="T29" fmla="*/ 333 h 1171"/>
                  <a:gd name="T30" fmla="*/ 149 w 367"/>
                  <a:gd name="T31" fmla="*/ 412 h 1171"/>
                  <a:gd name="T32" fmla="*/ 127 w 367"/>
                  <a:gd name="T33" fmla="*/ 499 h 1171"/>
                  <a:gd name="T34" fmla="*/ 196 w 367"/>
                  <a:gd name="T35" fmla="*/ 505 h 1171"/>
                  <a:gd name="T36" fmla="*/ 210 w 367"/>
                  <a:gd name="T37" fmla="*/ 498 h 1171"/>
                  <a:gd name="T38" fmla="*/ 178 w 367"/>
                  <a:gd name="T39" fmla="*/ 591 h 1171"/>
                  <a:gd name="T40" fmla="*/ 159 w 367"/>
                  <a:gd name="T41" fmla="*/ 636 h 1171"/>
                  <a:gd name="T42" fmla="*/ 139 w 367"/>
                  <a:gd name="T43" fmla="*/ 677 h 1171"/>
                  <a:gd name="T44" fmla="*/ 124 w 367"/>
                  <a:gd name="T45" fmla="*/ 701 h 1171"/>
                  <a:gd name="T46" fmla="*/ 77 w 367"/>
                  <a:gd name="T47" fmla="*/ 785 h 1171"/>
                  <a:gd name="T48" fmla="*/ 46 w 367"/>
                  <a:gd name="T49" fmla="*/ 829 h 1171"/>
                  <a:gd name="T50" fmla="*/ 35 w 367"/>
                  <a:gd name="T51" fmla="*/ 857 h 1171"/>
                  <a:gd name="T52" fmla="*/ 11 w 367"/>
                  <a:gd name="T53" fmla="*/ 897 h 1171"/>
                  <a:gd name="T54" fmla="*/ 12 w 367"/>
                  <a:gd name="T55" fmla="*/ 906 h 1171"/>
                  <a:gd name="T56" fmla="*/ 0 w 367"/>
                  <a:gd name="T57" fmla="*/ 948 h 1171"/>
                  <a:gd name="T58" fmla="*/ 10 w 367"/>
                  <a:gd name="T59" fmla="*/ 959 h 1171"/>
                  <a:gd name="T60" fmla="*/ 77 w 367"/>
                  <a:gd name="T61" fmla="*/ 893 h 1171"/>
                  <a:gd name="T62" fmla="*/ 113 w 367"/>
                  <a:gd name="T63" fmla="*/ 854 h 1171"/>
                  <a:gd name="T64" fmla="*/ 138 w 367"/>
                  <a:gd name="T65" fmla="*/ 817 h 1171"/>
                  <a:gd name="T66" fmla="*/ 140 w 367"/>
                  <a:gd name="T67" fmla="*/ 876 h 1171"/>
                  <a:gd name="T68" fmla="*/ 138 w 367"/>
                  <a:gd name="T69" fmla="*/ 913 h 1171"/>
                  <a:gd name="T70" fmla="*/ 140 w 367"/>
                  <a:gd name="T71" fmla="*/ 926 h 1171"/>
                  <a:gd name="T72" fmla="*/ 133 w 367"/>
                  <a:gd name="T73" fmla="*/ 970 h 1171"/>
                  <a:gd name="T74" fmla="*/ 133 w 367"/>
                  <a:gd name="T75" fmla="*/ 994 h 1171"/>
                  <a:gd name="T76" fmla="*/ 128 w 367"/>
                  <a:gd name="T77" fmla="*/ 999 h 1171"/>
                  <a:gd name="T78" fmla="*/ 127 w 367"/>
                  <a:gd name="T79" fmla="*/ 1073 h 1171"/>
                  <a:gd name="T80" fmla="*/ 157 w 367"/>
                  <a:gd name="T81" fmla="*/ 1171 h 1171"/>
                  <a:gd name="T82" fmla="*/ 179 w 367"/>
                  <a:gd name="T83" fmla="*/ 1170 h 1171"/>
                  <a:gd name="T84" fmla="*/ 192 w 367"/>
                  <a:gd name="T85" fmla="*/ 1159 h 1171"/>
                  <a:gd name="T86" fmla="*/ 201 w 367"/>
                  <a:gd name="T87" fmla="*/ 1137 h 1171"/>
                  <a:gd name="T88" fmla="*/ 205 w 367"/>
                  <a:gd name="T89" fmla="*/ 1075 h 1171"/>
                  <a:gd name="T90" fmla="*/ 198 w 367"/>
                  <a:gd name="T91" fmla="*/ 1069 h 1171"/>
                  <a:gd name="T92" fmla="*/ 198 w 367"/>
                  <a:gd name="T93" fmla="*/ 950 h 1171"/>
                  <a:gd name="T94" fmla="*/ 205 w 367"/>
                  <a:gd name="T95" fmla="*/ 935 h 1171"/>
                  <a:gd name="T96" fmla="*/ 205 w 367"/>
                  <a:gd name="T97" fmla="*/ 916 h 1171"/>
                  <a:gd name="T98" fmla="*/ 210 w 367"/>
                  <a:gd name="T99" fmla="*/ 893 h 1171"/>
                  <a:gd name="T100" fmla="*/ 209 w 367"/>
                  <a:gd name="T101" fmla="*/ 878 h 1171"/>
                  <a:gd name="T102" fmla="*/ 220 w 367"/>
                  <a:gd name="T103" fmla="*/ 842 h 1171"/>
                  <a:gd name="T104" fmla="*/ 220 w 367"/>
                  <a:gd name="T105" fmla="*/ 814 h 1171"/>
                  <a:gd name="T106" fmla="*/ 181 w 367"/>
                  <a:gd name="T107" fmla="*/ 711 h 1171"/>
                  <a:gd name="T108" fmla="*/ 210 w 367"/>
                  <a:gd name="T109" fmla="*/ 643 h 1171"/>
                  <a:gd name="T110" fmla="*/ 279 w 367"/>
                  <a:gd name="T111" fmla="*/ 506 h 117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  <a:cxn ang="0">
                    <a:pos x="T90" y="T91"/>
                  </a:cxn>
                  <a:cxn ang="0">
                    <a:pos x="T92" y="T93"/>
                  </a:cxn>
                  <a:cxn ang="0">
                    <a:pos x="T94" y="T95"/>
                  </a:cxn>
                  <a:cxn ang="0">
                    <a:pos x="T96" y="T97"/>
                  </a:cxn>
                  <a:cxn ang="0">
                    <a:pos x="T98" y="T99"/>
                  </a:cxn>
                  <a:cxn ang="0">
                    <a:pos x="T100" y="T101"/>
                  </a:cxn>
                  <a:cxn ang="0">
                    <a:pos x="T102" y="T103"/>
                  </a:cxn>
                  <a:cxn ang="0">
                    <a:pos x="T104" y="T105"/>
                  </a:cxn>
                  <a:cxn ang="0">
                    <a:pos x="T106" y="T107"/>
                  </a:cxn>
                  <a:cxn ang="0">
                    <a:pos x="T108" y="T109"/>
                  </a:cxn>
                  <a:cxn ang="0">
                    <a:pos x="T110" y="T111"/>
                  </a:cxn>
                </a:cxnLst>
                <a:rect l="0" t="0" r="r" b="b"/>
                <a:pathLst>
                  <a:path w="367" h="1171">
                    <a:moveTo>
                      <a:pt x="279" y="506"/>
                    </a:moveTo>
                    <a:cubicBezTo>
                      <a:pt x="298" y="459"/>
                      <a:pt x="292" y="421"/>
                      <a:pt x="247" y="408"/>
                    </a:cubicBezTo>
                    <a:cubicBezTo>
                      <a:pt x="230" y="403"/>
                      <a:pt x="221" y="412"/>
                      <a:pt x="207" y="413"/>
                    </a:cubicBezTo>
                    <a:cubicBezTo>
                      <a:pt x="225" y="375"/>
                      <a:pt x="242" y="350"/>
                      <a:pt x="257" y="316"/>
                    </a:cubicBezTo>
                    <a:cubicBezTo>
                      <a:pt x="261" y="307"/>
                      <a:pt x="278" y="293"/>
                      <a:pt x="275" y="282"/>
                    </a:cubicBezTo>
                    <a:cubicBezTo>
                      <a:pt x="281" y="273"/>
                      <a:pt x="290" y="266"/>
                      <a:pt x="295" y="258"/>
                    </a:cubicBezTo>
                    <a:cubicBezTo>
                      <a:pt x="302" y="245"/>
                      <a:pt x="303" y="232"/>
                      <a:pt x="312" y="221"/>
                    </a:cubicBezTo>
                    <a:cubicBezTo>
                      <a:pt x="321" y="208"/>
                      <a:pt x="345" y="182"/>
                      <a:pt x="352" y="167"/>
                    </a:cubicBezTo>
                    <a:cubicBezTo>
                      <a:pt x="356" y="156"/>
                      <a:pt x="360" y="144"/>
                      <a:pt x="365" y="133"/>
                    </a:cubicBezTo>
                    <a:cubicBezTo>
                      <a:pt x="367" y="126"/>
                      <a:pt x="363" y="122"/>
                      <a:pt x="365" y="119"/>
                    </a:cubicBezTo>
                    <a:cubicBezTo>
                      <a:pt x="365" y="68"/>
                      <a:pt x="339" y="0"/>
                      <a:pt x="285" y="1"/>
                    </a:cubicBezTo>
                    <a:cubicBezTo>
                      <a:pt x="276" y="21"/>
                      <a:pt x="270" y="45"/>
                      <a:pt x="277" y="73"/>
                    </a:cubicBezTo>
                    <a:cubicBezTo>
                      <a:pt x="277" y="79"/>
                      <a:pt x="277" y="85"/>
                      <a:pt x="277" y="92"/>
                    </a:cubicBezTo>
                    <a:cubicBezTo>
                      <a:pt x="280" y="99"/>
                      <a:pt x="299" y="140"/>
                      <a:pt x="295" y="149"/>
                    </a:cubicBezTo>
                    <a:cubicBezTo>
                      <a:pt x="264" y="215"/>
                      <a:pt x="234" y="276"/>
                      <a:pt x="199" y="333"/>
                    </a:cubicBezTo>
                    <a:cubicBezTo>
                      <a:pt x="186" y="354"/>
                      <a:pt x="156" y="390"/>
                      <a:pt x="149" y="412"/>
                    </a:cubicBezTo>
                    <a:cubicBezTo>
                      <a:pt x="142" y="432"/>
                      <a:pt x="105" y="464"/>
                      <a:pt x="127" y="499"/>
                    </a:cubicBezTo>
                    <a:cubicBezTo>
                      <a:pt x="136" y="514"/>
                      <a:pt x="178" y="517"/>
                      <a:pt x="196" y="505"/>
                    </a:cubicBezTo>
                    <a:cubicBezTo>
                      <a:pt x="200" y="503"/>
                      <a:pt x="202" y="499"/>
                      <a:pt x="210" y="498"/>
                    </a:cubicBezTo>
                    <a:cubicBezTo>
                      <a:pt x="204" y="536"/>
                      <a:pt x="195" y="561"/>
                      <a:pt x="178" y="591"/>
                    </a:cubicBezTo>
                    <a:cubicBezTo>
                      <a:pt x="182" y="599"/>
                      <a:pt x="159" y="628"/>
                      <a:pt x="159" y="636"/>
                    </a:cubicBezTo>
                    <a:cubicBezTo>
                      <a:pt x="159" y="642"/>
                      <a:pt x="143" y="669"/>
                      <a:pt x="139" y="677"/>
                    </a:cubicBezTo>
                    <a:cubicBezTo>
                      <a:pt x="142" y="682"/>
                      <a:pt x="125" y="697"/>
                      <a:pt x="124" y="701"/>
                    </a:cubicBezTo>
                    <a:cubicBezTo>
                      <a:pt x="109" y="734"/>
                      <a:pt x="93" y="755"/>
                      <a:pt x="77" y="785"/>
                    </a:cubicBezTo>
                    <a:cubicBezTo>
                      <a:pt x="69" y="801"/>
                      <a:pt x="56" y="815"/>
                      <a:pt x="46" y="829"/>
                    </a:cubicBezTo>
                    <a:cubicBezTo>
                      <a:pt x="40" y="839"/>
                      <a:pt x="41" y="845"/>
                      <a:pt x="35" y="857"/>
                    </a:cubicBezTo>
                    <a:cubicBezTo>
                      <a:pt x="30" y="869"/>
                      <a:pt x="15" y="883"/>
                      <a:pt x="11" y="897"/>
                    </a:cubicBezTo>
                    <a:cubicBezTo>
                      <a:pt x="12" y="900"/>
                      <a:pt x="12" y="903"/>
                      <a:pt x="12" y="906"/>
                    </a:cubicBezTo>
                    <a:cubicBezTo>
                      <a:pt x="7" y="917"/>
                      <a:pt x="0" y="932"/>
                      <a:pt x="0" y="948"/>
                    </a:cubicBezTo>
                    <a:cubicBezTo>
                      <a:pt x="3" y="952"/>
                      <a:pt x="6" y="955"/>
                      <a:pt x="10" y="959"/>
                    </a:cubicBezTo>
                    <a:cubicBezTo>
                      <a:pt x="33" y="957"/>
                      <a:pt x="68" y="913"/>
                      <a:pt x="77" y="893"/>
                    </a:cubicBezTo>
                    <a:cubicBezTo>
                      <a:pt x="84" y="881"/>
                      <a:pt x="104" y="868"/>
                      <a:pt x="113" y="854"/>
                    </a:cubicBezTo>
                    <a:cubicBezTo>
                      <a:pt x="120" y="844"/>
                      <a:pt x="126" y="820"/>
                      <a:pt x="138" y="817"/>
                    </a:cubicBezTo>
                    <a:cubicBezTo>
                      <a:pt x="140" y="821"/>
                      <a:pt x="142" y="869"/>
                      <a:pt x="140" y="876"/>
                    </a:cubicBezTo>
                    <a:cubicBezTo>
                      <a:pt x="140" y="876"/>
                      <a:pt x="138" y="913"/>
                      <a:pt x="138" y="913"/>
                    </a:cubicBezTo>
                    <a:cubicBezTo>
                      <a:pt x="138" y="915"/>
                      <a:pt x="141" y="922"/>
                      <a:pt x="140" y="926"/>
                    </a:cubicBezTo>
                    <a:cubicBezTo>
                      <a:pt x="134" y="939"/>
                      <a:pt x="133" y="949"/>
                      <a:pt x="133" y="970"/>
                    </a:cubicBezTo>
                    <a:cubicBezTo>
                      <a:pt x="133" y="978"/>
                      <a:pt x="133" y="986"/>
                      <a:pt x="133" y="994"/>
                    </a:cubicBezTo>
                    <a:cubicBezTo>
                      <a:pt x="131" y="996"/>
                      <a:pt x="130" y="998"/>
                      <a:pt x="128" y="999"/>
                    </a:cubicBezTo>
                    <a:cubicBezTo>
                      <a:pt x="128" y="1024"/>
                      <a:pt x="127" y="1048"/>
                      <a:pt x="127" y="1073"/>
                    </a:cubicBezTo>
                    <a:cubicBezTo>
                      <a:pt x="113" y="1114"/>
                      <a:pt x="126" y="1161"/>
                      <a:pt x="157" y="1171"/>
                    </a:cubicBezTo>
                    <a:cubicBezTo>
                      <a:pt x="165" y="1171"/>
                      <a:pt x="172" y="1170"/>
                      <a:pt x="179" y="1170"/>
                    </a:cubicBezTo>
                    <a:cubicBezTo>
                      <a:pt x="182" y="1164"/>
                      <a:pt x="188" y="1163"/>
                      <a:pt x="192" y="1159"/>
                    </a:cubicBezTo>
                    <a:cubicBezTo>
                      <a:pt x="195" y="1152"/>
                      <a:pt x="198" y="1144"/>
                      <a:pt x="201" y="1137"/>
                    </a:cubicBezTo>
                    <a:cubicBezTo>
                      <a:pt x="203" y="1131"/>
                      <a:pt x="209" y="1085"/>
                      <a:pt x="205" y="1075"/>
                    </a:cubicBezTo>
                    <a:cubicBezTo>
                      <a:pt x="202" y="1073"/>
                      <a:pt x="200" y="1071"/>
                      <a:pt x="198" y="1069"/>
                    </a:cubicBezTo>
                    <a:cubicBezTo>
                      <a:pt x="198" y="1030"/>
                      <a:pt x="198" y="990"/>
                      <a:pt x="198" y="950"/>
                    </a:cubicBezTo>
                    <a:cubicBezTo>
                      <a:pt x="199" y="943"/>
                      <a:pt x="203" y="941"/>
                      <a:pt x="205" y="935"/>
                    </a:cubicBezTo>
                    <a:cubicBezTo>
                      <a:pt x="205" y="928"/>
                      <a:pt x="205" y="922"/>
                      <a:pt x="205" y="916"/>
                    </a:cubicBezTo>
                    <a:cubicBezTo>
                      <a:pt x="207" y="909"/>
                      <a:pt x="208" y="901"/>
                      <a:pt x="210" y="893"/>
                    </a:cubicBezTo>
                    <a:cubicBezTo>
                      <a:pt x="210" y="888"/>
                      <a:pt x="209" y="883"/>
                      <a:pt x="209" y="878"/>
                    </a:cubicBezTo>
                    <a:cubicBezTo>
                      <a:pt x="213" y="867"/>
                      <a:pt x="217" y="852"/>
                      <a:pt x="220" y="842"/>
                    </a:cubicBezTo>
                    <a:cubicBezTo>
                      <a:pt x="220" y="833"/>
                      <a:pt x="220" y="823"/>
                      <a:pt x="220" y="814"/>
                    </a:cubicBezTo>
                    <a:cubicBezTo>
                      <a:pt x="225" y="779"/>
                      <a:pt x="207" y="725"/>
                      <a:pt x="181" y="711"/>
                    </a:cubicBezTo>
                    <a:cubicBezTo>
                      <a:pt x="181" y="682"/>
                      <a:pt x="201" y="665"/>
                      <a:pt x="210" y="643"/>
                    </a:cubicBezTo>
                    <a:cubicBezTo>
                      <a:pt x="231" y="597"/>
                      <a:pt x="260" y="553"/>
                      <a:pt x="279" y="506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58" name="iṣľîḑe"/>
              <p:cNvSpPr/>
              <p:nvPr/>
            </p:nvSpPr>
            <p:spPr bwMode="auto">
              <a:xfrm>
                <a:off x="5000625" y="4865685"/>
                <a:ext cx="473075" cy="1063624"/>
              </a:xfrm>
              <a:custGeom>
                <a:avLst/>
                <a:gdLst>
                  <a:gd name="T0" fmla="*/ 392 w 466"/>
                  <a:gd name="T1" fmla="*/ 857 h 1043"/>
                  <a:gd name="T2" fmla="*/ 253 w 466"/>
                  <a:gd name="T3" fmla="*/ 759 h 1043"/>
                  <a:gd name="T4" fmla="*/ 169 w 466"/>
                  <a:gd name="T5" fmla="*/ 808 h 1043"/>
                  <a:gd name="T6" fmla="*/ 236 w 466"/>
                  <a:gd name="T7" fmla="*/ 670 h 1043"/>
                  <a:gd name="T8" fmla="*/ 319 w 466"/>
                  <a:gd name="T9" fmla="*/ 617 h 1043"/>
                  <a:gd name="T10" fmla="*/ 341 w 466"/>
                  <a:gd name="T11" fmla="*/ 489 h 1043"/>
                  <a:gd name="T12" fmla="*/ 362 w 466"/>
                  <a:gd name="T13" fmla="*/ 400 h 1043"/>
                  <a:gd name="T14" fmla="*/ 283 w 466"/>
                  <a:gd name="T15" fmla="*/ 247 h 1043"/>
                  <a:gd name="T16" fmla="*/ 147 w 466"/>
                  <a:gd name="T17" fmla="*/ 437 h 1043"/>
                  <a:gd name="T18" fmla="*/ 159 w 466"/>
                  <a:gd name="T19" fmla="*/ 389 h 1043"/>
                  <a:gd name="T20" fmla="*/ 325 w 466"/>
                  <a:gd name="T21" fmla="*/ 161 h 1043"/>
                  <a:gd name="T22" fmla="*/ 437 w 466"/>
                  <a:gd name="T23" fmla="*/ 1 h 1043"/>
                  <a:gd name="T24" fmla="*/ 356 w 466"/>
                  <a:gd name="T25" fmla="*/ 43 h 1043"/>
                  <a:gd name="T26" fmla="*/ 194 w 466"/>
                  <a:gd name="T27" fmla="*/ 172 h 1043"/>
                  <a:gd name="T28" fmla="*/ 201 w 466"/>
                  <a:gd name="T29" fmla="*/ 147 h 1043"/>
                  <a:gd name="T30" fmla="*/ 146 w 466"/>
                  <a:gd name="T31" fmla="*/ 23 h 1043"/>
                  <a:gd name="T32" fmla="*/ 96 w 466"/>
                  <a:gd name="T33" fmla="*/ 306 h 1043"/>
                  <a:gd name="T34" fmla="*/ 211 w 466"/>
                  <a:gd name="T35" fmla="*/ 214 h 1043"/>
                  <a:gd name="T36" fmla="*/ 384 w 466"/>
                  <a:gd name="T37" fmla="*/ 56 h 1043"/>
                  <a:gd name="T38" fmla="*/ 352 w 466"/>
                  <a:gd name="T39" fmla="*/ 93 h 1043"/>
                  <a:gd name="T40" fmla="*/ 240 w 466"/>
                  <a:gd name="T41" fmla="*/ 220 h 1043"/>
                  <a:gd name="T42" fmla="*/ 68 w 466"/>
                  <a:gd name="T43" fmla="*/ 555 h 1043"/>
                  <a:gd name="T44" fmla="*/ 110 w 466"/>
                  <a:gd name="T45" fmla="*/ 700 h 1043"/>
                  <a:gd name="T46" fmla="*/ 142 w 466"/>
                  <a:gd name="T47" fmla="*/ 574 h 1043"/>
                  <a:gd name="T48" fmla="*/ 258 w 466"/>
                  <a:gd name="T49" fmla="*/ 344 h 1043"/>
                  <a:gd name="T50" fmla="*/ 341 w 466"/>
                  <a:gd name="T51" fmla="*/ 260 h 1043"/>
                  <a:gd name="T52" fmla="*/ 332 w 466"/>
                  <a:gd name="T53" fmla="*/ 376 h 1043"/>
                  <a:gd name="T54" fmla="*/ 313 w 466"/>
                  <a:gd name="T55" fmla="*/ 503 h 1043"/>
                  <a:gd name="T56" fmla="*/ 293 w 466"/>
                  <a:gd name="T57" fmla="*/ 576 h 1043"/>
                  <a:gd name="T58" fmla="*/ 284 w 466"/>
                  <a:gd name="T59" fmla="*/ 627 h 1043"/>
                  <a:gd name="T60" fmla="*/ 284 w 466"/>
                  <a:gd name="T61" fmla="*/ 455 h 1043"/>
                  <a:gd name="T62" fmla="*/ 201 w 466"/>
                  <a:gd name="T63" fmla="*/ 572 h 1043"/>
                  <a:gd name="T64" fmla="*/ 3 w 466"/>
                  <a:gd name="T65" fmla="*/ 1027 h 1043"/>
                  <a:gd name="T66" fmla="*/ 105 w 466"/>
                  <a:gd name="T67" fmla="*/ 958 h 1043"/>
                  <a:gd name="T68" fmla="*/ 301 w 466"/>
                  <a:gd name="T69" fmla="*/ 768 h 1043"/>
                  <a:gd name="T70" fmla="*/ 378 w 466"/>
                  <a:gd name="T71" fmla="*/ 740 h 1043"/>
                  <a:gd name="T72" fmla="*/ 219 w 466"/>
                  <a:gd name="T73" fmla="*/ 881 h 1043"/>
                  <a:gd name="T74" fmla="*/ 304 w 466"/>
                  <a:gd name="T75" fmla="*/ 979 h 1043"/>
                  <a:gd name="T76" fmla="*/ 435 w 466"/>
                  <a:gd name="T77" fmla="*/ 991 h 1043"/>
                  <a:gd name="T78" fmla="*/ 449 w 466"/>
                  <a:gd name="T79" fmla="*/ 951 h 1043"/>
                  <a:gd name="T80" fmla="*/ 129 w 466"/>
                  <a:gd name="T81" fmla="*/ 467 h 1043"/>
                  <a:gd name="T82" fmla="*/ 134 w 466"/>
                  <a:gd name="T83" fmla="*/ 466 h 1043"/>
                  <a:gd name="T84" fmla="*/ 277 w 466"/>
                  <a:gd name="T85" fmla="*/ 889 h 1043"/>
                  <a:gd name="T86" fmla="*/ 309 w 466"/>
                  <a:gd name="T87" fmla="*/ 910 h 1043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</a:cxnLst>
                <a:rect l="0" t="0" r="r" b="b"/>
                <a:pathLst>
                  <a:path w="466" h="1043">
                    <a:moveTo>
                      <a:pt x="412" y="914"/>
                    </a:moveTo>
                    <a:cubicBezTo>
                      <a:pt x="407" y="911"/>
                      <a:pt x="388" y="899"/>
                      <a:pt x="385" y="893"/>
                    </a:cubicBezTo>
                    <a:cubicBezTo>
                      <a:pt x="379" y="887"/>
                      <a:pt x="392" y="857"/>
                      <a:pt x="392" y="857"/>
                    </a:cubicBezTo>
                    <a:cubicBezTo>
                      <a:pt x="396" y="826"/>
                      <a:pt x="441" y="785"/>
                      <a:pt x="420" y="740"/>
                    </a:cubicBezTo>
                    <a:cubicBezTo>
                      <a:pt x="405" y="709"/>
                      <a:pt x="367" y="710"/>
                      <a:pt x="334" y="722"/>
                    </a:cubicBezTo>
                    <a:cubicBezTo>
                      <a:pt x="307" y="731"/>
                      <a:pt x="277" y="745"/>
                      <a:pt x="253" y="759"/>
                    </a:cubicBezTo>
                    <a:cubicBezTo>
                      <a:pt x="245" y="763"/>
                      <a:pt x="238" y="773"/>
                      <a:pt x="230" y="776"/>
                    </a:cubicBezTo>
                    <a:cubicBezTo>
                      <a:pt x="210" y="786"/>
                      <a:pt x="190" y="795"/>
                      <a:pt x="173" y="808"/>
                    </a:cubicBezTo>
                    <a:cubicBezTo>
                      <a:pt x="171" y="808"/>
                      <a:pt x="170" y="808"/>
                      <a:pt x="169" y="808"/>
                    </a:cubicBezTo>
                    <a:cubicBezTo>
                      <a:pt x="168" y="807"/>
                      <a:pt x="167" y="805"/>
                      <a:pt x="166" y="803"/>
                    </a:cubicBezTo>
                    <a:cubicBezTo>
                      <a:pt x="195" y="763"/>
                      <a:pt x="208" y="713"/>
                      <a:pt x="233" y="670"/>
                    </a:cubicBezTo>
                    <a:cubicBezTo>
                      <a:pt x="234" y="670"/>
                      <a:pt x="235" y="670"/>
                      <a:pt x="236" y="670"/>
                    </a:cubicBezTo>
                    <a:cubicBezTo>
                      <a:pt x="238" y="694"/>
                      <a:pt x="273" y="713"/>
                      <a:pt x="298" y="708"/>
                    </a:cubicBezTo>
                    <a:cubicBezTo>
                      <a:pt x="310" y="691"/>
                      <a:pt x="311" y="654"/>
                      <a:pt x="319" y="634"/>
                    </a:cubicBezTo>
                    <a:cubicBezTo>
                      <a:pt x="319" y="628"/>
                      <a:pt x="319" y="623"/>
                      <a:pt x="319" y="617"/>
                    </a:cubicBezTo>
                    <a:cubicBezTo>
                      <a:pt x="322" y="609"/>
                      <a:pt x="326" y="592"/>
                      <a:pt x="330" y="582"/>
                    </a:cubicBezTo>
                    <a:cubicBezTo>
                      <a:pt x="331" y="567"/>
                      <a:pt x="332" y="552"/>
                      <a:pt x="334" y="537"/>
                    </a:cubicBezTo>
                    <a:cubicBezTo>
                      <a:pt x="338" y="523"/>
                      <a:pt x="344" y="505"/>
                      <a:pt x="341" y="489"/>
                    </a:cubicBezTo>
                    <a:cubicBezTo>
                      <a:pt x="344" y="485"/>
                      <a:pt x="346" y="475"/>
                      <a:pt x="348" y="469"/>
                    </a:cubicBezTo>
                    <a:cubicBezTo>
                      <a:pt x="348" y="463"/>
                      <a:pt x="348" y="458"/>
                      <a:pt x="348" y="453"/>
                    </a:cubicBezTo>
                    <a:cubicBezTo>
                      <a:pt x="353" y="441"/>
                      <a:pt x="361" y="413"/>
                      <a:pt x="362" y="400"/>
                    </a:cubicBezTo>
                    <a:cubicBezTo>
                      <a:pt x="363" y="387"/>
                      <a:pt x="385" y="326"/>
                      <a:pt x="382" y="322"/>
                    </a:cubicBezTo>
                    <a:cubicBezTo>
                      <a:pt x="386" y="291"/>
                      <a:pt x="408" y="244"/>
                      <a:pt x="375" y="223"/>
                    </a:cubicBezTo>
                    <a:cubicBezTo>
                      <a:pt x="343" y="203"/>
                      <a:pt x="305" y="232"/>
                      <a:pt x="283" y="247"/>
                    </a:cubicBezTo>
                    <a:cubicBezTo>
                      <a:pt x="227" y="285"/>
                      <a:pt x="193" y="338"/>
                      <a:pt x="165" y="400"/>
                    </a:cubicBezTo>
                    <a:cubicBezTo>
                      <a:pt x="163" y="402"/>
                      <a:pt x="161" y="404"/>
                      <a:pt x="159" y="406"/>
                    </a:cubicBezTo>
                    <a:cubicBezTo>
                      <a:pt x="153" y="415"/>
                      <a:pt x="151" y="428"/>
                      <a:pt x="147" y="437"/>
                    </a:cubicBezTo>
                    <a:cubicBezTo>
                      <a:pt x="145" y="441"/>
                      <a:pt x="138" y="449"/>
                      <a:pt x="137" y="452"/>
                    </a:cubicBezTo>
                    <a:cubicBezTo>
                      <a:pt x="134" y="450"/>
                      <a:pt x="136" y="450"/>
                      <a:pt x="135" y="447"/>
                    </a:cubicBezTo>
                    <a:cubicBezTo>
                      <a:pt x="147" y="437"/>
                      <a:pt x="149" y="410"/>
                      <a:pt x="159" y="389"/>
                    </a:cubicBezTo>
                    <a:cubicBezTo>
                      <a:pt x="176" y="353"/>
                      <a:pt x="199" y="322"/>
                      <a:pt x="218" y="287"/>
                    </a:cubicBezTo>
                    <a:cubicBezTo>
                      <a:pt x="235" y="253"/>
                      <a:pt x="267" y="226"/>
                      <a:pt x="291" y="193"/>
                    </a:cubicBezTo>
                    <a:cubicBezTo>
                      <a:pt x="300" y="180"/>
                      <a:pt x="316" y="173"/>
                      <a:pt x="325" y="161"/>
                    </a:cubicBezTo>
                    <a:cubicBezTo>
                      <a:pt x="332" y="151"/>
                      <a:pt x="347" y="133"/>
                      <a:pt x="357" y="127"/>
                    </a:cubicBezTo>
                    <a:cubicBezTo>
                      <a:pt x="398" y="100"/>
                      <a:pt x="438" y="61"/>
                      <a:pt x="454" y="13"/>
                    </a:cubicBezTo>
                    <a:cubicBezTo>
                      <a:pt x="448" y="9"/>
                      <a:pt x="442" y="5"/>
                      <a:pt x="437" y="1"/>
                    </a:cubicBezTo>
                    <a:cubicBezTo>
                      <a:pt x="432" y="6"/>
                      <a:pt x="422" y="0"/>
                      <a:pt x="417" y="2"/>
                    </a:cubicBezTo>
                    <a:cubicBezTo>
                      <a:pt x="412" y="4"/>
                      <a:pt x="405" y="12"/>
                      <a:pt x="401" y="15"/>
                    </a:cubicBezTo>
                    <a:cubicBezTo>
                      <a:pt x="386" y="26"/>
                      <a:pt x="371" y="33"/>
                      <a:pt x="356" y="43"/>
                    </a:cubicBezTo>
                    <a:cubicBezTo>
                      <a:pt x="343" y="50"/>
                      <a:pt x="333" y="65"/>
                      <a:pt x="321" y="72"/>
                    </a:cubicBezTo>
                    <a:cubicBezTo>
                      <a:pt x="281" y="99"/>
                      <a:pt x="252" y="129"/>
                      <a:pt x="212" y="155"/>
                    </a:cubicBezTo>
                    <a:cubicBezTo>
                      <a:pt x="206" y="161"/>
                      <a:pt x="200" y="166"/>
                      <a:pt x="194" y="172"/>
                    </a:cubicBezTo>
                    <a:cubicBezTo>
                      <a:pt x="193" y="172"/>
                      <a:pt x="193" y="173"/>
                      <a:pt x="192" y="174"/>
                    </a:cubicBezTo>
                    <a:cubicBezTo>
                      <a:pt x="192" y="172"/>
                      <a:pt x="192" y="171"/>
                      <a:pt x="191" y="170"/>
                    </a:cubicBezTo>
                    <a:cubicBezTo>
                      <a:pt x="197" y="167"/>
                      <a:pt x="196" y="156"/>
                      <a:pt x="201" y="147"/>
                    </a:cubicBezTo>
                    <a:cubicBezTo>
                      <a:pt x="206" y="135"/>
                      <a:pt x="213" y="122"/>
                      <a:pt x="215" y="105"/>
                    </a:cubicBezTo>
                    <a:cubicBezTo>
                      <a:pt x="220" y="69"/>
                      <a:pt x="183" y="22"/>
                      <a:pt x="147" y="23"/>
                    </a:cubicBezTo>
                    <a:cubicBezTo>
                      <a:pt x="146" y="23"/>
                      <a:pt x="146" y="23"/>
                      <a:pt x="146" y="23"/>
                    </a:cubicBezTo>
                    <a:cubicBezTo>
                      <a:pt x="135" y="37"/>
                      <a:pt x="137" y="61"/>
                      <a:pt x="129" y="78"/>
                    </a:cubicBezTo>
                    <a:cubicBezTo>
                      <a:pt x="112" y="117"/>
                      <a:pt x="88" y="163"/>
                      <a:pt x="73" y="211"/>
                    </a:cubicBezTo>
                    <a:cubicBezTo>
                      <a:pt x="63" y="245"/>
                      <a:pt x="76" y="295"/>
                      <a:pt x="96" y="306"/>
                    </a:cubicBezTo>
                    <a:cubicBezTo>
                      <a:pt x="120" y="302"/>
                      <a:pt x="141" y="277"/>
                      <a:pt x="154" y="264"/>
                    </a:cubicBezTo>
                    <a:cubicBezTo>
                      <a:pt x="157" y="260"/>
                      <a:pt x="160" y="256"/>
                      <a:pt x="163" y="253"/>
                    </a:cubicBezTo>
                    <a:cubicBezTo>
                      <a:pt x="183" y="243"/>
                      <a:pt x="194" y="226"/>
                      <a:pt x="211" y="214"/>
                    </a:cubicBezTo>
                    <a:cubicBezTo>
                      <a:pt x="238" y="196"/>
                      <a:pt x="259" y="176"/>
                      <a:pt x="280" y="152"/>
                    </a:cubicBezTo>
                    <a:cubicBezTo>
                      <a:pt x="295" y="134"/>
                      <a:pt x="322" y="117"/>
                      <a:pt x="332" y="98"/>
                    </a:cubicBezTo>
                    <a:cubicBezTo>
                      <a:pt x="341" y="82"/>
                      <a:pt x="377" y="69"/>
                      <a:pt x="384" y="56"/>
                    </a:cubicBezTo>
                    <a:cubicBezTo>
                      <a:pt x="385" y="56"/>
                      <a:pt x="386" y="56"/>
                      <a:pt x="387" y="56"/>
                    </a:cubicBezTo>
                    <a:cubicBezTo>
                      <a:pt x="387" y="56"/>
                      <a:pt x="387" y="57"/>
                      <a:pt x="387" y="58"/>
                    </a:cubicBezTo>
                    <a:cubicBezTo>
                      <a:pt x="377" y="71"/>
                      <a:pt x="363" y="80"/>
                      <a:pt x="352" y="93"/>
                    </a:cubicBezTo>
                    <a:cubicBezTo>
                      <a:pt x="353" y="94"/>
                      <a:pt x="333" y="115"/>
                      <a:pt x="329" y="120"/>
                    </a:cubicBezTo>
                    <a:cubicBezTo>
                      <a:pt x="304" y="147"/>
                      <a:pt x="277" y="172"/>
                      <a:pt x="253" y="201"/>
                    </a:cubicBezTo>
                    <a:cubicBezTo>
                      <a:pt x="255" y="203"/>
                      <a:pt x="243" y="217"/>
                      <a:pt x="240" y="220"/>
                    </a:cubicBezTo>
                    <a:cubicBezTo>
                      <a:pt x="224" y="237"/>
                      <a:pt x="209" y="257"/>
                      <a:pt x="195" y="276"/>
                    </a:cubicBezTo>
                    <a:cubicBezTo>
                      <a:pt x="141" y="351"/>
                      <a:pt x="103" y="443"/>
                      <a:pt x="75" y="534"/>
                    </a:cubicBezTo>
                    <a:cubicBezTo>
                      <a:pt x="73" y="542"/>
                      <a:pt x="70" y="550"/>
                      <a:pt x="68" y="555"/>
                    </a:cubicBezTo>
                    <a:cubicBezTo>
                      <a:pt x="69" y="559"/>
                      <a:pt x="69" y="562"/>
                      <a:pt x="70" y="566"/>
                    </a:cubicBezTo>
                    <a:cubicBezTo>
                      <a:pt x="57" y="602"/>
                      <a:pt x="13" y="739"/>
                      <a:pt x="88" y="738"/>
                    </a:cubicBezTo>
                    <a:cubicBezTo>
                      <a:pt x="102" y="728"/>
                      <a:pt x="105" y="719"/>
                      <a:pt x="110" y="700"/>
                    </a:cubicBezTo>
                    <a:cubicBezTo>
                      <a:pt x="110" y="693"/>
                      <a:pt x="110" y="686"/>
                      <a:pt x="110" y="679"/>
                    </a:cubicBezTo>
                    <a:cubicBezTo>
                      <a:pt x="122" y="655"/>
                      <a:pt x="126" y="615"/>
                      <a:pt x="140" y="589"/>
                    </a:cubicBezTo>
                    <a:cubicBezTo>
                      <a:pt x="141" y="584"/>
                      <a:pt x="141" y="579"/>
                      <a:pt x="142" y="574"/>
                    </a:cubicBezTo>
                    <a:cubicBezTo>
                      <a:pt x="165" y="524"/>
                      <a:pt x="183" y="467"/>
                      <a:pt x="205" y="419"/>
                    </a:cubicBezTo>
                    <a:cubicBezTo>
                      <a:pt x="214" y="398"/>
                      <a:pt x="232" y="380"/>
                      <a:pt x="243" y="359"/>
                    </a:cubicBezTo>
                    <a:cubicBezTo>
                      <a:pt x="248" y="354"/>
                      <a:pt x="253" y="349"/>
                      <a:pt x="258" y="344"/>
                    </a:cubicBezTo>
                    <a:cubicBezTo>
                      <a:pt x="266" y="328"/>
                      <a:pt x="277" y="315"/>
                      <a:pt x="293" y="304"/>
                    </a:cubicBezTo>
                    <a:cubicBezTo>
                      <a:pt x="295" y="301"/>
                      <a:pt x="297" y="298"/>
                      <a:pt x="299" y="295"/>
                    </a:cubicBezTo>
                    <a:cubicBezTo>
                      <a:pt x="312" y="282"/>
                      <a:pt x="324" y="268"/>
                      <a:pt x="341" y="260"/>
                    </a:cubicBezTo>
                    <a:cubicBezTo>
                      <a:pt x="344" y="262"/>
                      <a:pt x="347" y="264"/>
                      <a:pt x="349" y="265"/>
                    </a:cubicBezTo>
                    <a:cubicBezTo>
                      <a:pt x="360" y="282"/>
                      <a:pt x="347" y="312"/>
                      <a:pt x="341" y="324"/>
                    </a:cubicBezTo>
                    <a:cubicBezTo>
                      <a:pt x="345" y="329"/>
                      <a:pt x="334" y="370"/>
                      <a:pt x="332" y="376"/>
                    </a:cubicBezTo>
                    <a:cubicBezTo>
                      <a:pt x="328" y="397"/>
                      <a:pt x="324" y="419"/>
                      <a:pt x="320" y="440"/>
                    </a:cubicBezTo>
                    <a:cubicBezTo>
                      <a:pt x="319" y="458"/>
                      <a:pt x="316" y="463"/>
                      <a:pt x="312" y="476"/>
                    </a:cubicBezTo>
                    <a:cubicBezTo>
                      <a:pt x="314" y="481"/>
                      <a:pt x="314" y="501"/>
                      <a:pt x="313" y="503"/>
                    </a:cubicBezTo>
                    <a:cubicBezTo>
                      <a:pt x="311" y="505"/>
                      <a:pt x="308" y="507"/>
                      <a:pt x="306" y="508"/>
                    </a:cubicBezTo>
                    <a:cubicBezTo>
                      <a:pt x="306" y="516"/>
                      <a:pt x="306" y="525"/>
                      <a:pt x="306" y="533"/>
                    </a:cubicBezTo>
                    <a:cubicBezTo>
                      <a:pt x="301" y="544"/>
                      <a:pt x="296" y="563"/>
                      <a:pt x="293" y="576"/>
                    </a:cubicBezTo>
                    <a:cubicBezTo>
                      <a:pt x="294" y="580"/>
                      <a:pt x="295" y="585"/>
                      <a:pt x="295" y="590"/>
                    </a:cubicBezTo>
                    <a:cubicBezTo>
                      <a:pt x="292" y="599"/>
                      <a:pt x="288" y="614"/>
                      <a:pt x="288" y="625"/>
                    </a:cubicBezTo>
                    <a:cubicBezTo>
                      <a:pt x="286" y="625"/>
                      <a:pt x="285" y="626"/>
                      <a:pt x="284" y="627"/>
                    </a:cubicBezTo>
                    <a:cubicBezTo>
                      <a:pt x="260" y="620"/>
                      <a:pt x="276" y="577"/>
                      <a:pt x="282" y="564"/>
                    </a:cubicBezTo>
                    <a:cubicBezTo>
                      <a:pt x="287" y="551"/>
                      <a:pt x="312" y="507"/>
                      <a:pt x="302" y="480"/>
                    </a:cubicBezTo>
                    <a:cubicBezTo>
                      <a:pt x="298" y="470"/>
                      <a:pt x="290" y="463"/>
                      <a:pt x="284" y="455"/>
                    </a:cubicBezTo>
                    <a:cubicBezTo>
                      <a:pt x="275" y="443"/>
                      <a:pt x="265" y="436"/>
                      <a:pt x="253" y="432"/>
                    </a:cubicBezTo>
                    <a:cubicBezTo>
                      <a:pt x="236" y="426"/>
                      <a:pt x="225" y="439"/>
                      <a:pt x="218" y="444"/>
                    </a:cubicBezTo>
                    <a:cubicBezTo>
                      <a:pt x="187" y="466"/>
                      <a:pt x="191" y="536"/>
                      <a:pt x="201" y="572"/>
                    </a:cubicBezTo>
                    <a:cubicBezTo>
                      <a:pt x="203" y="580"/>
                      <a:pt x="209" y="614"/>
                      <a:pt x="206" y="622"/>
                    </a:cubicBezTo>
                    <a:cubicBezTo>
                      <a:pt x="164" y="721"/>
                      <a:pt x="105" y="809"/>
                      <a:pt x="58" y="908"/>
                    </a:cubicBezTo>
                    <a:cubicBezTo>
                      <a:pt x="40" y="947"/>
                      <a:pt x="0" y="975"/>
                      <a:pt x="3" y="1027"/>
                    </a:cubicBezTo>
                    <a:cubicBezTo>
                      <a:pt x="10" y="1032"/>
                      <a:pt x="17" y="1037"/>
                      <a:pt x="24" y="1043"/>
                    </a:cubicBezTo>
                    <a:cubicBezTo>
                      <a:pt x="58" y="1041"/>
                      <a:pt x="79" y="996"/>
                      <a:pt x="94" y="968"/>
                    </a:cubicBezTo>
                    <a:cubicBezTo>
                      <a:pt x="97" y="965"/>
                      <a:pt x="101" y="962"/>
                      <a:pt x="105" y="958"/>
                    </a:cubicBezTo>
                    <a:cubicBezTo>
                      <a:pt x="115" y="944"/>
                      <a:pt x="122" y="933"/>
                      <a:pt x="132" y="918"/>
                    </a:cubicBezTo>
                    <a:cubicBezTo>
                      <a:pt x="138" y="909"/>
                      <a:pt x="151" y="903"/>
                      <a:pt x="157" y="894"/>
                    </a:cubicBezTo>
                    <a:cubicBezTo>
                      <a:pt x="187" y="846"/>
                      <a:pt x="255" y="801"/>
                      <a:pt x="301" y="768"/>
                    </a:cubicBezTo>
                    <a:cubicBezTo>
                      <a:pt x="308" y="763"/>
                      <a:pt x="338" y="749"/>
                      <a:pt x="347" y="745"/>
                    </a:cubicBezTo>
                    <a:cubicBezTo>
                      <a:pt x="357" y="742"/>
                      <a:pt x="364" y="743"/>
                      <a:pt x="371" y="738"/>
                    </a:cubicBezTo>
                    <a:cubicBezTo>
                      <a:pt x="375" y="739"/>
                      <a:pt x="375" y="739"/>
                      <a:pt x="378" y="740"/>
                    </a:cubicBezTo>
                    <a:cubicBezTo>
                      <a:pt x="390" y="781"/>
                      <a:pt x="348" y="829"/>
                      <a:pt x="342" y="860"/>
                    </a:cubicBezTo>
                    <a:cubicBezTo>
                      <a:pt x="323" y="860"/>
                      <a:pt x="315" y="851"/>
                      <a:pt x="300" y="845"/>
                    </a:cubicBezTo>
                    <a:cubicBezTo>
                      <a:pt x="261" y="831"/>
                      <a:pt x="230" y="846"/>
                      <a:pt x="219" y="881"/>
                    </a:cubicBezTo>
                    <a:cubicBezTo>
                      <a:pt x="218" y="886"/>
                      <a:pt x="223" y="890"/>
                      <a:pt x="224" y="894"/>
                    </a:cubicBezTo>
                    <a:cubicBezTo>
                      <a:pt x="234" y="922"/>
                      <a:pt x="250" y="944"/>
                      <a:pt x="275" y="963"/>
                    </a:cubicBezTo>
                    <a:cubicBezTo>
                      <a:pt x="281" y="967"/>
                      <a:pt x="290" y="984"/>
                      <a:pt x="304" y="979"/>
                    </a:cubicBezTo>
                    <a:cubicBezTo>
                      <a:pt x="331" y="971"/>
                      <a:pt x="343" y="932"/>
                      <a:pt x="360" y="928"/>
                    </a:cubicBezTo>
                    <a:cubicBezTo>
                      <a:pt x="375" y="940"/>
                      <a:pt x="385" y="961"/>
                      <a:pt x="401" y="973"/>
                    </a:cubicBezTo>
                    <a:cubicBezTo>
                      <a:pt x="412" y="980"/>
                      <a:pt x="425" y="986"/>
                      <a:pt x="435" y="991"/>
                    </a:cubicBezTo>
                    <a:cubicBezTo>
                      <a:pt x="441" y="995"/>
                      <a:pt x="446" y="1001"/>
                      <a:pt x="456" y="1001"/>
                    </a:cubicBezTo>
                    <a:cubicBezTo>
                      <a:pt x="460" y="999"/>
                      <a:pt x="465" y="993"/>
                      <a:pt x="466" y="988"/>
                    </a:cubicBezTo>
                    <a:cubicBezTo>
                      <a:pt x="460" y="982"/>
                      <a:pt x="456" y="960"/>
                      <a:pt x="449" y="951"/>
                    </a:cubicBezTo>
                    <a:cubicBezTo>
                      <a:pt x="443" y="942"/>
                      <a:pt x="421" y="919"/>
                      <a:pt x="412" y="914"/>
                    </a:cubicBezTo>
                    <a:close/>
                    <a:moveTo>
                      <a:pt x="134" y="466"/>
                    </a:moveTo>
                    <a:cubicBezTo>
                      <a:pt x="132" y="466"/>
                      <a:pt x="131" y="467"/>
                      <a:pt x="129" y="467"/>
                    </a:cubicBezTo>
                    <a:cubicBezTo>
                      <a:pt x="130" y="465"/>
                      <a:pt x="131" y="462"/>
                      <a:pt x="132" y="460"/>
                    </a:cubicBezTo>
                    <a:cubicBezTo>
                      <a:pt x="133" y="461"/>
                      <a:pt x="134" y="461"/>
                      <a:pt x="134" y="462"/>
                    </a:cubicBezTo>
                    <a:cubicBezTo>
                      <a:pt x="134" y="463"/>
                      <a:pt x="134" y="465"/>
                      <a:pt x="134" y="466"/>
                    </a:cubicBezTo>
                    <a:close/>
                    <a:moveTo>
                      <a:pt x="309" y="910"/>
                    </a:moveTo>
                    <a:cubicBezTo>
                      <a:pt x="303" y="914"/>
                      <a:pt x="300" y="912"/>
                      <a:pt x="291" y="915"/>
                    </a:cubicBezTo>
                    <a:cubicBezTo>
                      <a:pt x="285" y="907"/>
                      <a:pt x="281" y="900"/>
                      <a:pt x="277" y="889"/>
                    </a:cubicBezTo>
                    <a:cubicBezTo>
                      <a:pt x="278" y="888"/>
                      <a:pt x="277" y="889"/>
                      <a:pt x="278" y="888"/>
                    </a:cubicBezTo>
                    <a:cubicBezTo>
                      <a:pt x="290" y="888"/>
                      <a:pt x="297" y="893"/>
                      <a:pt x="306" y="894"/>
                    </a:cubicBezTo>
                    <a:cubicBezTo>
                      <a:pt x="309" y="898"/>
                      <a:pt x="310" y="902"/>
                      <a:pt x="309" y="910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</p:grpSp>
        <p:grpSp>
          <p:nvGrpSpPr>
            <p:cNvPr id="47" name="íšľïḋê"/>
            <p:cNvGrpSpPr/>
            <p:nvPr/>
          </p:nvGrpSpPr>
          <p:grpSpPr>
            <a:xfrm>
              <a:off x="8190759" y="2868968"/>
              <a:ext cx="635165" cy="888620"/>
              <a:chOff x="6813550" y="4995860"/>
              <a:chExt cx="660400" cy="923924"/>
            </a:xfrm>
            <a:grpFill/>
          </p:grpSpPr>
          <p:sp>
            <p:nvSpPr>
              <p:cNvPr id="53" name="ïşḻiḍe"/>
              <p:cNvSpPr/>
              <p:nvPr/>
            </p:nvSpPr>
            <p:spPr bwMode="auto">
              <a:xfrm>
                <a:off x="6813550" y="4995860"/>
                <a:ext cx="660400" cy="923924"/>
              </a:xfrm>
              <a:custGeom>
                <a:avLst/>
                <a:gdLst>
                  <a:gd name="T0" fmla="*/ 467 w 649"/>
                  <a:gd name="T1" fmla="*/ 260 h 907"/>
                  <a:gd name="T2" fmla="*/ 543 w 649"/>
                  <a:gd name="T3" fmla="*/ 120 h 907"/>
                  <a:gd name="T4" fmla="*/ 577 w 649"/>
                  <a:gd name="T5" fmla="*/ 2 h 907"/>
                  <a:gd name="T6" fmla="*/ 462 w 649"/>
                  <a:gd name="T7" fmla="*/ 50 h 907"/>
                  <a:gd name="T8" fmla="*/ 562 w 649"/>
                  <a:gd name="T9" fmla="*/ 49 h 907"/>
                  <a:gd name="T10" fmla="*/ 445 w 649"/>
                  <a:gd name="T11" fmla="*/ 265 h 907"/>
                  <a:gd name="T12" fmla="*/ 433 w 649"/>
                  <a:gd name="T13" fmla="*/ 236 h 907"/>
                  <a:gd name="T14" fmla="*/ 395 w 649"/>
                  <a:gd name="T15" fmla="*/ 120 h 907"/>
                  <a:gd name="T16" fmla="*/ 460 w 649"/>
                  <a:gd name="T17" fmla="*/ 18 h 907"/>
                  <a:gd name="T18" fmla="*/ 294 w 649"/>
                  <a:gd name="T19" fmla="*/ 91 h 907"/>
                  <a:gd name="T20" fmla="*/ 301 w 649"/>
                  <a:gd name="T21" fmla="*/ 122 h 907"/>
                  <a:gd name="T22" fmla="*/ 283 w 649"/>
                  <a:gd name="T23" fmla="*/ 157 h 907"/>
                  <a:gd name="T24" fmla="*/ 315 w 649"/>
                  <a:gd name="T25" fmla="*/ 202 h 907"/>
                  <a:gd name="T26" fmla="*/ 193 w 649"/>
                  <a:gd name="T27" fmla="*/ 266 h 907"/>
                  <a:gd name="T28" fmla="*/ 231 w 649"/>
                  <a:gd name="T29" fmla="*/ 330 h 907"/>
                  <a:gd name="T30" fmla="*/ 308 w 649"/>
                  <a:gd name="T31" fmla="*/ 264 h 907"/>
                  <a:gd name="T32" fmla="*/ 362 w 649"/>
                  <a:gd name="T33" fmla="*/ 332 h 907"/>
                  <a:gd name="T34" fmla="*/ 175 w 649"/>
                  <a:gd name="T35" fmla="*/ 395 h 907"/>
                  <a:gd name="T36" fmla="*/ 177 w 649"/>
                  <a:gd name="T37" fmla="*/ 277 h 907"/>
                  <a:gd name="T38" fmla="*/ 155 w 649"/>
                  <a:gd name="T39" fmla="*/ 258 h 907"/>
                  <a:gd name="T40" fmla="*/ 165 w 649"/>
                  <a:gd name="T41" fmla="*/ 428 h 907"/>
                  <a:gd name="T42" fmla="*/ 246 w 649"/>
                  <a:gd name="T43" fmla="*/ 406 h 907"/>
                  <a:gd name="T44" fmla="*/ 278 w 649"/>
                  <a:gd name="T45" fmla="*/ 393 h 907"/>
                  <a:gd name="T46" fmla="*/ 384 w 649"/>
                  <a:gd name="T47" fmla="*/ 399 h 907"/>
                  <a:gd name="T48" fmla="*/ 366 w 649"/>
                  <a:gd name="T49" fmla="*/ 494 h 907"/>
                  <a:gd name="T50" fmla="*/ 199 w 649"/>
                  <a:gd name="T51" fmla="*/ 615 h 907"/>
                  <a:gd name="T52" fmla="*/ 93 w 649"/>
                  <a:gd name="T53" fmla="*/ 660 h 907"/>
                  <a:gd name="T54" fmla="*/ 20 w 649"/>
                  <a:gd name="T55" fmla="*/ 679 h 907"/>
                  <a:gd name="T56" fmla="*/ 75 w 649"/>
                  <a:gd name="T57" fmla="*/ 751 h 907"/>
                  <a:gd name="T58" fmla="*/ 158 w 649"/>
                  <a:gd name="T59" fmla="*/ 718 h 907"/>
                  <a:gd name="T60" fmla="*/ 303 w 649"/>
                  <a:gd name="T61" fmla="*/ 847 h 907"/>
                  <a:gd name="T62" fmla="*/ 74 w 649"/>
                  <a:gd name="T63" fmla="*/ 775 h 907"/>
                  <a:gd name="T64" fmla="*/ 143 w 649"/>
                  <a:gd name="T65" fmla="*/ 847 h 907"/>
                  <a:gd name="T66" fmla="*/ 329 w 649"/>
                  <a:gd name="T67" fmla="*/ 906 h 907"/>
                  <a:gd name="T68" fmla="*/ 342 w 649"/>
                  <a:gd name="T69" fmla="*/ 787 h 907"/>
                  <a:gd name="T70" fmla="*/ 374 w 649"/>
                  <a:gd name="T71" fmla="*/ 641 h 907"/>
                  <a:gd name="T72" fmla="*/ 426 w 649"/>
                  <a:gd name="T73" fmla="*/ 624 h 907"/>
                  <a:gd name="T74" fmla="*/ 444 w 649"/>
                  <a:gd name="T75" fmla="*/ 561 h 907"/>
                  <a:gd name="T76" fmla="*/ 331 w 649"/>
                  <a:gd name="T77" fmla="*/ 570 h 907"/>
                  <a:gd name="T78" fmla="*/ 434 w 649"/>
                  <a:gd name="T79" fmla="*/ 481 h 907"/>
                  <a:gd name="T80" fmla="*/ 300 w 649"/>
                  <a:gd name="T81" fmla="*/ 473 h 907"/>
                  <a:gd name="T82" fmla="*/ 353 w 649"/>
                  <a:gd name="T83" fmla="*/ 434 h 907"/>
                  <a:gd name="T84" fmla="*/ 474 w 649"/>
                  <a:gd name="T85" fmla="*/ 401 h 907"/>
                  <a:gd name="T86" fmla="*/ 244 w 649"/>
                  <a:gd name="T87" fmla="*/ 294 h 907"/>
                  <a:gd name="T88" fmla="*/ 336 w 649"/>
                  <a:gd name="T89" fmla="*/ 238 h 907"/>
                  <a:gd name="T90" fmla="*/ 349 w 649"/>
                  <a:gd name="T91" fmla="*/ 250 h 907"/>
                  <a:gd name="T92" fmla="*/ 412 w 649"/>
                  <a:gd name="T93" fmla="*/ 129 h 907"/>
                  <a:gd name="T94" fmla="*/ 411 w 649"/>
                  <a:gd name="T95" fmla="*/ 138 h 907"/>
                  <a:gd name="T96" fmla="*/ 390 w 649"/>
                  <a:gd name="T97" fmla="*/ 272 h 907"/>
                  <a:gd name="T98" fmla="*/ 433 w 649"/>
                  <a:gd name="T99" fmla="*/ 353 h 907"/>
                  <a:gd name="T100" fmla="*/ 470 w 649"/>
                  <a:gd name="T101" fmla="*/ 334 h 907"/>
                  <a:gd name="T102" fmla="*/ 626 w 649"/>
                  <a:gd name="T103" fmla="*/ 306 h 90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  <a:cxn ang="0">
                    <a:pos x="T90" y="T91"/>
                  </a:cxn>
                  <a:cxn ang="0">
                    <a:pos x="T92" y="T93"/>
                  </a:cxn>
                  <a:cxn ang="0">
                    <a:pos x="T94" y="T95"/>
                  </a:cxn>
                  <a:cxn ang="0">
                    <a:pos x="T96" y="T97"/>
                  </a:cxn>
                  <a:cxn ang="0">
                    <a:pos x="T98" y="T99"/>
                  </a:cxn>
                  <a:cxn ang="0">
                    <a:pos x="T100" y="T101"/>
                  </a:cxn>
                  <a:cxn ang="0">
                    <a:pos x="T102" y="T103"/>
                  </a:cxn>
                </a:cxnLst>
                <a:rect l="0" t="0" r="r" b="b"/>
                <a:pathLst>
                  <a:path w="649" h="907">
                    <a:moveTo>
                      <a:pt x="513" y="305"/>
                    </a:moveTo>
                    <a:cubicBezTo>
                      <a:pt x="507" y="305"/>
                      <a:pt x="501" y="305"/>
                      <a:pt x="496" y="305"/>
                    </a:cubicBezTo>
                    <a:cubicBezTo>
                      <a:pt x="482" y="309"/>
                      <a:pt x="468" y="309"/>
                      <a:pt x="455" y="315"/>
                    </a:cubicBezTo>
                    <a:cubicBezTo>
                      <a:pt x="439" y="314"/>
                      <a:pt x="463" y="267"/>
                      <a:pt x="467" y="260"/>
                    </a:cubicBezTo>
                    <a:cubicBezTo>
                      <a:pt x="484" y="234"/>
                      <a:pt x="495" y="199"/>
                      <a:pt x="508" y="170"/>
                    </a:cubicBezTo>
                    <a:cubicBezTo>
                      <a:pt x="514" y="159"/>
                      <a:pt x="524" y="151"/>
                      <a:pt x="530" y="141"/>
                    </a:cubicBezTo>
                    <a:cubicBezTo>
                      <a:pt x="531" y="138"/>
                      <a:pt x="531" y="135"/>
                      <a:pt x="532" y="132"/>
                    </a:cubicBezTo>
                    <a:cubicBezTo>
                      <a:pt x="536" y="128"/>
                      <a:pt x="539" y="124"/>
                      <a:pt x="543" y="120"/>
                    </a:cubicBezTo>
                    <a:cubicBezTo>
                      <a:pt x="543" y="118"/>
                      <a:pt x="543" y="115"/>
                      <a:pt x="543" y="113"/>
                    </a:cubicBezTo>
                    <a:cubicBezTo>
                      <a:pt x="547" y="110"/>
                      <a:pt x="551" y="106"/>
                      <a:pt x="556" y="103"/>
                    </a:cubicBezTo>
                    <a:cubicBezTo>
                      <a:pt x="561" y="92"/>
                      <a:pt x="566" y="85"/>
                      <a:pt x="571" y="77"/>
                    </a:cubicBezTo>
                    <a:cubicBezTo>
                      <a:pt x="577" y="66"/>
                      <a:pt x="598" y="13"/>
                      <a:pt x="577" y="2"/>
                    </a:cubicBezTo>
                    <a:cubicBezTo>
                      <a:pt x="575" y="0"/>
                      <a:pt x="546" y="2"/>
                      <a:pt x="540" y="4"/>
                    </a:cubicBezTo>
                    <a:cubicBezTo>
                      <a:pt x="513" y="13"/>
                      <a:pt x="488" y="28"/>
                      <a:pt x="465" y="37"/>
                    </a:cubicBezTo>
                    <a:cubicBezTo>
                      <a:pt x="463" y="40"/>
                      <a:pt x="462" y="43"/>
                      <a:pt x="462" y="49"/>
                    </a:cubicBezTo>
                    <a:cubicBezTo>
                      <a:pt x="462" y="49"/>
                      <a:pt x="462" y="50"/>
                      <a:pt x="462" y="50"/>
                    </a:cubicBezTo>
                    <a:cubicBezTo>
                      <a:pt x="476" y="59"/>
                      <a:pt x="513" y="35"/>
                      <a:pt x="527" y="30"/>
                    </a:cubicBezTo>
                    <a:cubicBezTo>
                      <a:pt x="539" y="25"/>
                      <a:pt x="540" y="32"/>
                      <a:pt x="551" y="23"/>
                    </a:cubicBezTo>
                    <a:cubicBezTo>
                      <a:pt x="555" y="23"/>
                      <a:pt x="558" y="24"/>
                      <a:pt x="561" y="25"/>
                    </a:cubicBezTo>
                    <a:cubicBezTo>
                      <a:pt x="561" y="33"/>
                      <a:pt x="561" y="41"/>
                      <a:pt x="562" y="49"/>
                    </a:cubicBezTo>
                    <a:cubicBezTo>
                      <a:pt x="549" y="75"/>
                      <a:pt x="534" y="104"/>
                      <a:pt x="520" y="126"/>
                    </a:cubicBezTo>
                    <a:cubicBezTo>
                      <a:pt x="507" y="146"/>
                      <a:pt x="490" y="164"/>
                      <a:pt x="481" y="185"/>
                    </a:cubicBezTo>
                    <a:cubicBezTo>
                      <a:pt x="474" y="200"/>
                      <a:pt x="465" y="217"/>
                      <a:pt x="458" y="232"/>
                    </a:cubicBezTo>
                    <a:cubicBezTo>
                      <a:pt x="454" y="243"/>
                      <a:pt x="449" y="254"/>
                      <a:pt x="445" y="265"/>
                    </a:cubicBezTo>
                    <a:cubicBezTo>
                      <a:pt x="437" y="277"/>
                      <a:pt x="422" y="303"/>
                      <a:pt x="417" y="319"/>
                    </a:cubicBezTo>
                    <a:cubicBezTo>
                      <a:pt x="412" y="322"/>
                      <a:pt x="407" y="323"/>
                      <a:pt x="397" y="323"/>
                    </a:cubicBezTo>
                    <a:cubicBezTo>
                      <a:pt x="396" y="321"/>
                      <a:pt x="397" y="323"/>
                      <a:pt x="395" y="321"/>
                    </a:cubicBezTo>
                    <a:cubicBezTo>
                      <a:pt x="396" y="286"/>
                      <a:pt x="450" y="279"/>
                      <a:pt x="433" y="236"/>
                    </a:cubicBezTo>
                    <a:cubicBezTo>
                      <a:pt x="429" y="228"/>
                      <a:pt x="432" y="226"/>
                      <a:pt x="425" y="221"/>
                    </a:cubicBezTo>
                    <a:cubicBezTo>
                      <a:pt x="425" y="194"/>
                      <a:pt x="460" y="111"/>
                      <a:pt x="422" y="99"/>
                    </a:cubicBezTo>
                    <a:cubicBezTo>
                      <a:pt x="418" y="103"/>
                      <a:pt x="415" y="102"/>
                      <a:pt x="409" y="106"/>
                    </a:cubicBezTo>
                    <a:cubicBezTo>
                      <a:pt x="404" y="110"/>
                      <a:pt x="399" y="115"/>
                      <a:pt x="395" y="120"/>
                    </a:cubicBezTo>
                    <a:cubicBezTo>
                      <a:pt x="386" y="115"/>
                      <a:pt x="378" y="109"/>
                      <a:pt x="368" y="109"/>
                    </a:cubicBezTo>
                    <a:cubicBezTo>
                      <a:pt x="366" y="107"/>
                      <a:pt x="364" y="104"/>
                      <a:pt x="362" y="102"/>
                    </a:cubicBezTo>
                    <a:cubicBezTo>
                      <a:pt x="380" y="87"/>
                      <a:pt x="432" y="33"/>
                      <a:pt x="454" y="31"/>
                    </a:cubicBezTo>
                    <a:cubicBezTo>
                      <a:pt x="458" y="27"/>
                      <a:pt x="460" y="26"/>
                      <a:pt x="460" y="18"/>
                    </a:cubicBezTo>
                    <a:cubicBezTo>
                      <a:pt x="454" y="10"/>
                      <a:pt x="444" y="2"/>
                      <a:pt x="434" y="2"/>
                    </a:cubicBezTo>
                    <a:cubicBezTo>
                      <a:pt x="411" y="19"/>
                      <a:pt x="396" y="51"/>
                      <a:pt x="373" y="65"/>
                    </a:cubicBezTo>
                    <a:cubicBezTo>
                      <a:pt x="363" y="71"/>
                      <a:pt x="346" y="82"/>
                      <a:pt x="343" y="90"/>
                    </a:cubicBezTo>
                    <a:cubicBezTo>
                      <a:pt x="327" y="90"/>
                      <a:pt x="308" y="86"/>
                      <a:pt x="294" y="91"/>
                    </a:cubicBezTo>
                    <a:cubicBezTo>
                      <a:pt x="288" y="94"/>
                      <a:pt x="285" y="100"/>
                      <a:pt x="277" y="102"/>
                    </a:cubicBezTo>
                    <a:cubicBezTo>
                      <a:pt x="274" y="106"/>
                      <a:pt x="273" y="108"/>
                      <a:pt x="273" y="117"/>
                    </a:cubicBezTo>
                    <a:cubicBezTo>
                      <a:pt x="273" y="117"/>
                      <a:pt x="273" y="117"/>
                      <a:pt x="273" y="117"/>
                    </a:cubicBezTo>
                    <a:cubicBezTo>
                      <a:pt x="280" y="122"/>
                      <a:pt x="299" y="118"/>
                      <a:pt x="301" y="122"/>
                    </a:cubicBezTo>
                    <a:cubicBezTo>
                      <a:pt x="303" y="124"/>
                      <a:pt x="302" y="123"/>
                      <a:pt x="303" y="126"/>
                    </a:cubicBezTo>
                    <a:cubicBezTo>
                      <a:pt x="295" y="129"/>
                      <a:pt x="290" y="137"/>
                      <a:pt x="282" y="138"/>
                    </a:cubicBezTo>
                    <a:cubicBezTo>
                      <a:pt x="279" y="142"/>
                      <a:pt x="279" y="146"/>
                      <a:pt x="279" y="153"/>
                    </a:cubicBezTo>
                    <a:cubicBezTo>
                      <a:pt x="281" y="154"/>
                      <a:pt x="282" y="156"/>
                      <a:pt x="283" y="157"/>
                    </a:cubicBezTo>
                    <a:cubicBezTo>
                      <a:pt x="304" y="153"/>
                      <a:pt x="320" y="142"/>
                      <a:pt x="331" y="126"/>
                    </a:cubicBezTo>
                    <a:cubicBezTo>
                      <a:pt x="340" y="126"/>
                      <a:pt x="348" y="126"/>
                      <a:pt x="354" y="127"/>
                    </a:cubicBezTo>
                    <a:cubicBezTo>
                      <a:pt x="357" y="131"/>
                      <a:pt x="359" y="132"/>
                      <a:pt x="360" y="138"/>
                    </a:cubicBezTo>
                    <a:cubicBezTo>
                      <a:pt x="345" y="158"/>
                      <a:pt x="330" y="179"/>
                      <a:pt x="315" y="202"/>
                    </a:cubicBezTo>
                    <a:cubicBezTo>
                      <a:pt x="305" y="202"/>
                      <a:pt x="299" y="198"/>
                      <a:pt x="293" y="194"/>
                    </a:cubicBezTo>
                    <a:cubicBezTo>
                      <a:pt x="285" y="194"/>
                      <a:pt x="238" y="255"/>
                      <a:pt x="237" y="263"/>
                    </a:cubicBezTo>
                    <a:cubicBezTo>
                      <a:pt x="231" y="269"/>
                      <a:pt x="225" y="274"/>
                      <a:pt x="219" y="280"/>
                    </a:cubicBezTo>
                    <a:cubicBezTo>
                      <a:pt x="212" y="273"/>
                      <a:pt x="205" y="266"/>
                      <a:pt x="193" y="266"/>
                    </a:cubicBezTo>
                    <a:cubicBezTo>
                      <a:pt x="181" y="284"/>
                      <a:pt x="184" y="320"/>
                      <a:pt x="208" y="325"/>
                    </a:cubicBezTo>
                    <a:cubicBezTo>
                      <a:pt x="214" y="320"/>
                      <a:pt x="220" y="320"/>
                      <a:pt x="224" y="314"/>
                    </a:cubicBezTo>
                    <a:cubicBezTo>
                      <a:pt x="228" y="314"/>
                      <a:pt x="228" y="314"/>
                      <a:pt x="229" y="315"/>
                    </a:cubicBezTo>
                    <a:cubicBezTo>
                      <a:pt x="232" y="314"/>
                      <a:pt x="231" y="326"/>
                      <a:pt x="231" y="330"/>
                    </a:cubicBezTo>
                    <a:cubicBezTo>
                      <a:pt x="235" y="333"/>
                      <a:pt x="236" y="334"/>
                      <a:pt x="243" y="334"/>
                    </a:cubicBezTo>
                    <a:cubicBezTo>
                      <a:pt x="250" y="328"/>
                      <a:pt x="253" y="321"/>
                      <a:pt x="257" y="315"/>
                    </a:cubicBezTo>
                    <a:cubicBezTo>
                      <a:pt x="270" y="295"/>
                      <a:pt x="289" y="281"/>
                      <a:pt x="302" y="264"/>
                    </a:cubicBezTo>
                    <a:cubicBezTo>
                      <a:pt x="304" y="264"/>
                      <a:pt x="306" y="264"/>
                      <a:pt x="308" y="264"/>
                    </a:cubicBezTo>
                    <a:cubicBezTo>
                      <a:pt x="315" y="274"/>
                      <a:pt x="318" y="287"/>
                      <a:pt x="325" y="296"/>
                    </a:cubicBezTo>
                    <a:cubicBezTo>
                      <a:pt x="318" y="300"/>
                      <a:pt x="305" y="306"/>
                      <a:pt x="293" y="306"/>
                    </a:cubicBezTo>
                    <a:cubicBezTo>
                      <a:pt x="293" y="308"/>
                      <a:pt x="293" y="310"/>
                      <a:pt x="293" y="312"/>
                    </a:cubicBezTo>
                    <a:cubicBezTo>
                      <a:pt x="300" y="317"/>
                      <a:pt x="352" y="332"/>
                      <a:pt x="362" y="332"/>
                    </a:cubicBezTo>
                    <a:cubicBezTo>
                      <a:pt x="362" y="333"/>
                      <a:pt x="362" y="335"/>
                      <a:pt x="362" y="336"/>
                    </a:cubicBezTo>
                    <a:cubicBezTo>
                      <a:pt x="337" y="347"/>
                      <a:pt x="304" y="350"/>
                      <a:pt x="276" y="358"/>
                    </a:cubicBezTo>
                    <a:cubicBezTo>
                      <a:pt x="248" y="367"/>
                      <a:pt x="220" y="375"/>
                      <a:pt x="191" y="385"/>
                    </a:cubicBezTo>
                    <a:cubicBezTo>
                      <a:pt x="186" y="388"/>
                      <a:pt x="181" y="391"/>
                      <a:pt x="175" y="395"/>
                    </a:cubicBezTo>
                    <a:cubicBezTo>
                      <a:pt x="174" y="393"/>
                      <a:pt x="175" y="394"/>
                      <a:pt x="174" y="393"/>
                    </a:cubicBezTo>
                    <a:cubicBezTo>
                      <a:pt x="176" y="377"/>
                      <a:pt x="179" y="362"/>
                      <a:pt x="181" y="346"/>
                    </a:cubicBezTo>
                    <a:cubicBezTo>
                      <a:pt x="176" y="329"/>
                      <a:pt x="179" y="300"/>
                      <a:pt x="175" y="285"/>
                    </a:cubicBezTo>
                    <a:cubicBezTo>
                      <a:pt x="176" y="282"/>
                      <a:pt x="177" y="279"/>
                      <a:pt x="177" y="277"/>
                    </a:cubicBezTo>
                    <a:cubicBezTo>
                      <a:pt x="172" y="265"/>
                      <a:pt x="172" y="249"/>
                      <a:pt x="172" y="232"/>
                    </a:cubicBezTo>
                    <a:cubicBezTo>
                      <a:pt x="169" y="230"/>
                      <a:pt x="165" y="227"/>
                      <a:pt x="164" y="224"/>
                    </a:cubicBezTo>
                    <a:cubicBezTo>
                      <a:pt x="162" y="224"/>
                      <a:pt x="160" y="224"/>
                      <a:pt x="158" y="224"/>
                    </a:cubicBezTo>
                    <a:cubicBezTo>
                      <a:pt x="151" y="235"/>
                      <a:pt x="160" y="244"/>
                      <a:pt x="155" y="258"/>
                    </a:cubicBezTo>
                    <a:cubicBezTo>
                      <a:pt x="150" y="274"/>
                      <a:pt x="151" y="293"/>
                      <a:pt x="148" y="309"/>
                    </a:cubicBezTo>
                    <a:cubicBezTo>
                      <a:pt x="149" y="315"/>
                      <a:pt x="150" y="322"/>
                      <a:pt x="150" y="328"/>
                    </a:cubicBezTo>
                    <a:cubicBezTo>
                      <a:pt x="143" y="347"/>
                      <a:pt x="144" y="382"/>
                      <a:pt x="150" y="400"/>
                    </a:cubicBezTo>
                    <a:cubicBezTo>
                      <a:pt x="156" y="414"/>
                      <a:pt x="151" y="424"/>
                      <a:pt x="165" y="428"/>
                    </a:cubicBezTo>
                    <a:cubicBezTo>
                      <a:pt x="182" y="434"/>
                      <a:pt x="210" y="418"/>
                      <a:pt x="219" y="413"/>
                    </a:cubicBezTo>
                    <a:cubicBezTo>
                      <a:pt x="223" y="413"/>
                      <a:pt x="226" y="413"/>
                      <a:pt x="229" y="413"/>
                    </a:cubicBezTo>
                    <a:cubicBezTo>
                      <a:pt x="232" y="411"/>
                      <a:pt x="234" y="409"/>
                      <a:pt x="237" y="407"/>
                    </a:cubicBezTo>
                    <a:cubicBezTo>
                      <a:pt x="240" y="406"/>
                      <a:pt x="243" y="406"/>
                      <a:pt x="246" y="406"/>
                    </a:cubicBezTo>
                    <a:cubicBezTo>
                      <a:pt x="248" y="404"/>
                      <a:pt x="249" y="402"/>
                      <a:pt x="250" y="401"/>
                    </a:cubicBezTo>
                    <a:cubicBezTo>
                      <a:pt x="254" y="401"/>
                      <a:pt x="258" y="401"/>
                      <a:pt x="261" y="401"/>
                    </a:cubicBezTo>
                    <a:cubicBezTo>
                      <a:pt x="263" y="398"/>
                      <a:pt x="265" y="396"/>
                      <a:pt x="266" y="394"/>
                    </a:cubicBezTo>
                    <a:cubicBezTo>
                      <a:pt x="270" y="394"/>
                      <a:pt x="274" y="393"/>
                      <a:pt x="278" y="393"/>
                    </a:cubicBezTo>
                    <a:cubicBezTo>
                      <a:pt x="280" y="392"/>
                      <a:pt x="282" y="389"/>
                      <a:pt x="283" y="388"/>
                    </a:cubicBezTo>
                    <a:cubicBezTo>
                      <a:pt x="288" y="388"/>
                      <a:pt x="292" y="387"/>
                      <a:pt x="296" y="387"/>
                    </a:cubicBezTo>
                    <a:cubicBezTo>
                      <a:pt x="318" y="376"/>
                      <a:pt x="352" y="357"/>
                      <a:pt x="379" y="362"/>
                    </a:cubicBezTo>
                    <a:cubicBezTo>
                      <a:pt x="379" y="378"/>
                      <a:pt x="381" y="391"/>
                      <a:pt x="384" y="399"/>
                    </a:cubicBezTo>
                    <a:cubicBezTo>
                      <a:pt x="365" y="402"/>
                      <a:pt x="348" y="416"/>
                      <a:pt x="333" y="425"/>
                    </a:cubicBezTo>
                    <a:cubicBezTo>
                      <a:pt x="301" y="444"/>
                      <a:pt x="241" y="466"/>
                      <a:pt x="239" y="511"/>
                    </a:cubicBezTo>
                    <a:cubicBezTo>
                      <a:pt x="258" y="523"/>
                      <a:pt x="333" y="507"/>
                      <a:pt x="349" y="502"/>
                    </a:cubicBezTo>
                    <a:cubicBezTo>
                      <a:pt x="355" y="500"/>
                      <a:pt x="360" y="494"/>
                      <a:pt x="366" y="494"/>
                    </a:cubicBezTo>
                    <a:cubicBezTo>
                      <a:pt x="367" y="493"/>
                      <a:pt x="369" y="491"/>
                      <a:pt x="370" y="490"/>
                    </a:cubicBezTo>
                    <a:cubicBezTo>
                      <a:pt x="371" y="492"/>
                      <a:pt x="371" y="491"/>
                      <a:pt x="373" y="493"/>
                    </a:cubicBezTo>
                    <a:cubicBezTo>
                      <a:pt x="367" y="511"/>
                      <a:pt x="304" y="556"/>
                      <a:pt x="303" y="579"/>
                    </a:cubicBezTo>
                    <a:cubicBezTo>
                      <a:pt x="277" y="597"/>
                      <a:pt x="230" y="604"/>
                      <a:pt x="199" y="615"/>
                    </a:cubicBezTo>
                    <a:cubicBezTo>
                      <a:pt x="195" y="614"/>
                      <a:pt x="191" y="613"/>
                      <a:pt x="187" y="611"/>
                    </a:cubicBezTo>
                    <a:cubicBezTo>
                      <a:pt x="173" y="616"/>
                      <a:pt x="163" y="631"/>
                      <a:pt x="154" y="635"/>
                    </a:cubicBezTo>
                    <a:cubicBezTo>
                      <a:pt x="149" y="635"/>
                      <a:pt x="145" y="635"/>
                      <a:pt x="141" y="635"/>
                    </a:cubicBezTo>
                    <a:cubicBezTo>
                      <a:pt x="125" y="641"/>
                      <a:pt x="107" y="653"/>
                      <a:pt x="93" y="660"/>
                    </a:cubicBezTo>
                    <a:cubicBezTo>
                      <a:pt x="86" y="655"/>
                      <a:pt x="64" y="669"/>
                      <a:pt x="60" y="671"/>
                    </a:cubicBezTo>
                    <a:cubicBezTo>
                      <a:pt x="56" y="671"/>
                      <a:pt x="52" y="671"/>
                      <a:pt x="47" y="670"/>
                    </a:cubicBezTo>
                    <a:cubicBezTo>
                      <a:pt x="46" y="673"/>
                      <a:pt x="44" y="675"/>
                      <a:pt x="42" y="677"/>
                    </a:cubicBezTo>
                    <a:cubicBezTo>
                      <a:pt x="34" y="681"/>
                      <a:pt x="27" y="672"/>
                      <a:pt x="20" y="679"/>
                    </a:cubicBezTo>
                    <a:cubicBezTo>
                      <a:pt x="13" y="680"/>
                      <a:pt x="0" y="692"/>
                      <a:pt x="6" y="704"/>
                    </a:cubicBezTo>
                    <a:cubicBezTo>
                      <a:pt x="14" y="720"/>
                      <a:pt x="26" y="740"/>
                      <a:pt x="43" y="747"/>
                    </a:cubicBezTo>
                    <a:cubicBezTo>
                      <a:pt x="49" y="750"/>
                      <a:pt x="55" y="746"/>
                      <a:pt x="62" y="750"/>
                    </a:cubicBezTo>
                    <a:cubicBezTo>
                      <a:pt x="64" y="750"/>
                      <a:pt x="71" y="753"/>
                      <a:pt x="75" y="751"/>
                    </a:cubicBezTo>
                    <a:cubicBezTo>
                      <a:pt x="85" y="747"/>
                      <a:pt x="97" y="747"/>
                      <a:pt x="109" y="742"/>
                    </a:cubicBezTo>
                    <a:cubicBezTo>
                      <a:pt x="117" y="738"/>
                      <a:pt x="128" y="729"/>
                      <a:pt x="138" y="725"/>
                    </a:cubicBezTo>
                    <a:cubicBezTo>
                      <a:pt x="142" y="725"/>
                      <a:pt x="147" y="725"/>
                      <a:pt x="151" y="725"/>
                    </a:cubicBezTo>
                    <a:cubicBezTo>
                      <a:pt x="153" y="724"/>
                      <a:pt x="156" y="719"/>
                      <a:pt x="158" y="718"/>
                    </a:cubicBezTo>
                    <a:cubicBezTo>
                      <a:pt x="177" y="710"/>
                      <a:pt x="199" y="703"/>
                      <a:pt x="217" y="691"/>
                    </a:cubicBezTo>
                    <a:cubicBezTo>
                      <a:pt x="233" y="680"/>
                      <a:pt x="277" y="652"/>
                      <a:pt x="299" y="657"/>
                    </a:cubicBezTo>
                    <a:cubicBezTo>
                      <a:pt x="307" y="669"/>
                      <a:pt x="299" y="690"/>
                      <a:pt x="303" y="707"/>
                    </a:cubicBezTo>
                    <a:cubicBezTo>
                      <a:pt x="311" y="741"/>
                      <a:pt x="303" y="804"/>
                      <a:pt x="303" y="847"/>
                    </a:cubicBezTo>
                    <a:cubicBezTo>
                      <a:pt x="294" y="845"/>
                      <a:pt x="283" y="862"/>
                      <a:pt x="266" y="854"/>
                    </a:cubicBezTo>
                    <a:cubicBezTo>
                      <a:pt x="248" y="846"/>
                      <a:pt x="223" y="841"/>
                      <a:pt x="204" y="835"/>
                    </a:cubicBezTo>
                    <a:cubicBezTo>
                      <a:pt x="201" y="835"/>
                      <a:pt x="198" y="835"/>
                      <a:pt x="195" y="836"/>
                    </a:cubicBezTo>
                    <a:cubicBezTo>
                      <a:pt x="154" y="814"/>
                      <a:pt x="114" y="794"/>
                      <a:pt x="74" y="775"/>
                    </a:cubicBezTo>
                    <a:cubicBezTo>
                      <a:pt x="71" y="775"/>
                      <a:pt x="69" y="776"/>
                      <a:pt x="66" y="777"/>
                    </a:cubicBezTo>
                    <a:cubicBezTo>
                      <a:pt x="65" y="778"/>
                      <a:pt x="64" y="779"/>
                      <a:pt x="63" y="780"/>
                    </a:cubicBezTo>
                    <a:cubicBezTo>
                      <a:pt x="64" y="797"/>
                      <a:pt x="107" y="820"/>
                      <a:pt x="121" y="829"/>
                    </a:cubicBezTo>
                    <a:cubicBezTo>
                      <a:pt x="129" y="833"/>
                      <a:pt x="135" y="842"/>
                      <a:pt x="143" y="847"/>
                    </a:cubicBezTo>
                    <a:cubicBezTo>
                      <a:pt x="146" y="843"/>
                      <a:pt x="160" y="852"/>
                      <a:pt x="164" y="854"/>
                    </a:cubicBezTo>
                    <a:cubicBezTo>
                      <a:pt x="186" y="867"/>
                      <a:pt x="210" y="875"/>
                      <a:pt x="233" y="885"/>
                    </a:cubicBezTo>
                    <a:cubicBezTo>
                      <a:pt x="233" y="885"/>
                      <a:pt x="277" y="894"/>
                      <a:pt x="281" y="895"/>
                    </a:cubicBezTo>
                    <a:cubicBezTo>
                      <a:pt x="295" y="901"/>
                      <a:pt x="312" y="907"/>
                      <a:pt x="329" y="906"/>
                    </a:cubicBezTo>
                    <a:cubicBezTo>
                      <a:pt x="329" y="906"/>
                      <a:pt x="329" y="906"/>
                      <a:pt x="330" y="906"/>
                    </a:cubicBezTo>
                    <a:cubicBezTo>
                      <a:pt x="332" y="903"/>
                      <a:pt x="332" y="897"/>
                      <a:pt x="333" y="895"/>
                    </a:cubicBezTo>
                    <a:cubicBezTo>
                      <a:pt x="338" y="885"/>
                      <a:pt x="350" y="876"/>
                      <a:pt x="354" y="866"/>
                    </a:cubicBezTo>
                    <a:cubicBezTo>
                      <a:pt x="358" y="856"/>
                      <a:pt x="347" y="799"/>
                      <a:pt x="342" y="787"/>
                    </a:cubicBezTo>
                    <a:cubicBezTo>
                      <a:pt x="343" y="775"/>
                      <a:pt x="343" y="763"/>
                      <a:pt x="343" y="751"/>
                    </a:cubicBezTo>
                    <a:cubicBezTo>
                      <a:pt x="335" y="722"/>
                      <a:pt x="334" y="678"/>
                      <a:pt x="333" y="654"/>
                    </a:cubicBezTo>
                    <a:cubicBezTo>
                      <a:pt x="338" y="650"/>
                      <a:pt x="343" y="645"/>
                      <a:pt x="348" y="643"/>
                    </a:cubicBezTo>
                    <a:cubicBezTo>
                      <a:pt x="357" y="642"/>
                      <a:pt x="365" y="641"/>
                      <a:pt x="374" y="641"/>
                    </a:cubicBezTo>
                    <a:cubicBezTo>
                      <a:pt x="375" y="639"/>
                      <a:pt x="376" y="637"/>
                      <a:pt x="378" y="635"/>
                    </a:cubicBezTo>
                    <a:cubicBezTo>
                      <a:pt x="384" y="632"/>
                      <a:pt x="402" y="633"/>
                      <a:pt x="412" y="629"/>
                    </a:cubicBezTo>
                    <a:cubicBezTo>
                      <a:pt x="414" y="628"/>
                      <a:pt x="416" y="623"/>
                      <a:pt x="418" y="622"/>
                    </a:cubicBezTo>
                    <a:cubicBezTo>
                      <a:pt x="421" y="621"/>
                      <a:pt x="425" y="624"/>
                      <a:pt x="426" y="624"/>
                    </a:cubicBezTo>
                    <a:cubicBezTo>
                      <a:pt x="434" y="626"/>
                      <a:pt x="442" y="619"/>
                      <a:pt x="445" y="616"/>
                    </a:cubicBezTo>
                    <a:cubicBezTo>
                      <a:pt x="469" y="623"/>
                      <a:pt x="503" y="644"/>
                      <a:pt x="530" y="633"/>
                    </a:cubicBezTo>
                    <a:cubicBezTo>
                      <a:pt x="551" y="625"/>
                      <a:pt x="571" y="584"/>
                      <a:pt x="544" y="567"/>
                    </a:cubicBezTo>
                    <a:cubicBezTo>
                      <a:pt x="513" y="547"/>
                      <a:pt x="481" y="550"/>
                      <a:pt x="444" y="561"/>
                    </a:cubicBezTo>
                    <a:cubicBezTo>
                      <a:pt x="425" y="566"/>
                      <a:pt x="403" y="564"/>
                      <a:pt x="385" y="570"/>
                    </a:cubicBezTo>
                    <a:cubicBezTo>
                      <a:pt x="378" y="570"/>
                      <a:pt x="370" y="570"/>
                      <a:pt x="363" y="570"/>
                    </a:cubicBezTo>
                    <a:cubicBezTo>
                      <a:pt x="353" y="573"/>
                      <a:pt x="342" y="576"/>
                      <a:pt x="331" y="574"/>
                    </a:cubicBezTo>
                    <a:cubicBezTo>
                      <a:pt x="331" y="573"/>
                      <a:pt x="331" y="571"/>
                      <a:pt x="331" y="570"/>
                    </a:cubicBezTo>
                    <a:cubicBezTo>
                      <a:pt x="337" y="566"/>
                      <a:pt x="342" y="560"/>
                      <a:pt x="348" y="557"/>
                    </a:cubicBezTo>
                    <a:cubicBezTo>
                      <a:pt x="355" y="557"/>
                      <a:pt x="362" y="556"/>
                      <a:pt x="369" y="556"/>
                    </a:cubicBezTo>
                    <a:cubicBezTo>
                      <a:pt x="388" y="547"/>
                      <a:pt x="412" y="528"/>
                      <a:pt x="422" y="509"/>
                    </a:cubicBezTo>
                    <a:cubicBezTo>
                      <a:pt x="425" y="503"/>
                      <a:pt x="439" y="492"/>
                      <a:pt x="434" y="481"/>
                    </a:cubicBezTo>
                    <a:cubicBezTo>
                      <a:pt x="434" y="479"/>
                      <a:pt x="406" y="461"/>
                      <a:pt x="402" y="460"/>
                    </a:cubicBezTo>
                    <a:cubicBezTo>
                      <a:pt x="379" y="462"/>
                      <a:pt x="355" y="465"/>
                      <a:pt x="331" y="467"/>
                    </a:cubicBezTo>
                    <a:cubicBezTo>
                      <a:pt x="323" y="467"/>
                      <a:pt x="315" y="467"/>
                      <a:pt x="306" y="467"/>
                    </a:cubicBezTo>
                    <a:cubicBezTo>
                      <a:pt x="304" y="468"/>
                      <a:pt x="303" y="472"/>
                      <a:pt x="300" y="473"/>
                    </a:cubicBezTo>
                    <a:cubicBezTo>
                      <a:pt x="299" y="472"/>
                      <a:pt x="297" y="471"/>
                      <a:pt x="296" y="471"/>
                    </a:cubicBezTo>
                    <a:cubicBezTo>
                      <a:pt x="296" y="469"/>
                      <a:pt x="296" y="468"/>
                      <a:pt x="296" y="467"/>
                    </a:cubicBezTo>
                    <a:cubicBezTo>
                      <a:pt x="313" y="460"/>
                      <a:pt x="327" y="443"/>
                      <a:pt x="342" y="436"/>
                    </a:cubicBezTo>
                    <a:cubicBezTo>
                      <a:pt x="346" y="435"/>
                      <a:pt x="350" y="435"/>
                      <a:pt x="353" y="434"/>
                    </a:cubicBezTo>
                    <a:cubicBezTo>
                      <a:pt x="357" y="432"/>
                      <a:pt x="364" y="424"/>
                      <a:pt x="368" y="423"/>
                    </a:cubicBezTo>
                    <a:cubicBezTo>
                      <a:pt x="370" y="424"/>
                      <a:pt x="373" y="425"/>
                      <a:pt x="375" y="426"/>
                    </a:cubicBezTo>
                    <a:cubicBezTo>
                      <a:pt x="398" y="416"/>
                      <a:pt x="434" y="410"/>
                      <a:pt x="459" y="401"/>
                    </a:cubicBezTo>
                    <a:cubicBezTo>
                      <a:pt x="464" y="401"/>
                      <a:pt x="469" y="401"/>
                      <a:pt x="474" y="401"/>
                    </a:cubicBezTo>
                    <a:cubicBezTo>
                      <a:pt x="510" y="389"/>
                      <a:pt x="552" y="379"/>
                      <a:pt x="586" y="364"/>
                    </a:cubicBezTo>
                    <a:cubicBezTo>
                      <a:pt x="616" y="350"/>
                      <a:pt x="649" y="340"/>
                      <a:pt x="648" y="299"/>
                    </a:cubicBezTo>
                    <a:cubicBezTo>
                      <a:pt x="622" y="273"/>
                      <a:pt x="543" y="293"/>
                      <a:pt x="513" y="305"/>
                    </a:cubicBezTo>
                    <a:close/>
                    <a:moveTo>
                      <a:pt x="244" y="294"/>
                    </a:moveTo>
                    <a:cubicBezTo>
                      <a:pt x="258" y="272"/>
                      <a:pt x="266" y="246"/>
                      <a:pt x="279" y="228"/>
                    </a:cubicBezTo>
                    <a:cubicBezTo>
                      <a:pt x="294" y="236"/>
                      <a:pt x="252" y="291"/>
                      <a:pt x="244" y="294"/>
                    </a:cubicBezTo>
                    <a:close/>
                    <a:moveTo>
                      <a:pt x="349" y="250"/>
                    </a:moveTo>
                    <a:cubicBezTo>
                      <a:pt x="345" y="246"/>
                      <a:pt x="341" y="242"/>
                      <a:pt x="336" y="238"/>
                    </a:cubicBezTo>
                    <a:cubicBezTo>
                      <a:pt x="326" y="215"/>
                      <a:pt x="352" y="193"/>
                      <a:pt x="362" y="178"/>
                    </a:cubicBezTo>
                    <a:cubicBezTo>
                      <a:pt x="363" y="178"/>
                      <a:pt x="363" y="178"/>
                      <a:pt x="364" y="178"/>
                    </a:cubicBezTo>
                    <a:cubicBezTo>
                      <a:pt x="361" y="199"/>
                      <a:pt x="359" y="255"/>
                      <a:pt x="365" y="272"/>
                    </a:cubicBezTo>
                    <a:cubicBezTo>
                      <a:pt x="356" y="271"/>
                      <a:pt x="353" y="256"/>
                      <a:pt x="349" y="250"/>
                    </a:cubicBezTo>
                    <a:close/>
                    <a:moveTo>
                      <a:pt x="385" y="229"/>
                    </a:moveTo>
                    <a:cubicBezTo>
                      <a:pt x="385" y="210"/>
                      <a:pt x="385" y="192"/>
                      <a:pt x="385" y="174"/>
                    </a:cubicBezTo>
                    <a:cubicBezTo>
                      <a:pt x="387" y="172"/>
                      <a:pt x="389" y="170"/>
                      <a:pt x="391" y="168"/>
                    </a:cubicBezTo>
                    <a:cubicBezTo>
                      <a:pt x="398" y="153"/>
                      <a:pt x="399" y="137"/>
                      <a:pt x="412" y="129"/>
                    </a:cubicBezTo>
                    <a:cubicBezTo>
                      <a:pt x="411" y="129"/>
                      <a:pt x="411" y="128"/>
                      <a:pt x="411" y="127"/>
                    </a:cubicBezTo>
                    <a:cubicBezTo>
                      <a:pt x="414" y="128"/>
                      <a:pt x="414" y="127"/>
                      <a:pt x="416" y="129"/>
                    </a:cubicBezTo>
                    <a:cubicBezTo>
                      <a:pt x="416" y="129"/>
                      <a:pt x="417" y="129"/>
                      <a:pt x="417" y="128"/>
                    </a:cubicBezTo>
                    <a:cubicBezTo>
                      <a:pt x="415" y="132"/>
                      <a:pt x="413" y="135"/>
                      <a:pt x="411" y="138"/>
                    </a:cubicBezTo>
                    <a:cubicBezTo>
                      <a:pt x="410" y="142"/>
                      <a:pt x="412" y="147"/>
                      <a:pt x="413" y="149"/>
                    </a:cubicBezTo>
                    <a:cubicBezTo>
                      <a:pt x="405" y="157"/>
                      <a:pt x="397" y="234"/>
                      <a:pt x="410" y="246"/>
                    </a:cubicBezTo>
                    <a:cubicBezTo>
                      <a:pt x="410" y="257"/>
                      <a:pt x="398" y="268"/>
                      <a:pt x="389" y="270"/>
                    </a:cubicBezTo>
                    <a:cubicBezTo>
                      <a:pt x="389" y="271"/>
                      <a:pt x="389" y="271"/>
                      <a:pt x="390" y="272"/>
                    </a:cubicBezTo>
                    <a:cubicBezTo>
                      <a:pt x="381" y="265"/>
                      <a:pt x="385" y="243"/>
                      <a:pt x="385" y="229"/>
                    </a:cubicBezTo>
                    <a:close/>
                    <a:moveTo>
                      <a:pt x="584" y="329"/>
                    </a:moveTo>
                    <a:cubicBezTo>
                      <a:pt x="538" y="360"/>
                      <a:pt x="476" y="375"/>
                      <a:pt x="414" y="388"/>
                    </a:cubicBezTo>
                    <a:cubicBezTo>
                      <a:pt x="407" y="369"/>
                      <a:pt x="428" y="364"/>
                      <a:pt x="433" y="353"/>
                    </a:cubicBezTo>
                    <a:cubicBezTo>
                      <a:pt x="433" y="351"/>
                      <a:pt x="433" y="348"/>
                      <a:pt x="433" y="346"/>
                    </a:cubicBezTo>
                    <a:cubicBezTo>
                      <a:pt x="433" y="346"/>
                      <a:pt x="434" y="346"/>
                      <a:pt x="434" y="347"/>
                    </a:cubicBezTo>
                    <a:cubicBezTo>
                      <a:pt x="434" y="346"/>
                      <a:pt x="434" y="346"/>
                      <a:pt x="434" y="345"/>
                    </a:cubicBezTo>
                    <a:cubicBezTo>
                      <a:pt x="435" y="344"/>
                      <a:pt x="468" y="333"/>
                      <a:pt x="470" y="334"/>
                    </a:cubicBezTo>
                    <a:cubicBezTo>
                      <a:pt x="476" y="337"/>
                      <a:pt x="493" y="329"/>
                      <a:pt x="500" y="326"/>
                    </a:cubicBezTo>
                    <a:cubicBezTo>
                      <a:pt x="505" y="329"/>
                      <a:pt x="562" y="313"/>
                      <a:pt x="569" y="310"/>
                    </a:cubicBezTo>
                    <a:cubicBezTo>
                      <a:pt x="579" y="307"/>
                      <a:pt x="586" y="310"/>
                      <a:pt x="592" y="305"/>
                    </a:cubicBezTo>
                    <a:cubicBezTo>
                      <a:pt x="600" y="304"/>
                      <a:pt x="625" y="305"/>
                      <a:pt x="626" y="306"/>
                    </a:cubicBezTo>
                    <a:cubicBezTo>
                      <a:pt x="627" y="306"/>
                      <a:pt x="628" y="306"/>
                      <a:pt x="629" y="306"/>
                    </a:cubicBezTo>
                    <a:cubicBezTo>
                      <a:pt x="622" y="316"/>
                      <a:pt x="595" y="322"/>
                      <a:pt x="584" y="329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54" name="iṩḷîḑé"/>
              <p:cNvSpPr/>
              <p:nvPr/>
            </p:nvSpPr>
            <p:spPr bwMode="auto">
              <a:xfrm>
                <a:off x="6967538" y="4999035"/>
                <a:ext cx="112713" cy="184150"/>
              </a:xfrm>
              <a:custGeom>
                <a:avLst/>
                <a:gdLst>
                  <a:gd name="T0" fmla="*/ 4 w 111"/>
                  <a:gd name="T1" fmla="*/ 181 h 181"/>
                  <a:gd name="T2" fmla="*/ 16 w 111"/>
                  <a:gd name="T3" fmla="*/ 163 h 181"/>
                  <a:gd name="T4" fmla="*/ 87 w 111"/>
                  <a:gd name="T5" fmla="*/ 91 h 181"/>
                  <a:gd name="T6" fmla="*/ 106 w 111"/>
                  <a:gd name="T7" fmla="*/ 60 h 181"/>
                  <a:gd name="T8" fmla="*/ 93 w 111"/>
                  <a:gd name="T9" fmla="*/ 0 h 181"/>
                  <a:gd name="T10" fmla="*/ 90 w 111"/>
                  <a:gd name="T11" fmla="*/ 0 h 181"/>
                  <a:gd name="T12" fmla="*/ 46 w 111"/>
                  <a:gd name="T13" fmla="*/ 94 h 181"/>
                  <a:gd name="T14" fmla="*/ 0 w 111"/>
                  <a:gd name="T15" fmla="*/ 177 h 181"/>
                  <a:gd name="T16" fmla="*/ 3 w 111"/>
                  <a:gd name="T17" fmla="*/ 181 h 181"/>
                  <a:gd name="T18" fmla="*/ 4 w 111"/>
                  <a:gd name="T19" fmla="*/ 181 h 18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</a:cxnLst>
                <a:rect l="0" t="0" r="r" b="b"/>
                <a:pathLst>
                  <a:path w="111" h="181">
                    <a:moveTo>
                      <a:pt x="4" y="181"/>
                    </a:moveTo>
                    <a:cubicBezTo>
                      <a:pt x="10" y="176"/>
                      <a:pt x="11" y="168"/>
                      <a:pt x="16" y="163"/>
                    </a:cubicBezTo>
                    <a:cubicBezTo>
                      <a:pt x="40" y="141"/>
                      <a:pt x="63" y="115"/>
                      <a:pt x="87" y="91"/>
                    </a:cubicBezTo>
                    <a:cubicBezTo>
                      <a:pt x="91" y="87"/>
                      <a:pt x="108" y="64"/>
                      <a:pt x="106" y="60"/>
                    </a:cubicBezTo>
                    <a:cubicBezTo>
                      <a:pt x="111" y="37"/>
                      <a:pt x="108" y="12"/>
                      <a:pt x="93" y="0"/>
                    </a:cubicBezTo>
                    <a:cubicBezTo>
                      <a:pt x="92" y="0"/>
                      <a:pt x="91" y="0"/>
                      <a:pt x="90" y="0"/>
                    </a:cubicBezTo>
                    <a:cubicBezTo>
                      <a:pt x="70" y="27"/>
                      <a:pt x="59" y="65"/>
                      <a:pt x="46" y="94"/>
                    </a:cubicBezTo>
                    <a:cubicBezTo>
                      <a:pt x="32" y="124"/>
                      <a:pt x="11" y="143"/>
                      <a:pt x="0" y="177"/>
                    </a:cubicBezTo>
                    <a:cubicBezTo>
                      <a:pt x="1" y="179"/>
                      <a:pt x="2" y="180"/>
                      <a:pt x="3" y="181"/>
                    </a:cubicBezTo>
                    <a:cubicBezTo>
                      <a:pt x="3" y="181"/>
                      <a:pt x="4" y="181"/>
                      <a:pt x="4" y="181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55" name="ïṧlïḋè"/>
              <p:cNvSpPr/>
              <p:nvPr/>
            </p:nvSpPr>
            <p:spPr bwMode="auto">
              <a:xfrm>
                <a:off x="7018338" y="5157785"/>
                <a:ext cx="57150" cy="71437"/>
              </a:xfrm>
              <a:custGeom>
                <a:avLst/>
                <a:gdLst>
                  <a:gd name="T0" fmla="*/ 1 w 56"/>
                  <a:gd name="T1" fmla="*/ 65 h 70"/>
                  <a:gd name="T2" fmla="*/ 5 w 56"/>
                  <a:gd name="T3" fmla="*/ 70 h 70"/>
                  <a:gd name="T4" fmla="*/ 52 w 56"/>
                  <a:gd name="T5" fmla="*/ 48 h 70"/>
                  <a:gd name="T6" fmla="*/ 55 w 56"/>
                  <a:gd name="T7" fmla="*/ 26 h 70"/>
                  <a:gd name="T8" fmla="*/ 11 w 56"/>
                  <a:gd name="T9" fmla="*/ 0 h 70"/>
                  <a:gd name="T10" fmla="*/ 4 w 56"/>
                  <a:gd name="T11" fmla="*/ 30 h 70"/>
                  <a:gd name="T12" fmla="*/ 6 w 56"/>
                  <a:gd name="T13" fmla="*/ 46 h 70"/>
                  <a:gd name="T14" fmla="*/ 1 w 56"/>
                  <a:gd name="T15" fmla="*/ 65 h 7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</a:cxnLst>
                <a:rect l="0" t="0" r="r" b="b"/>
                <a:pathLst>
                  <a:path w="56" h="70">
                    <a:moveTo>
                      <a:pt x="1" y="65"/>
                    </a:moveTo>
                    <a:cubicBezTo>
                      <a:pt x="2" y="67"/>
                      <a:pt x="3" y="68"/>
                      <a:pt x="5" y="70"/>
                    </a:cubicBezTo>
                    <a:cubicBezTo>
                      <a:pt x="23" y="67"/>
                      <a:pt x="36" y="52"/>
                      <a:pt x="52" y="48"/>
                    </a:cubicBezTo>
                    <a:cubicBezTo>
                      <a:pt x="56" y="41"/>
                      <a:pt x="55" y="33"/>
                      <a:pt x="55" y="26"/>
                    </a:cubicBezTo>
                    <a:cubicBezTo>
                      <a:pt x="42" y="15"/>
                      <a:pt x="31" y="1"/>
                      <a:pt x="11" y="0"/>
                    </a:cubicBezTo>
                    <a:cubicBezTo>
                      <a:pt x="7" y="4"/>
                      <a:pt x="0" y="19"/>
                      <a:pt x="4" y="30"/>
                    </a:cubicBezTo>
                    <a:cubicBezTo>
                      <a:pt x="5" y="32"/>
                      <a:pt x="8" y="41"/>
                      <a:pt x="6" y="46"/>
                    </a:cubicBezTo>
                    <a:cubicBezTo>
                      <a:pt x="4" y="50"/>
                      <a:pt x="1" y="59"/>
                      <a:pt x="1" y="65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56" name="íṩḷïdè"/>
              <p:cNvSpPr/>
              <p:nvPr/>
            </p:nvSpPr>
            <p:spPr bwMode="auto">
              <a:xfrm>
                <a:off x="6881813" y="5394322"/>
                <a:ext cx="50800" cy="155575"/>
              </a:xfrm>
              <a:custGeom>
                <a:avLst/>
                <a:gdLst>
                  <a:gd name="T0" fmla="*/ 31 w 50"/>
                  <a:gd name="T1" fmla="*/ 148 h 154"/>
                  <a:gd name="T2" fmla="*/ 40 w 50"/>
                  <a:gd name="T3" fmla="*/ 89 h 154"/>
                  <a:gd name="T4" fmla="*/ 39 w 50"/>
                  <a:gd name="T5" fmla="*/ 58 h 154"/>
                  <a:gd name="T6" fmla="*/ 48 w 50"/>
                  <a:gd name="T7" fmla="*/ 3 h 154"/>
                  <a:gd name="T8" fmla="*/ 42 w 50"/>
                  <a:gd name="T9" fmla="*/ 0 h 154"/>
                  <a:gd name="T10" fmla="*/ 11 w 50"/>
                  <a:gd name="T11" fmla="*/ 56 h 154"/>
                  <a:gd name="T12" fmla="*/ 12 w 50"/>
                  <a:gd name="T13" fmla="*/ 70 h 154"/>
                  <a:gd name="T14" fmla="*/ 6 w 50"/>
                  <a:gd name="T15" fmla="*/ 79 h 154"/>
                  <a:gd name="T16" fmla="*/ 6 w 50"/>
                  <a:gd name="T17" fmla="*/ 102 h 154"/>
                  <a:gd name="T18" fmla="*/ 10 w 50"/>
                  <a:gd name="T19" fmla="*/ 154 h 154"/>
                  <a:gd name="T20" fmla="*/ 31 w 50"/>
                  <a:gd name="T21" fmla="*/ 148 h 15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</a:cxnLst>
                <a:rect l="0" t="0" r="r" b="b"/>
                <a:pathLst>
                  <a:path w="50" h="154">
                    <a:moveTo>
                      <a:pt x="31" y="148"/>
                    </a:moveTo>
                    <a:cubicBezTo>
                      <a:pt x="39" y="134"/>
                      <a:pt x="40" y="109"/>
                      <a:pt x="40" y="89"/>
                    </a:cubicBezTo>
                    <a:cubicBezTo>
                      <a:pt x="40" y="78"/>
                      <a:pt x="40" y="68"/>
                      <a:pt x="39" y="58"/>
                    </a:cubicBezTo>
                    <a:cubicBezTo>
                      <a:pt x="48" y="47"/>
                      <a:pt x="50" y="22"/>
                      <a:pt x="48" y="3"/>
                    </a:cubicBezTo>
                    <a:cubicBezTo>
                      <a:pt x="45" y="1"/>
                      <a:pt x="46" y="1"/>
                      <a:pt x="42" y="0"/>
                    </a:cubicBezTo>
                    <a:cubicBezTo>
                      <a:pt x="34" y="19"/>
                      <a:pt x="20" y="36"/>
                      <a:pt x="11" y="56"/>
                    </a:cubicBezTo>
                    <a:cubicBezTo>
                      <a:pt x="12" y="61"/>
                      <a:pt x="12" y="66"/>
                      <a:pt x="12" y="70"/>
                    </a:cubicBezTo>
                    <a:cubicBezTo>
                      <a:pt x="11" y="73"/>
                      <a:pt x="7" y="76"/>
                      <a:pt x="6" y="79"/>
                    </a:cubicBezTo>
                    <a:cubicBezTo>
                      <a:pt x="6" y="86"/>
                      <a:pt x="6" y="94"/>
                      <a:pt x="6" y="102"/>
                    </a:cubicBezTo>
                    <a:cubicBezTo>
                      <a:pt x="0" y="114"/>
                      <a:pt x="0" y="139"/>
                      <a:pt x="10" y="154"/>
                    </a:cubicBezTo>
                    <a:cubicBezTo>
                      <a:pt x="22" y="154"/>
                      <a:pt x="23" y="150"/>
                      <a:pt x="31" y="148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</p:grpSp>
        <p:grpSp>
          <p:nvGrpSpPr>
            <p:cNvPr id="48" name="iṩ1ídè"/>
            <p:cNvGrpSpPr/>
            <p:nvPr/>
          </p:nvGrpSpPr>
          <p:grpSpPr>
            <a:xfrm>
              <a:off x="7273918" y="2792408"/>
              <a:ext cx="599342" cy="855718"/>
              <a:chOff x="6115050" y="4976810"/>
              <a:chExt cx="560388" cy="800100"/>
            </a:xfrm>
            <a:grpFill/>
          </p:grpSpPr>
          <p:sp>
            <p:nvSpPr>
              <p:cNvPr id="51" name="íśḷíďê"/>
              <p:cNvSpPr/>
              <p:nvPr/>
            </p:nvSpPr>
            <p:spPr bwMode="auto">
              <a:xfrm>
                <a:off x="6115050" y="4976810"/>
                <a:ext cx="477838" cy="792162"/>
              </a:xfrm>
              <a:custGeom>
                <a:avLst/>
                <a:gdLst>
                  <a:gd name="T0" fmla="*/ 471 w 471"/>
                  <a:gd name="T1" fmla="*/ 354 h 778"/>
                  <a:gd name="T2" fmla="*/ 358 w 471"/>
                  <a:gd name="T3" fmla="*/ 323 h 778"/>
                  <a:gd name="T4" fmla="*/ 351 w 471"/>
                  <a:gd name="T5" fmla="*/ 337 h 778"/>
                  <a:gd name="T6" fmla="*/ 384 w 471"/>
                  <a:gd name="T7" fmla="*/ 358 h 778"/>
                  <a:gd name="T8" fmla="*/ 366 w 471"/>
                  <a:gd name="T9" fmla="*/ 387 h 778"/>
                  <a:gd name="T10" fmla="*/ 288 w 471"/>
                  <a:gd name="T11" fmla="*/ 435 h 778"/>
                  <a:gd name="T12" fmla="*/ 288 w 471"/>
                  <a:gd name="T13" fmla="*/ 418 h 778"/>
                  <a:gd name="T14" fmla="*/ 288 w 471"/>
                  <a:gd name="T15" fmla="*/ 403 h 778"/>
                  <a:gd name="T16" fmla="*/ 305 w 471"/>
                  <a:gd name="T17" fmla="*/ 352 h 778"/>
                  <a:gd name="T18" fmla="*/ 305 w 471"/>
                  <a:gd name="T19" fmla="*/ 336 h 778"/>
                  <a:gd name="T20" fmla="*/ 315 w 471"/>
                  <a:gd name="T21" fmla="*/ 315 h 778"/>
                  <a:gd name="T22" fmla="*/ 316 w 471"/>
                  <a:gd name="T23" fmla="*/ 291 h 778"/>
                  <a:gd name="T24" fmla="*/ 326 w 471"/>
                  <a:gd name="T25" fmla="*/ 223 h 778"/>
                  <a:gd name="T26" fmla="*/ 329 w 471"/>
                  <a:gd name="T27" fmla="*/ 170 h 778"/>
                  <a:gd name="T28" fmla="*/ 346 w 471"/>
                  <a:gd name="T29" fmla="*/ 98 h 778"/>
                  <a:gd name="T30" fmla="*/ 356 w 471"/>
                  <a:gd name="T31" fmla="*/ 26 h 778"/>
                  <a:gd name="T32" fmla="*/ 303 w 471"/>
                  <a:gd name="T33" fmla="*/ 0 h 778"/>
                  <a:gd name="T34" fmla="*/ 288 w 471"/>
                  <a:gd name="T35" fmla="*/ 47 h 778"/>
                  <a:gd name="T36" fmla="*/ 292 w 471"/>
                  <a:gd name="T37" fmla="*/ 60 h 778"/>
                  <a:gd name="T38" fmla="*/ 288 w 471"/>
                  <a:gd name="T39" fmla="*/ 135 h 778"/>
                  <a:gd name="T40" fmla="*/ 281 w 471"/>
                  <a:gd name="T41" fmla="*/ 178 h 778"/>
                  <a:gd name="T42" fmla="*/ 283 w 471"/>
                  <a:gd name="T43" fmla="*/ 191 h 778"/>
                  <a:gd name="T44" fmla="*/ 276 w 471"/>
                  <a:gd name="T45" fmla="*/ 215 h 778"/>
                  <a:gd name="T46" fmla="*/ 277 w 471"/>
                  <a:gd name="T47" fmla="*/ 245 h 778"/>
                  <a:gd name="T48" fmla="*/ 246 w 471"/>
                  <a:gd name="T49" fmla="*/ 391 h 778"/>
                  <a:gd name="T50" fmla="*/ 247 w 471"/>
                  <a:gd name="T51" fmla="*/ 405 h 778"/>
                  <a:gd name="T52" fmla="*/ 240 w 471"/>
                  <a:gd name="T53" fmla="*/ 414 h 778"/>
                  <a:gd name="T54" fmla="*/ 224 w 471"/>
                  <a:gd name="T55" fmla="*/ 470 h 778"/>
                  <a:gd name="T56" fmla="*/ 141 w 471"/>
                  <a:gd name="T57" fmla="*/ 533 h 778"/>
                  <a:gd name="T58" fmla="*/ 106 w 471"/>
                  <a:gd name="T59" fmla="*/ 563 h 778"/>
                  <a:gd name="T60" fmla="*/ 63 w 471"/>
                  <a:gd name="T61" fmla="*/ 583 h 778"/>
                  <a:gd name="T62" fmla="*/ 57 w 471"/>
                  <a:gd name="T63" fmla="*/ 591 h 778"/>
                  <a:gd name="T64" fmla="*/ 71 w 471"/>
                  <a:gd name="T65" fmla="*/ 619 h 778"/>
                  <a:gd name="T66" fmla="*/ 78 w 471"/>
                  <a:gd name="T67" fmla="*/ 623 h 778"/>
                  <a:gd name="T68" fmla="*/ 117 w 471"/>
                  <a:gd name="T69" fmla="*/ 598 h 778"/>
                  <a:gd name="T70" fmla="*/ 140 w 471"/>
                  <a:gd name="T71" fmla="*/ 577 h 778"/>
                  <a:gd name="T72" fmla="*/ 152 w 471"/>
                  <a:gd name="T73" fmla="*/ 563 h 778"/>
                  <a:gd name="T74" fmla="*/ 169 w 471"/>
                  <a:gd name="T75" fmla="*/ 554 h 778"/>
                  <a:gd name="T76" fmla="*/ 181 w 471"/>
                  <a:gd name="T77" fmla="*/ 539 h 778"/>
                  <a:gd name="T78" fmla="*/ 192 w 471"/>
                  <a:gd name="T79" fmla="*/ 537 h 778"/>
                  <a:gd name="T80" fmla="*/ 206 w 471"/>
                  <a:gd name="T81" fmla="*/ 522 h 778"/>
                  <a:gd name="T82" fmla="*/ 211 w 471"/>
                  <a:gd name="T83" fmla="*/ 524 h 778"/>
                  <a:gd name="T84" fmla="*/ 186 w 471"/>
                  <a:gd name="T85" fmla="*/ 584 h 778"/>
                  <a:gd name="T86" fmla="*/ 86 w 471"/>
                  <a:gd name="T87" fmla="*/ 703 h 778"/>
                  <a:gd name="T88" fmla="*/ 77 w 471"/>
                  <a:gd name="T89" fmla="*/ 703 h 778"/>
                  <a:gd name="T90" fmla="*/ 35 w 471"/>
                  <a:gd name="T91" fmla="*/ 720 h 778"/>
                  <a:gd name="T92" fmla="*/ 10 w 471"/>
                  <a:gd name="T93" fmla="*/ 720 h 778"/>
                  <a:gd name="T94" fmla="*/ 0 w 471"/>
                  <a:gd name="T95" fmla="*/ 728 h 778"/>
                  <a:gd name="T96" fmla="*/ 11 w 471"/>
                  <a:gd name="T97" fmla="*/ 746 h 778"/>
                  <a:gd name="T98" fmla="*/ 143 w 471"/>
                  <a:gd name="T99" fmla="*/ 731 h 778"/>
                  <a:gd name="T100" fmla="*/ 235 w 471"/>
                  <a:gd name="T101" fmla="*/ 584 h 778"/>
                  <a:gd name="T102" fmla="*/ 270 w 471"/>
                  <a:gd name="T103" fmla="*/ 489 h 778"/>
                  <a:gd name="T104" fmla="*/ 327 w 471"/>
                  <a:gd name="T105" fmla="*/ 452 h 778"/>
                  <a:gd name="T106" fmla="*/ 471 w 471"/>
                  <a:gd name="T107" fmla="*/ 354 h 77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  <a:cxn ang="0">
                    <a:pos x="T90" y="T91"/>
                  </a:cxn>
                  <a:cxn ang="0">
                    <a:pos x="T92" y="T93"/>
                  </a:cxn>
                  <a:cxn ang="0">
                    <a:pos x="T94" y="T95"/>
                  </a:cxn>
                  <a:cxn ang="0">
                    <a:pos x="T96" y="T97"/>
                  </a:cxn>
                  <a:cxn ang="0">
                    <a:pos x="T98" y="T99"/>
                  </a:cxn>
                  <a:cxn ang="0">
                    <a:pos x="T100" y="T101"/>
                  </a:cxn>
                  <a:cxn ang="0">
                    <a:pos x="T102" y="T103"/>
                  </a:cxn>
                  <a:cxn ang="0">
                    <a:pos x="T104" y="T105"/>
                  </a:cxn>
                  <a:cxn ang="0">
                    <a:pos x="T106" y="T107"/>
                  </a:cxn>
                </a:cxnLst>
                <a:rect l="0" t="0" r="r" b="b"/>
                <a:pathLst>
                  <a:path w="471" h="778">
                    <a:moveTo>
                      <a:pt x="471" y="354"/>
                    </a:moveTo>
                    <a:cubicBezTo>
                      <a:pt x="467" y="329"/>
                      <a:pt x="390" y="322"/>
                      <a:pt x="358" y="323"/>
                    </a:cubicBezTo>
                    <a:cubicBezTo>
                      <a:pt x="355" y="327"/>
                      <a:pt x="351" y="330"/>
                      <a:pt x="351" y="337"/>
                    </a:cubicBezTo>
                    <a:cubicBezTo>
                      <a:pt x="362" y="342"/>
                      <a:pt x="370" y="356"/>
                      <a:pt x="384" y="358"/>
                    </a:cubicBezTo>
                    <a:cubicBezTo>
                      <a:pt x="396" y="375"/>
                      <a:pt x="379" y="381"/>
                      <a:pt x="366" y="387"/>
                    </a:cubicBezTo>
                    <a:cubicBezTo>
                      <a:pt x="358" y="391"/>
                      <a:pt x="288" y="433"/>
                      <a:pt x="288" y="435"/>
                    </a:cubicBezTo>
                    <a:cubicBezTo>
                      <a:pt x="276" y="432"/>
                      <a:pt x="287" y="422"/>
                      <a:pt x="288" y="418"/>
                    </a:cubicBezTo>
                    <a:cubicBezTo>
                      <a:pt x="288" y="413"/>
                      <a:pt x="288" y="408"/>
                      <a:pt x="288" y="403"/>
                    </a:cubicBezTo>
                    <a:cubicBezTo>
                      <a:pt x="296" y="386"/>
                      <a:pt x="299" y="370"/>
                      <a:pt x="305" y="352"/>
                    </a:cubicBezTo>
                    <a:cubicBezTo>
                      <a:pt x="305" y="347"/>
                      <a:pt x="305" y="341"/>
                      <a:pt x="305" y="336"/>
                    </a:cubicBezTo>
                    <a:cubicBezTo>
                      <a:pt x="308" y="331"/>
                      <a:pt x="313" y="321"/>
                      <a:pt x="315" y="315"/>
                    </a:cubicBezTo>
                    <a:cubicBezTo>
                      <a:pt x="316" y="307"/>
                      <a:pt x="316" y="299"/>
                      <a:pt x="316" y="291"/>
                    </a:cubicBezTo>
                    <a:cubicBezTo>
                      <a:pt x="323" y="271"/>
                      <a:pt x="319" y="240"/>
                      <a:pt x="326" y="223"/>
                    </a:cubicBezTo>
                    <a:cubicBezTo>
                      <a:pt x="326" y="223"/>
                      <a:pt x="327" y="173"/>
                      <a:pt x="329" y="170"/>
                    </a:cubicBezTo>
                    <a:cubicBezTo>
                      <a:pt x="337" y="151"/>
                      <a:pt x="340" y="120"/>
                      <a:pt x="346" y="98"/>
                    </a:cubicBezTo>
                    <a:cubicBezTo>
                      <a:pt x="350" y="82"/>
                      <a:pt x="363" y="37"/>
                      <a:pt x="356" y="26"/>
                    </a:cubicBezTo>
                    <a:cubicBezTo>
                      <a:pt x="345" y="9"/>
                      <a:pt x="322" y="5"/>
                      <a:pt x="303" y="0"/>
                    </a:cubicBezTo>
                    <a:cubicBezTo>
                      <a:pt x="295" y="12"/>
                      <a:pt x="287" y="27"/>
                      <a:pt x="288" y="47"/>
                    </a:cubicBezTo>
                    <a:cubicBezTo>
                      <a:pt x="289" y="52"/>
                      <a:pt x="294" y="54"/>
                      <a:pt x="292" y="60"/>
                    </a:cubicBezTo>
                    <a:cubicBezTo>
                      <a:pt x="286" y="78"/>
                      <a:pt x="284" y="111"/>
                      <a:pt x="288" y="135"/>
                    </a:cubicBezTo>
                    <a:cubicBezTo>
                      <a:pt x="284" y="143"/>
                      <a:pt x="283" y="165"/>
                      <a:pt x="281" y="178"/>
                    </a:cubicBezTo>
                    <a:cubicBezTo>
                      <a:pt x="281" y="182"/>
                      <a:pt x="282" y="186"/>
                      <a:pt x="283" y="191"/>
                    </a:cubicBezTo>
                    <a:cubicBezTo>
                      <a:pt x="280" y="198"/>
                      <a:pt x="278" y="209"/>
                      <a:pt x="276" y="215"/>
                    </a:cubicBezTo>
                    <a:cubicBezTo>
                      <a:pt x="276" y="225"/>
                      <a:pt x="276" y="235"/>
                      <a:pt x="277" y="245"/>
                    </a:cubicBezTo>
                    <a:cubicBezTo>
                      <a:pt x="263" y="290"/>
                      <a:pt x="265" y="349"/>
                      <a:pt x="246" y="391"/>
                    </a:cubicBezTo>
                    <a:cubicBezTo>
                      <a:pt x="247" y="396"/>
                      <a:pt x="247" y="400"/>
                      <a:pt x="247" y="405"/>
                    </a:cubicBezTo>
                    <a:cubicBezTo>
                      <a:pt x="246" y="407"/>
                      <a:pt x="241" y="411"/>
                      <a:pt x="240" y="414"/>
                    </a:cubicBezTo>
                    <a:cubicBezTo>
                      <a:pt x="235" y="430"/>
                      <a:pt x="236" y="460"/>
                      <a:pt x="224" y="470"/>
                    </a:cubicBezTo>
                    <a:cubicBezTo>
                      <a:pt x="200" y="491"/>
                      <a:pt x="168" y="515"/>
                      <a:pt x="141" y="533"/>
                    </a:cubicBezTo>
                    <a:cubicBezTo>
                      <a:pt x="129" y="541"/>
                      <a:pt x="118" y="556"/>
                      <a:pt x="106" y="563"/>
                    </a:cubicBezTo>
                    <a:cubicBezTo>
                      <a:pt x="95" y="570"/>
                      <a:pt x="65" y="570"/>
                      <a:pt x="63" y="583"/>
                    </a:cubicBezTo>
                    <a:cubicBezTo>
                      <a:pt x="58" y="584"/>
                      <a:pt x="58" y="585"/>
                      <a:pt x="57" y="591"/>
                    </a:cubicBezTo>
                    <a:cubicBezTo>
                      <a:pt x="62" y="597"/>
                      <a:pt x="69" y="610"/>
                      <a:pt x="71" y="619"/>
                    </a:cubicBezTo>
                    <a:cubicBezTo>
                      <a:pt x="73" y="621"/>
                      <a:pt x="75" y="622"/>
                      <a:pt x="78" y="623"/>
                    </a:cubicBezTo>
                    <a:cubicBezTo>
                      <a:pt x="94" y="623"/>
                      <a:pt x="108" y="607"/>
                      <a:pt x="117" y="598"/>
                    </a:cubicBezTo>
                    <a:cubicBezTo>
                      <a:pt x="124" y="591"/>
                      <a:pt x="132" y="584"/>
                      <a:pt x="140" y="577"/>
                    </a:cubicBezTo>
                    <a:cubicBezTo>
                      <a:pt x="143" y="574"/>
                      <a:pt x="147" y="566"/>
                      <a:pt x="152" y="563"/>
                    </a:cubicBezTo>
                    <a:cubicBezTo>
                      <a:pt x="158" y="560"/>
                      <a:pt x="163" y="557"/>
                      <a:pt x="169" y="554"/>
                    </a:cubicBezTo>
                    <a:cubicBezTo>
                      <a:pt x="173" y="549"/>
                      <a:pt x="177" y="544"/>
                      <a:pt x="181" y="539"/>
                    </a:cubicBezTo>
                    <a:cubicBezTo>
                      <a:pt x="185" y="538"/>
                      <a:pt x="188" y="537"/>
                      <a:pt x="192" y="537"/>
                    </a:cubicBezTo>
                    <a:cubicBezTo>
                      <a:pt x="195" y="534"/>
                      <a:pt x="203" y="526"/>
                      <a:pt x="206" y="522"/>
                    </a:cubicBezTo>
                    <a:cubicBezTo>
                      <a:pt x="208" y="523"/>
                      <a:pt x="209" y="523"/>
                      <a:pt x="211" y="524"/>
                    </a:cubicBezTo>
                    <a:cubicBezTo>
                      <a:pt x="211" y="549"/>
                      <a:pt x="195" y="565"/>
                      <a:pt x="186" y="584"/>
                    </a:cubicBezTo>
                    <a:cubicBezTo>
                      <a:pt x="168" y="625"/>
                      <a:pt x="122" y="683"/>
                      <a:pt x="86" y="703"/>
                    </a:cubicBezTo>
                    <a:cubicBezTo>
                      <a:pt x="83" y="703"/>
                      <a:pt x="80" y="703"/>
                      <a:pt x="77" y="703"/>
                    </a:cubicBezTo>
                    <a:cubicBezTo>
                      <a:pt x="66" y="707"/>
                      <a:pt x="47" y="714"/>
                      <a:pt x="35" y="720"/>
                    </a:cubicBezTo>
                    <a:cubicBezTo>
                      <a:pt x="27" y="720"/>
                      <a:pt x="18" y="720"/>
                      <a:pt x="10" y="720"/>
                    </a:cubicBezTo>
                    <a:cubicBezTo>
                      <a:pt x="7" y="722"/>
                      <a:pt x="4" y="725"/>
                      <a:pt x="0" y="728"/>
                    </a:cubicBezTo>
                    <a:cubicBezTo>
                      <a:pt x="0" y="739"/>
                      <a:pt x="6" y="740"/>
                      <a:pt x="11" y="746"/>
                    </a:cubicBezTo>
                    <a:cubicBezTo>
                      <a:pt x="42" y="778"/>
                      <a:pt x="124" y="759"/>
                      <a:pt x="143" y="731"/>
                    </a:cubicBezTo>
                    <a:cubicBezTo>
                      <a:pt x="175" y="683"/>
                      <a:pt x="208" y="637"/>
                      <a:pt x="235" y="584"/>
                    </a:cubicBezTo>
                    <a:cubicBezTo>
                      <a:pt x="250" y="552"/>
                      <a:pt x="254" y="521"/>
                      <a:pt x="270" y="489"/>
                    </a:cubicBezTo>
                    <a:cubicBezTo>
                      <a:pt x="275" y="480"/>
                      <a:pt x="317" y="460"/>
                      <a:pt x="327" y="452"/>
                    </a:cubicBezTo>
                    <a:cubicBezTo>
                      <a:pt x="374" y="417"/>
                      <a:pt x="424" y="388"/>
                      <a:pt x="471" y="35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52" name="íšľíḑê"/>
              <p:cNvSpPr/>
              <p:nvPr/>
            </p:nvSpPr>
            <p:spPr bwMode="auto">
              <a:xfrm>
                <a:off x="6384925" y="5484810"/>
                <a:ext cx="290513" cy="292100"/>
              </a:xfrm>
              <a:custGeom>
                <a:avLst/>
                <a:gdLst>
                  <a:gd name="T0" fmla="*/ 229 w 286"/>
                  <a:gd name="T1" fmla="*/ 216 h 287"/>
                  <a:gd name="T2" fmla="*/ 225 w 286"/>
                  <a:gd name="T3" fmla="*/ 211 h 287"/>
                  <a:gd name="T4" fmla="*/ 210 w 286"/>
                  <a:gd name="T5" fmla="*/ 210 h 287"/>
                  <a:gd name="T6" fmla="*/ 206 w 286"/>
                  <a:gd name="T7" fmla="*/ 205 h 287"/>
                  <a:gd name="T8" fmla="*/ 194 w 286"/>
                  <a:gd name="T9" fmla="*/ 205 h 287"/>
                  <a:gd name="T10" fmla="*/ 171 w 286"/>
                  <a:gd name="T11" fmla="*/ 192 h 287"/>
                  <a:gd name="T12" fmla="*/ 151 w 286"/>
                  <a:gd name="T13" fmla="*/ 169 h 287"/>
                  <a:gd name="T14" fmla="*/ 117 w 286"/>
                  <a:gd name="T15" fmla="*/ 142 h 287"/>
                  <a:gd name="T16" fmla="*/ 107 w 286"/>
                  <a:gd name="T17" fmla="*/ 120 h 287"/>
                  <a:gd name="T18" fmla="*/ 66 w 286"/>
                  <a:gd name="T19" fmla="*/ 56 h 287"/>
                  <a:gd name="T20" fmla="*/ 14 w 286"/>
                  <a:gd name="T21" fmla="*/ 0 h 287"/>
                  <a:gd name="T22" fmla="*/ 40 w 286"/>
                  <a:gd name="T23" fmla="*/ 118 h 287"/>
                  <a:gd name="T24" fmla="*/ 65 w 286"/>
                  <a:gd name="T25" fmla="*/ 182 h 287"/>
                  <a:gd name="T26" fmla="*/ 66 w 286"/>
                  <a:gd name="T27" fmla="*/ 204 h 287"/>
                  <a:gd name="T28" fmla="*/ 88 w 286"/>
                  <a:gd name="T29" fmla="*/ 257 h 287"/>
                  <a:gd name="T30" fmla="*/ 103 w 286"/>
                  <a:gd name="T31" fmla="*/ 268 h 287"/>
                  <a:gd name="T32" fmla="*/ 151 w 286"/>
                  <a:gd name="T33" fmla="*/ 276 h 287"/>
                  <a:gd name="T34" fmla="*/ 172 w 286"/>
                  <a:gd name="T35" fmla="*/ 276 h 287"/>
                  <a:gd name="T36" fmla="*/ 183 w 286"/>
                  <a:gd name="T37" fmla="*/ 270 h 287"/>
                  <a:gd name="T38" fmla="*/ 232 w 286"/>
                  <a:gd name="T39" fmla="*/ 269 h 287"/>
                  <a:gd name="T40" fmla="*/ 286 w 286"/>
                  <a:gd name="T41" fmla="*/ 238 h 287"/>
                  <a:gd name="T42" fmla="*/ 229 w 286"/>
                  <a:gd name="T43" fmla="*/ 216 h 28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</a:cxnLst>
                <a:rect l="0" t="0" r="r" b="b"/>
                <a:pathLst>
                  <a:path w="286" h="287">
                    <a:moveTo>
                      <a:pt x="229" y="216"/>
                    </a:moveTo>
                    <a:cubicBezTo>
                      <a:pt x="228" y="214"/>
                      <a:pt x="226" y="212"/>
                      <a:pt x="225" y="211"/>
                    </a:cubicBezTo>
                    <a:cubicBezTo>
                      <a:pt x="220" y="210"/>
                      <a:pt x="215" y="210"/>
                      <a:pt x="210" y="210"/>
                    </a:cubicBezTo>
                    <a:cubicBezTo>
                      <a:pt x="209" y="208"/>
                      <a:pt x="208" y="206"/>
                      <a:pt x="206" y="205"/>
                    </a:cubicBezTo>
                    <a:cubicBezTo>
                      <a:pt x="202" y="205"/>
                      <a:pt x="198" y="205"/>
                      <a:pt x="194" y="205"/>
                    </a:cubicBezTo>
                    <a:cubicBezTo>
                      <a:pt x="201" y="202"/>
                      <a:pt x="175" y="194"/>
                      <a:pt x="171" y="192"/>
                    </a:cubicBezTo>
                    <a:cubicBezTo>
                      <a:pt x="164" y="184"/>
                      <a:pt x="157" y="177"/>
                      <a:pt x="151" y="169"/>
                    </a:cubicBezTo>
                    <a:cubicBezTo>
                      <a:pt x="142" y="158"/>
                      <a:pt x="125" y="155"/>
                      <a:pt x="117" y="142"/>
                    </a:cubicBezTo>
                    <a:cubicBezTo>
                      <a:pt x="119" y="141"/>
                      <a:pt x="109" y="123"/>
                      <a:pt x="107" y="120"/>
                    </a:cubicBezTo>
                    <a:cubicBezTo>
                      <a:pt x="94" y="107"/>
                      <a:pt x="75" y="72"/>
                      <a:pt x="66" y="56"/>
                    </a:cubicBezTo>
                    <a:cubicBezTo>
                      <a:pt x="55" y="37"/>
                      <a:pt x="41" y="2"/>
                      <a:pt x="14" y="0"/>
                    </a:cubicBezTo>
                    <a:cubicBezTo>
                      <a:pt x="0" y="23"/>
                      <a:pt x="32" y="95"/>
                      <a:pt x="40" y="118"/>
                    </a:cubicBezTo>
                    <a:cubicBezTo>
                      <a:pt x="48" y="141"/>
                      <a:pt x="55" y="165"/>
                      <a:pt x="65" y="182"/>
                    </a:cubicBezTo>
                    <a:cubicBezTo>
                      <a:pt x="65" y="189"/>
                      <a:pt x="66" y="197"/>
                      <a:pt x="66" y="204"/>
                    </a:cubicBezTo>
                    <a:cubicBezTo>
                      <a:pt x="74" y="223"/>
                      <a:pt x="78" y="242"/>
                      <a:pt x="88" y="257"/>
                    </a:cubicBezTo>
                    <a:cubicBezTo>
                      <a:pt x="93" y="261"/>
                      <a:pt x="98" y="264"/>
                      <a:pt x="103" y="268"/>
                    </a:cubicBezTo>
                    <a:cubicBezTo>
                      <a:pt x="122" y="278"/>
                      <a:pt x="128" y="287"/>
                      <a:pt x="151" y="276"/>
                    </a:cubicBezTo>
                    <a:cubicBezTo>
                      <a:pt x="158" y="276"/>
                      <a:pt x="165" y="276"/>
                      <a:pt x="172" y="276"/>
                    </a:cubicBezTo>
                    <a:cubicBezTo>
                      <a:pt x="175" y="274"/>
                      <a:pt x="179" y="272"/>
                      <a:pt x="183" y="270"/>
                    </a:cubicBezTo>
                    <a:cubicBezTo>
                      <a:pt x="199" y="269"/>
                      <a:pt x="216" y="269"/>
                      <a:pt x="232" y="269"/>
                    </a:cubicBezTo>
                    <a:cubicBezTo>
                      <a:pt x="258" y="256"/>
                      <a:pt x="267" y="261"/>
                      <a:pt x="286" y="238"/>
                    </a:cubicBezTo>
                    <a:cubicBezTo>
                      <a:pt x="272" y="217"/>
                      <a:pt x="250" y="226"/>
                      <a:pt x="229" y="216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</p:grpSp>
        <p:sp>
          <p:nvSpPr>
            <p:cNvPr id="49" name="ïšḻîḍe"/>
            <p:cNvSpPr/>
            <p:nvPr/>
          </p:nvSpPr>
          <p:spPr bwMode="auto">
            <a:xfrm>
              <a:off x="6615743" y="3000099"/>
              <a:ext cx="425964" cy="517912"/>
            </a:xfrm>
            <a:custGeom>
              <a:avLst/>
              <a:gdLst>
                <a:gd name="T0" fmla="*/ 20 w 354"/>
                <a:gd name="T1" fmla="*/ 276 h 430"/>
                <a:gd name="T2" fmla="*/ 22 w 354"/>
                <a:gd name="T3" fmla="*/ 302 h 430"/>
                <a:gd name="T4" fmla="*/ 27 w 354"/>
                <a:gd name="T5" fmla="*/ 307 h 430"/>
                <a:gd name="T6" fmla="*/ 25 w 354"/>
                <a:gd name="T7" fmla="*/ 328 h 430"/>
                <a:gd name="T8" fmla="*/ 49 w 354"/>
                <a:gd name="T9" fmla="*/ 418 h 430"/>
                <a:gd name="T10" fmla="*/ 68 w 354"/>
                <a:gd name="T11" fmla="*/ 408 h 430"/>
                <a:gd name="T12" fmla="*/ 70 w 354"/>
                <a:gd name="T13" fmla="*/ 387 h 430"/>
                <a:gd name="T14" fmla="*/ 83 w 354"/>
                <a:gd name="T15" fmla="*/ 331 h 430"/>
                <a:gd name="T16" fmla="*/ 50 w 354"/>
                <a:gd name="T17" fmla="*/ 251 h 430"/>
                <a:gd name="T18" fmla="*/ 50 w 354"/>
                <a:gd name="T19" fmla="*/ 237 h 430"/>
                <a:gd name="T20" fmla="*/ 44 w 354"/>
                <a:gd name="T21" fmla="*/ 232 h 430"/>
                <a:gd name="T22" fmla="*/ 50 w 354"/>
                <a:gd name="T23" fmla="*/ 196 h 430"/>
                <a:gd name="T24" fmla="*/ 79 w 354"/>
                <a:gd name="T25" fmla="*/ 177 h 430"/>
                <a:gd name="T26" fmla="*/ 85 w 354"/>
                <a:gd name="T27" fmla="*/ 169 h 430"/>
                <a:gd name="T28" fmla="*/ 111 w 354"/>
                <a:gd name="T29" fmla="*/ 152 h 430"/>
                <a:gd name="T30" fmla="*/ 168 w 354"/>
                <a:gd name="T31" fmla="*/ 99 h 430"/>
                <a:gd name="T32" fmla="*/ 193 w 354"/>
                <a:gd name="T33" fmla="*/ 85 h 430"/>
                <a:gd name="T34" fmla="*/ 293 w 354"/>
                <a:gd name="T35" fmla="*/ 47 h 430"/>
                <a:gd name="T36" fmla="*/ 272 w 354"/>
                <a:gd name="T37" fmla="*/ 101 h 430"/>
                <a:gd name="T38" fmla="*/ 241 w 354"/>
                <a:gd name="T39" fmla="*/ 177 h 430"/>
                <a:gd name="T40" fmla="*/ 241 w 354"/>
                <a:gd name="T41" fmla="*/ 190 h 430"/>
                <a:gd name="T42" fmla="*/ 230 w 354"/>
                <a:gd name="T43" fmla="*/ 208 h 430"/>
                <a:gd name="T44" fmla="*/ 230 w 354"/>
                <a:gd name="T45" fmla="*/ 225 h 430"/>
                <a:gd name="T46" fmla="*/ 218 w 354"/>
                <a:gd name="T47" fmla="*/ 245 h 430"/>
                <a:gd name="T48" fmla="*/ 218 w 354"/>
                <a:gd name="T49" fmla="*/ 263 h 430"/>
                <a:gd name="T50" fmla="*/ 213 w 354"/>
                <a:gd name="T51" fmla="*/ 267 h 430"/>
                <a:gd name="T52" fmla="*/ 210 w 354"/>
                <a:gd name="T53" fmla="*/ 279 h 430"/>
                <a:gd name="T54" fmla="*/ 210 w 354"/>
                <a:gd name="T55" fmla="*/ 281 h 430"/>
                <a:gd name="T56" fmla="*/ 193 w 354"/>
                <a:gd name="T57" fmla="*/ 248 h 430"/>
                <a:gd name="T58" fmla="*/ 106 w 354"/>
                <a:gd name="T59" fmla="*/ 189 h 430"/>
                <a:gd name="T60" fmla="*/ 103 w 354"/>
                <a:gd name="T61" fmla="*/ 267 h 430"/>
                <a:gd name="T62" fmla="*/ 131 w 354"/>
                <a:gd name="T63" fmla="*/ 332 h 430"/>
                <a:gd name="T64" fmla="*/ 112 w 354"/>
                <a:gd name="T65" fmla="*/ 365 h 430"/>
                <a:gd name="T66" fmla="*/ 90 w 354"/>
                <a:gd name="T67" fmla="*/ 396 h 430"/>
                <a:gd name="T68" fmla="*/ 85 w 354"/>
                <a:gd name="T69" fmla="*/ 407 h 430"/>
                <a:gd name="T70" fmla="*/ 89 w 354"/>
                <a:gd name="T71" fmla="*/ 412 h 430"/>
                <a:gd name="T72" fmla="*/ 143 w 354"/>
                <a:gd name="T73" fmla="*/ 366 h 430"/>
                <a:gd name="T74" fmla="*/ 154 w 354"/>
                <a:gd name="T75" fmla="*/ 366 h 430"/>
                <a:gd name="T76" fmla="*/ 208 w 354"/>
                <a:gd name="T77" fmla="*/ 430 h 430"/>
                <a:gd name="T78" fmla="*/ 213 w 354"/>
                <a:gd name="T79" fmla="*/ 430 h 430"/>
                <a:gd name="T80" fmla="*/ 260 w 354"/>
                <a:gd name="T81" fmla="*/ 289 h 430"/>
                <a:gd name="T82" fmla="*/ 282 w 354"/>
                <a:gd name="T83" fmla="*/ 224 h 430"/>
                <a:gd name="T84" fmla="*/ 281 w 354"/>
                <a:gd name="T85" fmla="*/ 214 h 430"/>
                <a:gd name="T86" fmla="*/ 292 w 354"/>
                <a:gd name="T87" fmla="*/ 186 h 430"/>
                <a:gd name="T88" fmla="*/ 294 w 354"/>
                <a:gd name="T89" fmla="*/ 170 h 430"/>
                <a:gd name="T90" fmla="*/ 311 w 354"/>
                <a:gd name="T91" fmla="*/ 138 h 430"/>
                <a:gd name="T92" fmla="*/ 317 w 354"/>
                <a:gd name="T93" fmla="*/ 111 h 430"/>
                <a:gd name="T94" fmla="*/ 330 w 354"/>
                <a:gd name="T95" fmla="*/ 92 h 430"/>
                <a:gd name="T96" fmla="*/ 343 w 354"/>
                <a:gd name="T97" fmla="*/ 40 h 430"/>
                <a:gd name="T98" fmla="*/ 291 w 354"/>
                <a:gd name="T99" fmla="*/ 0 h 430"/>
                <a:gd name="T100" fmla="*/ 272 w 354"/>
                <a:gd name="T101" fmla="*/ 8 h 430"/>
                <a:gd name="T102" fmla="*/ 210 w 354"/>
                <a:gd name="T103" fmla="*/ 31 h 430"/>
                <a:gd name="T104" fmla="*/ 176 w 354"/>
                <a:gd name="T105" fmla="*/ 53 h 430"/>
                <a:gd name="T106" fmla="*/ 168 w 354"/>
                <a:gd name="T107" fmla="*/ 52 h 430"/>
                <a:gd name="T108" fmla="*/ 162 w 354"/>
                <a:gd name="T109" fmla="*/ 59 h 430"/>
                <a:gd name="T110" fmla="*/ 143 w 354"/>
                <a:gd name="T111" fmla="*/ 65 h 430"/>
                <a:gd name="T112" fmla="*/ 75 w 354"/>
                <a:gd name="T113" fmla="*/ 109 h 430"/>
                <a:gd name="T114" fmla="*/ 26 w 354"/>
                <a:gd name="T115" fmla="*/ 155 h 430"/>
                <a:gd name="T116" fmla="*/ 25 w 354"/>
                <a:gd name="T117" fmla="*/ 222 h 430"/>
                <a:gd name="T118" fmla="*/ 7 w 354"/>
                <a:gd name="T119" fmla="*/ 227 h 430"/>
                <a:gd name="T120" fmla="*/ 15 w 354"/>
                <a:gd name="T121" fmla="*/ 269 h 430"/>
                <a:gd name="T122" fmla="*/ 20 w 354"/>
                <a:gd name="T123" fmla="*/ 276 h 43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  <a:cxn ang="0">
                  <a:pos x="T118" y="T119"/>
                </a:cxn>
                <a:cxn ang="0">
                  <a:pos x="T120" y="T121"/>
                </a:cxn>
                <a:cxn ang="0">
                  <a:pos x="T122" y="T123"/>
                </a:cxn>
              </a:cxnLst>
              <a:rect l="0" t="0" r="r" b="b"/>
              <a:pathLst>
                <a:path w="354" h="430">
                  <a:moveTo>
                    <a:pt x="20" y="276"/>
                  </a:moveTo>
                  <a:cubicBezTo>
                    <a:pt x="21" y="285"/>
                    <a:pt x="22" y="293"/>
                    <a:pt x="22" y="302"/>
                  </a:cubicBezTo>
                  <a:cubicBezTo>
                    <a:pt x="24" y="304"/>
                    <a:pt x="25" y="305"/>
                    <a:pt x="27" y="307"/>
                  </a:cubicBezTo>
                  <a:cubicBezTo>
                    <a:pt x="27" y="314"/>
                    <a:pt x="26" y="321"/>
                    <a:pt x="25" y="328"/>
                  </a:cubicBezTo>
                  <a:cubicBezTo>
                    <a:pt x="33" y="356"/>
                    <a:pt x="27" y="403"/>
                    <a:pt x="49" y="418"/>
                  </a:cubicBezTo>
                  <a:cubicBezTo>
                    <a:pt x="56" y="425"/>
                    <a:pt x="65" y="412"/>
                    <a:pt x="68" y="408"/>
                  </a:cubicBezTo>
                  <a:cubicBezTo>
                    <a:pt x="68" y="401"/>
                    <a:pt x="69" y="394"/>
                    <a:pt x="70" y="387"/>
                  </a:cubicBezTo>
                  <a:cubicBezTo>
                    <a:pt x="76" y="375"/>
                    <a:pt x="86" y="354"/>
                    <a:pt x="83" y="331"/>
                  </a:cubicBezTo>
                  <a:cubicBezTo>
                    <a:pt x="78" y="299"/>
                    <a:pt x="61" y="276"/>
                    <a:pt x="50" y="251"/>
                  </a:cubicBezTo>
                  <a:cubicBezTo>
                    <a:pt x="50" y="246"/>
                    <a:pt x="50" y="242"/>
                    <a:pt x="50" y="237"/>
                  </a:cubicBezTo>
                  <a:cubicBezTo>
                    <a:pt x="48" y="235"/>
                    <a:pt x="46" y="234"/>
                    <a:pt x="44" y="232"/>
                  </a:cubicBezTo>
                  <a:cubicBezTo>
                    <a:pt x="39" y="222"/>
                    <a:pt x="50" y="209"/>
                    <a:pt x="50" y="196"/>
                  </a:cubicBezTo>
                  <a:cubicBezTo>
                    <a:pt x="59" y="186"/>
                    <a:pt x="66" y="184"/>
                    <a:pt x="79" y="177"/>
                  </a:cubicBezTo>
                  <a:cubicBezTo>
                    <a:pt x="81" y="174"/>
                    <a:pt x="83" y="172"/>
                    <a:pt x="85" y="169"/>
                  </a:cubicBezTo>
                  <a:cubicBezTo>
                    <a:pt x="94" y="164"/>
                    <a:pt x="102" y="158"/>
                    <a:pt x="111" y="152"/>
                  </a:cubicBezTo>
                  <a:cubicBezTo>
                    <a:pt x="126" y="142"/>
                    <a:pt x="158" y="112"/>
                    <a:pt x="168" y="99"/>
                  </a:cubicBezTo>
                  <a:cubicBezTo>
                    <a:pt x="169" y="101"/>
                    <a:pt x="188" y="88"/>
                    <a:pt x="193" y="85"/>
                  </a:cubicBezTo>
                  <a:cubicBezTo>
                    <a:pt x="222" y="70"/>
                    <a:pt x="248" y="46"/>
                    <a:pt x="293" y="47"/>
                  </a:cubicBezTo>
                  <a:cubicBezTo>
                    <a:pt x="292" y="59"/>
                    <a:pt x="278" y="86"/>
                    <a:pt x="272" y="101"/>
                  </a:cubicBezTo>
                  <a:cubicBezTo>
                    <a:pt x="259" y="128"/>
                    <a:pt x="255" y="152"/>
                    <a:pt x="241" y="177"/>
                  </a:cubicBezTo>
                  <a:cubicBezTo>
                    <a:pt x="241" y="181"/>
                    <a:pt x="241" y="186"/>
                    <a:pt x="241" y="190"/>
                  </a:cubicBezTo>
                  <a:cubicBezTo>
                    <a:pt x="239" y="194"/>
                    <a:pt x="232" y="203"/>
                    <a:pt x="230" y="208"/>
                  </a:cubicBezTo>
                  <a:cubicBezTo>
                    <a:pt x="230" y="213"/>
                    <a:pt x="230" y="219"/>
                    <a:pt x="230" y="225"/>
                  </a:cubicBezTo>
                  <a:cubicBezTo>
                    <a:pt x="228" y="232"/>
                    <a:pt x="221" y="238"/>
                    <a:pt x="218" y="245"/>
                  </a:cubicBezTo>
                  <a:cubicBezTo>
                    <a:pt x="218" y="251"/>
                    <a:pt x="218" y="257"/>
                    <a:pt x="218" y="263"/>
                  </a:cubicBezTo>
                  <a:cubicBezTo>
                    <a:pt x="216" y="265"/>
                    <a:pt x="214" y="266"/>
                    <a:pt x="213" y="267"/>
                  </a:cubicBezTo>
                  <a:cubicBezTo>
                    <a:pt x="212" y="270"/>
                    <a:pt x="213" y="276"/>
                    <a:pt x="210" y="279"/>
                  </a:cubicBezTo>
                  <a:cubicBezTo>
                    <a:pt x="210" y="280"/>
                    <a:pt x="210" y="280"/>
                    <a:pt x="210" y="281"/>
                  </a:cubicBezTo>
                  <a:cubicBezTo>
                    <a:pt x="201" y="277"/>
                    <a:pt x="199" y="257"/>
                    <a:pt x="193" y="248"/>
                  </a:cubicBezTo>
                  <a:cubicBezTo>
                    <a:pt x="175" y="223"/>
                    <a:pt x="147" y="190"/>
                    <a:pt x="106" y="189"/>
                  </a:cubicBezTo>
                  <a:cubicBezTo>
                    <a:pt x="89" y="206"/>
                    <a:pt x="93" y="245"/>
                    <a:pt x="103" y="267"/>
                  </a:cubicBezTo>
                  <a:cubicBezTo>
                    <a:pt x="106" y="275"/>
                    <a:pt x="133" y="322"/>
                    <a:pt x="131" y="332"/>
                  </a:cubicBezTo>
                  <a:cubicBezTo>
                    <a:pt x="128" y="344"/>
                    <a:pt x="118" y="357"/>
                    <a:pt x="112" y="365"/>
                  </a:cubicBezTo>
                  <a:cubicBezTo>
                    <a:pt x="106" y="374"/>
                    <a:pt x="102" y="394"/>
                    <a:pt x="90" y="396"/>
                  </a:cubicBezTo>
                  <a:cubicBezTo>
                    <a:pt x="85" y="402"/>
                    <a:pt x="86" y="401"/>
                    <a:pt x="85" y="407"/>
                  </a:cubicBezTo>
                  <a:cubicBezTo>
                    <a:pt x="86" y="409"/>
                    <a:pt x="88" y="410"/>
                    <a:pt x="89" y="412"/>
                  </a:cubicBezTo>
                  <a:cubicBezTo>
                    <a:pt x="106" y="411"/>
                    <a:pt x="136" y="378"/>
                    <a:pt x="143" y="366"/>
                  </a:cubicBezTo>
                  <a:cubicBezTo>
                    <a:pt x="147" y="366"/>
                    <a:pt x="151" y="366"/>
                    <a:pt x="154" y="366"/>
                  </a:cubicBezTo>
                  <a:cubicBezTo>
                    <a:pt x="173" y="387"/>
                    <a:pt x="194" y="406"/>
                    <a:pt x="208" y="430"/>
                  </a:cubicBezTo>
                  <a:cubicBezTo>
                    <a:pt x="209" y="430"/>
                    <a:pt x="211" y="430"/>
                    <a:pt x="213" y="430"/>
                  </a:cubicBezTo>
                  <a:cubicBezTo>
                    <a:pt x="249" y="405"/>
                    <a:pt x="244" y="337"/>
                    <a:pt x="260" y="289"/>
                  </a:cubicBezTo>
                  <a:cubicBezTo>
                    <a:pt x="266" y="271"/>
                    <a:pt x="275" y="244"/>
                    <a:pt x="282" y="224"/>
                  </a:cubicBezTo>
                  <a:cubicBezTo>
                    <a:pt x="281" y="221"/>
                    <a:pt x="281" y="217"/>
                    <a:pt x="281" y="214"/>
                  </a:cubicBezTo>
                  <a:cubicBezTo>
                    <a:pt x="284" y="206"/>
                    <a:pt x="290" y="191"/>
                    <a:pt x="292" y="186"/>
                  </a:cubicBezTo>
                  <a:cubicBezTo>
                    <a:pt x="292" y="181"/>
                    <a:pt x="293" y="176"/>
                    <a:pt x="294" y="170"/>
                  </a:cubicBezTo>
                  <a:cubicBezTo>
                    <a:pt x="298" y="161"/>
                    <a:pt x="309" y="149"/>
                    <a:pt x="311" y="138"/>
                  </a:cubicBezTo>
                  <a:cubicBezTo>
                    <a:pt x="313" y="130"/>
                    <a:pt x="313" y="122"/>
                    <a:pt x="317" y="111"/>
                  </a:cubicBezTo>
                  <a:cubicBezTo>
                    <a:pt x="318" y="114"/>
                    <a:pt x="329" y="94"/>
                    <a:pt x="330" y="92"/>
                  </a:cubicBezTo>
                  <a:cubicBezTo>
                    <a:pt x="337" y="75"/>
                    <a:pt x="337" y="57"/>
                    <a:pt x="343" y="40"/>
                  </a:cubicBezTo>
                  <a:cubicBezTo>
                    <a:pt x="354" y="9"/>
                    <a:pt x="317" y="0"/>
                    <a:pt x="291" y="0"/>
                  </a:cubicBezTo>
                  <a:cubicBezTo>
                    <a:pt x="287" y="8"/>
                    <a:pt x="280" y="5"/>
                    <a:pt x="272" y="8"/>
                  </a:cubicBezTo>
                  <a:cubicBezTo>
                    <a:pt x="261" y="12"/>
                    <a:pt x="217" y="31"/>
                    <a:pt x="210" y="31"/>
                  </a:cubicBezTo>
                  <a:cubicBezTo>
                    <a:pt x="200" y="37"/>
                    <a:pt x="187" y="48"/>
                    <a:pt x="176" y="53"/>
                  </a:cubicBezTo>
                  <a:cubicBezTo>
                    <a:pt x="173" y="53"/>
                    <a:pt x="170" y="53"/>
                    <a:pt x="168" y="52"/>
                  </a:cubicBezTo>
                  <a:cubicBezTo>
                    <a:pt x="166" y="55"/>
                    <a:pt x="164" y="57"/>
                    <a:pt x="162" y="59"/>
                  </a:cubicBezTo>
                  <a:cubicBezTo>
                    <a:pt x="155" y="63"/>
                    <a:pt x="149" y="61"/>
                    <a:pt x="143" y="65"/>
                  </a:cubicBezTo>
                  <a:cubicBezTo>
                    <a:pt x="122" y="78"/>
                    <a:pt x="97" y="95"/>
                    <a:pt x="75" y="109"/>
                  </a:cubicBezTo>
                  <a:cubicBezTo>
                    <a:pt x="58" y="120"/>
                    <a:pt x="34" y="135"/>
                    <a:pt x="26" y="155"/>
                  </a:cubicBezTo>
                  <a:cubicBezTo>
                    <a:pt x="20" y="173"/>
                    <a:pt x="24" y="201"/>
                    <a:pt x="25" y="222"/>
                  </a:cubicBezTo>
                  <a:cubicBezTo>
                    <a:pt x="22" y="224"/>
                    <a:pt x="10" y="224"/>
                    <a:pt x="7" y="227"/>
                  </a:cubicBezTo>
                  <a:cubicBezTo>
                    <a:pt x="0" y="233"/>
                    <a:pt x="11" y="261"/>
                    <a:pt x="15" y="269"/>
                  </a:cubicBezTo>
                  <a:cubicBezTo>
                    <a:pt x="16" y="271"/>
                    <a:pt x="18" y="274"/>
                    <a:pt x="20" y="276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50" name="î$ḷiďê"/>
            <p:cNvSpPr/>
            <p:nvPr/>
          </p:nvSpPr>
          <p:spPr bwMode="auto">
            <a:xfrm>
              <a:off x="6527548" y="3450476"/>
              <a:ext cx="514159" cy="247697"/>
            </a:xfrm>
            <a:custGeom>
              <a:avLst/>
              <a:gdLst>
                <a:gd name="T0" fmla="*/ 365 w 428"/>
                <a:gd name="T1" fmla="*/ 1 h 206"/>
                <a:gd name="T2" fmla="*/ 278 w 428"/>
                <a:gd name="T3" fmla="*/ 25 h 206"/>
                <a:gd name="T4" fmla="*/ 257 w 428"/>
                <a:gd name="T5" fmla="*/ 24 h 206"/>
                <a:gd name="T6" fmla="*/ 249 w 428"/>
                <a:gd name="T7" fmla="*/ 30 h 206"/>
                <a:gd name="T8" fmla="*/ 233 w 428"/>
                <a:gd name="T9" fmla="*/ 30 h 206"/>
                <a:gd name="T10" fmla="*/ 225 w 428"/>
                <a:gd name="T11" fmla="*/ 36 h 206"/>
                <a:gd name="T12" fmla="*/ 213 w 428"/>
                <a:gd name="T13" fmla="*/ 36 h 206"/>
                <a:gd name="T14" fmla="*/ 206 w 428"/>
                <a:gd name="T15" fmla="*/ 43 h 206"/>
                <a:gd name="T16" fmla="*/ 196 w 428"/>
                <a:gd name="T17" fmla="*/ 42 h 206"/>
                <a:gd name="T18" fmla="*/ 178 w 428"/>
                <a:gd name="T19" fmla="*/ 54 h 206"/>
                <a:gd name="T20" fmla="*/ 163 w 428"/>
                <a:gd name="T21" fmla="*/ 55 h 206"/>
                <a:gd name="T22" fmla="*/ 157 w 428"/>
                <a:gd name="T23" fmla="*/ 62 h 206"/>
                <a:gd name="T24" fmla="*/ 131 w 428"/>
                <a:gd name="T25" fmla="*/ 68 h 206"/>
                <a:gd name="T26" fmla="*/ 111 w 428"/>
                <a:gd name="T27" fmla="*/ 80 h 206"/>
                <a:gd name="T28" fmla="*/ 104 w 428"/>
                <a:gd name="T29" fmla="*/ 78 h 206"/>
                <a:gd name="T30" fmla="*/ 77 w 428"/>
                <a:gd name="T31" fmla="*/ 91 h 206"/>
                <a:gd name="T32" fmla="*/ 57 w 428"/>
                <a:gd name="T33" fmla="*/ 96 h 206"/>
                <a:gd name="T34" fmla="*/ 7 w 428"/>
                <a:gd name="T35" fmla="*/ 106 h 206"/>
                <a:gd name="T36" fmla="*/ 5 w 428"/>
                <a:gd name="T37" fmla="*/ 144 h 206"/>
                <a:gd name="T38" fmla="*/ 51 w 428"/>
                <a:gd name="T39" fmla="*/ 206 h 206"/>
                <a:gd name="T40" fmla="*/ 103 w 428"/>
                <a:gd name="T41" fmla="*/ 170 h 206"/>
                <a:gd name="T42" fmla="*/ 122 w 428"/>
                <a:gd name="T43" fmla="*/ 154 h 206"/>
                <a:gd name="T44" fmla="*/ 141 w 428"/>
                <a:gd name="T45" fmla="*/ 136 h 206"/>
                <a:gd name="T46" fmla="*/ 216 w 428"/>
                <a:gd name="T47" fmla="*/ 95 h 206"/>
                <a:gd name="T48" fmla="*/ 312 w 428"/>
                <a:gd name="T49" fmla="*/ 68 h 206"/>
                <a:gd name="T50" fmla="*/ 315 w 428"/>
                <a:gd name="T51" fmla="*/ 69 h 206"/>
                <a:gd name="T52" fmla="*/ 318 w 428"/>
                <a:gd name="T53" fmla="*/ 69 h 206"/>
                <a:gd name="T54" fmla="*/ 282 w 428"/>
                <a:gd name="T55" fmla="*/ 97 h 206"/>
                <a:gd name="T56" fmla="*/ 278 w 428"/>
                <a:gd name="T57" fmla="*/ 110 h 206"/>
                <a:gd name="T58" fmla="*/ 320 w 428"/>
                <a:gd name="T59" fmla="*/ 95 h 206"/>
                <a:gd name="T60" fmla="*/ 335 w 428"/>
                <a:gd name="T61" fmla="*/ 95 h 206"/>
                <a:gd name="T62" fmla="*/ 427 w 428"/>
                <a:gd name="T63" fmla="*/ 42 h 206"/>
                <a:gd name="T64" fmla="*/ 365 w 428"/>
                <a:gd name="T65" fmla="*/ 1 h 20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</a:cxnLst>
              <a:rect l="0" t="0" r="r" b="b"/>
              <a:pathLst>
                <a:path w="428" h="206">
                  <a:moveTo>
                    <a:pt x="365" y="1"/>
                  </a:moveTo>
                  <a:cubicBezTo>
                    <a:pt x="356" y="12"/>
                    <a:pt x="297" y="17"/>
                    <a:pt x="278" y="25"/>
                  </a:cubicBezTo>
                  <a:cubicBezTo>
                    <a:pt x="271" y="24"/>
                    <a:pt x="264" y="24"/>
                    <a:pt x="257" y="24"/>
                  </a:cubicBezTo>
                  <a:cubicBezTo>
                    <a:pt x="254" y="26"/>
                    <a:pt x="252" y="28"/>
                    <a:pt x="249" y="30"/>
                  </a:cubicBezTo>
                  <a:cubicBezTo>
                    <a:pt x="244" y="30"/>
                    <a:pt x="238" y="30"/>
                    <a:pt x="233" y="30"/>
                  </a:cubicBezTo>
                  <a:cubicBezTo>
                    <a:pt x="230" y="32"/>
                    <a:pt x="227" y="34"/>
                    <a:pt x="225" y="36"/>
                  </a:cubicBezTo>
                  <a:cubicBezTo>
                    <a:pt x="221" y="36"/>
                    <a:pt x="217" y="36"/>
                    <a:pt x="213" y="36"/>
                  </a:cubicBezTo>
                  <a:cubicBezTo>
                    <a:pt x="211" y="39"/>
                    <a:pt x="208" y="41"/>
                    <a:pt x="206" y="43"/>
                  </a:cubicBezTo>
                  <a:cubicBezTo>
                    <a:pt x="202" y="43"/>
                    <a:pt x="199" y="43"/>
                    <a:pt x="196" y="42"/>
                  </a:cubicBezTo>
                  <a:cubicBezTo>
                    <a:pt x="192" y="44"/>
                    <a:pt x="183" y="50"/>
                    <a:pt x="178" y="54"/>
                  </a:cubicBezTo>
                  <a:cubicBezTo>
                    <a:pt x="173" y="54"/>
                    <a:pt x="168" y="55"/>
                    <a:pt x="163" y="55"/>
                  </a:cubicBezTo>
                  <a:cubicBezTo>
                    <a:pt x="161" y="57"/>
                    <a:pt x="159" y="59"/>
                    <a:pt x="157" y="62"/>
                  </a:cubicBezTo>
                  <a:cubicBezTo>
                    <a:pt x="147" y="66"/>
                    <a:pt x="140" y="64"/>
                    <a:pt x="131" y="68"/>
                  </a:cubicBezTo>
                  <a:cubicBezTo>
                    <a:pt x="123" y="71"/>
                    <a:pt x="117" y="78"/>
                    <a:pt x="111" y="80"/>
                  </a:cubicBezTo>
                  <a:cubicBezTo>
                    <a:pt x="109" y="80"/>
                    <a:pt x="106" y="79"/>
                    <a:pt x="104" y="78"/>
                  </a:cubicBezTo>
                  <a:cubicBezTo>
                    <a:pt x="96" y="82"/>
                    <a:pt x="85" y="88"/>
                    <a:pt x="77" y="91"/>
                  </a:cubicBezTo>
                  <a:cubicBezTo>
                    <a:pt x="67" y="95"/>
                    <a:pt x="63" y="90"/>
                    <a:pt x="57" y="96"/>
                  </a:cubicBezTo>
                  <a:cubicBezTo>
                    <a:pt x="48" y="90"/>
                    <a:pt x="15" y="98"/>
                    <a:pt x="7" y="106"/>
                  </a:cubicBezTo>
                  <a:cubicBezTo>
                    <a:pt x="0" y="113"/>
                    <a:pt x="2" y="136"/>
                    <a:pt x="5" y="144"/>
                  </a:cubicBezTo>
                  <a:cubicBezTo>
                    <a:pt x="14" y="168"/>
                    <a:pt x="36" y="185"/>
                    <a:pt x="51" y="206"/>
                  </a:cubicBezTo>
                  <a:cubicBezTo>
                    <a:pt x="61" y="205"/>
                    <a:pt x="97" y="178"/>
                    <a:pt x="103" y="170"/>
                  </a:cubicBezTo>
                  <a:cubicBezTo>
                    <a:pt x="105" y="166"/>
                    <a:pt x="117" y="158"/>
                    <a:pt x="122" y="154"/>
                  </a:cubicBezTo>
                  <a:cubicBezTo>
                    <a:pt x="129" y="148"/>
                    <a:pt x="135" y="142"/>
                    <a:pt x="141" y="136"/>
                  </a:cubicBezTo>
                  <a:cubicBezTo>
                    <a:pt x="164" y="121"/>
                    <a:pt x="189" y="105"/>
                    <a:pt x="216" y="95"/>
                  </a:cubicBezTo>
                  <a:cubicBezTo>
                    <a:pt x="231" y="90"/>
                    <a:pt x="308" y="72"/>
                    <a:pt x="312" y="68"/>
                  </a:cubicBezTo>
                  <a:cubicBezTo>
                    <a:pt x="315" y="68"/>
                    <a:pt x="314" y="67"/>
                    <a:pt x="315" y="69"/>
                  </a:cubicBezTo>
                  <a:cubicBezTo>
                    <a:pt x="316" y="69"/>
                    <a:pt x="317" y="69"/>
                    <a:pt x="318" y="69"/>
                  </a:cubicBezTo>
                  <a:cubicBezTo>
                    <a:pt x="313" y="77"/>
                    <a:pt x="292" y="95"/>
                    <a:pt x="282" y="97"/>
                  </a:cubicBezTo>
                  <a:cubicBezTo>
                    <a:pt x="279" y="101"/>
                    <a:pt x="278" y="102"/>
                    <a:pt x="278" y="110"/>
                  </a:cubicBezTo>
                  <a:cubicBezTo>
                    <a:pt x="291" y="119"/>
                    <a:pt x="309" y="101"/>
                    <a:pt x="320" y="95"/>
                  </a:cubicBezTo>
                  <a:cubicBezTo>
                    <a:pt x="325" y="95"/>
                    <a:pt x="330" y="95"/>
                    <a:pt x="335" y="95"/>
                  </a:cubicBezTo>
                  <a:cubicBezTo>
                    <a:pt x="364" y="76"/>
                    <a:pt x="411" y="71"/>
                    <a:pt x="427" y="42"/>
                  </a:cubicBezTo>
                  <a:cubicBezTo>
                    <a:pt x="428" y="16"/>
                    <a:pt x="390" y="0"/>
                    <a:pt x="365" y="1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</p:grpSp>
      <p:sp>
        <p:nvSpPr>
          <p:cNvPr id="80" name="文本框 79"/>
          <p:cNvSpPr txBox="1"/>
          <p:nvPr/>
        </p:nvSpPr>
        <p:spPr>
          <a:xfrm>
            <a:off x="661225" y="2810986"/>
            <a:ext cx="2520955" cy="332398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>
              <a:lnSpc>
                <a:spcPts val="2100"/>
              </a:lnSpc>
            </a:pPr>
            <a:r>
              <a:rPr lang="zh-CN" altLang="en-US" sz="2000" kern="1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全面测量 </a:t>
            </a:r>
            <a:r>
              <a:rPr lang="en-US" altLang="zh-CN" sz="2000" kern="1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SES </a:t>
            </a:r>
            <a:r>
              <a:rPr lang="zh-CN" altLang="en-US" sz="2000" kern="1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指标（客观收入</a:t>
            </a:r>
            <a:r>
              <a:rPr lang="en-US" altLang="zh-CN" sz="2000" kern="1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/</a:t>
            </a:r>
            <a:r>
              <a:rPr lang="zh-CN" altLang="en-US" sz="2000" kern="1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职业 </a:t>
            </a:r>
            <a:r>
              <a:rPr lang="en-US" altLang="zh-CN" sz="2000" kern="1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+ </a:t>
            </a:r>
            <a:r>
              <a:rPr lang="zh-CN" altLang="en-US" sz="2000" kern="1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主观地位感知 </a:t>
            </a:r>
            <a:r>
              <a:rPr lang="en-US" altLang="zh-CN" sz="2000" kern="1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SSS</a:t>
            </a:r>
            <a:r>
              <a:rPr lang="zh-CN" altLang="en-US" sz="2000" kern="1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）、基线疼痛状态及共病情况。</a:t>
            </a:r>
            <a:endParaRPr lang="en-US" altLang="zh-CN" sz="2000" kern="1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algn="just">
              <a:lnSpc>
                <a:spcPts val="2100"/>
              </a:lnSpc>
            </a:pPr>
            <a:endParaRPr lang="en-US" altLang="zh-CN" sz="2000" kern="1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algn="just">
              <a:lnSpc>
                <a:spcPts val="2100"/>
              </a:lnSpc>
            </a:pPr>
            <a:endParaRPr lang="en-US" altLang="zh-CN" sz="2000" kern="1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algn="just">
              <a:lnSpc>
                <a:spcPts val="2100"/>
              </a:lnSpc>
            </a:pPr>
            <a:r>
              <a:rPr lang="zh-CN" altLang="en-US" sz="2000" kern="1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重点加入“经济不安全感”量表，以捕捉低 </a:t>
            </a:r>
            <a:r>
              <a:rPr lang="en-US" altLang="zh-CN" sz="2000" kern="1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SES </a:t>
            </a:r>
            <a:r>
              <a:rPr lang="zh-CN" altLang="en-US" sz="2000" kern="1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带来的心理压力源，建立完整的基线队列特征。</a:t>
            </a:r>
          </a:p>
        </p:txBody>
      </p:sp>
      <p:sp>
        <p:nvSpPr>
          <p:cNvPr id="82" name="文本框 81"/>
          <p:cNvSpPr txBox="1"/>
          <p:nvPr/>
        </p:nvSpPr>
        <p:spPr>
          <a:xfrm>
            <a:off x="3819527" y="2585387"/>
            <a:ext cx="4063142" cy="38625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>
              <a:lnSpc>
                <a:spcPts val="2100"/>
              </a:lnSpc>
            </a:pPr>
            <a:r>
              <a:rPr lang="zh-CN" altLang="en-US" sz="2000" kern="1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采用多维工具采集数据，将重点区分生理与心理机制：</a:t>
            </a:r>
            <a:endParaRPr lang="en-US" altLang="zh-CN" sz="2000" kern="1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algn="just">
              <a:lnSpc>
                <a:spcPts val="2100"/>
              </a:lnSpc>
            </a:pPr>
            <a:r>
              <a:rPr lang="en-US" altLang="zh-CN" sz="2000" kern="1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•</a:t>
            </a:r>
            <a:r>
              <a:rPr lang="zh-CN" altLang="en-US" sz="2000" kern="1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客观睡眠：佩戴腕式体动仪连续 </a:t>
            </a:r>
            <a:r>
              <a:rPr lang="en-US" altLang="zh-CN" sz="2000" kern="1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7 </a:t>
            </a:r>
            <a:r>
              <a:rPr lang="zh-CN" altLang="en-US" sz="2000" kern="1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天，提取睡眠效率和入睡后觉醒时间指标，以及睡眠碎片化指数。</a:t>
            </a:r>
          </a:p>
          <a:p>
            <a:pPr algn="just">
              <a:lnSpc>
                <a:spcPts val="2100"/>
              </a:lnSpc>
            </a:pPr>
            <a:r>
              <a:rPr lang="en-US" altLang="zh-CN" sz="2000" kern="1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• </a:t>
            </a:r>
            <a:r>
              <a:rPr lang="zh-CN" altLang="en-US" sz="2000" kern="1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主观心理：同步采集 </a:t>
            </a:r>
            <a:r>
              <a:rPr lang="en-US" altLang="zh-CN" sz="2000" kern="1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PSQI</a:t>
            </a:r>
            <a:r>
              <a:rPr lang="zh-CN" altLang="en-US" sz="2000" kern="1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、知觉压力量表及焦虑抑郁量表</a:t>
            </a:r>
            <a:endParaRPr lang="en-US" altLang="zh-CN" sz="2000" kern="1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algn="just">
              <a:lnSpc>
                <a:spcPts val="2100"/>
              </a:lnSpc>
            </a:pPr>
            <a:r>
              <a:rPr lang="en-US" altLang="zh-CN" sz="2000" kern="1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Nested RCT</a:t>
            </a:r>
            <a:r>
              <a:rPr lang="zh-CN" altLang="en-US" sz="2000" kern="1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：在 </a:t>
            </a:r>
            <a:r>
              <a:rPr lang="en-US" altLang="zh-CN" sz="2000" kern="1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T2 </a:t>
            </a:r>
            <a:r>
              <a:rPr lang="zh-CN" altLang="en-US" sz="2000" kern="1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阶段筛选出 </a:t>
            </a:r>
            <a:r>
              <a:rPr lang="en-US" altLang="zh-CN" sz="2000" kern="1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PSQI &gt; 5 </a:t>
            </a:r>
            <a:r>
              <a:rPr lang="zh-CN" altLang="en-US" sz="2000" kern="1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且属于低 </a:t>
            </a:r>
            <a:r>
              <a:rPr lang="en-US" altLang="zh-CN" sz="2000" kern="1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SES </a:t>
            </a:r>
            <a:r>
              <a:rPr lang="zh-CN" altLang="en-US" sz="2000" kern="1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组的参与者，随机分配至“认知行为疗法（</a:t>
            </a:r>
            <a:r>
              <a:rPr lang="en-US" altLang="zh-CN" sz="2000" kern="1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CBT-I</a:t>
            </a:r>
            <a:r>
              <a:rPr lang="zh-CN" altLang="en-US" sz="2000" kern="1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）</a:t>
            </a:r>
          </a:p>
          <a:p>
            <a:pPr algn="just">
              <a:lnSpc>
                <a:spcPts val="2100"/>
              </a:lnSpc>
            </a:pPr>
            <a:r>
              <a:rPr lang="zh-CN" altLang="en-US" sz="2000" kern="1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干预组”与“常规护理对照组”，以直接验证改善睡眠对后续疼痛结局的因果效力。</a:t>
            </a:r>
            <a:endParaRPr lang="en-US" altLang="zh-CN" sz="2000" kern="1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84" name="文本框 83"/>
          <p:cNvSpPr txBox="1"/>
          <p:nvPr/>
        </p:nvSpPr>
        <p:spPr>
          <a:xfrm>
            <a:off x="8633847" y="3049291"/>
            <a:ext cx="2573534" cy="251607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R="0" algn="just">
              <a:lnSpc>
                <a:spcPts val="2100"/>
              </a:lnSpc>
              <a:spcBef>
                <a:spcPts val="0"/>
              </a:spcBef>
              <a:spcAft>
                <a:spcPts val="0"/>
              </a:spcAft>
            </a:pPr>
            <a:r>
              <a:rPr lang="zh-CN" altLang="en-US" sz="2000" kern="1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使用简明疼痛量表（</a:t>
            </a:r>
            <a:r>
              <a:rPr lang="en-US" altLang="zh-CN" sz="2000" kern="1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BPI</a:t>
            </a:r>
            <a:r>
              <a:rPr lang="zh-CN" altLang="en-US" sz="2000" kern="1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）持续追踪疼痛强度与干扰度。</a:t>
            </a:r>
            <a:endParaRPr lang="en-US" altLang="zh-CN" sz="2000" kern="1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R="0" algn="just">
              <a:lnSpc>
                <a:spcPts val="2100"/>
              </a:lnSpc>
              <a:spcBef>
                <a:spcPts val="0"/>
              </a:spcBef>
              <a:spcAft>
                <a:spcPts val="0"/>
              </a:spcAft>
            </a:pPr>
            <a:endParaRPr lang="en-US" altLang="zh-CN" sz="2000" kern="1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R="0" algn="just">
              <a:lnSpc>
                <a:spcPts val="2100"/>
              </a:lnSpc>
              <a:spcBef>
                <a:spcPts val="0"/>
              </a:spcBef>
              <a:spcAft>
                <a:spcPts val="0"/>
              </a:spcAft>
            </a:pPr>
            <a:r>
              <a:rPr lang="zh-CN" altLang="en-US" sz="2000" kern="1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通过长程随访，将结局变量重构为动态轨迹（</a:t>
            </a:r>
            <a:r>
              <a:rPr lang="en-US" altLang="zh-CN" sz="2000" kern="1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Trajectory</a:t>
            </a:r>
            <a:r>
              <a:rPr lang="zh-CN" altLang="en-US" sz="2000" kern="1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），而非单一断面的“有</a:t>
            </a:r>
            <a:r>
              <a:rPr lang="en-US" altLang="zh-CN" sz="2000" kern="1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/</a:t>
            </a:r>
            <a:r>
              <a:rPr lang="zh-CN" altLang="en-US" sz="2000" kern="1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无疼痛”。</a:t>
            </a:r>
            <a:endParaRPr lang="en-US" altLang="zh-CN" sz="2000" kern="1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88" name="矩形 87"/>
          <p:cNvSpPr/>
          <p:nvPr/>
        </p:nvSpPr>
        <p:spPr>
          <a:xfrm rot="5400000">
            <a:off x="-211898" y="2889768"/>
            <a:ext cx="4267202" cy="2785993"/>
          </a:xfrm>
          <a:prstGeom prst="rect">
            <a:avLst/>
          </a:prstGeom>
          <a:noFill/>
          <a:ln>
            <a:solidFill>
              <a:srgbClr val="297AD0"/>
            </a:solidFill>
            <a:prstDash val="dash"/>
          </a:ln>
          <a:effectLst>
            <a:outerShdw blurRad="241300" dist="101600" dir="2700000" algn="tl" rotWithShape="0">
              <a:prstClr val="black">
                <a:alpha val="3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zh-CN">
                <a:solidFill>
                  <a:schemeClr val="lt1"/>
                </a:solidFill>
              </a:defRPr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等线" panose="02010600030101010101" charset="-122"/>
              <a:ea typeface="等线" panose="02010600030101010101" charset="-122"/>
              <a:cs typeface="+mn-cs"/>
            </a:endParaRPr>
          </a:p>
        </p:txBody>
      </p:sp>
      <p:sp>
        <p:nvSpPr>
          <p:cNvPr id="89" name="矩形 88"/>
          <p:cNvSpPr/>
          <p:nvPr/>
        </p:nvSpPr>
        <p:spPr>
          <a:xfrm rot="5400000">
            <a:off x="3707478" y="1996272"/>
            <a:ext cx="4267202" cy="4572986"/>
          </a:xfrm>
          <a:prstGeom prst="rect">
            <a:avLst/>
          </a:prstGeom>
          <a:noFill/>
          <a:ln>
            <a:solidFill>
              <a:srgbClr val="297AD0"/>
            </a:solidFill>
            <a:prstDash val="dash"/>
          </a:ln>
          <a:effectLst>
            <a:outerShdw blurRad="241300" dist="101600" dir="2700000" algn="tl" rotWithShape="0">
              <a:prstClr val="black">
                <a:alpha val="3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zh-CN">
                <a:solidFill>
                  <a:schemeClr val="lt1"/>
                </a:solidFill>
              </a:defRPr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等线" panose="02010600030101010101" charset="-122"/>
              <a:ea typeface="等线" panose="02010600030101010101" charset="-122"/>
              <a:cs typeface="+mn-cs"/>
            </a:endParaRPr>
          </a:p>
        </p:txBody>
      </p:sp>
      <p:sp>
        <p:nvSpPr>
          <p:cNvPr id="90" name="矩形 89"/>
          <p:cNvSpPr/>
          <p:nvPr/>
        </p:nvSpPr>
        <p:spPr>
          <a:xfrm rot="5400000">
            <a:off x="7794790" y="2727531"/>
            <a:ext cx="4267202" cy="3111833"/>
          </a:xfrm>
          <a:prstGeom prst="rect">
            <a:avLst/>
          </a:prstGeom>
          <a:noFill/>
          <a:ln>
            <a:solidFill>
              <a:srgbClr val="297AD0"/>
            </a:solidFill>
            <a:prstDash val="dash"/>
          </a:ln>
          <a:effectLst>
            <a:outerShdw blurRad="241300" dist="101600" dir="2700000" algn="tl" rotWithShape="0">
              <a:prstClr val="black">
                <a:alpha val="3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zh-CN">
                <a:solidFill>
                  <a:schemeClr val="lt1"/>
                </a:solidFill>
              </a:defRPr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等线" panose="02010600030101010101" charset="-122"/>
              <a:ea typeface="等线" panose="02010600030101010101" charset="-122"/>
              <a:cs typeface="+mn-cs"/>
            </a:endParaRPr>
          </a:p>
        </p:txBody>
      </p:sp>
      <p:sp>
        <p:nvSpPr>
          <p:cNvPr id="2" name="文本框 1">
            <a:extLst>
              <a:ext uri="{FF2B5EF4-FFF2-40B4-BE49-F238E27FC236}">
                <a16:creationId xmlns:a16="http://schemas.microsoft.com/office/drawing/2014/main" id="{4CCB8F03-0329-D21F-6304-D5AE1FBFCEBE}"/>
              </a:ext>
            </a:extLst>
          </p:cNvPr>
          <p:cNvSpPr txBox="1"/>
          <p:nvPr/>
        </p:nvSpPr>
        <p:spPr>
          <a:xfrm>
            <a:off x="200853" y="1034215"/>
            <a:ext cx="11790294" cy="91307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1">
              <a:lnSpc>
                <a:spcPts val="2000"/>
              </a:lnSpc>
              <a:spcBef>
                <a:spcPts val="1560"/>
              </a:spcBef>
              <a:spcAft>
                <a:spcPts val="780"/>
              </a:spcAft>
            </a:pPr>
            <a:r>
              <a:rPr lang="zh-CN" altLang="en-US" sz="2000" kern="1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设计类型：采用 </a:t>
            </a:r>
            <a:r>
              <a:rPr lang="zh-CN" altLang="en-US" sz="2000" b="1" kern="100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三波段前瞻性纵向队列研究 </a:t>
            </a:r>
            <a:r>
              <a:rPr lang="zh-CN" altLang="en-US" sz="2000" kern="1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结合 </a:t>
            </a:r>
            <a:r>
              <a:rPr lang="zh-CN" altLang="en-US" sz="2000" kern="100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嵌套随机对照试验 </a:t>
            </a:r>
            <a:r>
              <a:rPr lang="en-US" altLang="zh-CN" sz="2000" kern="100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(Nested RCT) </a:t>
            </a:r>
            <a:r>
              <a:rPr lang="zh-CN" altLang="en-US" sz="2000" kern="1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的混合设计</a:t>
            </a:r>
            <a:endParaRPr lang="en-US" altLang="zh-CN" sz="2000" kern="1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lvl="1">
              <a:lnSpc>
                <a:spcPts val="2000"/>
              </a:lnSpc>
              <a:spcBef>
                <a:spcPts val="1560"/>
              </a:spcBef>
              <a:spcAft>
                <a:spcPts val="780"/>
              </a:spcAft>
            </a:pPr>
            <a:r>
              <a:rPr lang="zh-CN" altLang="en-US" sz="2000" kern="1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目的：解决时序模糊，引入客观指标，验证干预效果</a:t>
            </a:r>
          </a:p>
        </p:txBody>
      </p:sp>
      <p:sp>
        <p:nvSpPr>
          <p:cNvPr id="3" name="文本框 2">
            <a:extLst>
              <a:ext uri="{FF2B5EF4-FFF2-40B4-BE49-F238E27FC236}">
                <a16:creationId xmlns:a16="http://schemas.microsoft.com/office/drawing/2014/main" id="{263B5071-FF21-ACBC-8A67-5AC18A43A86C}"/>
              </a:ext>
            </a:extLst>
          </p:cNvPr>
          <p:cNvSpPr txBox="1"/>
          <p:nvPr/>
        </p:nvSpPr>
        <p:spPr>
          <a:xfrm>
            <a:off x="-394298" y="2180781"/>
            <a:ext cx="3968923" cy="34881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914400" marR="0" lvl="2" indent="0" algn="l" defTabSz="914400" rtl="0" eaLnBrk="1" fontAlgn="auto" latinLnBrk="0" hangingPunct="1">
              <a:lnSpc>
                <a:spcPts val="2000"/>
              </a:lnSpc>
              <a:spcBef>
                <a:spcPts val="1560"/>
              </a:spcBef>
              <a:spcAft>
                <a:spcPts val="780"/>
              </a:spcAft>
              <a:buClr>
                <a:srgbClr val="000000"/>
              </a:buClr>
              <a:buSzTx/>
              <a:buFontTx/>
              <a:buNone/>
              <a:tabLst/>
              <a:defRPr/>
            </a:pPr>
            <a:r>
              <a:rPr kumimoji="0" lang="en-US" altLang="zh-CN" sz="1800" b="1" i="0" u="none" strike="noStrike" kern="100" cap="none" spc="0" normalizeH="0" baseline="0" noProof="0" dirty="0">
                <a:ln>
                  <a:noFill/>
                </a:ln>
                <a:solidFill>
                  <a:srgbClr val="1A1A1A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T1 </a:t>
            </a:r>
            <a:r>
              <a:rPr kumimoji="0" lang="zh-CN" altLang="en-US" sz="1800" b="1" i="0" u="none" strike="noStrike" kern="100" cap="none" spc="0" normalizeH="0" baseline="0" noProof="0" dirty="0">
                <a:ln>
                  <a:noFill/>
                </a:ln>
                <a:solidFill>
                  <a:srgbClr val="1A1A1A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基线调查（建立档案）</a:t>
            </a:r>
          </a:p>
        </p:txBody>
      </p:sp>
      <p:sp>
        <p:nvSpPr>
          <p:cNvPr id="4" name="文本框 3">
            <a:extLst>
              <a:ext uri="{FF2B5EF4-FFF2-40B4-BE49-F238E27FC236}">
                <a16:creationId xmlns:a16="http://schemas.microsoft.com/office/drawing/2014/main" id="{94298A7E-F632-F0AB-A1F2-51C8DC67A0E2}"/>
              </a:ext>
            </a:extLst>
          </p:cNvPr>
          <p:cNvSpPr txBox="1"/>
          <p:nvPr/>
        </p:nvSpPr>
        <p:spPr>
          <a:xfrm>
            <a:off x="3819527" y="2180781"/>
            <a:ext cx="3261231" cy="34881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914400" marR="0" lvl="2" indent="0" algn="l" defTabSz="914400" rtl="0" eaLnBrk="1" fontAlgn="auto" latinLnBrk="0" hangingPunct="1">
              <a:lnSpc>
                <a:spcPts val="2000"/>
              </a:lnSpc>
              <a:spcBef>
                <a:spcPts val="1560"/>
              </a:spcBef>
              <a:spcAft>
                <a:spcPts val="780"/>
              </a:spcAft>
              <a:buClr>
                <a:srgbClr val="000000"/>
              </a:buClr>
              <a:buSzTx/>
              <a:buFontTx/>
              <a:buNone/>
              <a:tabLst/>
              <a:defRPr/>
            </a:pPr>
            <a:r>
              <a:rPr kumimoji="0" lang="en-US" altLang="zh-CN" sz="1800" b="1" i="0" u="none" strike="noStrike" kern="1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T2 </a:t>
            </a:r>
            <a:r>
              <a:rPr kumimoji="0" lang="zh-CN" altLang="en-US" sz="1800" b="1" i="0" u="none" strike="noStrike" kern="1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机制测量（核心）</a:t>
            </a:r>
          </a:p>
        </p:txBody>
      </p:sp>
      <p:sp>
        <p:nvSpPr>
          <p:cNvPr id="5" name="文本框 2">
            <a:extLst>
              <a:ext uri="{FF2B5EF4-FFF2-40B4-BE49-F238E27FC236}">
                <a16:creationId xmlns:a16="http://schemas.microsoft.com/office/drawing/2014/main" id="{263B5071-FF21-ACBC-8A67-5AC18A43A86C}"/>
              </a:ext>
            </a:extLst>
          </p:cNvPr>
          <p:cNvSpPr txBox="1"/>
          <p:nvPr/>
        </p:nvSpPr>
        <p:spPr>
          <a:xfrm>
            <a:off x="8327131" y="2197606"/>
            <a:ext cx="3261231" cy="348813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914400" marR="0" lvl="2" indent="0" algn="l" defTabSz="914400" rtl="0" eaLnBrk="1" fontAlgn="auto" latinLnBrk="0" hangingPunct="1">
              <a:lnSpc>
                <a:spcPts val="2000"/>
              </a:lnSpc>
              <a:spcBef>
                <a:spcPts val="1560"/>
              </a:spcBef>
              <a:spcAft>
                <a:spcPts val="780"/>
              </a:spcAft>
              <a:buClr>
                <a:srgbClr val="000000"/>
              </a:buClr>
              <a:buSzTx/>
              <a:buFontTx/>
              <a:buNone/>
              <a:tabLst/>
              <a:defRPr/>
            </a:pPr>
            <a:r>
              <a:rPr kumimoji="0" lang="en-US" altLang="zh-CN" sz="1800" b="1" i="0" u="none" strike="noStrike" kern="100" cap="none" spc="0" normalizeH="0" baseline="0" noProof="0" dirty="0">
                <a:ln>
                  <a:noFill/>
                </a:ln>
                <a:solidFill>
                  <a:srgbClr val="1A1A1A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T3 </a:t>
            </a:r>
            <a:r>
              <a:rPr kumimoji="0" lang="zh-CN" altLang="en-US" sz="1800" b="1" i="0" u="none" strike="noStrike" kern="100" cap="none" spc="0" normalizeH="0" baseline="0" noProof="0" dirty="0">
                <a:ln>
                  <a:noFill/>
                </a:ln>
                <a:solidFill>
                  <a:srgbClr val="1A1A1A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结局追踪</a:t>
            </a:r>
          </a:p>
        </p:txBody>
      </p:sp>
    </p:spTree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xmlns:p14="http://schemas.microsoft.com/office/powerpoint/2010/main" spd="slow" p14:dur="1250">
        <p15:prstTrans prst="peelOff"/>
      </p:transition>
    </mc:Choice>
    <mc:Fallback xmlns="">
      <p:transition spd="slow">
        <p:fade/>
      </p:transition>
    </mc:Fallback>
  </mc:AlternateContent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54D765C-3E10-6501-31BB-E67A589EFD6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2" name="组合 31">
            <a:extLst>
              <a:ext uri="{FF2B5EF4-FFF2-40B4-BE49-F238E27FC236}">
                <a16:creationId xmlns:a16="http://schemas.microsoft.com/office/drawing/2014/main" id="{DCBDDC57-B1F5-D989-0225-553B4CA22C9E}"/>
              </a:ext>
            </a:extLst>
          </p:cNvPr>
          <p:cNvGrpSpPr/>
          <p:nvPr/>
        </p:nvGrpSpPr>
        <p:grpSpPr>
          <a:xfrm>
            <a:off x="528706" y="867990"/>
            <a:ext cx="11158794" cy="0"/>
            <a:chOff x="528706" y="867990"/>
            <a:chExt cx="11158794" cy="0"/>
          </a:xfrm>
        </p:grpSpPr>
        <p:cxnSp>
          <p:nvCxnSpPr>
            <p:cNvPr id="33" name="直接连接符 32">
              <a:extLst>
                <a:ext uri="{FF2B5EF4-FFF2-40B4-BE49-F238E27FC236}">
                  <a16:creationId xmlns:a16="http://schemas.microsoft.com/office/drawing/2014/main" id="{0975F43B-1A77-0C40-2B7B-53DC887481C7}"/>
                </a:ext>
              </a:extLst>
            </p:cNvPr>
            <p:cNvCxnSpPr/>
            <p:nvPr/>
          </p:nvCxnSpPr>
          <p:spPr>
            <a:xfrm>
              <a:off x="528706" y="867990"/>
              <a:ext cx="11158794" cy="0"/>
            </a:xfrm>
            <a:prstGeom prst="line">
              <a:avLst/>
            </a:prstGeom>
            <a:ln>
              <a:solidFill>
                <a:schemeClr val="bg1">
                  <a:lumMod val="6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4" name="直接连接符 33">
              <a:extLst>
                <a:ext uri="{FF2B5EF4-FFF2-40B4-BE49-F238E27FC236}">
                  <a16:creationId xmlns:a16="http://schemas.microsoft.com/office/drawing/2014/main" id="{ABFCFB3C-C5A2-BE8C-B81B-E03CA65EA063}"/>
                </a:ext>
              </a:extLst>
            </p:cNvPr>
            <p:cNvCxnSpPr/>
            <p:nvPr/>
          </p:nvCxnSpPr>
          <p:spPr>
            <a:xfrm>
              <a:off x="528706" y="867990"/>
              <a:ext cx="589713" cy="0"/>
            </a:xfrm>
            <a:prstGeom prst="line">
              <a:avLst/>
            </a:prstGeom>
            <a:ln w="38100">
              <a:solidFill>
                <a:srgbClr val="2257AE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35" name="文本占位符 43">
            <a:extLst>
              <a:ext uri="{FF2B5EF4-FFF2-40B4-BE49-F238E27FC236}">
                <a16:creationId xmlns:a16="http://schemas.microsoft.com/office/drawing/2014/main" id="{C121D5A7-692C-30DC-6D4E-8E6A20E7B214}"/>
              </a:ext>
            </a:extLst>
          </p:cNvPr>
          <p:cNvSpPr txBox="1"/>
          <p:nvPr/>
        </p:nvSpPr>
        <p:spPr>
          <a:xfrm>
            <a:off x="425808" y="103113"/>
            <a:ext cx="6303187" cy="662554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lang="zh-CN" altLang="en-US" sz="2000" b="1" kern="1200" dirty="0">
                <a:solidFill>
                  <a:schemeClr val="accent2"/>
                </a:solidFill>
                <a:latin typeface="思源宋体 CN Heavy" panose="02020900000000000000" pitchFamily="18" charset="-122"/>
                <a:ea typeface="思源宋体 CN Heavy" panose="02020900000000000000" pitchFamily="18" charset="-122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defTabSz="914400" rtl="0" eaLnBrk="1" fontAlgn="auto" latinLnBrk="0" hangingPunct="1">
              <a:lnSpc>
                <a:spcPct val="150000"/>
              </a:lnSpc>
              <a:spcBef>
                <a:spcPts val="1560"/>
              </a:spcBef>
              <a:spcAft>
                <a:spcPts val="780"/>
              </a:spcAft>
              <a:buClr>
                <a:srgbClr val="000000"/>
              </a:buClr>
              <a:buSzTx/>
              <a:buFont typeface="Arial" panose="020B0604020202020204" pitchFamily="34" charset="0"/>
              <a:buNone/>
              <a:tabLst/>
              <a:defRPr/>
            </a:pPr>
            <a:r>
              <a:rPr kumimoji="0" lang="zh-CN" altLang="en-US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85000"/>
                    <a:lumOff val="15000"/>
                  </a:prstClr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统计分析策略</a:t>
            </a:r>
          </a:p>
        </p:txBody>
      </p:sp>
      <p:grpSp>
        <p:nvGrpSpPr>
          <p:cNvPr id="36" name="组合 35" descr="本素材由iSlide™ 提供&#10;iSlide™尊重知识产权并注重保护用户享有的各项权利。郑重提醒您：&#10;iSlide™插件中提供的任何信息内容的所有权、知识产权归其原始权利人或权利受让人所有，您免费/购买获得的是信息内容的使用权，并受下述条款的约束；&#10;1. 您仅可以个人非商业用途使用该等信息内容，不可将信息内容的全部或部分用于出售，或以出租、出借、转让、分销、发布等其他任何方式供他人使用；&#10;2. 禁止在接入互联网或移动互联网的任何网站、平台、应用或程序上以任何方式为他人提供iSlide™插件资源内容的下载。&#10;The resource is supplied by iSlide™.&#10;iSlide™ respects all intellectual property rights and protects all the rights its users acquired.Solemnly remind you:&#10;The ownership and intellectual property of the resources supplied in iSlide Add-in belongs to its owner or the assignee of this ownership.you only acquired the usage of the resources supplied in iSlide Add-in, as well as respected the following restrain terms:&#10;1.You are only allowed to use such resource for personal and non-commercial aim, not allowed to use such resource or part of it for the sale; or rent, lend, transfer to others; or distribution or release it in any way.&#10;2.You are not permitted to provide the resource of iSlide Add-in in any website, platform, application access to the Internet or mobile Internet." title="iSlide™ 版权声明  COPYRIGHT NOTICE">
            <a:extLst>
              <a:ext uri="{FF2B5EF4-FFF2-40B4-BE49-F238E27FC236}">
                <a16:creationId xmlns:a16="http://schemas.microsoft.com/office/drawing/2014/main" id="{227FBDDC-B09F-1C28-52F6-7D6703FCCA1D}"/>
              </a:ext>
            </a:extLst>
          </p:cNvPr>
          <p:cNvGrpSpPr/>
          <p:nvPr/>
        </p:nvGrpSpPr>
        <p:grpSpPr>
          <a:xfrm>
            <a:off x="10057711" y="318848"/>
            <a:ext cx="1455743" cy="455862"/>
            <a:chOff x="3366076" y="2566750"/>
            <a:chExt cx="5459848" cy="1709738"/>
          </a:xfrm>
          <a:solidFill>
            <a:srgbClr val="2257AE"/>
          </a:solidFill>
        </p:grpSpPr>
        <p:sp>
          <p:nvSpPr>
            <p:cNvPr id="37" name="iSḻîďê">
              <a:extLst>
                <a:ext uri="{FF2B5EF4-FFF2-40B4-BE49-F238E27FC236}">
                  <a16:creationId xmlns:a16="http://schemas.microsoft.com/office/drawing/2014/main" id="{9CD1A3F9-153A-5D95-3495-B787410CA29E}"/>
                </a:ext>
              </a:extLst>
            </p:cNvPr>
            <p:cNvSpPr/>
            <p:nvPr/>
          </p:nvSpPr>
          <p:spPr bwMode="auto">
            <a:xfrm>
              <a:off x="3647919" y="2850292"/>
              <a:ext cx="1142655" cy="1142655"/>
            </a:xfrm>
            <a:custGeom>
              <a:avLst/>
              <a:gdLst>
                <a:gd name="T0" fmla="*/ 429 w 858"/>
                <a:gd name="T1" fmla="*/ 0 h 857"/>
                <a:gd name="T2" fmla="*/ 858 w 858"/>
                <a:gd name="T3" fmla="*/ 428 h 857"/>
                <a:gd name="T4" fmla="*/ 429 w 858"/>
                <a:gd name="T5" fmla="*/ 857 h 857"/>
                <a:gd name="T6" fmla="*/ 0 w 858"/>
                <a:gd name="T7" fmla="*/ 428 h 857"/>
                <a:gd name="T8" fmla="*/ 429 w 858"/>
                <a:gd name="T9" fmla="*/ 0 h 857"/>
                <a:gd name="T10" fmla="*/ 429 w 858"/>
                <a:gd name="T11" fmla="*/ 24 h 857"/>
                <a:gd name="T12" fmla="*/ 25 w 858"/>
                <a:gd name="T13" fmla="*/ 428 h 857"/>
                <a:gd name="T14" fmla="*/ 429 w 858"/>
                <a:gd name="T15" fmla="*/ 833 h 857"/>
                <a:gd name="T16" fmla="*/ 834 w 858"/>
                <a:gd name="T17" fmla="*/ 428 h 857"/>
                <a:gd name="T18" fmla="*/ 429 w 858"/>
                <a:gd name="T19" fmla="*/ 24 h 85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858" h="857">
                  <a:moveTo>
                    <a:pt x="429" y="0"/>
                  </a:moveTo>
                  <a:cubicBezTo>
                    <a:pt x="665" y="0"/>
                    <a:pt x="858" y="192"/>
                    <a:pt x="858" y="428"/>
                  </a:cubicBezTo>
                  <a:cubicBezTo>
                    <a:pt x="858" y="665"/>
                    <a:pt x="665" y="857"/>
                    <a:pt x="429" y="857"/>
                  </a:cubicBezTo>
                  <a:cubicBezTo>
                    <a:pt x="193" y="857"/>
                    <a:pt x="0" y="665"/>
                    <a:pt x="0" y="428"/>
                  </a:cubicBezTo>
                  <a:cubicBezTo>
                    <a:pt x="0" y="192"/>
                    <a:pt x="193" y="0"/>
                    <a:pt x="429" y="0"/>
                  </a:cubicBezTo>
                  <a:close/>
                  <a:moveTo>
                    <a:pt x="429" y="24"/>
                  </a:moveTo>
                  <a:cubicBezTo>
                    <a:pt x="207" y="24"/>
                    <a:pt x="25" y="206"/>
                    <a:pt x="25" y="428"/>
                  </a:cubicBezTo>
                  <a:cubicBezTo>
                    <a:pt x="25" y="651"/>
                    <a:pt x="207" y="833"/>
                    <a:pt x="429" y="833"/>
                  </a:cubicBezTo>
                  <a:cubicBezTo>
                    <a:pt x="652" y="833"/>
                    <a:pt x="834" y="651"/>
                    <a:pt x="834" y="428"/>
                  </a:cubicBezTo>
                  <a:cubicBezTo>
                    <a:pt x="834" y="206"/>
                    <a:pt x="652" y="24"/>
                    <a:pt x="429" y="2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/>
                <a:ea typeface="+mn-ea"/>
                <a:cs typeface="+mn-cs"/>
              </a:endParaRPr>
            </a:p>
          </p:txBody>
        </p:sp>
        <p:sp>
          <p:nvSpPr>
            <p:cNvPr id="38" name="iśliḍê">
              <a:extLst>
                <a:ext uri="{FF2B5EF4-FFF2-40B4-BE49-F238E27FC236}">
                  <a16:creationId xmlns:a16="http://schemas.microsoft.com/office/drawing/2014/main" id="{117C0B6F-2F84-0D77-8808-19C240E3A9A8}"/>
                </a:ext>
              </a:extLst>
            </p:cNvPr>
            <p:cNvSpPr/>
            <p:nvPr/>
          </p:nvSpPr>
          <p:spPr bwMode="auto">
            <a:xfrm>
              <a:off x="3366076" y="2566750"/>
              <a:ext cx="1708039" cy="1709738"/>
            </a:xfrm>
            <a:custGeom>
              <a:avLst/>
              <a:gdLst>
                <a:gd name="T0" fmla="*/ 641 w 1283"/>
                <a:gd name="T1" fmla="*/ 0 h 1283"/>
                <a:gd name="T2" fmla="*/ 1283 w 1283"/>
                <a:gd name="T3" fmla="*/ 641 h 1283"/>
                <a:gd name="T4" fmla="*/ 641 w 1283"/>
                <a:gd name="T5" fmla="*/ 1283 h 1283"/>
                <a:gd name="T6" fmla="*/ 0 w 1283"/>
                <a:gd name="T7" fmla="*/ 641 h 1283"/>
                <a:gd name="T8" fmla="*/ 641 w 1283"/>
                <a:gd name="T9" fmla="*/ 0 h 1283"/>
                <a:gd name="T10" fmla="*/ 641 w 1283"/>
                <a:gd name="T11" fmla="*/ 24 h 1283"/>
                <a:gd name="T12" fmla="*/ 24 w 1283"/>
                <a:gd name="T13" fmla="*/ 641 h 1283"/>
                <a:gd name="T14" fmla="*/ 641 w 1283"/>
                <a:gd name="T15" fmla="*/ 1259 h 1283"/>
                <a:gd name="T16" fmla="*/ 1258 w 1283"/>
                <a:gd name="T17" fmla="*/ 641 h 1283"/>
                <a:gd name="T18" fmla="*/ 641 w 1283"/>
                <a:gd name="T19" fmla="*/ 24 h 128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1283" h="1283">
                  <a:moveTo>
                    <a:pt x="641" y="0"/>
                  </a:moveTo>
                  <a:cubicBezTo>
                    <a:pt x="995" y="0"/>
                    <a:pt x="1283" y="288"/>
                    <a:pt x="1283" y="641"/>
                  </a:cubicBezTo>
                  <a:cubicBezTo>
                    <a:pt x="1283" y="995"/>
                    <a:pt x="995" y="1283"/>
                    <a:pt x="641" y="1283"/>
                  </a:cubicBezTo>
                  <a:cubicBezTo>
                    <a:pt x="288" y="1283"/>
                    <a:pt x="0" y="995"/>
                    <a:pt x="0" y="641"/>
                  </a:cubicBezTo>
                  <a:cubicBezTo>
                    <a:pt x="0" y="288"/>
                    <a:pt x="288" y="0"/>
                    <a:pt x="641" y="0"/>
                  </a:cubicBezTo>
                  <a:close/>
                  <a:moveTo>
                    <a:pt x="641" y="24"/>
                  </a:moveTo>
                  <a:cubicBezTo>
                    <a:pt x="301" y="24"/>
                    <a:pt x="24" y="302"/>
                    <a:pt x="24" y="641"/>
                  </a:cubicBezTo>
                  <a:cubicBezTo>
                    <a:pt x="24" y="981"/>
                    <a:pt x="301" y="1259"/>
                    <a:pt x="641" y="1259"/>
                  </a:cubicBezTo>
                  <a:cubicBezTo>
                    <a:pt x="981" y="1259"/>
                    <a:pt x="1258" y="981"/>
                    <a:pt x="1258" y="641"/>
                  </a:cubicBezTo>
                  <a:cubicBezTo>
                    <a:pt x="1258" y="302"/>
                    <a:pt x="981" y="24"/>
                    <a:pt x="641" y="2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/>
                <a:ea typeface="+mn-ea"/>
                <a:cs typeface="+mn-cs"/>
              </a:endParaRPr>
            </a:p>
          </p:txBody>
        </p:sp>
        <p:sp>
          <p:nvSpPr>
            <p:cNvPr id="39" name="ïšlîḋè">
              <a:extLst>
                <a:ext uri="{FF2B5EF4-FFF2-40B4-BE49-F238E27FC236}">
                  <a16:creationId xmlns:a16="http://schemas.microsoft.com/office/drawing/2014/main" id="{4C303D80-3289-C48F-348C-D1CC19AA0E76}"/>
                </a:ext>
              </a:extLst>
            </p:cNvPr>
            <p:cNvSpPr/>
            <p:nvPr/>
          </p:nvSpPr>
          <p:spPr bwMode="auto">
            <a:xfrm>
              <a:off x="3433990" y="2634664"/>
              <a:ext cx="1573909" cy="1071345"/>
            </a:xfrm>
            <a:custGeom>
              <a:avLst/>
              <a:gdLst>
                <a:gd name="T0" fmla="*/ 46 w 1182"/>
                <a:gd name="T1" fmla="*/ 693 h 803"/>
                <a:gd name="T2" fmla="*/ 46 w 1182"/>
                <a:gd name="T3" fmla="*/ 715 h 803"/>
                <a:gd name="T4" fmla="*/ 139 w 1182"/>
                <a:gd name="T5" fmla="*/ 703 h 803"/>
                <a:gd name="T6" fmla="*/ 51 w 1182"/>
                <a:gd name="T7" fmla="*/ 781 h 803"/>
                <a:gd name="T8" fmla="*/ 82 w 1182"/>
                <a:gd name="T9" fmla="*/ 547 h 803"/>
                <a:gd name="T10" fmla="*/ 22 w 1182"/>
                <a:gd name="T11" fmla="*/ 647 h 803"/>
                <a:gd name="T12" fmla="*/ 22 w 1182"/>
                <a:gd name="T13" fmla="*/ 616 h 803"/>
                <a:gd name="T14" fmla="*/ 4 w 1182"/>
                <a:gd name="T15" fmla="*/ 574 h 803"/>
                <a:gd name="T16" fmla="*/ 136 w 1182"/>
                <a:gd name="T17" fmla="*/ 477 h 803"/>
                <a:gd name="T18" fmla="*/ 143 w 1182"/>
                <a:gd name="T19" fmla="*/ 477 h 803"/>
                <a:gd name="T20" fmla="*/ 24 w 1182"/>
                <a:gd name="T21" fmla="*/ 490 h 803"/>
                <a:gd name="T22" fmla="*/ 156 w 1182"/>
                <a:gd name="T23" fmla="*/ 330 h 803"/>
                <a:gd name="T24" fmla="*/ 193 w 1182"/>
                <a:gd name="T25" fmla="*/ 355 h 803"/>
                <a:gd name="T26" fmla="*/ 143 w 1182"/>
                <a:gd name="T27" fmla="*/ 368 h 803"/>
                <a:gd name="T28" fmla="*/ 159 w 1182"/>
                <a:gd name="T29" fmla="*/ 414 h 803"/>
                <a:gd name="T30" fmla="*/ 186 w 1182"/>
                <a:gd name="T31" fmla="*/ 304 h 803"/>
                <a:gd name="T32" fmla="*/ 228 w 1182"/>
                <a:gd name="T33" fmla="*/ 266 h 803"/>
                <a:gd name="T34" fmla="*/ 236 w 1182"/>
                <a:gd name="T35" fmla="*/ 121 h 803"/>
                <a:gd name="T36" fmla="*/ 271 w 1182"/>
                <a:gd name="T37" fmla="*/ 193 h 803"/>
                <a:gd name="T38" fmla="*/ 224 w 1182"/>
                <a:gd name="T39" fmla="*/ 274 h 803"/>
                <a:gd name="T40" fmla="*/ 500 w 1182"/>
                <a:gd name="T41" fmla="*/ 26 h 803"/>
                <a:gd name="T42" fmla="*/ 417 w 1182"/>
                <a:gd name="T43" fmla="*/ 112 h 803"/>
                <a:gd name="T44" fmla="*/ 447 w 1182"/>
                <a:gd name="T45" fmla="*/ 21 h 803"/>
                <a:gd name="T46" fmla="*/ 492 w 1182"/>
                <a:gd name="T47" fmla="*/ 31 h 803"/>
                <a:gd name="T48" fmla="*/ 532 w 1182"/>
                <a:gd name="T49" fmla="*/ 125 h 803"/>
                <a:gd name="T50" fmla="*/ 573 w 1182"/>
                <a:gd name="T51" fmla="*/ 0 h 803"/>
                <a:gd name="T52" fmla="*/ 662 w 1182"/>
                <a:gd name="T53" fmla="*/ 0 h 803"/>
                <a:gd name="T54" fmla="*/ 557 w 1182"/>
                <a:gd name="T55" fmla="*/ 29 h 803"/>
                <a:gd name="T56" fmla="*/ 727 w 1182"/>
                <a:gd name="T57" fmla="*/ 143 h 803"/>
                <a:gd name="T58" fmla="*/ 753 w 1182"/>
                <a:gd name="T59" fmla="*/ 22 h 803"/>
                <a:gd name="T60" fmla="*/ 662 w 1182"/>
                <a:gd name="T61" fmla="*/ 130 h 803"/>
                <a:gd name="T62" fmla="*/ 892 w 1182"/>
                <a:gd name="T63" fmla="*/ 83 h 803"/>
                <a:gd name="T64" fmla="*/ 773 w 1182"/>
                <a:gd name="T65" fmla="*/ 30 h 803"/>
                <a:gd name="T66" fmla="*/ 812 w 1182"/>
                <a:gd name="T67" fmla="*/ 74 h 803"/>
                <a:gd name="T68" fmla="*/ 855 w 1182"/>
                <a:gd name="T69" fmla="*/ 67 h 803"/>
                <a:gd name="T70" fmla="*/ 864 w 1182"/>
                <a:gd name="T71" fmla="*/ 193 h 803"/>
                <a:gd name="T72" fmla="*/ 951 w 1182"/>
                <a:gd name="T73" fmla="*/ 241 h 803"/>
                <a:gd name="T74" fmla="*/ 924 w 1182"/>
                <a:gd name="T75" fmla="*/ 226 h 803"/>
                <a:gd name="T76" fmla="*/ 965 w 1182"/>
                <a:gd name="T77" fmla="*/ 144 h 803"/>
                <a:gd name="T78" fmla="*/ 920 w 1182"/>
                <a:gd name="T79" fmla="*/ 102 h 803"/>
                <a:gd name="T80" fmla="*/ 1051 w 1182"/>
                <a:gd name="T81" fmla="*/ 244 h 803"/>
                <a:gd name="T82" fmla="*/ 1007 w 1182"/>
                <a:gd name="T83" fmla="*/ 277 h 803"/>
                <a:gd name="T84" fmla="*/ 934 w 1182"/>
                <a:gd name="T85" fmla="*/ 272 h 803"/>
                <a:gd name="T86" fmla="*/ 1070 w 1182"/>
                <a:gd name="T87" fmla="*/ 246 h 803"/>
                <a:gd name="T88" fmla="*/ 1121 w 1182"/>
                <a:gd name="T89" fmla="*/ 427 h 803"/>
                <a:gd name="T90" fmla="*/ 1143 w 1182"/>
                <a:gd name="T91" fmla="*/ 373 h 803"/>
                <a:gd name="T92" fmla="*/ 1024 w 1182"/>
                <a:gd name="T93" fmla="*/ 422 h 803"/>
                <a:gd name="T94" fmla="*/ 1011 w 1182"/>
                <a:gd name="T95" fmla="*/ 391 h 803"/>
                <a:gd name="T96" fmla="*/ 1099 w 1182"/>
                <a:gd name="T97" fmla="*/ 389 h 803"/>
                <a:gd name="T98" fmla="*/ 1055 w 1182"/>
                <a:gd name="T99" fmla="*/ 527 h 803"/>
                <a:gd name="T100" fmla="*/ 1146 w 1182"/>
                <a:gd name="T101" fmla="*/ 454 h 803"/>
                <a:gd name="T102" fmla="*/ 1171 w 1182"/>
                <a:gd name="T103" fmla="*/ 496 h 803"/>
                <a:gd name="T104" fmla="*/ 1075 w 1182"/>
                <a:gd name="T105" fmla="*/ 597 h 803"/>
                <a:gd name="T106" fmla="*/ 1180 w 1182"/>
                <a:gd name="T107" fmla="*/ 523 h 803"/>
                <a:gd name="T108" fmla="*/ 1056 w 1182"/>
                <a:gd name="T109" fmla="*/ 548 h 803"/>
                <a:gd name="T110" fmla="*/ 1146 w 1182"/>
                <a:gd name="T111" fmla="*/ 793 h 803"/>
                <a:gd name="T112" fmla="*/ 1036 w 1182"/>
                <a:gd name="T113" fmla="*/ 737 h 803"/>
                <a:gd name="T114" fmla="*/ 1091 w 1182"/>
                <a:gd name="T115" fmla="*/ 699 h 803"/>
                <a:gd name="T116" fmla="*/ 1160 w 1182"/>
                <a:gd name="T117" fmla="*/ 728 h 803"/>
                <a:gd name="T118" fmla="*/ 1128 w 1182"/>
                <a:gd name="T119" fmla="*/ 755 h 80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  <a:cxn ang="0">
                  <a:pos x="T118" y="T119"/>
                </a:cxn>
              </a:cxnLst>
              <a:rect l="0" t="0" r="r" b="b"/>
              <a:pathLst>
                <a:path w="1182" h="803">
                  <a:moveTo>
                    <a:pt x="42" y="801"/>
                  </a:moveTo>
                  <a:cubicBezTo>
                    <a:pt x="38" y="803"/>
                    <a:pt x="38" y="803"/>
                    <a:pt x="38" y="803"/>
                  </a:cubicBezTo>
                  <a:cubicBezTo>
                    <a:pt x="8" y="699"/>
                    <a:pt x="8" y="699"/>
                    <a:pt x="8" y="699"/>
                  </a:cubicBezTo>
                  <a:cubicBezTo>
                    <a:pt x="45" y="688"/>
                    <a:pt x="45" y="688"/>
                    <a:pt x="45" y="688"/>
                  </a:cubicBezTo>
                  <a:cubicBezTo>
                    <a:pt x="46" y="693"/>
                    <a:pt x="46" y="693"/>
                    <a:pt x="46" y="693"/>
                  </a:cubicBezTo>
                  <a:cubicBezTo>
                    <a:pt x="25" y="701"/>
                    <a:pt x="19" y="717"/>
                    <a:pt x="27" y="741"/>
                  </a:cubicBezTo>
                  <a:cubicBezTo>
                    <a:pt x="29" y="752"/>
                    <a:pt x="34" y="755"/>
                    <a:pt x="40" y="753"/>
                  </a:cubicBezTo>
                  <a:cubicBezTo>
                    <a:pt x="82" y="740"/>
                    <a:pt x="82" y="740"/>
                    <a:pt x="82" y="740"/>
                  </a:cubicBezTo>
                  <a:cubicBezTo>
                    <a:pt x="79" y="723"/>
                    <a:pt x="67" y="716"/>
                    <a:pt x="47" y="720"/>
                  </a:cubicBezTo>
                  <a:cubicBezTo>
                    <a:pt x="46" y="715"/>
                    <a:pt x="46" y="715"/>
                    <a:pt x="46" y="715"/>
                  </a:cubicBezTo>
                  <a:cubicBezTo>
                    <a:pt x="107" y="698"/>
                    <a:pt x="107" y="698"/>
                    <a:pt x="107" y="698"/>
                  </a:cubicBezTo>
                  <a:cubicBezTo>
                    <a:pt x="109" y="703"/>
                    <a:pt x="109" y="703"/>
                    <a:pt x="109" y="703"/>
                  </a:cubicBezTo>
                  <a:cubicBezTo>
                    <a:pt x="89" y="709"/>
                    <a:pt x="83" y="721"/>
                    <a:pt x="89" y="739"/>
                  </a:cubicBezTo>
                  <a:cubicBezTo>
                    <a:pt x="131" y="726"/>
                    <a:pt x="131" y="726"/>
                    <a:pt x="131" y="726"/>
                  </a:cubicBezTo>
                  <a:cubicBezTo>
                    <a:pt x="141" y="725"/>
                    <a:pt x="143" y="717"/>
                    <a:pt x="139" y="703"/>
                  </a:cubicBezTo>
                  <a:cubicBezTo>
                    <a:pt x="143" y="701"/>
                    <a:pt x="143" y="701"/>
                    <a:pt x="143" y="701"/>
                  </a:cubicBezTo>
                  <a:cubicBezTo>
                    <a:pt x="162" y="767"/>
                    <a:pt x="162" y="767"/>
                    <a:pt x="162" y="767"/>
                  </a:cubicBezTo>
                  <a:cubicBezTo>
                    <a:pt x="158" y="768"/>
                    <a:pt x="158" y="768"/>
                    <a:pt x="158" y="768"/>
                  </a:cubicBezTo>
                  <a:cubicBezTo>
                    <a:pt x="154" y="757"/>
                    <a:pt x="148" y="752"/>
                    <a:pt x="139" y="756"/>
                  </a:cubicBezTo>
                  <a:cubicBezTo>
                    <a:pt x="51" y="781"/>
                    <a:pt x="51" y="781"/>
                    <a:pt x="51" y="781"/>
                  </a:cubicBezTo>
                  <a:cubicBezTo>
                    <a:pt x="42" y="783"/>
                    <a:pt x="39" y="790"/>
                    <a:pt x="42" y="801"/>
                  </a:cubicBezTo>
                  <a:close/>
                  <a:moveTo>
                    <a:pt x="0" y="532"/>
                  </a:moveTo>
                  <a:cubicBezTo>
                    <a:pt x="4" y="532"/>
                    <a:pt x="4" y="532"/>
                    <a:pt x="4" y="532"/>
                  </a:cubicBezTo>
                  <a:cubicBezTo>
                    <a:pt x="5" y="543"/>
                    <a:pt x="10" y="548"/>
                    <a:pt x="21" y="547"/>
                  </a:cubicBezTo>
                  <a:cubicBezTo>
                    <a:pt x="82" y="547"/>
                    <a:pt x="82" y="547"/>
                    <a:pt x="82" y="547"/>
                  </a:cubicBezTo>
                  <a:cubicBezTo>
                    <a:pt x="99" y="547"/>
                    <a:pt x="111" y="551"/>
                    <a:pt x="118" y="557"/>
                  </a:cubicBezTo>
                  <a:cubicBezTo>
                    <a:pt x="126" y="566"/>
                    <a:pt x="131" y="578"/>
                    <a:pt x="131" y="594"/>
                  </a:cubicBezTo>
                  <a:cubicBezTo>
                    <a:pt x="131" y="611"/>
                    <a:pt x="128" y="624"/>
                    <a:pt x="121" y="633"/>
                  </a:cubicBezTo>
                  <a:cubicBezTo>
                    <a:pt x="114" y="643"/>
                    <a:pt x="102" y="647"/>
                    <a:pt x="86" y="647"/>
                  </a:cubicBezTo>
                  <a:cubicBezTo>
                    <a:pt x="22" y="647"/>
                    <a:pt x="22" y="647"/>
                    <a:pt x="22" y="647"/>
                  </a:cubicBezTo>
                  <a:cubicBezTo>
                    <a:pt x="10" y="646"/>
                    <a:pt x="4" y="651"/>
                    <a:pt x="4" y="662"/>
                  </a:cubicBezTo>
                  <a:cubicBezTo>
                    <a:pt x="0" y="662"/>
                    <a:pt x="0" y="662"/>
                    <a:pt x="0" y="662"/>
                  </a:cubicBezTo>
                  <a:cubicBezTo>
                    <a:pt x="0" y="597"/>
                    <a:pt x="0" y="597"/>
                    <a:pt x="0" y="597"/>
                  </a:cubicBezTo>
                  <a:cubicBezTo>
                    <a:pt x="4" y="597"/>
                    <a:pt x="4" y="597"/>
                    <a:pt x="4" y="597"/>
                  </a:cubicBezTo>
                  <a:cubicBezTo>
                    <a:pt x="3" y="611"/>
                    <a:pt x="9" y="617"/>
                    <a:pt x="22" y="616"/>
                  </a:cubicBezTo>
                  <a:cubicBezTo>
                    <a:pt x="86" y="616"/>
                    <a:pt x="86" y="616"/>
                    <a:pt x="86" y="616"/>
                  </a:cubicBezTo>
                  <a:cubicBezTo>
                    <a:pt x="110" y="616"/>
                    <a:pt x="123" y="607"/>
                    <a:pt x="123" y="588"/>
                  </a:cubicBezTo>
                  <a:cubicBezTo>
                    <a:pt x="123" y="565"/>
                    <a:pt x="109" y="554"/>
                    <a:pt x="82" y="555"/>
                  </a:cubicBezTo>
                  <a:cubicBezTo>
                    <a:pt x="24" y="555"/>
                    <a:pt x="24" y="555"/>
                    <a:pt x="24" y="555"/>
                  </a:cubicBezTo>
                  <a:cubicBezTo>
                    <a:pt x="11" y="554"/>
                    <a:pt x="4" y="560"/>
                    <a:pt x="4" y="574"/>
                  </a:cubicBezTo>
                  <a:cubicBezTo>
                    <a:pt x="0" y="574"/>
                    <a:pt x="0" y="574"/>
                    <a:pt x="0" y="574"/>
                  </a:cubicBezTo>
                  <a:cubicBezTo>
                    <a:pt x="0" y="532"/>
                    <a:pt x="0" y="532"/>
                    <a:pt x="0" y="532"/>
                  </a:cubicBezTo>
                  <a:close/>
                  <a:moveTo>
                    <a:pt x="31" y="461"/>
                  </a:moveTo>
                  <a:cubicBezTo>
                    <a:pt x="123" y="485"/>
                    <a:pt x="123" y="485"/>
                    <a:pt x="123" y="485"/>
                  </a:cubicBezTo>
                  <a:cubicBezTo>
                    <a:pt x="130" y="488"/>
                    <a:pt x="135" y="485"/>
                    <a:pt x="136" y="477"/>
                  </a:cubicBezTo>
                  <a:cubicBezTo>
                    <a:pt x="144" y="453"/>
                    <a:pt x="128" y="435"/>
                    <a:pt x="90" y="426"/>
                  </a:cubicBezTo>
                  <a:cubicBezTo>
                    <a:pt x="53" y="417"/>
                    <a:pt x="32" y="424"/>
                    <a:pt x="25" y="447"/>
                  </a:cubicBezTo>
                  <a:cubicBezTo>
                    <a:pt x="23" y="455"/>
                    <a:pt x="25" y="460"/>
                    <a:pt x="31" y="461"/>
                  </a:cubicBezTo>
                  <a:close/>
                  <a:moveTo>
                    <a:pt x="128" y="535"/>
                  </a:moveTo>
                  <a:cubicBezTo>
                    <a:pt x="143" y="477"/>
                    <a:pt x="143" y="477"/>
                    <a:pt x="143" y="477"/>
                  </a:cubicBezTo>
                  <a:cubicBezTo>
                    <a:pt x="153" y="433"/>
                    <a:pt x="137" y="405"/>
                    <a:pt x="97" y="393"/>
                  </a:cubicBezTo>
                  <a:cubicBezTo>
                    <a:pt x="58" y="384"/>
                    <a:pt x="31" y="402"/>
                    <a:pt x="19" y="445"/>
                  </a:cubicBezTo>
                  <a:cubicBezTo>
                    <a:pt x="4" y="501"/>
                    <a:pt x="4" y="501"/>
                    <a:pt x="4" y="501"/>
                  </a:cubicBezTo>
                  <a:cubicBezTo>
                    <a:pt x="8" y="502"/>
                    <a:pt x="8" y="502"/>
                    <a:pt x="8" y="502"/>
                  </a:cubicBezTo>
                  <a:cubicBezTo>
                    <a:pt x="11" y="492"/>
                    <a:pt x="17" y="488"/>
                    <a:pt x="24" y="490"/>
                  </a:cubicBezTo>
                  <a:cubicBezTo>
                    <a:pt x="116" y="515"/>
                    <a:pt x="116" y="515"/>
                    <a:pt x="116" y="515"/>
                  </a:cubicBezTo>
                  <a:cubicBezTo>
                    <a:pt x="124" y="517"/>
                    <a:pt x="126" y="523"/>
                    <a:pt x="124" y="533"/>
                  </a:cubicBezTo>
                  <a:cubicBezTo>
                    <a:pt x="128" y="535"/>
                    <a:pt x="128" y="535"/>
                    <a:pt x="128" y="535"/>
                  </a:cubicBezTo>
                  <a:close/>
                  <a:moveTo>
                    <a:pt x="137" y="362"/>
                  </a:moveTo>
                  <a:cubicBezTo>
                    <a:pt x="156" y="330"/>
                    <a:pt x="156" y="330"/>
                    <a:pt x="156" y="330"/>
                  </a:cubicBezTo>
                  <a:cubicBezTo>
                    <a:pt x="106" y="323"/>
                    <a:pt x="106" y="323"/>
                    <a:pt x="106" y="323"/>
                  </a:cubicBezTo>
                  <a:cubicBezTo>
                    <a:pt x="137" y="362"/>
                    <a:pt x="137" y="362"/>
                    <a:pt x="137" y="362"/>
                  </a:cubicBezTo>
                  <a:close/>
                  <a:moveTo>
                    <a:pt x="220" y="300"/>
                  </a:moveTo>
                  <a:cubicBezTo>
                    <a:pt x="224" y="302"/>
                    <a:pt x="224" y="302"/>
                    <a:pt x="224" y="302"/>
                  </a:cubicBezTo>
                  <a:cubicBezTo>
                    <a:pt x="193" y="355"/>
                    <a:pt x="193" y="355"/>
                    <a:pt x="193" y="355"/>
                  </a:cubicBezTo>
                  <a:cubicBezTo>
                    <a:pt x="189" y="353"/>
                    <a:pt x="189" y="353"/>
                    <a:pt x="189" y="353"/>
                  </a:cubicBezTo>
                  <a:cubicBezTo>
                    <a:pt x="189" y="353"/>
                    <a:pt x="189" y="352"/>
                    <a:pt x="190" y="351"/>
                  </a:cubicBezTo>
                  <a:cubicBezTo>
                    <a:pt x="194" y="342"/>
                    <a:pt x="195" y="337"/>
                    <a:pt x="190" y="336"/>
                  </a:cubicBezTo>
                  <a:cubicBezTo>
                    <a:pt x="186" y="334"/>
                    <a:pt x="177" y="332"/>
                    <a:pt x="164" y="331"/>
                  </a:cubicBezTo>
                  <a:cubicBezTo>
                    <a:pt x="143" y="368"/>
                    <a:pt x="143" y="368"/>
                    <a:pt x="143" y="368"/>
                  </a:cubicBezTo>
                  <a:cubicBezTo>
                    <a:pt x="151" y="380"/>
                    <a:pt x="157" y="387"/>
                    <a:pt x="159" y="388"/>
                  </a:cubicBezTo>
                  <a:cubicBezTo>
                    <a:pt x="163" y="390"/>
                    <a:pt x="168" y="387"/>
                    <a:pt x="174" y="379"/>
                  </a:cubicBezTo>
                  <a:cubicBezTo>
                    <a:pt x="174" y="378"/>
                    <a:pt x="174" y="378"/>
                    <a:pt x="174" y="378"/>
                  </a:cubicBezTo>
                  <a:cubicBezTo>
                    <a:pt x="178" y="380"/>
                    <a:pt x="178" y="380"/>
                    <a:pt x="178" y="380"/>
                  </a:cubicBezTo>
                  <a:cubicBezTo>
                    <a:pt x="159" y="414"/>
                    <a:pt x="159" y="414"/>
                    <a:pt x="159" y="414"/>
                  </a:cubicBezTo>
                  <a:cubicBezTo>
                    <a:pt x="155" y="412"/>
                    <a:pt x="155" y="412"/>
                    <a:pt x="155" y="412"/>
                  </a:cubicBezTo>
                  <a:cubicBezTo>
                    <a:pt x="159" y="405"/>
                    <a:pt x="156" y="396"/>
                    <a:pt x="145" y="385"/>
                  </a:cubicBezTo>
                  <a:cubicBezTo>
                    <a:pt x="75" y="295"/>
                    <a:pt x="75" y="295"/>
                    <a:pt x="75" y="295"/>
                  </a:cubicBezTo>
                  <a:cubicBezTo>
                    <a:pt x="78" y="291"/>
                    <a:pt x="78" y="291"/>
                    <a:pt x="78" y="291"/>
                  </a:cubicBezTo>
                  <a:cubicBezTo>
                    <a:pt x="186" y="304"/>
                    <a:pt x="186" y="304"/>
                    <a:pt x="186" y="304"/>
                  </a:cubicBezTo>
                  <a:cubicBezTo>
                    <a:pt x="208" y="308"/>
                    <a:pt x="219" y="306"/>
                    <a:pt x="220" y="300"/>
                  </a:cubicBezTo>
                  <a:close/>
                  <a:moveTo>
                    <a:pt x="225" y="301"/>
                  </a:moveTo>
                  <a:cubicBezTo>
                    <a:pt x="257" y="271"/>
                    <a:pt x="257" y="271"/>
                    <a:pt x="257" y="271"/>
                  </a:cubicBezTo>
                  <a:cubicBezTo>
                    <a:pt x="254" y="268"/>
                    <a:pt x="254" y="268"/>
                    <a:pt x="254" y="268"/>
                  </a:cubicBezTo>
                  <a:cubicBezTo>
                    <a:pt x="244" y="277"/>
                    <a:pt x="236" y="276"/>
                    <a:pt x="228" y="266"/>
                  </a:cubicBezTo>
                  <a:cubicBezTo>
                    <a:pt x="176" y="211"/>
                    <a:pt x="176" y="211"/>
                    <a:pt x="176" y="211"/>
                  </a:cubicBezTo>
                  <a:cubicBezTo>
                    <a:pt x="308" y="227"/>
                    <a:pt x="308" y="227"/>
                    <a:pt x="308" y="227"/>
                  </a:cubicBezTo>
                  <a:cubicBezTo>
                    <a:pt x="311" y="224"/>
                    <a:pt x="311" y="224"/>
                    <a:pt x="311" y="224"/>
                  </a:cubicBezTo>
                  <a:cubicBezTo>
                    <a:pt x="236" y="143"/>
                    <a:pt x="236" y="143"/>
                    <a:pt x="236" y="143"/>
                  </a:cubicBezTo>
                  <a:cubicBezTo>
                    <a:pt x="228" y="136"/>
                    <a:pt x="229" y="129"/>
                    <a:pt x="236" y="121"/>
                  </a:cubicBezTo>
                  <a:cubicBezTo>
                    <a:pt x="233" y="118"/>
                    <a:pt x="233" y="118"/>
                    <a:pt x="233" y="118"/>
                  </a:cubicBezTo>
                  <a:cubicBezTo>
                    <a:pt x="203" y="146"/>
                    <a:pt x="203" y="146"/>
                    <a:pt x="203" y="146"/>
                  </a:cubicBezTo>
                  <a:cubicBezTo>
                    <a:pt x="206" y="149"/>
                    <a:pt x="206" y="149"/>
                    <a:pt x="206" y="149"/>
                  </a:cubicBezTo>
                  <a:cubicBezTo>
                    <a:pt x="216" y="140"/>
                    <a:pt x="224" y="141"/>
                    <a:pt x="232" y="151"/>
                  </a:cubicBezTo>
                  <a:cubicBezTo>
                    <a:pt x="271" y="193"/>
                    <a:pt x="271" y="193"/>
                    <a:pt x="271" y="193"/>
                  </a:cubicBezTo>
                  <a:cubicBezTo>
                    <a:pt x="167" y="179"/>
                    <a:pt x="167" y="179"/>
                    <a:pt x="167" y="179"/>
                  </a:cubicBezTo>
                  <a:cubicBezTo>
                    <a:pt x="138" y="206"/>
                    <a:pt x="138" y="206"/>
                    <a:pt x="138" y="206"/>
                  </a:cubicBezTo>
                  <a:cubicBezTo>
                    <a:pt x="141" y="209"/>
                    <a:pt x="141" y="209"/>
                    <a:pt x="141" y="209"/>
                  </a:cubicBezTo>
                  <a:cubicBezTo>
                    <a:pt x="143" y="207"/>
                    <a:pt x="150" y="207"/>
                    <a:pt x="163" y="208"/>
                  </a:cubicBezTo>
                  <a:cubicBezTo>
                    <a:pt x="224" y="274"/>
                    <a:pt x="224" y="274"/>
                    <a:pt x="224" y="274"/>
                  </a:cubicBezTo>
                  <a:cubicBezTo>
                    <a:pt x="232" y="281"/>
                    <a:pt x="231" y="289"/>
                    <a:pt x="222" y="298"/>
                  </a:cubicBezTo>
                  <a:cubicBezTo>
                    <a:pt x="225" y="301"/>
                    <a:pt x="225" y="301"/>
                    <a:pt x="225" y="301"/>
                  </a:cubicBezTo>
                  <a:close/>
                  <a:moveTo>
                    <a:pt x="509" y="2"/>
                  </a:moveTo>
                  <a:cubicBezTo>
                    <a:pt x="510" y="7"/>
                    <a:pt x="510" y="7"/>
                    <a:pt x="510" y="7"/>
                  </a:cubicBezTo>
                  <a:cubicBezTo>
                    <a:pt x="500" y="10"/>
                    <a:pt x="496" y="16"/>
                    <a:pt x="500" y="26"/>
                  </a:cubicBezTo>
                  <a:cubicBezTo>
                    <a:pt x="513" y="86"/>
                    <a:pt x="513" y="86"/>
                    <a:pt x="513" y="86"/>
                  </a:cubicBezTo>
                  <a:cubicBezTo>
                    <a:pt x="517" y="103"/>
                    <a:pt x="516" y="115"/>
                    <a:pt x="511" y="123"/>
                  </a:cubicBezTo>
                  <a:cubicBezTo>
                    <a:pt x="505" y="133"/>
                    <a:pt x="494" y="140"/>
                    <a:pt x="478" y="144"/>
                  </a:cubicBezTo>
                  <a:cubicBezTo>
                    <a:pt x="461" y="148"/>
                    <a:pt x="448" y="147"/>
                    <a:pt x="438" y="143"/>
                  </a:cubicBezTo>
                  <a:cubicBezTo>
                    <a:pt x="427" y="138"/>
                    <a:pt x="420" y="128"/>
                    <a:pt x="417" y="112"/>
                  </a:cubicBezTo>
                  <a:cubicBezTo>
                    <a:pt x="403" y="50"/>
                    <a:pt x="403" y="50"/>
                    <a:pt x="403" y="50"/>
                  </a:cubicBezTo>
                  <a:cubicBezTo>
                    <a:pt x="401" y="38"/>
                    <a:pt x="394" y="33"/>
                    <a:pt x="383" y="36"/>
                  </a:cubicBezTo>
                  <a:cubicBezTo>
                    <a:pt x="382" y="32"/>
                    <a:pt x="382" y="32"/>
                    <a:pt x="382" y="32"/>
                  </a:cubicBezTo>
                  <a:cubicBezTo>
                    <a:pt x="446" y="17"/>
                    <a:pt x="446" y="17"/>
                    <a:pt x="446" y="17"/>
                  </a:cubicBezTo>
                  <a:cubicBezTo>
                    <a:pt x="447" y="21"/>
                    <a:pt x="447" y="21"/>
                    <a:pt x="447" y="21"/>
                  </a:cubicBezTo>
                  <a:cubicBezTo>
                    <a:pt x="433" y="23"/>
                    <a:pt x="428" y="30"/>
                    <a:pt x="432" y="43"/>
                  </a:cubicBezTo>
                  <a:cubicBezTo>
                    <a:pt x="447" y="105"/>
                    <a:pt x="447" y="105"/>
                    <a:pt x="447" y="105"/>
                  </a:cubicBezTo>
                  <a:cubicBezTo>
                    <a:pt x="452" y="129"/>
                    <a:pt x="463" y="139"/>
                    <a:pt x="482" y="135"/>
                  </a:cubicBezTo>
                  <a:cubicBezTo>
                    <a:pt x="505" y="130"/>
                    <a:pt x="512" y="114"/>
                    <a:pt x="505" y="87"/>
                  </a:cubicBezTo>
                  <a:cubicBezTo>
                    <a:pt x="492" y="31"/>
                    <a:pt x="492" y="31"/>
                    <a:pt x="492" y="31"/>
                  </a:cubicBezTo>
                  <a:cubicBezTo>
                    <a:pt x="490" y="18"/>
                    <a:pt x="483" y="13"/>
                    <a:pt x="470" y="16"/>
                  </a:cubicBezTo>
                  <a:cubicBezTo>
                    <a:pt x="469" y="12"/>
                    <a:pt x="469" y="12"/>
                    <a:pt x="469" y="12"/>
                  </a:cubicBezTo>
                  <a:cubicBezTo>
                    <a:pt x="509" y="2"/>
                    <a:pt x="509" y="2"/>
                    <a:pt x="509" y="2"/>
                  </a:cubicBezTo>
                  <a:close/>
                  <a:moveTo>
                    <a:pt x="532" y="129"/>
                  </a:moveTo>
                  <a:cubicBezTo>
                    <a:pt x="532" y="125"/>
                    <a:pt x="532" y="125"/>
                    <a:pt x="532" y="125"/>
                  </a:cubicBezTo>
                  <a:cubicBezTo>
                    <a:pt x="544" y="124"/>
                    <a:pt x="550" y="119"/>
                    <a:pt x="549" y="109"/>
                  </a:cubicBezTo>
                  <a:cubicBezTo>
                    <a:pt x="549" y="19"/>
                    <a:pt x="549" y="19"/>
                    <a:pt x="549" y="19"/>
                  </a:cubicBezTo>
                  <a:cubicBezTo>
                    <a:pt x="541" y="9"/>
                    <a:pt x="535" y="4"/>
                    <a:pt x="533" y="5"/>
                  </a:cubicBezTo>
                  <a:cubicBezTo>
                    <a:pt x="533" y="0"/>
                    <a:pt x="533" y="0"/>
                    <a:pt x="533" y="0"/>
                  </a:cubicBezTo>
                  <a:cubicBezTo>
                    <a:pt x="573" y="0"/>
                    <a:pt x="573" y="0"/>
                    <a:pt x="573" y="0"/>
                  </a:cubicBezTo>
                  <a:cubicBezTo>
                    <a:pt x="639" y="82"/>
                    <a:pt x="639" y="82"/>
                    <a:pt x="639" y="82"/>
                  </a:cubicBezTo>
                  <a:cubicBezTo>
                    <a:pt x="639" y="24"/>
                    <a:pt x="639" y="24"/>
                    <a:pt x="639" y="24"/>
                  </a:cubicBezTo>
                  <a:cubicBezTo>
                    <a:pt x="640" y="12"/>
                    <a:pt x="634" y="5"/>
                    <a:pt x="621" y="5"/>
                  </a:cubicBezTo>
                  <a:cubicBezTo>
                    <a:pt x="621" y="0"/>
                    <a:pt x="621" y="0"/>
                    <a:pt x="621" y="0"/>
                  </a:cubicBezTo>
                  <a:cubicBezTo>
                    <a:pt x="662" y="0"/>
                    <a:pt x="662" y="0"/>
                    <a:pt x="662" y="0"/>
                  </a:cubicBezTo>
                  <a:cubicBezTo>
                    <a:pt x="662" y="5"/>
                    <a:pt x="662" y="5"/>
                    <a:pt x="662" y="5"/>
                  </a:cubicBezTo>
                  <a:cubicBezTo>
                    <a:pt x="651" y="6"/>
                    <a:pt x="646" y="11"/>
                    <a:pt x="647" y="21"/>
                  </a:cubicBezTo>
                  <a:cubicBezTo>
                    <a:pt x="647" y="132"/>
                    <a:pt x="647" y="132"/>
                    <a:pt x="647" y="132"/>
                  </a:cubicBezTo>
                  <a:cubicBezTo>
                    <a:pt x="642" y="132"/>
                    <a:pt x="642" y="132"/>
                    <a:pt x="642" y="132"/>
                  </a:cubicBezTo>
                  <a:cubicBezTo>
                    <a:pt x="557" y="29"/>
                    <a:pt x="557" y="29"/>
                    <a:pt x="557" y="29"/>
                  </a:cubicBezTo>
                  <a:cubicBezTo>
                    <a:pt x="557" y="105"/>
                    <a:pt x="557" y="105"/>
                    <a:pt x="557" y="105"/>
                  </a:cubicBezTo>
                  <a:cubicBezTo>
                    <a:pt x="556" y="118"/>
                    <a:pt x="562" y="125"/>
                    <a:pt x="575" y="125"/>
                  </a:cubicBezTo>
                  <a:cubicBezTo>
                    <a:pt x="575" y="129"/>
                    <a:pt x="575" y="129"/>
                    <a:pt x="575" y="129"/>
                  </a:cubicBezTo>
                  <a:cubicBezTo>
                    <a:pt x="532" y="129"/>
                    <a:pt x="532" y="129"/>
                    <a:pt x="532" y="129"/>
                  </a:cubicBezTo>
                  <a:close/>
                  <a:moveTo>
                    <a:pt x="727" y="143"/>
                  </a:moveTo>
                  <a:cubicBezTo>
                    <a:pt x="714" y="141"/>
                    <a:pt x="709" y="135"/>
                    <a:pt x="712" y="126"/>
                  </a:cubicBezTo>
                  <a:cubicBezTo>
                    <a:pt x="731" y="36"/>
                    <a:pt x="731" y="36"/>
                    <a:pt x="731" y="36"/>
                  </a:cubicBezTo>
                  <a:cubicBezTo>
                    <a:pt x="732" y="27"/>
                    <a:pt x="739" y="23"/>
                    <a:pt x="751" y="26"/>
                  </a:cubicBezTo>
                  <a:cubicBezTo>
                    <a:pt x="751" y="26"/>
                    <a:pt x="752" y="26"/>
                    <a:pt x="752" y="26"/>
                  </a:cubicBezTo>
                  <a:cubicBezTo>
                    <a:pt x="753" y="22"/>
                    <a:pt x="753" y="22"/>
                    <a:pt x="753" y="22"/>
                  </a:cubicBezTo>
                  <a:cubicBezTo>
                    <a:pt x="687" y="8"/>
                    <a:pt x="687" y="8"/>
                    <a:pt x="687" y="8"/>
                  </a:cubicBezTo>
                  <a:cubicBezTo>
                    <a:pt x="686" y="12"/>
                    <a:pt x="686" y="12"/>
                    <a:pt x="686" y="12"/>
                  </a:cubicBezTo>
                  <a:cubicBezTo>
                    <a:pt x="699" y="15"/>
                    <a:pt x="703" y="21"/>
                    <a:pt x="701" y="30"/>
                  </a:cubicBezTo>
                  <a:cubicBezTo>
                    <a:pt x="682" y="119"/>
                    <a:pt x="682" y="119"/>
                    <a:pt x="682" y="119"/>
                  </a:cubicBezTo>
                  <a:cubicBezTo>
                    <a:pt x="681" y="128"/>
                    <a:pt x="674" y="132"/>
                    <a:pt x="662" y="130"/>
                  </a:cubicBezTo>
                  <a:cubicBezTo>
                    <a:pt x="661" y="134"/>
                    <a:pt x="661" y="134"/>
                    <a:pt x="661" y="134"/>
                  </a:cubicBezTo>
                  <a:cubicBezTo>
                    <a:pt x="726" y="148"/>
                    <a:pt x="726" y="148"/>
                    <a:pt x="726" y="148"/>
                  </a:cubicBezTo>
                  <a:cubicBezTo>
                    <a:pt x="727" y="143"/>
                    <a:pt x="727" y="143"/>
                    <a:pt x="727" y="143"/>
                  </a:cubicBezTo>
                  <a:close/>
                  <a:moveTo>
                    <a:pt x="894" y="79"/>
                  </a:moveTo>
                  <a:cubicBezTo>
                    <a:pt x="892" y="83"/>
                    <a:pt x="892" y="83"/>
                    <a:pt x="892" y="83"/>
                  </a:cubicBezTo>
                  <a:cubicBezTo>
                    <a:pt x="885" y="80"/>
                    <a:pt x="878" y="82"/>
                    <a:pt x="870" y="91"/>
                  </a:cubicBezTo>
                  <a:cubicBezTo>
                    <a:pt x="786" y="174"/>
                    <a:pt x="786" y="174"/>
                    <a:pt x="786" y="174"/>
                  </a:cubicBezTo>
                  <a:cubicBezTo>
                    <a:pt x="781" y="172"/>
                    <a:pt x="781" y="172"/>
                    <a:pt x="781" y="172"/>
                  </a:cubicBezTo>
                  <a:cubicBezTo>
                    <a:pt x="783" y="49"/>
                    <a:pt x="783" y="49"/>
                    <a:pt x="783" y="49"/>
                  </a:cubicBezTo>
                  <a:cubicBezTo>
                    <a:pt x="783" y="40"/>
                    <a:pt x="780" y="33"/>
                    <a:pt x="773" y="30"/>
                  </a:cubicBezTo>
                  <a:cubicBezTo>
                    <a:pt x="775" y="26"/>
                    <a:pt x="775" y="26"/>
                    <a:pt x="775" y="26"/>
                  </a:cubicBezTo>
                  <a:cubicBezTo>
                    <a:pt x="833" y="52"/>
                    <a:pt x="833" y="52"/>
                    <a:pt x="833" y="52"/>
                  </a:cubicBezTo>
                  <a:cubicBezTo>
                    <a:pt x="832" y="56"/>
                    <a:pt x="832" y="56"/>
                    <a:pt x="832" y="56"/>
                  </a:cubicBezTo>
                  <a:cubicBezTo>
                    <a:pt x="820" y="51"/>
                    <a:pt x="814" y="52"/>
                    <a:pt x="813" y="57"/>
                  </a:cubicBezTo>
                  <a:cubicBezTo>
                    <a:pt x="812" y="60"/>
                    <a:pt x="812" y="66"/>
                    <a:pt x="812" y="74"/>
                  </a:cubicBezTo>
                  <a:cubicBezTo>
                    <a:pt x="810" y="140"/>
                    <a:pt x="810" y="140"/>
                    <a:pt x="810" y="140"/>
                  </a:cubicBezTo>
                  <a:cubicBezTo>
                    <a:pt x="858" y="92"/>
                    <a:pt x="858" y="92"/>
                    <a:pt x="858" y="92"/>
                  </a:cubicBezTo>
                  <a:cubicBezTo>
                    <a:pt x="858" y="92"/>
                    <a:pt x="859" y="91"/>
                    <a:pt x="860" y="90"/>
                  </a:cubicBezTo>
                  <a:cubicBezTo>
                    <a:pt x="864" y="86"/>
                    <a:pt x="866" y="84"/>
                    <a:pt x="867" y="82"/>
                  </a:cubicBezTo>
                  <a:cubicBezTo>
                    <a:pt x="870" y="77"/>
                    <a:pt x="866" y="72"/>
                    <a:pt x="855" y="67"/>
                  </a:cubicBezTo>
                  <a:cubicBezTo>
                    <a:pt x="857" y="63"/>
                    <a:pt x="857" y="63"/>
                    <a:pt x="857" y="63"/>
                  </a:cubicBezTo>
                  <a:cubicBezTo>
                    <a:pt x="894" y="79"/>
                    <a:pt x="894" y="79"/>
                    <a:pt x="894" y="79"/>
                  </a:cubicBezTo>
                  <a:close/>
                  <a:moveTo>
                    <a:pt x="920" y="102"/>
                  </a:moveTo>
                  <a:cubicBezTo>
                    <a:pt x="929" y="110"/>
                    <a:pt x="930" y="117"/>
                    <a:pt x="924" y="124"/>
                  </a:cubicBezTo>
                  <a:cubicBezTo>
                    <a:pt x="864" y="193"/>
                    <a:pt x="864" y="193"/>
                    <a:pt x="864" y="193"/>
                  </a:cubicBezTo>
                  <a:cubicBezTo>
                    <a:pt x="859" y="201"/>
                    <a:pt x="851" y="200"/>
                    <a:pt x="842" y="193"/>
                  </a:cubicBezTo>
                  <a:cubicBezTo>
                    <a:pt x="839" y="196"/>
                    <a:pt x="839" y="196"/>
                    <a:pt x="839" y="196"/>
                  </a:cubicBezTo>
                  <a:cubicBezTo>
                    <a:pt x="923" y="269"/>
                    <a:pt x="923" y="269"/>
                    <a:pt x="923" y="269"/>
                  </a:cubicBezTo>
                  <a:cubicBezTo>
                    <a:pt x="954" y="244"/>
                    <a:pt x="954" y="244"/>
                    <a:pt x="954" y="244"/>
                  </a:cubicBezTo>
                  <a:cubicBezTo>
                    <a:pt x="951" y="241"/>
                    <a:pt x="951" y="241"/>
                    <a:pt x="951" y="241"/>
                  </a:cubicBezTo>
                  <a:cubicBezTo>
                    <a:pt x="928" y="252"/>
                    <a:pt x="909" y="250"/>
                    <a:pt x="891" y="234"/>
                  </a:cubicBezTo>
                  <a:cubicBezTo>
                    <a:pt x="882" y="226"/>
                    <a:pt x="880" y="220"/>
                    <a:pt x="885" y="215"/>
                  </a:cubicBezTo>
                  <a:cubicBezTo>
                    <a:pt x="916" y="180"/>
                    <a:pt x="916" y="180"/>
                    <a:pt x="916" y="180"/>
                  </a:cubicBezTo>
                  <a:cubicBezTo>
                    <a:pt x="931" y="192"/>
                    <a:pt x="933" y="206"/>
                    <a:pt x="920" y="223"/>
                  </a:cubicBezTo>
                  <a:cubicBezTo>
                    <a:pt x="924" y="226"/>
                    <a:pt x="924" y="226"/>
                    <a:pt x="924" y="226"/>
                  </a:cubicBezTo>
                  <a:cubicBezTo>
                    <a:pt x="966" y="177"/>
                    <a:pt x="966" y="177"/>
                    <a:pt x="966" y="177"/>
                  </a:cubicBezTo>
                  <a:cubicBezTo>
                    <a:pt x="962" y="174"/>
                    <a:pt x="962" y="174"/>
                    <a:pt x="962" y="174"/>
                  </a:cubicBezTo>
                  <a:cubicBezTo>
                    <a:pt x="948" y="189"/>
                    <a:pt x="934" y="189"/>
                    <a:pt x="920" y="175"/>
                  </a:cubicBezTo>
                  <a:cubicBezTo>
                    <a:pt x="949" y="142"/>
                    <a:pt x="949" y="142"/>
                    <a:pt x="949" y="142"/>
                  </a:cubicBezTo>
                  <a:cubicBezTo>
                    <a:pt x="953" y="136"/>
                    <a:pt x="958" y="137"/>
                    <a:pt x="965" y="144"/>
                  </a:cubicBezTo>
                  <a:cubicBezTo>
                    <a:pt x="987" y="161"/>
                    <a:pt x="991" y="179"/>
                    <a:pt x="978" y="196"/>
                  </a:cubicBezTo>
                  <a:cubicBezTo>
                    <a:pt x="981" y="200"/>
                    <a:pt x="981" y="200"/>
                    <a:pt x="981" y="200"/>
                  </a:cubicBezTo>
                  <a:cubicBezTo>
                    <a:pt x="1006" y="171"/>
                    <a:pt x="1006" y="171"/>
                    <a:pt x="1006" y="171"/>
                  </a:cubicBezTo>
                  <a:cubicBezTo>
                    <a:pt x="923" y="99"/>
                    <a:pt x="923" y="99"/>
                    <a:pt x="923" y="99"/>
                  </a:cubicBezTo>
                  <a:cubicBezTo>
                    <a:pt x="920" y="102"/>
                    <a:pt x="920" y="102"/>
                    <a:pt x="920" y="102"/>
                  </a:cubicBezTo>
                  <a:close/>
                  <a:moveTo>
                    <a:pt x="1051" y="244"/>
                  </a:moveTo>
                  <a:cubicBezTo>
                    <a:pt x="1011" y="273"/>
                    <a:pt x="1011" y="273"/>
                    <a:pt x="1011" y="273"/>
                  </a:cubicBezTo>
                  <a:cubicBezTo>
                    <a:pt x="1026" y="294"/>
                    <a:pt x="1040" y="298"/>
                    <a:pt x="1056" y="284"/>
                  </a:cubicBezTo>
                  <a:cubicBezTo>
                    <a:pt x="1070" y="273"/>
                    <a:pt x="1073" y="261"/>
                    <a:pt x="1064" y="249"/>
                  </a:cubicBezTo>
                  <a:cubicBezTo>
                    <a:pt x="1059" y="241"/>
                    <a:pt x="1055" y="239"/>
                    <a:pt x="1051" y="244"/>
                  </a:cubicBezTo>
                  <a:close/>
                  <a:moveTo>
                    <a:pt x="1013" y="377"/>
                  </a:moveTo>
                  <a:cubicBezTo>
                    <a:pt x="1009" y="379"/>
                    <a:pt x="1009" y="379"/>
                    <a:pt x="1009" y="379"/>
                  </a:cubicBezTo>
                  <a:cubicBezTo>
                    <a:pt x="986" y="348"/>
                    <a:pt x="986" y="348"/>
                    <a:pt x="986" y="348"/>
                  </a:cubicBezTo>
                  <a:cubicBezTo>
                    <a:pt x="1010" y="281"/>
                    <a:pt x="1010" y="281"/>
                    <a:pt x="1010" y="281"/>
                  </a:cubicBezTo>
                  <a:cubicBezTo>
                    <a:pt x="1007" y="277"/>
                    <a:pt x="1007" y="277"/>
                    <a:pt x="1007" y="277"/>
                  </a:cubicBezTo>
                  <a:cubicBezTo>
                    <a:pt x="977" y="299"/>
                    <a:pt x="977" y="299"/>
                    <a:pt x="977" y="299"/>
                  </a:cubicBezTo>
                  <a:cubicBezTo>
                    <a:pt x="967" y="305"/>
                    <a:pt x="965" y="313"/>
                    <a:pt x="973" y="323"/>
                  </a:cubicBezTo>
                  <a:cubicBezTo>
                    <a:pt x="969" y="326"/>
                    <a:pt x="969" y="326"/>
                    <a:pt x="969" y="326"/>
                  </a:cubicBezTo>
                  <a:cubicBezTo>
                    <a:pt x="930" y="275"/>
                    <a:pt x="930" y="275"/>
                    <a:pt x="930" y="275"/>
                  </a:cubicBezTo>
                  <a:cubicBezTo>
                    <a:pt x="934" y="272"/>
                    <a:pt x="934" y="272"/>
                    <a:pt x="934" y="272"/>
                  </a:cubicBezTo>
                  <a:cubicBezTo>
                    <a:pt x="941" y="282"/>
                    <a:pt x="949" y="283"/>
                    <a:pt x="958" y="274"/>
                  </a:cubicBezTo>
                  <a:cubicBezTo>
                    <a:pt x="1025" y="224"/>
                    <a:pt x="1025" y="224"/>
                    <a:pt x="1025" y="224"/>
                  </a:cubicBezTo>
                  <a:cubicBezTo>
                    <a:pt x="1036" y="217"/>
                    <a:pt x="1038" y="209"/>
                    <a:pt x="1030" y="200"/>
                  </a:cubicBezTo>
                  <a:cubicBezTo>
                    <a:pt x="1033" y="197"/>
                    <a:pt x="1033" y="197"/>
                    <a:pt x="1033" y="197"/>
                  </a:cubicBezTo>
                  <a:cubicBezTo>
                    <a:pt x="1070" y="246"/>
                    <a:pt x="1070" y="246"/>
                    <a:pt x="1070" y="246"/>
                  </a:cubicBezTo>
                  <a:cubicBezTo>
                    <a:pt x="1091" y="274"/>
                    <a:pt x="1093" y="295"/>
                    <a:pt x="1076" y="309"/>
                  </a:cubicBezTo>
                  <a:cubicBezTo>
                    <a:pt x="1063" y="319"/>
                    <a:pt x="1049" y="317"/>
                    <a:pt x="1032" y="305"/>
                  </a:cubicBezTo>
                  <a:cubicBezTo>
                    <a:pt x="1011" y="368"/>
                    <a:pt x="1011" y="368"/>
                    <a:pt x="1011" y="368"/>
                  </a:cubicBezTo>
                  <a:cubicBezTo>
                    <a:pt x="1011" y="372"/>
                    <a:pt x="1011" y="375"/>
                    <a:pt x="1013" y="377"/>
                  </a:cubicBezTo>
                  <a:close/>
                  <a:moveTo>
                    <a:pt x="1121" y="427"/>
                  </a:moveTo>
                  <a:cubicBezTo>
                    <a:pt x="1159" y="412"/>
                    <a:pt x="1159" y="412"/>
                    <a:pt x="1159" y="412"/>
                  </a:cubicBezTo>
                  <a:cubicBezTo>
                    <a:pt x="1157" y="406"/>
                    <a:pt x="1157" y="406"/>
                    <a:pt x="1157" y="406"/>
                  </a:cubicBezTo>
                  <a:cubicBezTo>
                    <a:pt x="1152" y="407"/>
                    <a:pt x="1149" y="406"/>
                    <a:pt x="1148" y="403"/>
                  </a:cubicBezTo>
                  <a:cubicBezTo>
                    <a:pt x="1148" y="402"/>
                    <a:pt x="1147" y="399"/>
                    <a:pt x="1147" y="395"/>
                  </a:cubicBezTo>
                  <a:cubicBezTo>
                    <a:pt x="1147" y="386"/>
                    <a:pt x="1145" y="378"/>
                    <a:pt x="1143" y="373"/>
                  </a:cubicBezTo>
                  <a:cubicBezTo>
                    <a:pt x="1133" y="348"/>
                    <a:pt x="1116" y="340"/>
                    <a:pt x="1092" y="348"/>
                  </a:cubicBezTo>
                  <a:cubicBezTo>
                    <a:pt x="1077" y="353"/>
                    <a:pt x="1069" y="368"/>
                    <a:pt x="1067" y="393"/>
                  </a:cubicBezTo>
                  <a:cubicBezTo>
                    <a:pt x="1066" y="407"/>
                    <a:pt x="1066" y="407"/>
                    <a:pt x="1066" y="407"/>
                  </a:cubicBezTo>
                  <a:cubicBezTo>
                    <a:pt x="1066" y="423"/>
                    <a:pt x="1062" y="433"/>
                    <a:pt x="1052" y="436"/>
                  </a:cubicBezTo>
                  <a:cubicBezTo>
                    <a:pt x="1039" y="440"/>
                    <a:pt x="1030" y="435"/>
                    <a:pt x="1024" y="422"/>
                  </a:cubicBezTo>
                  <a:cubicBezTo>
                    <a:pt x="1017" y="403"/>
                    <a:pt x="1024" y="386"/>
                    <a:pt x="1046" y="370"/>
                  </a:cubicBezTo>
                  <a:cubicBezTo>
                    <a:pt x="1045" y="365"/>
                    <a:pt x="1045" y="365"/>
                    <a:pt x="1045" y="365"/>
                  </a:cubicBezTo>
                  <a:cubicBezTo>
                    <a:pt x="1002" y="382"/>
                    <a:pt x="1002" y="382"/>
                    <a:pt x="1002" y="382"/>
                  </a:cubicBezTo>
                  <a:cubicBezTo>
                    <a:pt x="1004" y="387"/>
                    <a:pt x="1004" y="387"/>
                    <a:pt x="1004" y="387"/>
                  </a:cubicBezTo>
                  <a:cubicBezTo>
                    <a:pt x="1008" y="387"/>
                    <a:pt x="1010" y="388"/>
                    <a:pt x="1011" y="391"/>
                  </a:cubicBezTo>
                  <a:cubicBezTo>
                    <a:pt x="1012" y="392"/>
                    <a:pt x="1013" y="395"/>
                    <a:pt x="1013" y="399"/>
                  </a:cubicBezTo>
                  <a:cubicBezTo>
                    <a:pt x="1014" y="408"/>
                    <a:pt x="1016" y="416"/>
                    <a:pt x="1019" y="423"/>
                  </a:cubicBezTo>
                  <a:cubicBezTo>
                    <a:pt x="1031" y="450"/>
                    <a:pt x="1049" y="460"/>
                    <a:pt x="1072" y="452"/>
                  </a:cubicBezTo>
                  <a:cubicBezTo>
                    <a:pt x="1087" y="446"/>
                    <a:pt x="1095" y="436"/>
                    <a:pt x="1097" y="420"/>
                  </a:cubicBezTo>
                  <a:cubicBezTo>
                    <a:pt x="1099" y="389"/>
                    <a:pt x="1099" y="389"/>
                    <a:pt x="1099" y="389"/>
                  </a:cubicBezTo>
                  <a:cubicBezTo>
                    <a:pt x="1100" y="373"/>
                    <a:pt x="1104" y="364"/>
                    <a:pt x="1113" y="362"/>
                  </a:cubicBezTo>
                  <a:cubicBezTo>
                    <a:pt x="1123" y="358"/>
                    <a:pt x="1131" y="362"/>
                    <a:pt x="1137" y="374"/>
                  </a:cubicBezTo>
                  <a:cubicBezTo>
                    <a:pt x="1143" y="391"/>
                    <a:pt x="1137" y="407"/>
                    <a:pt x="1119" y="422"/>
                  </a:cubicBezTo>
                  <a:cubicBezTo>
                    <a:pt x="1121" y="427"/>
                    <a:pt x="1121" y="427"/>
                    <a:pt x="1121" y="427"/>
                  </a:cubicBezTo>
                  <a:close/>
                  <a:moveTo>
                    <a:pt x="1055" y="527"/>
                  </a:moveTo>
                  <a:cubicBezTo>
                    <a:pt x="1051" y="528"/>
                    <a:pt x="1051" y="528"/>
                    <a:pt x="1051" y="528"/>
                  </a:cubicBezTo>
                  <a:cubicBezTo>
                    <a:pt x="1035" y="463"/>
                    <a:pt x="1035" y="463"/>
                    <a:pt x="1035" y="463"/>
                  </a:cubicBezTo>
                  <a:cubicBezTo>
                    <a:pt x="1039" y="462"/>
                    <a:pt x="1039" y="462"/>
                    <a:pt x="1039" y="462"/>
                  </a:cubicBezTo>
                  <a:cubicBezTo>
                    <a:pt x="1043" y="474"/>
                    <a:pt x="1049" y="479"/>
                    <a:pt x="1057" y="476"/>
                  </a:cubicBezTo>
                  <a:cubicBezTo>
                    <a:pt x="1146" y="454"/>
                    <a:pt x="1146" y="454"/>
                    <a:pt x="1146" y="454"/>
                  </a:cubicBezTo>
                  <a:cubicBezTo>
                    <a:pt x="1155" y="452"/>
                    <a:pt x="1159" y="445"/>
                    <a:pt x="1155" y="433"/>
                  </a:cubicBezTo>
                  <a:cubicBezTo>
                    <a:pt x="1160" y="432"/>
                    <a:pt x="1160" y="432"/>
                    <a:pt x="1160" y="432"/>
                  </a:cubicBezTo>
                  <a:cubicBezTo>
                    <a:pt x="1176" y="497"/>
                    <a:pt x="1176" y="497"/>
                    <a:pt x="1176" y="497"/>
                  </a:cubicBezTo>
                  <a:cubicBezTo>
                    <a:pt x="1172" y="498"/>
                    <a:pt x="1172" y="498"/>
                    <a:pt x="1172" y="498"/>
                  </a:cubicBezTo>
                  <a:cubicBezTo>
                    <a:pt x="1172" y="497"/>
                    <a:pt x="1171" y="497"/>
                    <a:pt x="1171" y="496"/>
                  </a:cubicBezTo>
                  <a:cubicBezTo>
                    <a:pt x="1168" y="485"/>
                    <a:pt x="1163" y="480"/>
                    <a:pt x="1153" y="483"/>
                  </a:cubicBezTo>
                  <a:cubicBezTo>
                    <a:pt x="1065" y="505"/>
                    <a:pt x="1065" y="505"/>
                    <a:pt x="1065" y="505"/>
                  </a:cubicBezTo>
                  <a:cubicBezTo>
                    <a:pt x="1055" y="507"/>
                    <a:pt x="1052" y="514"/>
                    <a:pt x="1055" y="527"/>
                  </a:cubicBezTo>
                  <a:close/>
                  <a:moveTo>
                    <a:pt x="1057" y="616"/>
                  </a:moveTo>
                  <a:cubicBezTo>
                    <a:pt x="1056" y="602"/>
                    <a:pt x="1062" y="596"/>
                    <a:pt x="1075" y="597"/>
                  </a:cubicBezTo>
                  <a:cubicBezTo>
                    <a:pt x="1175" y="595"/>
                    <a:pt x="1175" y="595"/>
                    <a:pt x="1175" y="595"/>
                  </a:cubicBezTo>
                  <a:cubicBezTo>
                    <a:pt x="1176" y="617"/>
                    <a:pt x="1166" y="630"/>
                    <a:pt x="1144" y="632"/>
                  </a:cubicBezTo>
                  <a:cubicBezTo>
                    <a:pt x="1144" y="638"/>
                    <a:pt x="1144" y="638"/>
                    <a:pt x="1144" y="638"/>
                  </a:cubicBezTo>
                  <a:cubicBezTo>
                    <a:pt x="1182" y="637"/>
                    <a:pt x="1182" y="637"/>
                    <a:pt x="1182" y="637"/>
                  </a:cubicBezTo>
                  <a:cubicBezTo>
                    <a:pt x="1180" y="523"/>
                    <a:pt x="1180" y="523"/>
                    <a:pt x="1180" y="523"/>
                  </a:cubicBezTo>
                  <a:cubicBezTo>
                    <a:pt x="1142" y="523"/>
                    <a:pt x="1142" y="523"/>
                    <a:pt x="1142" y="523"/>
                  </a:cubicBezTo>
                  <a:cubicBezTo>
                    <a:pt x="1142" y="528"/>
                    <a:pt x="1142" y="528"/>
                    <a:pt x="1142" y="528"/>
                  </a:cubicBezTo>
                  <a:cubicBezTo>
                    <a:pt x="1164" y="530"/>
                    <a:pt x="1175" y="542"/>
                    <a:pt x="1175" y="565"/>
                  </a:cubicBezTo>
                  <a:cubicBezTo>
                    <a:pt x="1074" y="566"/>
                    <a:pt x="1074" y="566"/>
                    <a:pt x="1074" y="566"/>
                  </a:cubicBezTo>
                  <a:cubicBezTo>
                    <a:pt x="1061" y="568"/>
                    <a:pt x="1055" y="562"/>
                    <a:pt x="1056" y="548"/>
                  </a:cubicBezTo>
                  <a:cubicBezTo>
                    <a:pt x="1051" y="548"/>
                    <a:pt x="1051" y="548"/>
                    <a:pt x="1051" y="548"/>
                  </a:cubicBezTo>
                  <a:cubicBezTo>
                    <a:pt x="1053" y="616"/>
                    <a:pt x="1053" y="616"/>
                    <a:pt x="1053" y="616"/>
                  </a:cubicBezTo>
                  <a:cubicBezTo>
                    <a:pt x="1057" y="616"/>
                    <a:pt x="1057" y="616"/>
                    <a:pt x="1057" y="616"/>
                  </a:cubicBezTo>
                  <a:close/>
                  <a:moveTo>
                    <a:pt x="1151" y="794"/>
                  </a:moveTo>
                  <a:cubicBezTo>
                    <a:pt x="1146" y="793"/>
                    <a:pt x="1146" y="793"/>
                    <a:pt x="1146" y="793"/>
                  </a:cubicBezTo>
                  <a:cubicBezTo>
                    <a:pt x="1146" y="793"/>
                    <a:pt x="1146" y="793"/>
                    <a:pt x="1146" y="792"/>
                  </a:cubicBezTo>
                  <a:cubicBezTo>
                    <a:pt x="1147" y="787"/>
                    <a:pt x="1145" y="782"/>
                    <a:pt x="1142" y="779"/>
                  </a:cubicBezTo>
                  <a:cubicBezTo>
                    <a:pt x="1091" y="731"/>
                    <a:pt x="1091" y="731"/>
                    <a:pt x="1091" y="731"/>
                  </a:cubicBezTo>
                  <a:cubicBezTo>
                    <a:pt x="1057" y="724"/>
                    <a:pt x="1057" y="724"/>
                    <a:pt x="1057" y="724"/>
                  </a:cubicBezTo>
                  <a:cubicBezTo>
                    <a:pt x="1045" y="720"/>
                    <a:pt x="1038" y="724"/>
                    <a:pt x="1036" y="737"/>
                  </a:cubicBezTo>
                  <a:cubicBezTo>
                    <a:pt x="1031" y="736"/>
                    <a:pt x="1031" y="736"/>
                    <a:pt x="1031" y="736"/>
                  </a:cubicBezTo>
                  <a:cubicBezTo>
                    <a:pt x="1045" y="671"/>
                    <a:pt x="1045" y="671"/>
                    <a:pt x="1045" y="671"/>
                  </a:cubicBezTo>
                  <a:cubicBezTo>
                    <a:pt x="1049" y="672"/>
                    <a:pt x="1049" y="672"/>
                    <a:pt x="1049" y="672"/>
                  </a:cubicBezTo>
                  <a:cubicBezTo>
                    <a:pt x="1046" y="685"/>
                    <a:pt x="1051" y="692"/>
                    <a:pt x="1063" y="693"/>
                  </a:cubicBezTo>
                  <a:cubicBezTo>
                    <a:pt x="1091" y="699"/>
                    <a:pt x="1091" y="699"/>
                    <a:pt x="1091" y="699"/>
                  </a:cubicBezTo>
                  <a:cubicBezTo>
                    <a:pt x="1160" y="678"/>
                    <a:pt x="1160" y="678"/>
                    <a:pt x="1160" y="678"/>
                  </a:cubicBezTo>
                  <a:cubicBezTo>
                    <a:pt x="1167" y="676"/>
                    <a:pt x="1171" y="672"/>
                    <a:pt x="1173" y="665"/>
                  </a:cubicBezTo>
                  <a:cubicBezTo>
                    <a:pt x="1178" y="666"/>
                    <a:pt x="1178" y="666"/>
                    <a:pt x="1178" y="666"/>
                  </a:cubicBezTo>
                  <a:cubicBezTo>
                    <a:pt x="1164" y="729"/>
                    <a:pt x="1164" y="729"/>
                    <a:pt x="1164" y="729"/>
                  </a:cubicBezTo>
                  <a:cubicBezTo>
                    <a:pt x="1160" y="728"/>
                    <a:pt x="1160" y="728"/>
                    <a:pt x="1160" y="728"/>
                  </a:cubicBezTo>
                  <a:cubicBezTo>
                    <a:pt x="1163" y="716"/>
                    <a:pt x="1162" y="711"/>
                    <a:pt x="1157" y="711"/>
                  </a:cubicBezTo>
                  <a:cubicBezTo>
                    <a:pt x="1155" y="711"/>
                    <a:pt x="1152" y="711"/>
                    <a:pt x="1148" y="713"/>
                  </a:cubicBezTo>
                  <a:cubicBezTo>
                    <a:pt x="1147" y="713"/>
                    <a:pt x="1146" y="714"/>
                    <a:pt x="1146" y="714"/>
                  </a:cubicBezTo>
                  <a:cubicBezTo>
                    <a:pt x="1097" y="727"/>
                    <a:pt x="1097" y="727"/>
                    <a:pt x="1097" y="727"/>
                  </a:cubicBezTo>
                  <a:cubicBezTo>
                    <a:pt x="1128" y="755"/>
                    <a:pt x="1128" y="755"/>
                    <a:pt x="1128" y="755"/>
                  </a:cubicBezTo>
                  <a:cubicBezTo>
                    <a:pt x="1133" y="760"/>
                    <a:pt x="1138" y="764"/>
                    <a:pt x="1143" y="765"/>
                  </a:cubicBezTo>
                  <a:cubicBezTo>
                    <a:pt x="1148" y="767"/>
                    <a:pt x="1152" y="763"/>
                    <a:pt x="1155" y="752"/>
                  </a:cubicBezTo>
                  <a:cubicBezTo>
                    <a:pt x="1159" y="753"/>
                    <a:pt x="1159" y="753"/>
                    <a:pt x="1159" y="753"/>
                  </a:cubicBezTo>
                  <a:lnTo>
                    <a:pt x="1151" y="794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/>
                <a:ea typeface="+mn-ea"/>
                <a:cs typeface="+mn-cs"/>
              </a:endParaRPr>
            </a:p>
          </p:txBody>
        </p:sp>
        <p:sp>
          <p:nvSpPr>
            <p:cNvPr id="40" name="íṥļiďè">
              <a:extLst>
                <a:ext uri="{FF2B5EF4-FFF2-40B4-BE49-F238E27FC236}">
                  <a16:creationId xmlns:a16="http://schemas.microsoft.com/office/drawing/2014/main" id="{626F92B2-6ECA-9A6B-898B-28306789588D}"/>
                </a:ext>
              </a:extLst>
            </p:cNvPr>
            <p:cNvSpPr/>
            <p:nvPr/>
          </p:nvSpPr>
          <p:spPr bwMode="auto">
            <a:xfrm>
              <a:off x="4260844" y="4031997"/>
              <a:ext cx="147714" cy="178275"/>
            </a:xfrm>
            <a:custGeom>
              <a:avLst/>
              <a:gdLst>
                <a:gd name="T0" fmla="*/ 4 w 111"/>
                <a:gd name="T1" fmla="*/ 78 h 133"/>
                <a:gd name="T2" fmla="*/ 1 w 111"/>
                <a:gd name="T3" fmla="*/ 41 h 133"/>
                <a:gd name="T4" fmla="*/ 14 w 111"/>
                <a:gd name="T5" fmla="*/ 16 h 133"/>
                <a:gd name="T6" fmla="*/ 40 w 111"/>
                <a:gd name="T7" fmla="*/ 3 h 133"/>
                <a:gd name="T8" fmla="*/ 63 w 111"/>
                <a:gd name="T9" fmla="*/ 1 h 133"/>
                <a:gd name="T10" fmla="*/ 82 w 111"/>
                <a:gd name="T11" fmla="*/ 9 h 133"/>
                <a:gd name="T12" fmla="*/ 96 w 111"/>
                <a:gd name="T13" fmla="*/ 26 h 133"/>
                <a:gd name="T14" fmla="*/ 106 w 111"/>
                <a:gd name="T15" fmla="*/ 54 h 133"/>
                <a:gd name="T16" fmla="*/ 109 w 111"/>
                <a:gd name="T17" fmla="*/ 91 h 133"/>
                <a:gd name="T18" fmla="*/ 97 w 111"/>
                <a:gd name="T19" fmla="*/ 115 h 133"/>
                <a:gd name="T20" fmla="*/ 70 w 111"/>
                <a:gd name="T21" fmla="*/ 129 h 133"/>
                <a:gd name="T22" fmla="*/ 31 w 111"/>
                <a:gd name="T23" fmla="*/ 125 h 133"/>
                <a:gd name="T24" fmla="*/ 4 w 111"/>
                <a:gd name="T25" fmla="*/ 78 h 133"/>
                <a:gd name="T26" fmla="*/ 24 w 111"/>
                <a:gd name="T27" fmla="*/ 73 h 133"/>
                <a:gd name="T28" fmla="*/ 42 w 111"/>
                <a:gd name="T29" fmla="*/ 112 h 133"/>
                <a:gd name="T30" fmla="*/ 67 w 111"/>
                <a:gd name="T31" fmla="*/ 117 h 133"/>
                <a:gd name="T32" fmla="*/ 87 w 111"/>
                <a:gd name="T33" fmla="*/ 101 h 133"/>
                <a:gd name="T34" fmla="*/ 87 w 111"/>
                <a:gd name="T35" fmla="*/ 59 h 133"/>
                <a:gd name="T36" fmla="*/ 68 w 111"/>
                <a:gd name="T37" fmla="*/ 20 h 133"/>
                <a:gd name="T38" fmla="*/ 43 w 111"/>
                <a:gd name="T39" fmla="*/ 15 h 133"/>
                <a:gd name="T40" fmla="*/ 24 w 111"/>
                <a:gd name="T41" fmla="*/ 29 h 133"/>
                <a:gd name="T42" fmla="*/ 24 w 111"/>
                <a:gd name="T43" fmla="*/ 73 h 13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</a:cxnLst>
              <a:rect l="0" t="0" r="r" b="b"/>
              <a:pathLst>
                <a:path w="111" h="133">
                  <a:moveTo>
                    <a:pt x="4" y="78"/>
                  </a:moveTo>
                  <a:cubicBezTo>
                    <a:pt x="0" y="63"/>
                    <a:pt x="0" y="51"/>
                    <a:pt x="1" y="41"/>
                  </a:cubicBezTo>
                  <a:cubicBezTo>
                    <a:pt x="3" y="31"/>
                    <a:pt x="7" y="23"/>
                    <a:pt x="14" y="16"/>
                  </a:cubicBezTo>
                  <a:cubicBezTo>
                    <a:pt x="20" y="10"/>
                    <a:pt x="29" y="5"/>
                    <a:pt x="40" y="3"/>
                  </a:cubicBezTo>
                  <a:cubicBezTo>
                    <a:pt x="49" y="1"/>
                    <a:pt x="56" y="0"/>
                    <a:pt x="63" y="1"/>
                  </a:cubicBezTo>
                  <a:cubicBezTo>
                    <a:pt x="70" y="3"/>
                    <a:pt x="77" y="5"/>
                    <a:pt x="82" y="9"/>
                  </a:cubicBezTo>
                  <a:cubicBezTo>
                    <a:pt x="87" y="13"/>
                    <a:pt x="92" y="19"/>
                    <a:pt x="96" y="26"/>
                  </a:cubicBezTo>
                  <a:cubicBezTo>
                    <a:pt x="100" y="32"/>
                    <a:pt x="104" y="42"/>
                    <a:pt x="106" y="54"/>
                  </a:cubicBezTo>
                  <a:cubicBezTo>
                    <a:pt x="110" y="69"/>
                    <a:pt x="111" y="81"/>
                    <a:pt x="109" y="91"/>
                  </a:cubicBezTo>
                  <a:cubicBezTo>
                    <a:pt x="107" y="101"/>
                    <a:pt x="103" y="109"/>
                    <a:pt x="97" y="115"/>
                  </a:cubicBezTo>
                  <a:cubicBezTo>
                    <a:pt x="90" y="122"/>
                    <a:pt x="81" y="127"/>
                    <a:pt x="70" y="129"/>
                  </a:cubicBezTo>
                  <a:cubicBezTo>
                    <a:pt x="55" y="133"/>
                    <a:pt x="42" y="131"/>
                    <a:pt x="31" y="125"/>
                  </a:cubicBezTo>
                  <a:cubicBezTo>
                    <a:pt x="18" y="117"/>
                    <a:pt x="9" y="101"/>
                    <a:pt x="4" y="78"/>
                  </a:cubicBezTo>
                  <a:close/>
                  <a:moveTo>
                    <a:pt x="24" y="73"/>
                  </a:moveTo>
                  <a:cubicBezTo>
                    <a:pt x="28" y="94"/>
                    <a:pt x="35" y="106"/>
                    <a:pt x="42" y="112"/>
                  </a:cubicBezTo>
                  <a:cubicBezTo>
                    <a:pt x="50" y="117"/>
                    <a:pt x="58" y="119"/>
                    <a:pt x="67" y="117"/>
                  </a:cubicBezTo>
                  <a:cubicBezTo>
                    <a:pt x="76" y="115"/>
                    <a:pt x="82" y="110"/>
                    <a:pt x="87" y="101"/>
                  </a:cubicBezTo>
                  <a:cubicBezTo>
                    <a:pt x="91" y="93"/>
                    <a:pt x="91" y="79"/>
                    <a:pt x="87" y="59"/>
                  </a:cubicBezTo>
                  <a:cubicBezTo>
                    <a:pt x="82" y="38"/>
                    <a:pt x="76" y="25"/>
                    <a:pt x="68" y="20"/>
                  </a:cubicBezTo>
                  <a:cubicBezTo>
                    <a:pt x="60" y="15"/>
                    <a:pt x="52" y="13"/>
                    <a:pt x="43" y="15"/>
                  </a:cubicBezTo>
                  <a:cubicBezTo>
                    <a:pt x="34" y="17"/>
                    <a:pt x="28" y="22"/>
                    <a:pt x="24" y="29"/>
                  </a:cubicBezTo>
                  <a:cubicBezTo>
                    <a:pt x="19" y="38"/>
                    <a:pt x="19" y="53"/>
                    <a:pt x="24" y="73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/>
                <a:ea typeface="+mn-ea"/>
                <a:cs typeface="+mn-cs"/>
              </a:endParaRPr>
            </a:p>
          </p:txBody>
        </p:sp>
        <p:sp>
          <p:nvSpPr>
            <p:cNvPr id="41" name="ïşḻiḋe">
              <a:extLst>
                <a:ext uri="{FF2B5EF4-FFF2-40B4-BE49-F238E27FC236}">
                  <a16:creationId xmlns:a16="http://schemas.microsoft.com/office/drawing/2014/main" id="{685D8249-CF4C-CBB6-21A2-F204D1F21B1C}"/>
                </a:ext>
              </a:extLst>
            </p:cNvPr>
            <p:cNvSpPr/>
            <p:nvPr/>
          </p:nvSpPr>
          <p:spPr bwMode="auto">
            <a:xfrm>
              <a:off x="4540989" y="3911449"/>
              <a:ext cx="162994" cy="191858"/>
            </a:xfrm>
            <a:custGeom>
              <a:avLst/>
              <a:gdLst>
                <a:gd name="T0" fmla="*/ 21 w 123"/>
                <a:gd name="T1" fmla="*/ 125 h 144"/>
                <a:gd name="T2" fmla="*/ 40 w 123"/>
                <a:gd name="T3" fmla="*/ 115 h 144"/>
                <a:gd name="T4" fmla="*/ 58 w 123"/>
                <a:gd name="T5" fmla="*/ 127 h 144"/>
                <a:gd name="T6" fmla="*/ 79 w 123"/>
                <a:gd name="T7" fmla="*/ 125 h 144"/>
                <a:gd name="T8" fmla="*/ 99 w 123"/>
                <a:gd name="T9" fmla="*/ 107 h 144"/>
                <a:gd name="T10" fmla="*/ 99 w 123"/>
                <a:gd name="T11" fmla="*/ 82 h 144"/>
                <a:gd name="T12" fmla="*/ 81 w 123"/>
                <a:gd name="T13" fmla="*/ 67 h 144"/>
                <a:gd name="T14" fmla="*/ 54 w 123"/>
                <a:gd name="T15" fmla="*/ 70 h 144"/>
                <a:gd name="T16" fmla="*/ 39 w 123"/>
                <a:gd name="T17" fmla="*/ 80 h 144"/>
                <a:gd name="T18" fmla="*/ 31 w 123"/>
                <a:gd name="T19" fmla="*/ 93 h 144"/>
                <a:gd name="T20" fmla="*/ 13 w 123"/>
                <a:gd name="T21" fmla="*/ 99 h 144"/>
                <a:gd name="T22" fmla="*/ 0 w 123"/>
                <a:gd name="T23" fmla="*/ 33 h 144"/>
                <a:gd name="T24" fmla="*/ 76 w 123"/>
                <a:gd name="T25" fmla="*/ 0 h 144"/>
                <a:gd name="T26" fmla="*/ 83 w 123"/>
                <a:gd name="T27" fmla="*/ 14 h 144"/>
                <a:gd name="T28" fmla="*/ 22 w 123"/>
                <a:gd name="T29" fmla="*/ 40 h 144"/>
                <a:gd name="T30" fmla="*/ 28 w 123"/>
                <a:gd name="T31" fmla="*/ 75 h 144"/>
                <a:gd name="T32" fmla="*/ 53 w 123"/>
                <a:gd name="T33" fmla="*/ 55 h 144"/>
                <a:gd name="T34" fmla="*/ 92 w 123"/>
                <a:gd name="T35" fmla="*/ 51 h 144"/>
                <a:gd name="T36" fmla="*/ 118 w 123"/>
                <a:gd name="T37" fmla="*/ 73 h 144"/>
                <a:gd name="T38" fmla="*/ 119 w 123"/>
                <a:gd name="T39" fmla="*/ 105 h 144"/>
                <a:gd name="T40" fmla="*/ 85 w 123"/>
                <a:gd name="T41" fmla="*/ 136 h 144"/>
                <a:gd name="T42" fmla="*/ 47 w 123"/>
                <a:gd name="T43" fmla="*/ 142 h 144"/>
                <a:gd name="T44" fmla="*/ 21 w 123"/>
                <a:gd name="T45" fmla="*/ 125 h 14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</a:cxnLst>
              <a:rect l="0" t="0" r="r" b="b"/>
              <a:pathLst>
                <a:path w="123" h="144">
                  <a:moveTo>
                    <a:pt x="21" y="125"/>
                  </a:moveTo>
                  <a:cubicBezTo>
                    <a:pt x="40" y="115"/>
                    <a:pt x="40" y="115"/>
                    <a:pt x="40" y="115"/>
                  </a:cubicBezTo>
                  <a:cubicBezTo>
                    <a:pt x="45" y="122"/>
                    <a:pt x="51" y="126"/>
                    <a:pt x="58" y="127"/>
                  </a:cubicBezTo>
                  <a:cubicBezTo>
                    <a:pt x="65" y="129"/>
                    <a:pt x="72" y="128"/>
                    <a:pt x="79" y="125"/>
                  </a:cubicBezTo>
                  <a:cubicBezTo>
                    <a:pt x="89" y="121"/>
                    <a:pt x="95" y="115"/>
                    <a:pt x="99" y="107"/>
                  </a:cubicBezTo>
                  <a:cubicBezTo>
                    <a:pt x="103" y="99"/>
                    <a:pt x="103" y="91"/>
                    <a:pt x="99" y="82"/>
                  </a:cubicBezTo>
                  <a:cubicBezTo>
                    <a:pt x="95" y="74"/>
                    <a:pt x="89" y="69"/>
                    <a:pt x="81" y="67"/>
                  </a:cubicBezTo>
                  <a:cubicBezTo>
                    <a:pt x="73" y="65"/>
                    <a:pt x="64" y="66"/>
                    <a:pt x="54" y="70"/>
                  </a:cubicBezTo>
                  <a:cubicBezTo>
                    <a:pt x="48" y="72"/>
                    <a:pt x="43" y="76"/>
                    <a:pt x="39" y="80"/>
                  </a:cubicBezTo>
                  <a:cubicBezTo>
                    <a:pt x="35" y="84"/>
                    <a:pt x="33" y="89"/>
                    <a:pt x="31" y="93"/>
                  </a:cubicBezTo>
                  <a:cubicBezTo>
                    <a:pt x="13" y="99"/>
                    <a:pt x="13" y="99"/>
                    <a:pt x="13" y="99"/>
                  </a:cubicBezTo>
                  <a:cubicBezTo>
                    <a:pt x="0" y="33"/>
                    <a:pt x="0" y="33"/>
                    <a:pt x="0" y="33"/>
                  </a:cubicBezTo>
                  <a:cubicBezTo>
                    <a:pt x="76" y="0"/>
                    <a:pt x="76" y="0"/>
                    <a:pt x="76" y="0"/>
                  </a:cubicBezTo>
                  <a:cubicBezTo>
                    <a:pt x="83" y="14"/>
                    <a:pt x="83" y="14"/>
                    <a:pt x="83" y="14"/>
                  </a:cubicBezTo>
                  <a:cubicBezTo>
                    <a:pt x="22" y="40"/>
                    <a:pt x="22" y="40"/>
                    <a:pt x="22" y="40"/>
                  </a:cubicBezTo>
                  <a:cubicBezTo>
                    <a:pt x="28" y="75"/>
                    <a:pt x="28" y="75"/>
                    <a:pt x="28" y="75"/>
                  </a:cubicBezTo>
                  <a:cubicBezTo>
                    <a:pt x="35" y="66"/>
                    <a:pt x="43" y="59"/>
                    <a:pt x="53" y="55"/>
                  </a:cubicBezTo>
                  <a:cubicBezTo>
                    <a:pt x="67" y="49"/>
                    <a:pt x="79" y="48"/>
                    <a:pt x="92" y="51"/>
                  </a:cubicBezTo>
                  <a:cubicBezTo>
                    <a:pt x="104" y="54"/>
                    <a:pt x="113" y="62"/>
                    <a:pt x="118" y="73"/>
                  </a:cubicBezTo>
                  <a:cubicBezTo>
                    <a:pt x="123" y="83"/>
                    <a:pt x="123" y="94"/>
                    <a:pt x="119" y="105"/>
                  </a:cubicBezTo>
                  <a:cubicBezTo>
                    <a:pt x="113" y="119"/>
                    <a:pt x="102" y="129"/>
                    <a:pt x="85" y="136"/>
                  </a:cubicBezTo>
                  <a:cubicBezTo>
                    <a:pt x="71" y="142"/>
                    <a:pt x="58" y="144"/>
                    <a:pt x="47" y="142"/>
                  </a:cubicBezTo>
                  <a:cubicBezTo>
                    <a:pt x="35" y="140"/>
                    <a:pt x="27" y="134"/>
                    <a:pt x="21" y="125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/>
                <a:ea typeface="+mn-ea"/>
                <a:cs typeface="+mn-cs"/>
              </a:endParaRPr>
            </a:p>
          </p:txBody>
        </p:sp>
        <p:sp>
          <p:nvSpPr>
            <p:cNvPr id="42" name="iśḷiḍê">
              <a:extLst>
                <a:ext uri="{FF2B5EF4-FFF2-40B4-BE49-F238E27FC236}">
                  <a16:creationId xmlns:a16="http://schemas.microsoft.com/office/drawing/2014/main" id="{F233C3D7-FCB8-8ED1-ED82-05746819403F}"/>
                </a:ext>
              </a:extLst>
            </p:cNvPr>
            <p:cNvSpPr/>
            <p:nvPr/>
          </p:nvSpPr>
          <p:spPr bwMode="auto">
            <a:xfrm>
              <a:off x="3953533" y="4011623"/>
              <a:ext cx="156202" cy="176577"/>
            </a:xfrm>
            <a:custGeom>
              <a:avLst/>
              <a:gdLst>
                <a:gd name="T0" fmla="*/ 1 w 117"/>
                <a:gd name="T1" fmla="*/ 84 h 132"/>
                <a:gd name="T2" fmla="*/ 20 w 117"/>
                <a:gd name="T3" fmla="*/ 88 h 132"/>
                <a:gd name="T4" fmla="*/ 25 w 117"/>
                <a:gd name="T5" fmla="*/ 106 h 132"/>
                <a:gd name="T6" fmla="*/ 40 w 117"/>
                <a:gd name="T7" fmla="*/ 115 h 132"/>
                <a:gd name="T8" fmla="*/ 57 w 117"/>
                <a:gd name="T9" fmla="*/ 117 h 132"/>
                <a:gd name="T10" fmla="*/ 70 w 117"/>
                <a:gd name="T11" fmla="*/ 112 h 132"/>
                <a:gd name="T12" fmla="*/ 81 w 117"/>
                <a:gd name="T13" fmla="*/ 100 h 132"/>
                <a:gd name="T14" fmla="*/ 90 w 117"/>
                <a:gd name="T15" fmla="*/ 82 h 132"/>
                <a:gd name="T16" fmla="*/ 91 w 117"/>
                <a:gd name="T17" fmla="*/ 79 h 132"/>
                <a:gd name="T18" fmla="*/ 71 w 117"/>
                <a:gd name="T19" fmla="*/ 86 h 132"/>
                <a:gd name="T20" fmla="*/ 49 w 117"/>
                <a:gd name="T21" fmla="*/ 84 h 132"/>
                <a:gd name="T22" fmla="*/ 19 w 117"/>
                <a:gd name="T23" fmla="*/ 63 h 132"/>
                <a:gd name="T24" fmla="*/ 15 w 117"/>
                <a:gd name="T25" fmla="*/ 30 h 132"/>
                <a:gd name="T26" fmla="*/ 38 w 117"/>
                <a:gd name="T27" fmla="*/ 5 h 132"/>
                <a:gd name="T28" fmla="*/ 76 w 117"/>
                <a:gd name="T29" fmla="*/ 4 h 132"/>
                <a:gd name="T30" fmla="*/ 102 w 117"/>
                <a:gd name="T31" fmla="*/ 19 h 132"/>
                <a:gd name="T32" fmla="*/ 115 w 117"/>
                <a:gd name="T33" fmla="*/ 43 h 132"/>
                <a:gd name="T34" fmla="*/ 112 w 117"/>
                <a:gd name="T35" fmla="*/ 79 h 132"/>
                <a:gd name="T36" fmla="*/ 94 w 117"/>
                <a:gd name="T37" fmla="*/ 114 h 132"/>
                <a:gd name="T38" fmla="*/ 68 w 117"/>
                <a:gd name="T39" fmla="*/ 129 h 132"/>
                <a:gd name="T40" fmla="*/ 36 w 117"/>
                <a:gd name="T41" fmla="*/ 128 h 132"/>
                <a:gd name="T42" fmla="*/ 9 w 117"/>
                <a:gd name="T43" fmla="*/ 111 h 132"/>
                <a:gd name="T44" fmla="*/ 1 w 117"/>
                <a:gd name="T45" fmla="*/ 84 h 132"/>
                <a:gd name="T46" fmla="*/ 96 w 117"/>
                <a:gd name="T47" fmla="*/ 54 h 132"/>
                <a:gd name="T48" fmla="*/ 93 w 117"/>
                <a:gd name="T49" fmla="*/ 31 h 132"/>
                <a:gd name="T50" fmla="*/ 75 w 117"/>
                <a:gd name="T51" fmla="*/ 17 h 132"/>
                <a:gd name="T52" fmla="*/ 50 w 117"/>
                <a:gd name="T53" fmla="*/ 18 h 132"/>
                <a:gd name="T54" fmla="*/ 34 w 117"/>
                <a:gd name="T55" fmla="*/ 37 h 132"/>
                <a:gd name="T56" fmla="*/ 37 w 117"/>
                <a:gd name="T57" fmla="*/ 58 h 132"/>
                <a:gd name="T58" fmla="*/ 57 w 117"/>
                <a:gd name="T59" fmla="*/ 72 h 132"/>
                <a:gd name="T60" fmla="*/ 81 w 117"/>
                <a:gd name="T61" fmla="*/ 72 h 132"/>
                <a:gd name="T62" fmla="*/ 96 w 117"/>
                <a:gd name="T63" fmla="*/ 54 h 13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</a:cxnLst>
              <a:rect l="0" t="0" r="r" b="b"/>
              <a:pathLst>
                <a:path w="117" h="132">
                  <a:moveTo>
                    <a:pt x="1" y="84"/>
                  </a:moveTo>
                  <a:cubicBezTo>
                    <a:pt x="20" y="88"/>
                    <a:pt x="20" y="88"/>
                    <a:pt x="20" y="88"/>
                  </a:cubicBezTo>
                  <a:cubicBezTo>
                    <a:pt x="20" y="96"/>
                    <a:pt x="21" y="101"/>
                    <a:pt x="25" y="106"/>
                  </a:cubicBezTo>
                  <a:cubicBezTo>
                    <a:pt x="28" y="110"/>
                    <a:pt x="33" y="113"/>
                    <a:pt x="40" y="115"/>
                  </a:cubicBezTo>
                  <a:cubicBezTo>
                    <a:pt x="46" y="117"/>
                    <a:pt x="51" y="118"/>
                    <a:pt x="57" y="117"/>
                  </a:cubicBezTo>
                  <a:cubicBezTo>
                    <a:pt x="62" y="116"/>
                    <a:pt x="66" y="114"/>
                    <a:pt x="70" y="112"/>
                  </a:cubicBezTo>
                  <a:cubicBezTo>
                    <a:pt x="74" y="109"/>
                    <a:pt x="78" y="105"/>
                    <a:pt x="81" y="100"/>
                  </a:cubicBezTo>
                  <a:cubicBezTo>
                    <a:pt x="85" y="94"/>
                    <a:pt x="88" y="88"/>
                    <a:pt x="90" y="82"/>
                  </a:cubicBezTo>
                  <a:cubicBezTo>
                    <a:pt x="90" y="82"/>
                    <a:pt x="90" y="81"/>
                    <a:pt x="91" y="79"/>
                  </a:cubicBezTo>
                  <a:cubicBezTo>
                    <a:pt x="85" y="83"/>
                    <a:pt x="79" y="85"/>
                    <a:pt x="71" y="86"/>
                  </a:cubicBezTo>
                  <a:cubicBezTo>
                    <a:pt x="64" y="87"/>
                    <a:pt x="56" y="86"/>
                    <a:pt x="49" y="84"/>
                  </a:cubicBezTo>
                  <a:cubicBezTo>
                    <a:pt x="36" y="80"/>
                    <a:pt x="26" y="73"/>
                    <a:pt x="19" y="63"/>
                  </a:cubicBezTo>
                  <a:cubicBezTo>
                    <a:pt x="12" y="53"/>
                    <a:pt x="11" y="42"/>
                    <a:pt x="15" y="30"/>
                  </a:cubicBezTo>
                  <a:cubicBezTo>
                    <a:pt x="18" y="18"/>
                    <a:pt x="26" y="9"/>
                    <a:pt x="38" y="5"/>
                  </a:cubicBezTo>
                  <a:cubicBezTo>
                    <a:pt x="49" y="0"/>
                    <a:pt x="62" y="0"/>
                    <a:pt x="76" y="4"/>
                  </a:cubicBezTo>
                  <a:cubicBezTo>
                    <a:pt x="86" y="7"/>
                    <a:pt x="95" y="12"/>
                    <a:pt x="102" y="19"/>
                  </a:cubicBezTo>
                  <a:cubicBezTo>
                    <a:pt x="109" y="25"/>
                    <a:pt x="113" y="33"/>
                    <a:pt x="115" y="43"/>
                  </a:cubicBezTo>
                  <a:cubicBezTo>
                    <a:pt x="117" y="52"/>
                    <a:pt x="116" y="64"/>
                    <a:pt x="112" y="79"/>
                  </a:cubicBezTo>
                  <a:cubicBezTo>
                    <a:pt x="107" y="94"/>
                    <a:pt x="101" y="106"/>
                    <a:pt x="94" y="114"/>
                  </a:cubicBezTo>
                  <a:cubicBezTo>
                    <a:pt x="87" y="122"/>
                    <a:pt x="78" y="127"/>
                    <a:pt x="68" y="129"/>
                  </a:cubicBezTo>
                  <a:cubicBezTo>
                    <a:pt x="58" y="132"/>
                    <a:pt x="47" y="131"/>
                    <a:pt x="36" y="128"/>
                  </a:cubicBezTo>
                  <a:cubicBezTo>
                    <a:pt x="24" y="124"/>
                    <a:pt x="15" y="118"/>
                    <a:pt x="9" y="111"/>
                  </a:cubicBezTo>
                  <a:cubicBezTo>
                    <a:pt x="2" y="103"/>
                    <a:pt x="0" y="94"/>
                    <a:pt x="1" y="84"/>
                  </a:cubicBezTo>
                  <a:close/>
                  <a:moveTo>
                    <a:pt x="96" y="54"/>
                  </a:moveTo>
                  <a:cubicBezTo>
                    <a:pt x="98" y="45"/>
                    <a:pt x="98" y="38"/>
                    <a:pt x="93" y="31"/>
                  </a:cubicBezTo>
                  <a:cubicBezTo>
                    <a:pt x="89" y="24"/>
                    <a:pt x="83" y="19"/>
                    <a:pt x="75" y="17"/>
                  </a:cubicBezTo>
                  <a:cubicBezTo>
                    <a:pt x="66" y="14"/>
                    <a:pt x="58" y="15"/>
                    <a:pt x="50" y="18"/>
                  </a:cubicBezTo>
                  <a:cubicBezTo>
                    <a:pt x="42" y="22"/>
                    <a:pt x="37" y="28"/>
                    <a:pt x="34" y="37"/>
                  </a:cubicBezTo>
                  <a:cubicBezTo>
                    <a:pt x="32" y="44"/>
                    <a:pt x="33" y="52"/>
                    <a:pt x="37" y="58"/>
                  </a:cubicBezTo>
                  <a:cubicBezTo>
                    <a:pt x="42" y="65"/>
                    <a:pt x="48" y="70"/>
                    <a:pt x="57" y="72"/>
                  </a:cubicBezTo>
                  <a:cubicBezTo>
                    <a:pt x="66" y="75"/>
                    <a:pt x="74" y="75"/>
                    <a:pt x="81" y="72"/>
                  </a:cubicBezTo>
                  <a:cubicBezTo>
                    <a:pt x="88" y="68"/>
                    <a:pt x="93" y="63"/>
                    <a:pt x="96" y="5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/>
                <a:ea typeface="+mn-ea"/>
                <a:cs typeface="+mn-cs"/>
              </a:endParaRPr>
            </a:p>
          </p:txBody>
        </p:sp>
        <p:sp>
          <p:nvSpPr>
            <p:cNvPr id="43" name="ïŝļíďê">
              <a:extLst>
                <a:ext uri="{FF2B5EF4-FFF2-40B4-BE49-F238E27FC236}">
                  <a16:creationId xmlns:a16="http://schemas.microsoft.com/office/drawing/2014/main" id="{24DFBF1D-DF3D-5C44-4D4C-41980CEDDF92}"/>
                </a:ext>
              </a:extLst>
            </p:cNvPr>
            <p:cNvSpPr/>
            <p:nvPr/>
          </p:nvSpPr>
          <p:spPr bwMode="auto">
            <a:xfrm>
              <a:off x="3731115" y="3918241"/>
              <a:ext cx="115454" cy="151109"/>
            </a:xfrm>
            <a:custGeom>
              <a:avLst/>
              <a:gdLst>
                <a:gd name="T0" fmla="*/ 16 w 87"/>
                <a:gd name="T1" fmla="*/ 114 h 114"/>
                <a:gd name="T2" fmla="*/ 0 w 87"/>
                <a:gd name="T3" fmla="*/ 103 h 114"/>
                <a:gd name="T4" fmla="*/ 55 w 87"/>
                <a:gd name="T5" fmla="*/ 20 h 114"/>
                <a:gd name="T6" fmla="*/ 34 w 87"/>
                <a:gd name="T7" fmla="*/ 18 h 114"/>
                <a:gd name="T8" fmla="*/ 12 w 87"/>
                <a:gd name="T9" fmla="*/ 13 h 114"/>
                <a:gd name="T10" fmla="*/ 20 w 87"/>
                <a:gd name="T11" fmla="*/ 1 h 114"/>
                <a:gd name="T12" fmla="*/ 52 w 87"/>
                <a:gd name="T13" fmla="*/ 4 h 114"/>
                <a:gd name="T14" fmla="*/ 77 w 87"/>
                <a:gd name="T15" fmla="*/ 0 h 114"/>
                <a:gd name="T16" fmla="*/ 87 w 87"/>
                <a:gd name="T17" fmla="*/ 7 h 114"/>
                <a:gd name="T18" fmla="*/ 16 w 87"/>
                <a:gd name="T19" fmla="*/ 114 h 11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87" h="114">
                  <a:moveTo>
                    <a:pt x="16" y="114"/>
                  </a:moveTo>
                  <a:cubicBezTo>
                    <a:pt x="0" y="103"/>
                    <a:pt x="0" y="103"/>
                    <a:pt x="0" y="103"/>
                  </a:cubicBezTo>
                  <a:cubicBezTo>
                    <a:pt x="55" y="20"/>
                    <a:pt x="55" y="20"/>
                    <a:pt x="55" y="20"/>
                  </a:cubicBezTo>
                  <a:cubicBezTo>
                    <a:pt x="49" y="20"/>
                    <a:pt x="42" y="19"/>
                    <a:pt x="34" y="18"/>
                  </a:cubicBezTo>
                  <a:cubicBezTo>
                    <a:pt x="25" y="17"/>
                    <a:pt x="18" y="15"/>
                    <a:pt x="12" y="13"/>
                  </a:cubicBezTo>
                  <a:cubicBezTo>
                    <a:pt x="20" y="1"/>
                    <a:pt x="20" y="1"/>
                    <a:pt x="20" y="1"/>
                  </a:cubicBezTo>
                  <a:cubicBezTo>
                    <a:pt x="32" y="3"/>
                    <a:pt x="42" y="5"/>
                    <a:pt x="52" y="4"/>
                  </a:cubicBezTo>
                  <a:cubicBezTo>
                    <a:pt x="63" y="4"/>
                    <a:pt x="71" y="3"/>
                    <a:pt x="77" y="0"/>
                  </a:cubicBezTo>
                  <a:cubicBezTo>
                    <a:pt x="87" y="7"/>
                    <a:pt x="87" y="7"/>
                    <a:pt x="87" y="7"/>
                  </a:cubicBezTo>
                  <a:lnTo>
                    <a:pt x="16" y="114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/>
                <a:ea typeface="+mn-ea"/>
                <a:cs typeface="+mn-cs"/>
              </a:endParaRPr>
            </a:p>
          </p:txBody>
        </p:sp>
        <p:sp>
          <p:nvSpPr>
            <p:cNvPr id="44" name="ïšľîdê">
              <a:extLst>
                <a:ext uri="{FF2B5EF4-FFF2-40B4-BE49-F238E27FC236}">
                  <a16:creationId xmlns:a16="http://schemas.microsoft.com/office/drawing/2014/main" id="{DF265A2E-4211-E8D3-4E34-08362099C401}"/>
                </a:ext>
              </a:extLst>
            </p:cNvPr>
            <p:cNvSpPr/>
            <p:nvPr/>
          </p:nvSpPr>
          <p:spPr bwMode="auto">
            <a:xfrm>
              <a:off x="3720928" y="2868968"/>
              <a:ext cx="927027" cy="1069647"/>
            </a:xfrm>
            <a:custGeom>
              <a:avLst/>
              <a:gdLst>
                <a:gd name="T0" fmla="*/ 278 w 696"/>
                <a:gd name="T1" fmla="*/ 294 h 802"/>
                <a:gd name="T2" fmla="*/ 355 w 696"/>
                <a:gd name="T3" fmla="*/ 253 h 802"/>
                <a:gd name="T4" fmla="*/ 351 w 696"/>
                <a:gd name="T5" fmla="*/ 199 h 802"/>
                <a:gd name="T6" fmla="*/ 293 w 696"/>
                <a:gd name="T7" fmla="*/ 184 h 802"/>
                <a:gd name="T8" fmla="*/ 402 w 696"/>
                <a:gd name="T9" fmla="*/ 0 h 802"/>
                <a:gd name="T10" fmla="*/ 425 w 696"/>
                <a:gd name="T11" fmla="*/ 167 h 802"/>
                <a:gd name="T12" fmla="*/ 690 w 696"/>
                <a:gd name="T13" fmla="*/ 189 h 802"/>
                <a:gd name="T14" fmla="*/ 453 w 696"/>
                <a:gd name="T15" fmla="*/ 208 h 802"/>
                <a:gd name="T16" fmla="*/ 405 w 696"/>
                <a:gd name="T17" fmla="*/ 353 h 802"/>
                <a:gd name="T18" fmla="*/ 365 w 696"/>
                <a:gd name="T19" fmla="*/ 493 h 802"/>
                <a:gd name="T20" fmla="*/ 359 w 696"/>
                <a:gd name="T21" fmla="*/ 724 h 802"/>
                <a:gd name="T22" fmla="*/ 342 w 696"/>
                <a:gd name="T23" fmla="*/ 799 h 802"/>
                <a:gd name="T24" fmla="*/ 298 w 696"/>
                <a:gd name="T25" fmla="*/ 622 h 802"/>
                <a:gd name="T26" fmla="*/ 51 w 696"/>
                <a:gd name="T27" fmla="*/ 588 h 802"/>
                <a:gd name="T28" fmla="*/ 0 w 696"/>
                <a:gd name="T29" fmla="*/ 586 h 802"/>
                <a:gd name="T30" fmla="*/ 306 w 696"/>
                <a:gd name="T31" fmla="*/ 546 h 802"/>
                <a:gd name="T32" fmla="*/ 361 w 696"/>
                <a:gd name="T33" fmla="*/ 325 h 802"/>
                <a:gd name="T34" fmla="*/ 302 w 696"/>
                <a:gd name="T35" fmla="*/ 364 h 802"/>
                <a:gd name="T36" fmla="*/ 283 w 696"/>
                <a:gd name="T37" fmla="*/ 417 h 802"/>
                <a:gd name="T38" fmla="*/ 104 w 696"/>
                <a:gd name="T39" fmla="*/ 502 h 802"/>
                <a:gd name="T40" fmla="*/ 23 w 696"/>
                <a:gd name="T41" fmla="*/ 325 h 802"/>
                <a:gd name="T42" fmla="*/ 239 w 696"/>
                <a:gd name="T43" fmla="*/ 204 h 802"/>
                <a:gd name="T44" fmla="*/ 453 w 696"/>
                <a:gd name="T45" fmla="*/ 491 h 802"/>
                <a:gd name="T46" fmla="*/ 500 w 696"/>
                <a:gd name="T47" fmla="*/ 530 h 802"/>
                <a:gd name="T48" fmla="*/ 395 w 696"/>
                <a:gd name="T49" fmla="*/ 572 h 802"/>
                <a:gd name="T50" fmla="*/ 502 w 696"/>
                <a:gd name="T51" fmla="*/ 587 h 802"/>
                <a:gd name="T52" fmla="*/ 513 w 696"/>
                <a:gd name="T53" fmla="*/ 616 h 802"/>
                <a:gd name="T54" fmla="*/ 406 w 696"/>
                <a:gd name="T55" fmla="*/ 690 h 802"/>
                <a:gd name="T56" fmla="*/ 560 w 696"/>
                <a:gd name="T57" fmla="*/ 745 h 802"/>
                <a:gd name="T58" fmla="*/ 559 w 696"/>
                <a:gd name="T59" fmla="*/ 667 h 802"/>
                <a:gd name="T60" fmla="*/ 608 w 696"/>
                <a:gd name="T61" fmla="*/ 646 h 802"/>
                <a:gd name="T62" fmla="*/ 663 w 696"/>
                <a:gd name="T63" fmla="*/ 601 h 802"/>
                <a:gd name="T64" fmla="*/ 668 w 696"/>
                <a:gd name="T65" fmla="*/ 557 h 802"/>
                <a:gd name="T66" fmla="*/ 667 w 696"/>
                <a:gd name="T67" fmla="*/ 489 h 802"/>
                <a:gd name="T68" fmla="*/ 639 w 696"/>
                <a:gd name="T69" fmla="*/ 514 h 802"/>
                <a:gd name="T70" fmla="*/ 572 w 696"/>
                <a:gd name="T71" fmla="*/ 517 h 802"/>
                <a:gd name="T72" fmla="*/ 533 w 696"/>
                <a:gd name="T73" fmla="*/ 490 h 802"/>
                <a:gd name="T74" fmla="*/ 453 w 696"/>
                <a:gd name="T75" fmla="*/ 491 h 802"/>
                <a:gd name="T76" fmla="*/ 556 w 696"/>
                <a:gd name="T77" fmla="*/ 584 h 802"/>
                <a:gd name="T78" fmla="*/ 624 w 696"/>
                <a:gd name="T79" fmla="*/ 584 h 802"/>
                <a:gd name="T80" fmla="*/ 513 w 696"/>
                <a:gd name="T81" fmla="*/ 357 h 802"/>
                <a:gd name="T82" fmla="*/ 488 w 696"/>
                <a:gd name="T83" fmla="*/ 461 h 802"/>
                <a:gd name="T84" fmla="*/ 679 w 696"/>
                <a:gd name="T85" fmla="*/ 422 h 802"/>
                <a:gd name="T86" fmla="*/ 513 w 696"/>
                <a:gd name="T87" fmla="*/ 357 h 802"/>
                <a:gd name="T88" fmla="*/ 480 w 696"/>
                <a:gd name="T89" fmla="*/ 410 h 802"/>
                <a:gd name="T90" fmla="*/ 575 w 696"/>
                <a:gd name="T91" fmla="*/ 433 h 802"/>
                <a:gd name="T92" fmla="*/ 581 w 696"/>
                <a:gd name="T93" fmla="*/ 389 h 802"/>
                <a:gd name="T94" fmla="*/ 524 w 696"/>
                <a:gd name="T95" fmla="*/ 234 h 802"/>
                <a:gd name="T96" fmla="*/ 493 w 696"/>
                <a:gd name="T97" fmla="*/ 341 h 802"/>
                <a:gd name="T98" fmla="*/ 694 w 696"/>
                <a:gd name="T99" fmla="*/ 293 h 802"/>
                <a:gd name="T100" fmla="*/ 524 w 696"/>
                <a:gd name="T101" fmla="*/ 234 h 802"/>
                <a:gd name="T102" fmla="*/ 492 w 696"/>
                <a:gd name="T103" fmla="*/ 291 h 802"/>
                <a:gd name="T104" fmla="*/ 587 w 696"/>
                <a:gd name="T105" fmla="*/ 311 h 802"/>
                <a:gd name="T106" fmla="*/ 593 w 696"/>
                <a:gd name="T107" fmla="*/ 270 h 802"/>
                <a:gd name="T108" fmla="*/ 87 w 696"/>
                <a:gd name="T109" fmla="*/ 375 h 802"/>
                <a:gd name="T110" fmla="*/ 106 w 696"/>
                <a:gd name="T111" fmla="*/ 443 h 802"/>
                <a:gd name="T112" fmla="*/ 199 w 696"/>
                <a:gd name="T113" fmla="*/ 455 h 802"/>
                <a:gd name="T114" fmla="*/ 225 w 696"/>
                <a:gd name="T115" fmla="*/ 371 h 802"/>
                <a:gd name="T116" fmla="*/ 225 w 696"/>
                <a:gd name="T117" fmla="*/ 322 h 802"/>
                <a:gd name="T118" fmla="*/ 170 w 696"/>
                <a:gd name="T119" fmla="*/ 241 h 802"/>
                <a:gd name="T120" fmla="*/ 76 w 696"/>
                <a:gd name="T121" fmla="*/ 327 h 80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  <a:cxn ang="0">
                  <a:pos x="T118" y="T119"/>
                </a:cxn>
                <a:cxn ang="0">
                  <a:pos x="T120" y="T121"/>
                </a:cxn>
              </a:cxnLst>
              <a:rect l="0" t="0" r="r" b="b"/>
              <a:pathLst>
                <a:path w="696" h="802">
                  <a:moveTo>
                    <a:pt x="274" y="278"/>
                  </a:moveTo>
                  <a:cubicBezTo>
                    <a:pt x="276" y="283"/>
                    <a:pt x="277" y="289"/>
                    <a:pt x="278" y="294"/>
                  </a:cubicBezTo>
                  <a:cubicBezTo>
                    <a:pt x="285" y="301"/>
                    <a:pt x="295" y="302"/>
                    <a:pt x="309" y="295"/>
                  </a:cubicBezTo>
                  <a:cubicBezTo>
                    <a:pt x="329" y="282"/>
                    <a:pt x="343" y="268"/>
                    <a:pt x="355" y="253"/>
                  </a:cubicBezTo>
                  <a:cubicBezTo>
                    <a:pt x="367" y="234"/>
                    <a:pt x="370" y="216"/>
                    <a:pt x="362" y="197"/>
                  </a:cubicBezTo>
                  <a:cubicBezTo>
                    <a:pt x="360" y="196"/>
                    <a:pt x="356" y="196"/>
                    <a:pt x="351" y="199"/>
                  </a:cubicBezTo>
                  <a:cubicBezTo>
                    <a:pt x="343" y="204"/>
                    <a:pt x="336" y="210"/>
                    <a:pt x="328" y="216"/>
                  </a:cubicBezTo>
                  <a:cubicBezTo>
                    <a:pt x="303" y="235"/>
                    <a:pt x="269" y="211"/>
                    <a:pt x="293" y="184"/>
                  </a:cubicBezTo>
                  <a:cubicBezTo>
                    <a:pt x="293" y="184"/>
                    <a:pt x="344" y="134"/>
                    <a:pt x="366" y="113"/>
                  </a:cubicBezTo>
                  <a:cubicBezTo>
                    <a:pt x="387" y="92"/>
                    <a:pt x="402" y="0"/>
                    <a:pt x="402" y="0"/>
                  </a:cubicBezTo>
                  <a:cubicBezTo>
                    <a:pt x="434" y="7"/>
                    <a:pt x="457" y="58"/>
                    <a:pt x="394" y="131"/>
                  </a:cubicBezTo>
                  <a:cubicBezTo>
                    <a:pt x="404" y="143"/>
                    <a:pt x="415" y="155"/>
                    <a:pt x="425" y="167"/>
                  </a:cubicBezTo>
                  <a:cubicBezTo>
                    <a:pt x="477" y="161"/>
                    <a:pt x="523" y="155"/>
                    <a:pt x="572" y="155"/>
                  </a:cubicBezTo>
                  <a:cubicBezTo>
                    <a:pt x="646" y="154"/>
                    <a:pt x="682" y="167"/>
                    <a:pt x="690" y="189"/>
                  </a:cubicBezTo>
                  <a:cubicBezTo>
                    <a:pt x="696" y="206"/>
                    <a:pt x="683" y="206"/>
                    <a:pt x="669" y="206"/>
                  </a:cubicBezTo>
                  <a:cubicBezTo>
                    <a:pt x="603" y="207"/>
                    <a:pt x="530" y="208"/>
                    <a:pt x="453" y="208"/>
                  </a:cubicBezTo>
                  <a:cubicBezTo>
                    <a:pt x="437" y="208"/>
                    <a:pt x="409" y="206"/>
                    <a:pt x="409" y="235"/>
                  </a:cubicBezTo>
                  <a:cubicBezTo>
                    <a:pt x="414" y="276"/>
                    <a:pt x="414" y="311"/>
                    <a:pt x="405" y="353"/>
                  </a:cubicBezTo>
                  <a:cubicBezTo>
                    <a:pt x="399" y="380"/>
                    <a:pt x="390" y="407"/>
                    <a:pt x="377" y="441"/>
                  </a:cubicBezTo>
                  <a:cubicBezTo>
                    <a:pt x="371" y="457"/>
                    <a:pt x="366" y="476"/>
                    <a:pt x="365" y="493"/>
                  </a:cubicBezTo>
                  <a:cubicBezTo>
                    <a:pt x="364" y="503"/>
                    <a:pt x="362" y="517"/>
                    <a:pt x="360" y="527"/>
                  </a:cubicBezTo>
                  <a:cubicBezTo>
                    <a:pt x="348" y="597"/>
                    <a:pt x="349" y="662"/>
                    <a:pt x="359" y="724"/>
                  </a:cubicBezTo>
                  <a:cubicBezTo>
                    <a:pt x="364" y="759"/>
                    <a:pt x="366" y="786"/>
                    <a:pt x="357" y="796"/>
                  </a:cubicBezTo>
                  <a:cubicBezTo>
                    <a:pt x="352" y="801"/>
                    <a:pt x="348" y="802"/>
                    <a:pt x="342" y="799"/>
                  </a:cubicBezTo>
                  <a:cubicBezTo>
                    <a:pt x="325" y="790"/>
                    <a:pt x="306" y="751"/>
                    <a:pt x="304" y="726"/>
                  </a:cubicBezTo>
                  <a:cubicBezTo>
                    <a:pt x="302" y="691"/>
                    <a:pt x="300" y="657"/>
                    <a:pt x="298" y="622"/>
                  </a:cubicBezTo>
                  <a:cubicBezTo>
                    <a:pt x="299" y="603"/>
                    <a:pt x="294" y="596"/>
                    <a:pt x="278" y="595"/>
                  </a:cubicBezTo>
                  <a:cubicBezTo>
                    <a:pt x="203" y="592"/>
                    <a:pt x="127" y="591"/>
                    <a:pt x="51" y="588"/>
                  </a:cubicBezTo>
                  <a:cubicBezTo>
                    <a:pt x="31" y="587"/>
                    <a:pt x="19" y="599"/>
                    <a:pt x="7" y="614"/>
                  </a:cubicBezTo>
                  <a:cubicBezTo>
                    <a:pt x="5" y="604"/>
                    <a:pt x="3" y="595"/>
                    <a:pt x="0" y="586"/>
                  </a:cubicBezTo>
                  <a:cubicBezTo>
                    <a:pt x="23" y="569"/>
                    <a:pt x="42" y="551"/>
                    <a:pt x="75" y="551"/>
                  </a:cubicBezTo>
                  <a:cubicBezTo>
                    <a:pt x="152" y="549"/>
                    <a:pt x="229" y="548"/>
                    <a:pt x="306" y="546"/>
                  </a:cubicBezTo>
                  <a:cubicBezTo>
                    <a:pt x="315" y="507"/>
                    <a:pt x="324" y="469"/>
                    <a:pt x="333" y="430"/>
                  </a:cubicBezTo>
                  <a:cubicBezTo>
                    <a:pt x="343" y="395"/>
                    <a:pt x="352" y="360"/>
                    <a:pt x="361" y="325"/>
                  </a:cubicBezTo>
                  <a:cubicBezTo>
                    <a:pt x="358" y="321"/>
                    <a:pt x="355" y="318"/>
                    <a:pt x="352" y="314"/>
                  </a:cubicBezTo>
                  <a:cubicBezTo>
                    <a:pt x="335" y="331"/>
                    <a:pt x="319" y="347"/>
                    <a:pt x="302" y="364"/>
                  </a:cubicBezTo>
                  <a:cubicBezTo>
                    <a:pt x="296" y="377"/>
                    <a:pt x="290" y="390"/>
                    <a:pt x="284" y="403"/>
                  </a:cubicBezTo>
                  <a:cubicBezTo>
                    <a:pt x="284" y="408"/>
                    <a:pt x="284" y="412"/>
                    <a:pt x="283" y="417"/>
                  </a:cubicBezTo>
                  <a:cubicBezTo>
                    <a:pt x="276" y="474"/>
                    <a:pt x="259" y="498"/>
                    <a:pt x="217" y="504"/>
                  </a:cubicBezTo>
                  <a:cubicBezTo>
                    <a:pt x="180" y="509"/>
                    <a:pt x="144" y="506"/>
                    <a:pt x="104" y="502"/>
                  </a:cubicBezTo>
                  <a:cubicBezTo>
                    <a:pt x="61" y="497"/>
                    <a:pt x="37" y="466"/>
                    <a:pt x="28" y="425"/>
                  </a:cubicBezTo>
                  <a:cubicBezTo>
                    <a:pt x="21" y="390"/>
                    <a:pt x="23" y="359"/>
                    <a:pt x="23" y="325"/>
                  </a:cubicBezTo>
                  <a:cubicBezTo>
                    <a:pt x="23" y="292"/>
                    <a:pt x="60" y="214"/>
                    <a:pt x="108" y="199"/>
                  </a:cubicBezTo>
                  <a:cubicBezTo>
                    <a:pt x="152" y="185"/>
                    <a:pt x="207" y="180"/>
                    <a:pt x="239" y="204"/>
                  </a:cubicBezTo>
                  <a:cubicBezTo>
                    <a:pt x="252" y="216"/>
                    <a:pt x="266" y="242"/>
                    <a:pt x="274" y="278"/>
                  </a:cubicBezTo>
                  <a:close/>
                  <a:moveTo>
                    <a:pt x="453" y="491"/>
                  </a:moveTo>
                  <a:cubicBezTo>
                    <a:pt x="439" y="497"/>
                    <a:pt x="428" y="508"/>
                    <a:pt x="427" y="515"/>
                  </a:cubicBezTo>
                  <a:cubicBezTo>
                    <a:pt x="420" y="536"/>
                    <a:pt x="464" y="528"/>
                    <a:pt x="500" y="530"/>
                  </a:cubicBezTo>
                  <a:cubicBezTo>
                    <a:pt x="521" y="530"/>
                    <a:pt x="531" y="547"/>
                    <a:pt x="507" y="556"/>
                  </a:cubicBezTo>
                  <a:cubicBezTo>
                    <a:pt x="470" y="561"/>
                    <a:pt x="432" y="567"/>
                    <a:pt x="395" y="572"/>
                  </a:cubicBezTo>
                  <a:cubicBezTo>
                    <a:pt x="377" y="574"/>
                    <a:pt x="362" y="604"/>
                    <a:pt x="390" y="606"/>
                  </a:cubicBezTo>
                  <a:cubicBezTo>
                    <a:pt x="411" y="607"/>
                    <a:pt x="457" y="597"/>
                    <a:pt x="502" y="587"/>
                  </a:cubicBezTo>
                  <a:cubicBezTo>
                    <a:pt x="507" y="586"/>
                    <a:pt x="513" y="587"/>
                    <a:pt x="514" y="592"/>
                  </a:cubicBezTo>
                  <a:cubicBezTo>
                    <a:pt x="515" y="601"/>
                    <a:pt x="514" y="610"/>
                    <a:pt x="513" y="616"/>
                  </a:cubicBezTo>
                  <a:cubicBezTo>
                    <a:pt x="493" y="622"/>
                    <a:pt x="405" y="655"/>
                    <a:pt x="387" y="662"/>
                  </a:cubicBezTo>
                  <a:cubicBezTo>
                    <a:pt x="372" y="668"/>
                    <a:pt x="368" y="692"/>
                    <a:pt x="406" y="690"/>
                  </a:cubicBezTo>
                  <a:cubicBezTo>
                    <a:pt x="439" y="686"/>
                    <a:pt x="476" y="675"/>
                    <a:pt x="514" y="663"/>
                  </a:cubicBezTo>
                  <a:cubicBezTo>
                    <a:pt x="520" y="699"/>
                    <a:pt x="533" y="726"/>
                    <a:pt x="560" y="745"/>
                  </a:cubicBezTo>
                  <a:cubicBezTo>
                    <a:pt x="574" y="751"/>
                    <a:pt x="585" y="748"/>
                    <a:pt x="582" y="722"/>
                  </a:cubicBezTo>
                  <a:cubicBezTo>
                    <a:pt x="568" y="693"/>
                    <a:pt x="560" y="678"/>
                    <a:pt x="559" y="667"/>
                  </a:cubicBezTo>
                  <a:cubicBezTo>
                    <a:pt x="556" y="654"/>
                    <a:pt x="561" y="648"/>
                    <a:pt x="576" y="648"/>
                  </a:cubicBezTo>
                  <a:cubicBezTo>
                    <a:pt x="587" y="647"/>
                    <a:pt x="598" y="647"/>
                    <a:pt x="608" y="646"/>
                  </a:cubicBezTo>
                  <a:cubicBezTo>
                    <a:pt x="614" y="647"/>
                    <a:pt x="621" y="646"/>
                    <a:pt x="627" y="642"/>
                  </a:cubicBezTo>
                  <a:cubicBezTo>
                    <a:pt x="637" y="635"/>
                    <a:pt x="658" y="610"/>
                    <a:pt x="663" y="601"/>
                  </a:cubicBezTo>
                  <a:cubicBezTo>
                    <a:pt x="664" y="589"/>
                    <a:pt x="662" y="586"/>
                    <a:pt x="663" y="575"/>
                  </a:cubicBezTo>
                  <a:cubicBezTo>
                    <a:pt x="664" y="569"/>
                    <a:pt x="665" y="563"/>
                    <a:pt x="668" y="557"/>
                  </a:cubicBezTo>
                  <a:cubicBezTo>
                    <a:pt x="670" y="553"/>
                    <a:pt x="674" y="552"/>
                    <a:pt x="675" y="546"/>
                  </a:cubicBezTo>
                  <a:cubicBezTo>
                    <a:pt x="670" y="528"/>
                    <a:pt x="669" y="509"/>
                    <a:pt x="667" y="489"/>
                  </a:cubicBezTo>
                  <a:cubicBezTo>
                    <a:pt x="664" y="473"/>
                    <a:pt x="643" y="474"/>
                    <a:pt x="640" y="487"/>
                  </a:cubicBezTo>
                  <a:cubicBezTo>
                    <a:pt x="639" y="496"/>
                    <a:pt x="640" y="505"/>
                    <a:pt x="639" y="514"/>
                  </a:cubicBezTo>
                  <a:cubicBezTo>
                    <a:pt x="635" y="536"/>
                    <a:pt x="618" y="537"/>
                    <a:pt x="603" y="537"/>
                  </a:cubicBezTo>
                  <a:cubicBezTo>
                    <a:pt x="590" y="537"/>
                    <a:pt x="562" y="537"/>
                    <a:pt x="572" y="517"/>
                  </a:cubicBezTo>
                  <a:cubicBezTo>
                    <a:pt x="585" y="498"/>
                    <a:pt x="581" y="483"/>
                    <a:pt x="561" y="485"/>
                  </a:cubicBezTo>
                  <a:cubicBezTo>
                    <a:pt x="552" y="486"/>
                    <a:pt x="543" y="489"/>
                    <a:pt x="533" y="490"/>
                  </a:cubicBezTo>
                  <a:cubicBezTo>
                    <a:pt x="522" y="491"/>
                    <a:pt x="492" y="486"/>
                    <a:pt x="475" y="487"/>
                  </a:cubicBezTo>
                  <a:cubicBezTo>
                    <a:pt x="466" y="487"/>
                    <a:pt x="464" y="486"/>
                    <a:pt x="453" y="491"/>
                  </a:cubicBezTo>
                  <a:close/>
                  <a:moveTo>
                    <a:pt x="591" y="563"/>
                  </a:moveTo>
                  <a:cubicBezTo>
                    <a:pt x="572" y="563"/>
                    <a:pt x="559" y="573"/>
                    <a:pt x="556" y="584"/>
                  </a:cubicBezTo>
                  <a:cubicBezTo>
                    <a:pt x="553" y="597"/>
                    <a:pt x="563" y="607"/>
                    <a:pt x="591" y="603"/>
                  </a:cubicBezTo>
                  <a:cubicBezTo>
                    <a:pt x="615" y="600"/>
                    <a:pt x="623" y="596"/>
                    <a:pt x="624" y="584"/>
                  </a:cubicBezTo>
                  <a:cubicBezTo>
                    <a:pt x="624" y="569"/>
                    <a:pt x="610" y="563"/>
                    <a:pt x="591" y="563"/>
                  </a:cubicBezTo>
                  <a:close/>
                  <a:moveTo>
                    <a:pt x="513" y="357"/>
                  </a:moveTo>
                  <a:cubicBezTo>
                    <a:pt x="468" y="353"/>
                    <a:pt x="427" y="380"/>
                    <a:pt x="427" y="411"/>
                  </a:cubicBezTo>
                  <a:cubicBezTo>
                    <a:pt x="426" y="438"/>
                    <a:pt x="447" y="455"/>
                    <a:pt x="488" y="461"/>
                  </a:cubicBezTo>
                  <a:cubicBezTo>
                    <a:pt x="533" y="467"/>
                    <a:pt x="560" y="469"/>
                    <a:pt x="604" y="470"/>
                  </a:cubicBezTo>
                  <a:cubicBezTo>
                    <a:pt x="640" y="470"/>
                    <a:pt x="678" y="453"/>
                    <a:pt x="679" y="422"/>
                  </a:cubicBezTo>
                  <a:cubicBezTo>
                    <a:pt x="681" y="376"/>
                    <a:pt x="647" y="365"/>
                    <a:pt x="603" y="361"/>
                  </a:cubicBezTo>
                  <a:cubicBezTo>
                    <a:pt x="603" y="361"/>
                    <a:pt x="513" y="357"/>
                    <a:pt x="513" y="357"/>
                  </a:cubicBezTo>
                  <a:close/>
                  <a:moveTo>
                    <a:pt x="530" y="389"/>
                  </a:moveTo>
                  <a:cubicBezTo>
                    <a:pt x="488" y="388"/>
                    <a:pt x="480" y="399"/>
                    <a:pt x="480" y="410"/>
                  </a:cubicBezTo>
                  <a:cubicBezTo>
                    <a:pt x="479" y="420"/>
                    <a:pt x="490" y="427"/>
                    <a:pt x="513" y="430"/>
                  </a:cubicBezTo>
                  <a:cubicBezTo>
                    <a:pt x="537" y="433"/>
                    <a:pt x="550" y="434"/>
                    <a:pt x="575" y="433"/>
                  </a:cubicBezTo>
                  <a:cubicBezTo>
                    <a:pt x="595" y="433"/>
                    <a:pt x="637" y="425"/>
                    <a:pt x="638" y="410"/>
                  </a:cubicBezTo>
                  <a:cubicBezTo>
                    <a:pt x="640" y="392"/>
                    <a:pt x="605" y="390"/>
                    <a:pt x="581" y="389"/>
                  </a:cubicBezTo>
                  <a:cubicBezTo>
                    <a:pt x="581" y="389"/>
                    <a:pt x="530" y="389"/>
                    <a:pt x="530" y="389"/>
                  </a:cubicBezTo>
                  <a:close/>
                  <a:moveTo>
                    <a:pt x="524" y="234"/>
                  </a:moveTo>
                  <a:cubicBezTo>
                    <a:pt x="462" y="235"/>
                    <a:pt x="439" y="261"/>
                    <a:pt x="438" y="292"/>
                  </a:cubicBezTo>
                  <a:cubicBezTo>
                    <a:pt x="437" y="319"/>
                    <a:pt x="452" y="337"/>
                    <a:pt x="493" y="341"/>
                  </a:cubicBezTo>
                  <a:cubicBezTo>
                    <a:pt x="537" y="341"/>
                    <a:pt x="582" y="342"/>
                    <a:pt x="626" y="341"/>
                  </a:cubicBezTo>
                  <a:cubicBezTo>
                    <a:pt x="662" y="340"/>
                    <a:pt x="694" y="324"/>
                    <a:pt x="694" y="293"/>
                  </a:cubicBezTo>
                  <a:cubicBezTo>
                    <a:pt x="694" y="244"/>
                    <a:pt x="658" y="237"/>
                    <a:pt x="615" y="235"/>
                  </a:cubicBezTo>
                  <a:cubicBezTo>
                    <a:pt x="615" y="235"/>
                    <a:pt x="525" y="235"/>
                    <a:pt x="524" y="234"/>
                  </a:cubicBezTo>
                  <a:close/>
                  <a:moveTo>
                    <a:pt x="543" y="270"/>
                  </a:moveTo>
                  <a:cubicBezTo>
                    <a:pt x="501" y="269"/>
                    <a:pt x="493" y="280"/>
                    <a:pt x="492" y="291"/>
                  </a:cubicBezTo>
                  <a:cubicBezTo>
                    <a:pt x="492" y="301"/>
                    <a:pt x="502" y="310"/>
                    <a:pt x="525" y="311"/>
                  </a:cubicBezTo>
                  <a:cubicBezTo>
                    <a:pt x="550" y="311"/>
                    <a:pt x="562" y="311"/>
                    <a:pt x="587" y="311"/>
                  </a:cubicBezTo>
                  <a:cubicBezTo>
                    <a:pt x="607" y="311"/>
                    <a:pt x="635" y="299"/>
                    <a:pt x="635" y="288"/>
                  </a:cubicBezTo>
                  <a:cubicBezTo>
                    <a:pt x="635" y="270"/>
                    <a:pt x="618" y="271"/>
                    <a:pt x="593" y="270"/>
                  </a:cubicBezTo>
                  <a:cubicBezTo>
                    <a:pt x="593" y="270"/>
                    <a:pt x="543" y="270"/>
                    <a:pt x="543" y="270"/>
                  </a:cubicBezTo>
                  <a:close/>
                  <a:moveTo>
                    <a:pt x="87" y="375"/>
                  </a:moveTo>
                  <a:cubicBezTo>
                    <a:pt x="73" y="376"/>
                    <a:pt x="70" y="379"/>
                    <a:pt x="72" y="390"/>
                  </a:cubicBezTo>
                  <a:cubicBezTo>
                    <a:pt x="80" y="408"/>
                    <a:pt x="86" y="428"/>
                    <a:pt x="106" y="443"/>
                  </a:cubicBezTo>
                  <a:cubicBezTo>
                    <a:pt x="123" y="456"/>
                    <a:pt x="134" y="458"/>
                    <a:pt x="155" y="458"/>
                  </a:cubicBezTo>
                  <a:cubicBezTo>
                    <a:pt x="174" y="458"/>
                    <a:pt x="187" y="457"/>
                    <a:pt x="199" y="455"/>
                  </a:cubicBezTo>
                  <a:cubicBezTo>
                    <a:pt x="213" y="452"/>
                    <a:pt x="224" y="442"/>
                    <a:pt x="227" y="425"/>
                  </a:cubicBezTo>
                  <a:cubicBezTo>
                    <a:pt x="229" y="407"/>
                    <a:pt x="228" y="382"/>
                    <a:pt x="225" y="371"/>
                  </a:cubicBezTo>
                  <a:cubicBezTo>
                    <a:pt x="177" y="372"/>
                    <a:pt x="135" y="373"/>
                    <a:pt x="87" y="375"/>
                  </a:cubicBezTo>
                  <a:close/>
                  <a:moveTo>
                    <a:pt x="225" y="322"/>
                  </a:moveTo>
                  <a:cubicBezTo>
                    <a:pt x="225" y="307"/>
                    <a:pt x="225" y="298"/>
                    <a:pt x="224" y="283"/>
                  </a:cubicBezTo>
                  <a:cubicBezTo>
                    <a:pt x="222" y="255"/>
                    <a:pt x="195" y="240"/>
                    <a:pt x="170" y="241"/>
                  </a:cubicBezTo>
                  <a:cubicBezTo>
                    <a:pt x="132" y="241"/>
                    <a:pt x="98" y="248"/>
                    <a:pt x="88" y="269"/>
                  </a:cubicBezTo>
                  <a:cubicBezTo>
                    <a:pt x="80" y="286"/>
                    <a:pt x="76" y="303"/>
                    <a:pt x="76" y="327"/>
                  </a:cubicBezTo>
                  <a:cubicBezTo>
                    <a:pt x="127" y="323"/>
                    <a:pt x="176" y="321"/>
                    <a:pt x="225" y="322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/>
                <a:ea typeface="+mn-ea"/>
                <a:cs typeface="+mn-cs"/>
              </a:endParaRPr>
            </a:p>
          </p:txBody>
        </p:sp>
        <p:grpSp>
          <p:nvGrpSpPr>
            <p:cNvPr id="45" name="îsľïde">
              <a:extLst>
                <a:ext uri="{FF2B5EF4-FFF2-40B4-BE49-F238E27FC236}">
                  <a16:creationId xmlns:a16="http://schemas.microsoft.com/office/drawing/2014/main" id="{EC7FB299-413F-981B-3BB3-B956E5F20D71}"/>
                </a:ext>
              </a:extLst>
            </p:cNvPr>
            <p:cNvGrpSpPr/>
            <p:nvPr/>
          </p:nvGrpSpPr>
          <p:grpSpPr>
            <a:xfrm>
              <a:off x="5491155" y="3891242"/>
              <a:ext cx="3281937" cy="380319"/>
              <a:chOff x="5459413" y="4016376"/>
              <a:chExt cx="3068637" cy="355601"/>
            </a:xfrm>
            <a:grpFill/>
          </p:grpSpPr>
          <p:sp>
            <p:nvSpPr>
              <p:cNvPr id="59" name="îsļiḋê">
                <a:extLst>
                  <a:ext uri="{FF2B5EF4-FFF2-40B4-BE49-F238E27FC236}">
                    <a16:creationId xmlns:a16="http://schemas.microsoft.com/office/drawing/2014/main" id="{76D22E61-990F-CC76-CB51-88F79BBF054F}"/>
                  </a:ext>
                </a:extLst>
              </p:cNvPr>
              <p:cNvSpPr/>
              <p:nvPr/>
            </p:nvSpPr>
            <p:spPr bwMode="auto">
              <a:xfrm>
                <a:off x="5459413" y="4022726"/>
                <a:ext cx="236537" cy="284163"/>
              </a:xfrm>
              <a:custGeom>
                <a:avLst/>
                <a:gdLst>
                  <a:gd name="T0" fmla="*/ 43 w 45"/>
                  <a:gd name="T1" fmla="*/ 13 h 52"/>
                  <a:gd name="T2" fmla="*/ 26 w 45"/>
                  <a:gd name="T3" fmla="*/ 2 h 52"/>
                  <a:gd name="T4" fmla="*/ 23 w 45"/>
                  <a:gd name="T5" fmla="*/ 2 h 52"/>
                  <a:gd name="T6" fmla="*/ 16 w 45"/>
                  <a:gd name="T7" fmla="*/ 8 h 52"/>
                  <a:gd name="T8" fmla="*/ 16 w 45"/>
                  <a:gd name="T9" fmla="*/ 24 h 52"/>
                  <a:gd name="T10" fmla="*/ 23 w 45"/>
                  <a:gd name="T11" fmla="*/ 24 h 52"/>
                  <a:gd name="T12" fmla="*/ 31 w 45"/>
                  <a:gd name="T13" fmla="*/ 17 h 52"/>
                  <a:gd name="T14" fmla="*/ 31 w 45"/>
                  <a:gd name="T15" fmla="*/ 15 h 52"/>
                  <a:gd name="T16" fmla="*/ 33 w 45"/>
                  <a:gd name="T17" fmla="*/ 15 h 52"/>
                  <a:gd name="T18" fmla="*/ 33 w 45"/>
                  <a:gd name="T19" fmla="*/ 36 h 52"/>
                  <a:gd name="T20" fmla="*/ 31 w 45"/>
                  <a:gd name="T21" fmla="*/ 36 h 52"/>
                  <a:gd name="T22" fmla="*/ 31 w 45"/>
                  <a:gd name="T23" fmla="*/ 34 h 52"/>
                  <a:gd name="T24" fmla="*/ 24 w 45"/>
                  <a:gd name="T25" fmla="*/ 26 h 52"/>
                  <a:gd name="T26" fmla="*/ 16 w 45"/>
                  <a:gd name="T27" fmla="*/ 26 h 52"/>
                  <a:gd name="T28" fmla="*/ 16 w 45"/>
                  <a:gd name="T29" fmla="*/ 45 h 52"/>
                  <a:gd name="T30" fmla="*/ 21 w 45"/>
                  <a:gd name="T31" fmla="*/ 50 h 52"/>
                  <a:gd name="T32" fmla="*/ 25 w 45"/>
                  <a:gd name="T33" fmla="*/ 50 h 52"/>
                  <a:gd name="T34" fmla="*/ 25 w 45"/>
                  <a:gd name="T35" fmla="*/ 52 h 52"/>
                  <a:gd name="T36" fmla="*/ 0 w 45"/>
                  <a:gd name="T37" fmla="*/ 52 h 52"/>
                  <a:gd name="T38" fmla="*/ 0 w 45"/>
                  <a:gd name="T39" fmla="*/ 50 h 52"/>
                  <a:gd name="T40" fmla="*/ 3 w 45"/>
                  <a:gd name="T41" fmla="*/ 50 h 52"/>
                  <a:gd name="T42" fmla="*/ 8 w 45"/>
                  <a:gd name="T43" fmla="*/ 45 h 52"/>
                  <a:gd name="T44" fmla="*/ 8 w 45"/>
                  <a:gd name="T45" fmla="*/ 8 h 52"/>
                  <a:gd name="T46" fmla="*/ 2 w 45"/>
                  <a:gd name="T47" fmla="*/ 2 h 52"/>
                  <a:gd name="T48" fmla="*/ 0 w 45"/>
                  <a:gd name="T49" fmla="*/ 2 h 52"/>
                  <a:gd name="T50" fmla="*/ 0 w 45"/>
                  <a:gd name="T51" fmla="*/ 0 h 52"/>
                  <a:gd name="T52" fmla="*/ 41 w 45"/>
                  <a:gd name="T53" fmla="*/ 0 h 52"/>
                  <a:gd name="T54" fmla="*/ 45 w 45"/>
                  <a:gd name="T55" fmla="*/ 12 h 52"/>
                  <a:gd name="T56" fmla="*/ 43 w 45"/>
                  <a:gd name="T57" fmla="*/ 13 h 5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</a:cxnLst>
                <a:rect l="0" t="0" r="r" b="b"/>
                <a:pathLst>
                  <a:path w="45" h="52">
                    <a:moveTo>
                      <a:pt x="43" y="13"/>
                    </a:moveTo>
                    <a:cubicBezTo>
                      <a:pt x="41" y="9"/>
                      <a:pt x="37" y="2"/>
                      <a:pt x="26" y="2"/>
                    </a:cubicBezTo>
                    <a:cubicBezTo>
                      <a:pt x="23" y="2"/>
                      <a:pt x="23" y="2"/>
                      <a:pt x="23" y="2"/>
                    </a:cubicBezTo>
                    <a:cubicBezTo>
                      <a:pt x="19" y="2"/>
                      <a:pt x="16" y="4"/>
                      <a:pt x="16" y="8"/>
                    </a:cubicBezTo>
                    <a:cubicBezTo>
                      <a:pt x="16" y="24"/>
                      <a:pt x="16" y="24"/>
                      <a:pt x="16" y="24"/>
                    </a:cubicBezTo>
                    <a:cubicBezTo>
                      <a:pt x="23" y="24"/>
                      <a:pt x="23" y="24"/>
                      <a:pt x="23" y="24"/>
                    </a:cubicBezTo>
                    <a:cubicBezTo>
                      <a:pt x="27" y="24"/>
                      <a:pt x="31" y="21"/>
                      <a:pt x="31" y="17"/>
                    </a:cubicBezTo>
                    <a:cubicBezTo>
                      <a:pt x="31" y="15"/>
                      <a:pt x="31" y="15"/>
                      <a:pt x="31" y="15"/>
                    </a:cubicBezTo>
                    <a:cubicBezTo>
                      <a:pt x="33" y="15"/>
                      <a:pt x="33" y="15"/>
                      <a:pt x="33" y="15"/>
                    </a:cubicBezTo>
                    <a:cubicBezTo>
                      <a:pt x="33" y="36"/>
                      <a:pt x="33" y="36"/>
                      <a:pt x="33" y="36"/>
                    </a:cubicBezTo>
                    <a:cubicBezTo>
                      <a:pt x="31" y="36"/>
                      <a:pt x="31" y="36"/>
                      <a:pt x="31" y="36"/>
                    </a:cubicBezTo>
                    <a:cubicBezTo>
                      <a:pt x="31" y="34"/>
                      <a:pt x="31" y="34"/>
                      <a:pt x="31" y="34"/>
                    </a:cubicBezTo>
                    <a:cubicBezTo>
                      <a:pt x="31" y="31"/>
                      <a:pt x="28" y="26"/>
                      <a:pt x="24" y="26"/>
                    </a:cubicBezTo>
                    <a:cubicBezTo>
                      <a:pt x="16" y="26"/>
                      <a:pt x="16" y="26"/>
                      <a:pt x="16" y="26"/>
                    </a:cubicBezTo>
                    <a:cubicBezTo>
                      <a:pt x="16" y="45"/>
                      <a:pt x="16" y="45"/>
                      <a:pt x="16" y="45"/>
                    </a:cubicBezTo>
                    <a:cubicBezTo>
                      <a:pt x="16" y="48"/>
                      <a:pt x="18" y="50"/>
                      <a:pt x="21" y="50"/>
                    </a:cubicBezTo>
                    <a:cubicBezTo>
                      <a:pt x="25" y="50"/>
                      <a:pt x="25" y="50"/>
                      <a:pt x="25" y="50"/>
                    </a:cubicBezTo>
                    <a:cubicBezTo>
                      <a:pt x="25" y="52"/>
                      <a:pt x="25" y="52"/>
                      <a:pt x="25" y="52"/>
                    </a:cubicBezTo>
                    <a:cubicBezTo>
                      <a:pt x="0" y="52"/>
                      <a:pt x="0" y="52"/>
                      <a:pt x="0" y="52"/>
                    </a:cubicBezTo>
                    <a:cubicBezTo>
                      <a:pt x="0" y="50"/>
                      <a:pt x="0" y="50"/>
                      <a:pt x="0" y="50"/>
                    </a:cubicBezTo>
                    <a:cubicBezTo>
                      <a:pt x="3" y="50"/>
                      <a:pt x="3" y="50"/>
                      <a:pt x="3" y="50"/>
                    </a:cubicBezTo>
                    <a:cubicBezTo>
                      <a:pt x="6" y="50"/>
                      <a:pt x="8" y="49"/>
                      <a:pt x="8" y="45"/>
                    </a:cubicBezTo>
                    <a:cubicBezTo>
                      <a:pt x="8" y="8"/>
                      <a:pt x="8" y="8"/>
                      <a:pt x="8" y="8"/>
                    </a:cubicBezTo>
                    <a:cubicBezTo>
                      <a:pt x="8" y="5"/>
                      <a:pt x="6" y="2"/>
                      <a:pt x="2" y="2"/>
                    </a:cubicBezTo>
                    <a:cubicBezTo>
                      <a:pt x="0" y="2"/>
                      <a:pt x="0" y="2"/>
                      <a:pt x="0" y="2"/>
                    </a:cubicBezTo>
                    <a:cubicBezTo>
                      <a:pt x="0" y="0"/>
                      <a:pt x="0" y="0"/>
                      <a:pt x="0" y="0"/>
                    </a:cubicBezTo>
                    <a:cubicBezTo>
                      <a:pt x="41" y="0"/>
                      <a:pt x="41" y="0"/>
                      <a:pt x="41" y="0"/>
                    </a:cubicBezTo>
                    <a:cubicBezTo>
                      <a:pt x="45" y="12"/>
                      <a:pt x="45" y="12"/>
                      <a:pt x="45" y="12"/>
                    </a:cubicBezTo>
                    <a:lnTo>
                      <a:pt x="43" y="13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等线"/>
                  <a:ea typeface="+mn-ea"/>
                  <a:cs typeface="+mn-cs"/>
                </a:endParaRPr>
              </a:p>
            </p:txBody>
          </p:sp>
          <p:sp>
            <p:nvSpPr>
              <p:cNvPr id="60" name="íš1îḓe">
                <a:extLst>
                  <a:ext uri="{FF2B5EF4-FFF2-40B4-BE49-F238E27FC236}">
                    <a16:creationId xmlns:a16="http://schemas.microsoft.com/office/drawing/2014/main" id="{33D867E7-7054-B1F8-D752-870DFC899EB6}"/>
                  </a:ext>
                </a:extLst>
              </p:cNvPr>
              <p:cNvSpPr/>
              <p:nvPr/>
            </p:nvSpPr>
            <p:spPr bwMode="auto">
              <a:xfrm>
                <a:off x="5716588" y="4114801"/>
                <a:ext cx="193675" cy="201613"/>
              </a:xfrm>
              <a:custGeom>
                <a:avLst/>
                <a:gdLst>
                  <a:gd name="T0" fmla="*/ 0 w 37"/>
                  <a:gd name="T1" fmla="*/ 3 h 37"/>
                  <a:gd name="T2" fmla="*/ 12 w 37"/>
                  <a:gd name="T3" fmla="*/ 0 h 37"/>
                  <a:gd name="T4" fmla="*/ 12 w 37"/>
                  <a:gd name="T5" fmla="*/ 25 h 37"/>
                  <a:gd name="T6" fmla="*/ 18 w 37"/>
                  <a:gd name="T7" fmla="*/ 32 h 37"/>
                  <a:gd name="T8" fmla="*/ 24 w 37"/>
                  <a:gd name="T9" fmla="*/ 28 h 37"/>
                  <a:gd name="T10" fmla="*/ 24 w 37"/>
                  <a:gd name="T11" fmla="*/ 7 h 37"/>
                  <a:gd name="T12" fmla="*/ 22 w 37"/>
                  <a:gd name="T13" fmla="*/ 4 h 37"/>
                  <a:gd name="T14" fmla="*/ 19 w 37"/>
                  <a:gd name="T15" fmla="*/ 4 h 37"/>
                  <a:gd name="T16" fmla="*/ 19 w 37"/>
                  <a:gd name="T17" fmla="*/ 3 h 37"/>
                  <a:gd name="T18" fmla="*/ 32 w 37"/>
                  <a:gd name="T19" fmla="*/ 0 h 37"/>
                  <a:gd name="T20" fmla="*/ 32 w 37"/>
                  <a:gd name="T21" fmla="*/ 29 h 37"/>
                  <a:gd name="T22" fmla="*/ 35 w 37"/>
                  <a:gd name="T23" fmla="*/ 33 h 37"/>
                  <a:gd name="T24" fmla="*/ 37 w 37"/>
                  <a:gd name="T25" fmla="*/ 33 h 37"/>
                  <a:gd name="T26" fmla="*/ 37 w 37"/>
                  <a:gd name="T27" fmla="*/ 35 h 37"/>
                  <a:gd name="T28" fmla="*/ 24 w 37"/>
                  <a:gd name="T29" fmla="*/ 35 h 37"/>
                  <a:gd name="T30" fmla="*/ 24 w 37"/>
                  <a:gd name="T31" fmla="*/ 31 h 37"/>
                  <a:gd name="T32" fmla="*/ 15 w 37"/>
                  <a:gd name="T33" fmla="*/ 37 h 37"/>
                  <a:gd name="T34" fmla="*/ 5 w 37"/>
                  <a:gd name="T35" fmla="*/ 26 h 37"/>
                  <a:gd name="T36" fmla="*/ 5 w 37"/>
                  <a:gd name="T37" fmla="*/ 7 h 37"/>
                  <a:gd name="T38" fmla="*/ 2 w 37"/>
                  <a:gd name="T39" fmla="*/ 4 h 37"/>
                  <a:gd name="T40" fmla="*/ 0 w 37"/>
                  <a:gd name="T41" fmla="*/ 4 h 37"/>
                  <a:gd name="T42" fmla="*/ 0 w 37"/>
                  <a:gd name="T43" fmla="*/ 3 h 3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</a:cxnLst>
                <a:rect l="0" t="0" r="r" b="b"/>
                <a:pathLst>
                  <a:path w="37" h="37">
                    <a:moveTo>
                      <a:pt x="0" y="3"/>
                    </a:moveTo>
                    <a:cubicBezTo>
                      <a:pt x="12" y="0"/>
                      <a:pt x="12" y="0"/>
                      <a:pt x="12" y="0"/>
                    </a:cubicBezTo>
                    <a:cubicBezTo>
                      <a:pt x="12" y="25"/>
                      <a:pt x="12" y="25"/>
                      <a:pt x="12" y="25"/>
                    </a:cubicBezTo>
                    <a:cubicBezTo>
                      <a:pt x="12" y="28"/>
                      <a:pt x="14" y="32"/>
                      <a:pt x="18" y="32"/>
                    </a:cubicBezTo>
                    <a:cubicBezTo>
                      <a:pt x="21" y="32"/>
                      <a:pt x="23" y="30"/>
                      <a:pt x="24" y="28"/>
                    </a:cubicBezTo>
                    <a:cubicBezTo>
                      <a:pt x="24" y="7"/>
                      <a:pt x="24" y="7"/>
                      <a:pt x="24" y="7"/>
                    </a:cubicBezTo>
                    <a:cubicBezTo>
                      <a:pt x="24" y="5"/>
                      <a:pt x="24" y="4"/>
                      <a:pt x="22" y="4"/>
                    </a:cubicBezTo>
                    <a:cubicBezTo>
                      <a:pt x="21" y="4"/>
                      <a:pt x="20" y="4"/>
                      <a:pt x="19" y="4"/>
                    </a:cubicBezTo>
                    <a:cubicBezTo>
                      <a:pt x="19" y="3"/>
                      <a:pt x="19" y="3"/>
                      <a:pt x="19" y="3"/>
                    </a:cubicBezTo>
                    <a:cubicBezTo>
                      <a:pt x="32" y="0"/>
                      <a:pt x="32" y="0"/>
                      <a:pt x="32" y="0"/>
                    </a:cubicBezTo>
                    <a:cubicBezTo>
                      <a:pt x="32" y="29"/>
                      <a:pt x="32" y="29"/>
                      <a:pt x="32" y="29"/>
                    </a:cubicBezTo>
                    <a:cubicBezTo>
                      <a:pt x="32" y="32"/>
                      <a:pt x="33" y="33"/>
                      <a:pt x="35" y="33"/>
                    </a:cubicBezTo>
                    <a:cubicBezTo>
                      <a:pt x="37" y="33"/>
                      <a:pt x="37" y="33"/>
                      <a:pt x="37" y="33"/>
                    </a:cubicBezTo>
                    <a:cubicBezTo>
                      <a:pt x="37" y="35"/>
                      <a:pt x="37" y="35"/>
                      <a:pt x="37" y="35"/>
                    </a:cubicBezTo>
                    <a:cubicBezTo>
                      <a:pt x="24" y="35"/>
                      <a:pt x="24" y="35"/>
                      <a:pt x="24" y="35"/>
                    </a:cubicBezTo>
                    <a:cubicBezTo>
                      <a:pt x="24" y="31"/>
                      <a:pt x="24" y="31"/>
                      <a:pt x="24" y="31"/>
                    </a:cubicBezTo>
                    <a:cubicBezTo>
                      <a:pt x="23" y="33"/>
                      <a:pt x="20" y="37"/>
                      <a:pt x="15" y="37"/>
                    </a:cubicBezTo>
                    <a:cubicBezTo>
                      <a:pt x="10" y="37"/>
                      <a:pt x="5" y="34"/>
                      <a:pt x="5" y="26"/>
                    </a:cubicBezTo>
                    <a:cubicBezTo>
                      <a:pt x="5" y="7"/>
                      <a:pt x="5" y="7"/>
                      <a:pt x="5" y="7"/>
                    </a:cubicBezTo>
                    <a:cubicBezTo>
                      <a:pt x="5" y="6"/>
                      <a:pt x="4" y="4"/>
                      <a:pt x="2" y="4"/>
                    </a:cubicBezTo>
                    <a:cubicBezTo>
                      <a:pt x="2" y="4"/>
                      <a:pt x="1" y="4"/>
                      <a:pt x="0" y="4"/>
                    </a:cubicBezTo>
                    <a:lnTo>
                      <a:pt x="0" y="3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等线"/>
                  <a:ea typeface="+mn-ea"/>
                  <a:cs typeface="+mn-cs"/>
                </a:endParaRPr>
              </a:p>
            </p:txBody>
          </p:sp>
          <p:sp>
            <p:nvSpPr>
              <p:cNvPr id="61" name="iš1iďe">
                <a:extLst>
                  <a:ext uri="{FF2B5EF4-FFF2-40B4-BE49-F238E27FC236}">
                    <a16:creationId xmlns:a16="http://schemas.microsoft.com/office/drawing/2014/main" id="{A658283C-6FC0-4D68-CED9-B35184A70D25}"/>
                  </a:ext>
                </a:extLst>
              </p:cNvPr>
              <p:cNvSpPr/>
              <p:nvPr/>
            </p:nvSpPr>
            <p:spPr bwMode="auto">
              <a:xfrm>
                <a:off x="5937250" y="4016376"/>
                <a:ext cx="193675" cy="300038"/>
              </a:xfrm>
              <a:custGeom>
                <a:avLst/>
                <a:gdLst>
                  <a:gd name="T0" fmla="*/ 23 w 37"/>
                  <a:gd name="T1" fmla="*/ 53 h 55"/>
                  <a:gd name="T2" fmla="*/ 23 w 37"/>
                  <a:gd name="T3" fmla="*/ 50 h 55"/>
                  <a:gd name="T4" fmla="*/ 14 w 37"/>
                  <a:gd name="T5" fmla="*/ 55 h 55"/>
                  <a:gd name="T6" fmla="*/ 0 w 37"/>
                  <a:gd name="T7" fmla="*/ 36 h 55"/>
                  <a:gd name="T8" fmla="*/ 15 w 37"/>
                  <a:gd name="T9" fmla="*/ 18 h 55"/>
                  <a:gd name="T10" fmla="*/ 23 w 37"/>
                  <a:gd name="T11" fmla="*/ 21 h 55"/>
                  <a:gd name="T12" fmla="*/ 23 w 37"/>
                  <a:gd name="T13" fmla="*/ 7 h 55"/>
                  <a:gd name="T14" fmla="*/ 20 w 37"/>
                  <a:gd name="T15" fmla="*/ 4 h 55"/>
                  <a:gd name="T16" fmla="*/ 17 w 37"/>
                  <a:gd name="T17" fmla="*/ 5 h 55"/>
                  <a:gd name="T18" fmla="*/ 16 w 37"/>
                  <a:gd name="T19" fmla="*/ 3 h 55"/>
                  <a:gd name="T20" fmla="*/ 31 w 37"/>
                  <a:gd name="T21" fmla="*/ 0 h 55"/>
                  <a:gd name="T22" fmla="*/ 31 w 37"/>
                  <a:gd name="T23" fmla="*/ 48 h 55"/>
                  <a:gd name="T24" fmla="*/ 35 w 37"/>
                  <a:gd name="T25" fmla="*/ 51 h 55"/>
                  <a:gd name="T26" fmla="*/ 37 w 37"/>
                  <a:gd name="T27" fmla="*/ 51 h 55"/>
                  <a:gd name="T28" fmla="*/ 37 w 37"/>
                  <a:gd name="T29" fmla="*/ 53 h 55"/>
                  <a:gd name="T30" fmla="*/ 23 w 37"/>
                  <a:gd name="T31" fmla="*/ 53 h 55"/>
                  <a:gd name="T32" fmla="*/ 23 w 37"/>
                  <a:gd name="T33" fmla="*/ 24 h 55"/>
                  <a:gd name="T34" fmla="*/ 17 w 37"/>
                  <a:gd name="T35" fmla="*/ 21 h 55"/>
                  <a:gd name="T36" fmla="*/ 8 w 37"/>
                  <a:gd name="T37" fmla="*/ 37 h 55"/>
                  <a:gd name="T38" fmla="*/ 17 w 37"/>
                  <a:gd name="T39" fmla="*/ 51 h 55"/>
                  <a:gd name="T40" fmla="*/ 23 w 37"/>
                  <a:gd name="T41" fmla="*/ 48 h 55"/>
                  <a:gd name="T42" fmla="*/ 23 w 37"/>
                  <a:gd name="T43" fmla="*/ 24 h 55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</a:cxnLst>
                <a:rect l="0" t="0" r="r" b="b"/>
                <a:pathLst>
                  <a:path w="37" h="55">
                    <a:moveTo>
                      <a:pt x="23" y="53"/>
                    </a:moveTo>
                    <a:cubicBezTo>
                      <a:pt x="23" y="50"/>
                      <a:pt x="23" y="50"/>
                      <a:pt x="23" y="50"/>
                    </a:cubicBezTo>
                    <a:cubicBezTo>
                      <a:pt x="22" y="52"/>
                      <a:pt x="20" y="55"/>
                      <a:pt x="14" y="55"/>
                    </a:cubicBezTo>
                    <a:cubicBezTo>
                      <a:pt x="5" y="55"/>
                      <a:pt x="0" y="45"/>
                      <a:pt x="0" y="36"/>
                    </a:cubicBezTo>
                    <a:cubicBezTo>
                      <a:pt x="0" y="26"/>
                      <a:pt x="6" y="18"/>
                      <a:pt x="15" y="18"/>
                    </a:cubicBezTo>
                    <a:cubicBezTo>
                      <a:pt x="19" y="18"/>
                      <a:pt x="21" y="19"/>
                      <a:pt x="23" y="21"/>
                    </a:cubicBezTo>
                    <a:cubicBezTo>
                      <a:pt x="23" y="7"/>
                      <a:pt x="23" y="7"/>
                      <a:pt x="23" y="7"/>
                    </a:cubicBezTo>
                    <a:cubicBezTo>
                      <a:pt x="23" y="6"/>
                      <a:pt x="22" y="4"/>
                      <a:pt x="20" y="4"/>
                    </a:cubicBezTo>
                    <a:cubicBezTo>
                      <a:pt x="19" y="4"/>
                      <a:pt x="18" y="5"/>
                      <a:pt x="17" y="5"/>
                    </a:cubicBezTo>
                    <a:cubicBezTo>
                      <a:pt x="16" y="3"/>
                      <a:pt x="16" y="3"/>
                      <a:pt x="16" y="3"/>
                    </a:cubicBezTo>
                    <a:cubicBezTo>
                      <a:pt x="31" y="0"/>
                      <a:pt x="31" y="0"/>
                      <a:pt x="31" y="0"/>
                    </a:cubicBezTo>
                    <a:cubicBezTo>
                      <a:pt x="31" y="48"/>
                      <a:pt x="31" y="48"/>
                      <a:pt x="31" y="48"/>
                    </a:cubicBezTo>
                    <a:cubicBezTo>
                      <a:pt x="31" y="50"/>
                      <a:pt x="32" y="51"/>
                      <a:pt x="35" y="51"/>
                    </a:cubicBezTo>
                    <a:cubicBezTo>
                      <a:pt x="37" y="51"/>
                      <a:pt x="37" y="51"/>
                      <a:pt x="37" y="51"/>
                    </a:cubicBezTo>
                    <a:cubicBezTo>
                      <a:pt x="37" y="53"/>
                      <a:pt x="37" y="53"/>
                      <a:pt x="37" y="53"/>
                    </a:cubicBezTo>
                    <a:lnTo>
                      <a:pt x="23" y="53"/>
                    </a:lnTo>
                    <a:close/>
                    <a:moveTo>
                      <a:pt x="23" y="24"/>
                    </a:moveTo>
                    <a:cubicBezTo>
                      <a:pt x="22" y="22"/>
                      <a:pt x="21" y="21"/>
                      <a:pt x="17" y="21"/>
                    </a:cubicBezTo>
                    <a:cubicBezTo>
                      <a:pt x="10" y="21"/>
                      <a:pt x="8" y="30"/>
                      <a:pt x="8" y="37"/>
                    </a:cubicBezTo>
                    <a:cubicBezTo>
                      <a:pt x="8" y="45"/>
                      <a:pt x="12" y="51"/>
                      <a:pt x="17" y="51"/>
                    </a:cubicBezTo>
                    <a:cubicBezTo>
                      <a:pt x="20" y="51"/>
                      <a:pt x="22" y="49"/>
                      <a:pt x="23" y="48"/>
                    </a:cubicBezTo>
                    <a:lnTo>
                      <a:pt x="23" y="24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等线"/>
                  <a:ea typeface="+mn-ea"/>
                  <a:cs typeface="+mn-cs"/>
                </a:endParaRPr>
              </a:p>
            </p:txBody>
          </p:sp>
          <p:sp>
            <p:nvSpPr>
              <p:cNvPr id="62" name="iŝļíḓè">
                <a:extLst>
                  <a:ext uri="{FF2B5EF4-FFF2-40B4-BE49-F238E27FC236}">
                    <a16:creationId xmlns:a16="http://schemas.microsoft.com/office/drawing/2014/main" id="{81AE6087-76C2-C90B-BBE2-32C2D8AB9CD9}"/>
                  </a:ext>
                </a:extLst>
              </p:cNvPr>
              <p:cNvSpPr/>
              <p:nvPr/>
            </p:nvSpPr>
            <p:spPr bwMode="auto">
              <a:xfrm>
                <a:off x="6153150" y="4114801"/>
                <a:ext cx="173037" cy="201613"/>
              </a:xfrm>
              <a:custGeom>
                <a:avLst/>
                <a:gdLst>
                  <a:gd name="T0" fmla="*/ 25 w 33"/>
                  <a:gd name="T1" fmla="*/ 37 h 37"/>
                  <a:gd name="T2" fmla="*/ 19 w 33"/>
                  <a:gd name="T3" fmla="*/ 33 h 37"/>
                  <a:gd name="T4" fmla="*/ 9 w 33"/>
                  <a:gd name="T5" fmla="*/ 37 h 37"/>
                  <a:gd name="T6" fmla="*/ 0 w 33"/>
                  <a:gd name="T7" fmla="*/ 29 h 37"/>
                  <a:gd name="T8" fmla="*/ 3 w 33"/>
                  <a:gd name="T9" fmla="*/ 24 h 37"/>
                  <a:gd name="T10" fmla="*/ 19 w 33"/>
                  <a:gd name="T11" fmla="*/ 15 h 37"/>
                  <a:gd name="T12" fmla="*/ 19 w 33"/>
                  <a:gd name="T13" fmla="*/ 6 h 37"/>
                  <a:gd name="T14" fmla="*/ 15 w 33"/>
                  <a:gd name="T15" fmla="*/ 2 h 37"/>
                  <a:gd name="T16" fmla="*/ 11 w 33"/>
                  <a:gd name="T17" fmla="*/ 6 h 37"/>
                  <a:gd name="T18" fmla="*/ 6 w 33"/>
                  <a:gd name="T19" fmla="*/ 12 h 37"/>
                  <a:gd name="T20" fmla="*/ 1 w 33"/>
                  <a:gd name="T21" fmla="*/ 7 h 37"/>
                  <a:gd name="T22" fmla="*/ 3 w 33"/>
                  <a:gd name="T23" fmla="*/ 3 h 37"/>
                  <a:gd name="T24" fmla="*/ 15 w 33"/>
                  <a:gd name="T25" fmla="*/ 0 h 37"/>
                  <a:gd name="T26" fmla="*/ 26 w 33"/>
                  <a:gd name="T27" fmla="*/ 3 h 37"/>
                  <a:gd name="T28" fmla="*/ 27 w 33"/>
                  <a:gd name="T29" fmla="*/ 9 h 37"/>
                  <a:gd name="T30" fmla="*/ 27 w 33"/>
                  <a:gd name="T31" fmla="*/ 28 h 37"/>
                  <a:gd name="T32" fmla="*/ 29 w 33"/>
                  <a:gd name="T33" fmla="*/ 33 h 37"/>
                  <a:gd name="T34" fmla="*/ 32 w 33"/>
                  <a:gd name="T35" fmla="*/ 31 h 37"/>
                  <a:gd name="T36" fmla="*/ 33 w 33"/>
                  <a:gd name="T37" fmla="*/ 32 h 37"/>
                  <a:gd name="T38" fmla="*/ 25 w 33"/>
                  <a:gd name="T39" fmla="*/ 37 h 37"/>
                  <a:gd name="T40" fmla="*/ 19 w 33"/>
                  <a:gd name="T41" fmla="*/ 17 h 37"/>
                  <a:gd name="T42" fmla="*/ 9 w 33"/>
                  <a:gd name="T43" fmla="*/ 28 h 37"/>
                  <a:gd name="T44" fmla="*/ 14 w 33"/>
                  <a:gd name="T45" fmla="*/ 33 h 37"/>
                  <a:gd name="T46" fmla="*/ 19 w 33"/>
                  <a:gd name="T47" fmla="*/ 31 h 37"/>
                  <a:gd name="T48" fmla="*/ 19 w 33"/>
                  <a:gd name="T49" fmla="*/ 17 h 3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</a:cxnLst>
                <a:rect l="0" t="0" r="r" b="b"/>
                <a:pathLst>
                  <a:path w="33" h="37">
                    <a:moveTo>
                      <a:pt x="25" y="37"/>
                    </a:moveTo>
                    <a:cubicBezTo>
                      <a:pt x="23" y="37"/>
                      <a:pt x="20" y="35"/>
                      <a:pt x="19" y="33"/>
                    </a:cubicBezTo>
                    <a:cubicBezTo>
                      <a:pt x="17" y="34"/>
                      <a:pt x="14" y="37"/>
                      <a:pt x="9" y="37"/>
                    </a:cubicBezTo>
                    <a:cubicBezTo>
                      <a:pt x="3" y="37"/>
                      <a:pt x="0" y="33"/>
                      <a:pt x="0" y="29"/>
                    </a:cubicBezTo>
                    <a:cubicBezTo>
                      <a:pt x="0" y="28"/>
                      <a:pt x="1" y="26"/>
                      <a:pt x="3" y="24"/>
                    </a:cubicBezTo>
                    <a:cubicBezTo>
                      <a:pt x="7" y="18"/>
                      <a:pt x="14" y="16"/>
                      <a:pt x="19" y="15"/>
                    </a:cubicBezTo>
                    <a:cubicBezTo>
                      <a:pt x="19" y="6"/>
                      <a:pt x="19" y="6"/>
                      <a:pt x="19" y="6"/>
                    </a:cubicBezTo>
                    <a:cubicBezTo>
                      <a:pt x="19" y="5"/>
                      <a:pt x="19" y="2"/>
                      <a:pt x="15" y="2"/>
                    </a:cubicBezTo>
                    <a:cubicBezTo>
                      <a:pt x="11" y="2"/>
                      <a:pt x="11" y="5"/>
                      <a:pt x="11" y="6"/>
                    </a:cubicBezTo>
                    <a:cubicBezTo>
                      <a:pt x="10" y="8"/>
                      <a:pt x="10" y="12"/>
                      <a:pt x="6" y="12"/>
                    </a:cubicBezTo>
                    <a:cubicBezTo>
                      <a:pt x="3" y="12"/>
                      <a:pt x="1" y="10"/>
                      <a:pt x="1" y="7"/>
                    </a:cubicBezTo>
                    <a:cubicBezTo>
                      <a:pt x="1" y="6"/>
                      <a:pt x="2" y="4"/>
                      <a:pt x="3" y="3"/>
                    </a:cubicBezTo>
                    <a:cubicBezTo>
                      <a:pt x="7" y="0"/>
                      <a:pt x="14" y="0"/>
                      <a:pt x="15" y="0"/>
                    </a:cubicBezTo>
                    <a:cubicBezTo>
                      <a:pt x="17" y="0"/>
                      <a:pt x="24" y="0"/>
                      <a:pt x="26" y="3"/>
                    </a:cubicBezTo>
                    <a:cubicBezTo>
                      <a:pt x="27" y="5"/>
                      <a:pt x="27" y="8"/>
                      <a:pt x="27" y="9"/>
                    </a:cubicBezTo>
                    <a:cubicBezTo>
                      <a:pt x="27" y="28"/>
                      <a:pt x="27" y="28"/>
                      <a:pt x="27" y="28"/>
                    </a:cubicBezTo>
                    <a:cubicBezTo>
                      <a:pt x="27" y="30"/>
                      <a:pt x="27" y="33"/>
                      <a:pt x="29" y="33"/>
                    </a:cubicBezTo>
                    <a:cubicBezTo>
                      <a:pt x="31" y="33"/>
                      <a:pt x="32" y="32"/>
                      <a:pt x="32" y="31"/>
                    </a:cubicBezTo>
                    <a:cubicBezTo>
                      <a:pt x="33" y="32"/>
                      <a:pt x="33" y="32"/>
                      <a:pt x="33" y="32"/>
                    </a:cubicBezTo>
                    <a:cubicBezTo>
                      <a:pt x="30" y="37"/>
                      <a:pt x="26" y="37"/>
                      <a:pt x="25" y="37"/>
                    </a:cubicBezTo>
                    <a:close/>
                    <a:moveTo>
                      <a:pt x="19" y="17"/>
                    </a:moveTo>
                    <a:cubicBezTo>
                      <a:pt x="16" y="18"/>
                      <a:pt x="9" y="22"/>
                      <a:pt x="9" y="28"/>
                    </a:cubicBezTo>
                    <a:cubicBezTo>
                      <a:pt x="9" y="33"/>
                      <a:pt x="13" y="33"/>
                      <a:pt x="14" y="33"/>
                    </a:cubicBezTo>
                    <a:cubicBezTo>
                      <a:pt x="16" y="33"/>
                      <a:pt x="18" y="33"/>
                      <a:pt x="19" y="31"/>
                    </a:cubicBezTo>
                    <a:lnTo>
                      <a:pt x="19" y="17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等线"/>
                  <a:ea typeface="+mn-ea"/>
                  <a:cs typeface="+mn-cs"/>
                </a:endParaRPr>
              </a:p>
            </p:txBody>
          </p:sp>
          <p:sp>
            <p:nvSpPr>
              <p:cNvPr id="63" name="îšļîḋê">
                <a:extLst>
                  <a:ext uri="{FF2B5EF4-FFF2-40B4-BE49-F238E27FC236}">
                    <a16:creationId xmlns:a16="http://schemas.microsoft.com/office/drawing/2014/main" id="{400177E2-4AD7-9501-7BA8-8051B6201E96}"/>
                  </a:ext>
                </a:extLst>
              </p:cNvPr>
              <p:cNvSpPr/>
              <p:nvPr/>
            </p:nvSpPr>
            <p:spPr bwMode="auto">
              <a:xfrm>
                <a:off x="6337300" y="4114801"/>
                <a:ext cx="198437" cy="192088"/>
              </a:xfrm>
              <a:custGeom>
                <a:avLst/>
                <a:gdLst>
                  <a:gd name="T0" fmla="*/ 0 w 38"/>
                  <a:gd name="T1" fmla="*/ 33 h 35"/>
                  <a:gd name="T2" fmla="*/ 5 w 38"/>
                  <a:gd name="T3" fmla="*/ 29 h 35"/>
                  <a:gd name="T4" fmla="*/ 5 w 38"/>
                  <a:gd name="T5" fmla="*/ 7 h 35"/>
                  <a:gd name="T6" fmla="*/ 3 w 38"/>
                  <a:gd name="T7" fmla="*/ 4 h 35"/>
                  <a:gd name="T8" fmla="*/ 0 w 38"/>
                  <a:gd name="T9" fmla="*/ 4 h 35"/>
                  <a:gd name="T10" fmla="*/ 0 w 38"/>
                  <a:gd name="T11" fmla="*/ 2 h 35"/>
                  <a:gd name="T12" fmla="*/ 12 w 38"/>
                  <a:gd name="T13" fmla="*/ 0 h 35"/>
                  <a:gd name="T14" fmla="*/ 12 w 38"/>
                  <a:gd name="T15" fmla="*/ 6 h 35"/>
                  <a:gd name="T16" fmla="*/ 24 w 38"/>
                  <a:gd name="T17" fmla="*/ 0 h 35"/>
                  <a:gd name="T18" fmla="*/ 33 w 38"/>
                  <a:gd name="T19" fmla="*/ 10 h 35"/>
                  <a:gd name="T20" fmla="*/ 33 w 38"/>
                  <a:gd name="T21" fmla="*/ 29 h 35"/>
                  <a:gd name="T22" fmla="*/ 36 w 38"/>
                  <a:gd name="T23" fmla="*/ 33 h 35"/>
                  <a:gd name="T24" fmla="*/ 38 w 38"/>
                  <a:gd name="T25" fmla="*/ 33 h 35"/>
                  <a:gd name="T26" fmla="*/ 38 w 38"/>
                  <a:gd name="T27" fmla="*/ 35 h 35"/>
                  <a:gd name="T28" fmla="*/ 25 w 38"/>
                  <a:gd name="T29" fmla="*/ 35 h 35"/>
                  <a:gd name="T30" fmla="*/ 25 w 38"/>
                  <a:gd name="T31" fmla="*/ 11 h 35"/>
                  <a:gd name="T32" fmla="*/ 20 w 38"/>
                  <a:gd name="T33" fmla="*/ 4 h 35"/>
                  <a:gd name="T34" fmla="*/ 12 w 38"/>
                  <a:gd name="T35" fmla="*/ 9 h 35"/>
                  <a:gd name="T36" fmla="*/ 12 w 38"/>
                  <a:gd name="T37" fmla="*/ 29 h 35"/>
                  <a:gd name="T38" fmla="*/ 17 w 38"/>
                  <a:gd name="T39" fmla="*/ 33 h 35"/>
                  <a:gd name="T40" fmla="*/ 17 w 38"/>
                  <a:gd name="T41" fmla="*/ 35 h 35"/>
                  <a:gd name="T42" fmla="*/ 0 w 38"/>
                  <a:gd name="T43" fmla="*/ 35 h 35"/>
                  <a:gd name="T44" fmla="*/ 0 w 38"/>
                  <a:gd name="T45" fmla="*/ 33 h 35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</a:cxnLst>
                <a:rect l="0" t="0" r="r" b="b"/>
                <a:pathLst>
                  <a:path w="38" h="35">
                    <a:moveTo>
                      <a:pt x="0" y="33"/>
                    </a:moveTo>
                    <a:cubicBezTo>
                      <a:pt x="3" y="33"/>
                      <a:pt x="5" y="33"/>
                      <a:pt x="5" y="29"/>
                    </a:cubicBezTo>
                    <a:cubicBezTo>
                      <a:pt x="5" y="7"/>
                      <a:pt x="5" y="7"/>
                      <a:pt x="5" y="7"/>
                    </a:cubicBezTo>
                    <a:cubicBezTo>
                      <a:pt x="5" y="6"/>
                      <a:pt x="5" y="4"/>
                      <a:pt x="3" y="4"/>
                    </a:cubicBezTo>
                    <a:cubicBezTo>
                      <a:pt x="2" y="4"/>
                      <a:pt x="1" y="4"/>
                      <a:pt x="0" y="4"/>
                    </a:cubicBezTo>
                    <a:cubicBezTo>
                      <a:pt x="0" y="2"/>
                      <a:pt x="0" y="2"/>
                      <a:pt x="0" y="2"/>
                    </a:cubicBezTo>
                    <a:cubicBezTo>
                      <a:pt x="12" y="0"/>
                      <a:pt x="12" y="0"/>
                      <a:pt x="12" y="0"/>
                    </a:cubicBezTo>
                    <a:cubicBezTo>
                      <a:pt x="12" y="6"/>
                      <a:pt x="12" y="6"/>
                      <a:pt x="12" y="6"/>
                    </a:cubicBezTo>
                    <a:cubicBezTo>
                      <a:pt x="14" y="4"/>
                      <a:pt x="18" y="0"/>
                      <a:pt x="24" y="0"/>
                    </a:cubicBezTo>
                    <a:cubicBezTo>
                      <a:pt x="29" y="0"/>
                      <a:pt x="33" y="4"/>
                      <a:pt x="33" y="10"/>
                    </a:cubicBezTo>
                    <a:cubicBezTo>
                      <a:pt x="33" y="29"/>
                      <a:pt x="33" y="29"/>
                      <a:pt x="33" y="29"/>
                    </a:cubicBezTo>
                    <a:cubicBezTo>
                      <a:pt x="33" y="31"/>
                      <a:pt x="34" y="33"/>
                      <a:pt x="36" y="33"/>
                    </a:cubicBezTo>
                    <a:cubicBezTo>
                      <a:pt x="38" y="33"/>
                      <a:pt x="38" y="33"/>
                      <a:pt x="38" y="33"/>
                    </a:cubicBezTo>
                    <a:cubicBezTo>
                      <a:pt x="38" y="35"/>
                      <a:pt x="38" y="35"/>
                      <a:pt x="38" y="35"/>
                    </a:cubicBezTo>
                    <a:cubicBezTo>
                      <a:pt x="25" y="35"/>
                      <a:pt x="25" y="35"/>
                      <a:pt x="25" y="35"/>
                    </a:cubicBezTo>
                    <a:cubicBezTo>
                      <a:pt x="25" y="11"/>
                      <a:pt x="25" y="11"/>
                      <a:pt x="25" y="11"/>
                    </a:cubicBezTo>
                    <a:cubicBezTo>
                      <a:pt x="25" y="6"/>
                      <a:pt x="22" y="4"/>
                      <a:pt x="20" y="4"/>
                    </a:cubicBezTo>
                    <a:cubicBezTo>
                      <a:pt x="16" y="4"/>
                      <a:pt x="13" y="8"/>
                      <a:pt x="12" y="9"/>
                    </a:cubicBezTo>
                    <a:cubicBezTo>
                      <a:pt x="12" y="29"/>
                      <a:pt x="12" y="29"/>
                      <a:pt x="12" y="29"/>
                    </a:cubicBezTo>
                    <a:cubicBezTo>
                      <a:pt x="12" y="33"/>
                      <a:pt x="15" y="33"/>
                      <a:pt x="17" y="33"/>
                    </a:cubicBezTo>
                    <a:cubicBezTo>
                      <a:pt x="17" y="35"/>
                      <a:pt x="17" y="35"/>
                      <a:pt x="17" y="35"/>
                    </a:cubicBezTo>
                    <a:cubicBezTo>
                      <a:pt x="0" y="35"/>
                      <a:pt x="0" y="35"/>
                      <a:pt x="0" y="35"/>
                    </a:cubicBezTo>
                    <a:lnTo>
                      <a:pt x="0" y="33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等线"/>
                  <a:ea typeface="+mn-ea"/>
                  <a:cs typeface="+mn-cs"/>
                </a:endParaRPr>
              </a:p>
            </p:txBody>
          </p:sp>
          <p:sp>
            <p:nvSpPr>
              <p:cNvPr id="64" name="ïṡḻïḑe">
                <a:extLst>
                  <a:ext uri="{FF2B5EF4-FFF2-40B4-BE49-F238E27FC236}">
                    <a16:creationId xmlns:a16="http://schemas.microsoft.com/office/drawing/2014/main" id="{F76F5E17-7A14-803F-89D5-4981A2FA846D}"/>
                  </a:ext>
                </a:extLst>
              </p:cNvPr>
              <p:cNvSpPr/>
              <p:nvPr/>
            </p:nvSpPr>
            <p:spPr bwMode="auto">
              <a:xfrm>
                <a:off x="6683375" y="4022726"/>
                <a:ext cx="268287" cy="293688"/>
              </a:xfrm>
              <a:custGeom>
                <a:avLst/>
                <a:gdLst>
                  <a:gd name="T0" fmla="*/ 51 w 51"/>
                  <a:gd name="T1" fmla="*/ 2 h 54"/>
                  <a:gd name="T2" fmla="*/ 48 w 51"/>
                  <a:gd name="T3" fmla="*/ 2 h 54"/>
                  <a:gd name="T4" fmla="*/ 43 w 51"/>
                  <a:gd name="T5" fmla="*/ 8 h 54"/>
                  <a:gd name="T6" fmla="*/ 43 w 51"/>
                  <a:gd name="T7" fmla="*/ 36 h 54"/>
                  <a:gd name="T8" fmla="*/ 26 w 51"/>
                  <a:gd name="T9" fmla="*/ 54 h 54"/>
                  <a:gd name="T10" fmla="*/ 8 w 51"/>
                  <a:gd name="T11" fmla="*/ 36 h 54"/>
                  <a:gd name="T12" fmla="*/ 8 w 51"/>
                  <a:gd name="T13" fmla="*/ 7 h 54"/>
                  <a:gd name="T14" fmla="*/ 3 w 51"/>
                  <a:gd name="T15" fmla="*/ 2 h 54"/>
                  <a:gd name="T16" fmla="*/ 0 w 51"/>
                  <a:gd name="T17" fmla="*/ 2 h 54"/>
                  <a:gd name="T18" fmla="*/ 0 w 51"/>
                  <a:gd name="T19" fmla="*/ 0 h 54"/>
                  <a:gd name="T20" fmla="*/ 24 w 51"/>
                  <a:gd name="T21" fmla="*/ 0 h 54"/>
                  <a:gd name="T22" fmla="*/ 24 w 51"/>
                  <a:gd name="T23" fmla="*/ 2 h 54"/>
                  <a:gd name="T24" fmla="*/ 21 w 51"/>
                  <a:gd name="T25" fmla="*/ 2 h 54"/>
                  <a:gd name="T26" fmla="*/ 16 w 51"/>
                  <a:gd name="T27" fmla="*/ 7 h 54"/>
                  <a:gd name="T28" fmla="*/ 16 w 51"/>
                  <a:gd name="T29" fmla="*/ 35 h 54"/>
                  <a:gd name="T30" fmla="*/ 29 w 51"/>
                  <a:gd name="T31" fmla="*/ 51 h 54"/>
                  <a:gd name="T32" fmla="*/ 41 w 51"/>
                  <a:gd name="T33" fmla="*/ 37 h 54"/>
                  <a:gd name="T34" fmla="*/ 41 w 51"/>
                  <a:gd name="T35" fmla="*/ 8 h 54"/>
                  <a:gd name="T36" fmla="*/ 35 w 51"/>
                  <a:gd name="T37" fmla="*/ 2 h 54"/>
                  <a:gd name="T38" fmla="*/ 34 w 51"/>
                  <a:gd name="T39" fmla="*/ 2 h 54"/>
                  <a:gd name="T40" fmla="*/ 34 w 51"/>
                  <a:gd name="T41" fmla="*/ 0 h 54"/>
                  <a:gd name="T42" fmla="*/ 51 w 51"/>
                  <a:gd name="T43" fmla="*/ 0 h 54"/>
                  <a:gd name="T44" fmla="*/ 51 w 51"/>
                  <a:gd name="T45" fmla="*/ 2 h 5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</a:cxnLst>
                <a:rect l="0" t="0" r="r" b="b"/>
                <a:pathLst>
                  <a:path w="51" h="54">
                    <a:moveTo>
                      <a:pt x="51" y="2"/>
                    </a:moveTo>
                    <a:cubicBezTo>
                      <a:pt x="48" y="2"/>
                      <a:pt x="48" y="2"/>
                      <a:pt x="48" y="2"/>
                    </a:cubicBezTo>
                    <a:cubicBezTo>
                      <a:pt x="45" y="2"/>
                      <a:pt x="43" y="4"/>
                      <a:pt x="43" y="8"/>
                    </a:cubicBezTo>
                    <a:cubicBezTo>
                      <a:pt x="43" y="36"/>
                      <a:pt x="43" y="36"/>
                      <a:pt x="43" y="36"/>
                    </a:cubicBezTo>
                    <a:cubicBezTo>
                      <a:pt x="43" y="44"/>
                      <a:pt x="39" y="54"/>
                      <a:pt x="26" y="54"/>
                    </a:cubicBezTo>
                    <a:cubicBezTo>
                      <a:pt x="17" y="54"/>
                      <a:pt x="8" y="49"/>
                      <a:pt x="8" y="36"/>
                    </a:cubicBezTo>
                    <a:cubicBezTo>
                      <a:pt x="8" y="7"/>
                      <a:pt x="8" y="7"/>
                      <a:pt x="8" y="7"/>
                    </a:cubicBezTo>
                    <a:cubicBezTo>
                      <a:pt x="8" y="4"/>
                      <a:pt x="6" y="2"/>
                      <a:pt x="3" y="2"/>
                    </a:cubicBezTo>
                    <a:cubicBezTo>
                      <a:pt x="0" y="2"/>
                      <a:pt x="0" y="2"/>
                      <a:pt x="0" y="2"/>
                    </a:cubicBezTo>
                    <a:cubicBezTo>
                      <a:pt x="0" y="0"/>
                      <a:pt x="0" y="0"/>
                      <a:pt x="0" y="0"/>
                    </a:cubicBezTo>
                    <a:cubicBezTo>
                      <a:pt x="24" y="0"/>
                      <a:pt x="24" y="0"/>
                      <a:pt x="24" y="0"/>
                    </a:cubicBezTo>
                    <a:cubicBezTo>
                      <a:pt x="24" y="2"/>
                      <a:pt x="24" y="2"/>
                      <a:pt x="24" y="2"/>
                    </a:cubicBezTo>
                    <a:cubicBezTo>
                      <a:pt x="21" y="2"/>
                      <a:pt x="21" y="2"/>
                      <a:pt x="21" y="2"/>
                    </a:cubicBezTo>
                    <a:cubicBezTo>
                      <a:pt x="17" y="2"/>
                      <a:pt x="16" y="4"/>
                      <a:pt x="16" y="7"/>
                    </a:cubicBezTo>
                    <a:cubicBezTo>
                      <a:pt x="16" y="35"/>
                      <a:pt x="16" y="35"/>
                      <a:pt x="16" y="35"/>
                    </a:cubicBezTo>
                    <a:cubicBezTo>
                      <a:pt x="16" y="46"/>
                      <a:pt x="22" y="51"/>
                      <a:pt x="29" y="51"/>
                    </a:cubicBezTo>
                    <a:cubicBezTo>
                      <a:pt x="36" y="51"/>
                      <a:pt x="41" y="45"/>
                      <a:pt x="41" y="37"/>
                    </a:cubicBezTo>
                    <a:cubicBezTo>
                      <a:pt x="41" y="8"/>
                      <a:pt x="41" y="8"/>
                      <a:pt x="41" y="8"/>
                    </a:cubicBezTo>
                    <a:cubicBezTo>
                      <a:pt x="41" y="5"/>
                      <a:pt x="39" y="2"/>
                      <a:pt x="35" y="2"/>
                    </a:cubicBezTo>
                    <a:cubicBezTo>
                      <a:pt x="34" y="2"/>
                      <a:pt x="34" y="2"/>
                      <a:pt x="34" y="2"/>
                    </a:cubicBezTo>
                    <a:cubicBezTo>
                      <a:pt x="34" y="0"/>
                      <a:pt x="34" y="0"/>
                      <a:pt x="34" y="0"/>
                    </a:cubicBezTo>
                    <a:cubicBezTo>
                      <a:pt x="51" y="0"/>
                      <a:pt x="51" y="0"/>
                      <a:pt x="51" y="0"/>
                    </a:cubicBezTo>
                    <a:lnTo>
                      <a:pt x="51" y="2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等线"/>
                  <a:ea typeface="+mn-ea"/>
                  <a:cs typeface="+mn-cs"/>
                </a:endParaRPr>
              </a:p>
            </p:txBody>
          </p:sp>
          <p:sp>
            <p:nvSpPr>
              <p:cNvPr id="65" name="íS1ïḑé">
                <a:extLst>
                  <a:ext uri="{FF2B5EF4-FFF2-40B4-BE49-F238E27FC236}">
                    <a16:creationId xmlns:a16="http://schemas.microsoft.com/office/drawing/2014/main" id="{F3813ECC-BF15-8418-69E0-9C82403D5A1F}"/>
                  </a:ext>
                </a:extLst>
              </p:cNvPr>
              <p:cNvSpPr/>
              <p:nvPr/>
            </p:nvSpPr>
            <p:spPr bwMode="auto">
              <a:xfrm>
                <a:off x="6967538" y="4114801"/>
                <a:ext cx="200025" cy="192088"/>
              </a:xfrm>
              <a:custGeom>
                <a:avLst/>
                <a:gdLst>
                  <a:gd name="T0" fmla="*/ 1 w 38"/>
                  <a:gd name="T1" fmla="*/ 33 h 35"/>
                  <a:gd name="T2" fmla="*/ 5 w 38"/>
                  <a:gd name="T3" fmla="*/ 29 h 35"/>
                  <a:gd name="T4" fmla="*/ 5 w 38"/>
                  <a:gd name="T5" fmla="*/ 7 h 35"/>
                  <a:gd name="T6" fmla="*/ 3 w 38"/>
                  <a:gd name="T7" fmla="*/ 4 h 35"/>
                  <a:gd name="T8" fmla="*/ 1 w 38"/>
                  <a:gd name="T9" fmla="*/ 4 h 35"/>
                  <a:gd name="T10" fmla="*/ 0 w 38"/>
                  <a:gd name="T11" fmla="*/ 2 h 35"/>
                  <a:gd name="T12" fmla="*/ 13 w 38"/>
                  <a:gd name="T13" fmla="*/ 0 h 35"/>
                  <a:gd name="T14" fmla="*/ 13 w 38"/>
                  <a:gd name="T15" fmla="*/ 6 h 35"/>
                  <a:gd name="T16" fmla="*/ 24 w 38"/>
                  <a:gd name="T17" fmla="*/ 0 h 35"/>
                  <a:gd name="T18" fmla="*/ 33 w 38"/>
                  <a:gd name="T19" fmla="*/ 10 h 35"/>
                  <a:gd name="T20" fmla="*/ 33 w 38"/>
                  <a:gd name="T21" fmla="*/ 29 h 35"/>
                  <a:gd name="T22" fmla="*/ 36 w 38"/>
                  <a:gd name="T23" fmla="*/ 33 h 35"/>
                  <a:gd name="T24" fmla="*/ 38 w 38"/>
                  <a:gd name="T25" fmla="*/ 33 h 35"/>
                  <a:gd name="T26" fmla="*/ 38 w 38"/>
                  <a:gd name="T27" fmla="*/ 35 h 35"/>
                  <a:gd name="T28" fmla="*/ 26 w 38"/>
                  <a:gd name="T29" fmla="*/ 35 h 35"/>
                  <a:gd name="T30" fmla="*/ 26 w 38"/>
                  <a:gd name="T31" fmla="*/ 11 h 35"/>
                  <a:gd name="T32" fmla="*/ 20 w 38"/>
                  <a:gd name="T33" fmla="*/ 4 h 35"/>
                  <a:gd name="T34" fmla="*/ 13 w 38"/>
                  <a:gd name="T35" fmla="*/ 9 h 35"/>
                  <a:gd name="T36" fmla="*/ 13 w 38"/>
                  <a:gd name="T37" fmla="*/ 29 h 35"/>
                  <a:gd name="T38" fmla="*/ 18 w 38"/>
                  <a:gd name="T39" fmla="*/ 33 h 35"/>
                  <a:gd name="T40" fmla="*/ 18 w 38"/>
                  <a:gd name="T41" fmla="*/ 35 h 35"/>
                  <a:gd name="T42" fmla="*/ 1 w 38"/>
                  <a:gd name="T43" fmla="*/ 35 h 35"/>
                  <a:gd name="T44" fmla="*/ 1 w 38"/>
                  <a:gd name="T45" fmla="*/ 33 h 35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</a:cxnLst>
                <a:rect l="0" t="0" r="r" b="b"/>
                <a:pathLst>
                  <a:path w="38" h="35">
                    <a:moveTo>
                      <a:pt x="1" y="33"/>
                    </a:moveTo>
                    <a:cubicBezTo>
                      <a:pt x="3" y="33"/>
                      <a:pt x="5" y="33"/>
                      <a:pt x="5" y="29"/>
                    </a:cubicBezTo>
                    <a:cubicBezTo>
                      <a:pt x="5" y="7"/>
                      <a:pt x="5" y="7"/>
                      <a:pt x="5" y="7"/>
                    </a:cubicBezTo>
                    <a:cubicBezTo>
                      <a:pt x="5" y="6"/>
                      <a:pt x="5" y="4"/>
                      <a:pt x="3" y="4"/>
                    </a:cubicBezTo>
                    <a:cubicBezTo>
                      <a:pt x="2" y="4"/>
                      <a:pt x="1" y="4"/>
                      <a:pt x="1" y="4"/>
                    </a:cubicBezTo>
                    <a:cubicBezTo>
                      <a:pt x="0" y="2"/>
                      <a:pt x="0" y="2"/>
                      <a:pt x="0" y="2"/>
                    </a:cubicBezTo>
                    <a:cubicBezTo>
                      <a:pt x="13" y="0"/>
                      <a:pt x="13" y="0"/>
                      <a:pt x="13" y="0"/>
                    </a:cubicBezTo>
                    <a:cubicBezTo>
                      <a:pt x="13" y="6"/>
                      <a:pt x="13" y="6"/>
                      <a:pt x="13" y="6"/>
                    </a:cubicBezTo>
                    <a:cubicBezTo>
                      <a:pt x="15" y="4"/>
                      <a:pt x="19" y="0"/>
                      <a:pt x="24" y="0"/>
                    </a:cubicBezTo>
                    <a:cubicBezTo>
                      <a:pt x="29" y="0"/>
                      <a:pt x="33" y="4"/>
                      <a:pt x="33" y="10"/>
                    </a:cubicBezTo>
                    <a:cubicBezTo>
                      <a:pt x="33" y="29"/>
                      <a:pt x="33" y="29"/>
                      <a:pt x="33" y="29"/>
                    </a:cubicBezTo>
                    <a:cubicBezTo>
                      <a:pt x="33" y="31"/>
                      <a:pt x="34" y="33"/>
                      <a:pt x="36" y="33"/>
                    </a:cubicBezTo>
                    <a:cubicBezTo>
                      <a:pt x="38" y="33"/>
                      <a:pt x="38" y="33"/>
                      <a:pt x="38" y="33"/>
                    </a:cubicBezTo>
                    <a:cubicBezTo>
                      <a:pt x="38" y="35"/>
                      <a:pt x="38" y="35"/>
                      <a:pt x="38" y="35"/>
                    </a:cubicBezTo>
                    <a:cubicBezTo>
                      <a:pt x="26" y="35"/>
                      <a:pt x="26" y="35"/>
                      <a:pt x="26" y="35"/>
                    </a:cubicBezTo>
                    <a:cubicBezTo>
                      <a:pt x="26" y="11"/>
                      <a:pt x="26" y="11"/>
                      <a:pt x="26" y="11"/>
                    </a:cubicBezTo>
                    <a:cubicBezTo>
                      <a:pt x="26" y="6"/>
                      <a:pt x="22" y="4"/>
                      <a:pt x="20" y="4"/>
                    </a:cubicBezTo>
                    <a:cubicBezTo>
                      <a:pt x="17" y="4"/>
                      <a:pt x="14" y="8"/>
                      <a:pt x="13" y="9"/>
                    </a:cubicBezTo>
                    <a:cubicBezTo>
                      <a:pt x="13" y="29"/>
                      <a:pt x="13" y="29"/>
                      <a:pt x="13" y="29"/>
                    </a:cubicBezTo>
                    <a:cubicBezTo>
                      <a:pt x="13" y="33"/>
                      <a:pt x="16" y="33"/>
                      <a:pt x="18" y="33"/>
                    </a:cubicBezTo>
                    <a:cubicBezTo>
                      <a:pt x="18" y="35"/>
                      <a:pt x="18" y="35"/>
                      <a:pt x="18" y="35"/>
                    </a:cubicBezTo>
                    <a:cubicBezTo>
                      <a:pt x="1" y="35"/>
                      <a:pt x="1" y="35"/>
                      <a:pt x="1" y="35"/>
                    </a:cubicBezTo>
                    <a:lnTo>
                      <a:pt x="1" y="33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等线"/>
                  <a:ea typeface="+mn-ea"/>
                  <a:cs typeface="+mn-cs"/>
                </a:endParaRPr>
              </a:p>
            </p:txBody>
          </p:sp>
          <p:sp>
            <p:nvSpPr>
              <p:cNvPr id="66" name="ï$ḻîḍe">
                <a:extLst>
                  <a:ext uri="{FF2B5EF4-FFF2-40B4-BE49-F238E27FC236}">
                    <a16:creationId xmlns:a16="http://schemas.microsoft.com/office/drawing/2014/main" id="{F54AA497-9834-C639-E86B-AA311F857D24}"/>
                  </a:ext>
                </a:extLst>
              </p:cNvPr>
              <p:cNvSpPr/>
              <p:nvPr/>
            </p:nvSpPr>
            <p:spPr bwMode="auto">
              <a:xfrm>
                <a:off x="7188200" y="4016376"/>
                <a:ext cx="100012" cy="290513"/>
              </a:xfrm>
              <a:custGeom>
                <a:avLst/>
                <a:gdLst>
                  <a:gd name="T0" fmla="*/ 0 w 19"/>
                  <a:gd name="T1" fmla="*/ 51 h 53"/>
                  <a:gd name="T2" fmla="*/ 2 w 19"/>
                  <a:gd name="T3" fmla="*/ 51 h 53"/>
                  <a:gd name="T4" fmla="*/ 6 w 19"/>
                  <a:gd name="T5" fmla="*/ 47 h 53"/>
                  <a:gd name="T6" fmla="*/ 6 w 19"/>
                  <a:gd name="T7" fmla="*/ 26 h 53"/>
                  <a:gd name="T8" fmla="*/ 3 w 19"/>
                  <a:gd name="T9" fmla="*/ 22 h 53"/>
                  <a:gd name="T10" fmla="*/ 1 w 19"/>
                  <a:gd name="T11" fmla="*/ 23 h 53"/>
                  <a:gd name="T12" fmla="*/ 0 w 19"/>
                  <a:gd name="T13" fmla="*/ 21 h 53"/>
                  <a:gd name="T14" fmla="*/ 13 w 19"/>
                  <a:gd name="T15" fmla="*/ 18 h 53"/>
                  <a:gd name="T16" fmla="*/ 13 w 19"/>
                  <a:gd name="T17" fmla="*/ 47 h 53"/>
                  <a:gd name="T18" fmla="*/ 17 w 19"/>
                  <a:gd name="T19" fmla="*/ 51 h 53"/>
                  <a:gd name="T20" fmla="*/ 19 w 19"/>
                  <a:gd name="T21" fmla="*/ 51 h 53"/>
                  <a:gd name="T22" fmla="*/ 19 w 19"/>
                  <a:gd name="T23" fmla="*/ 53 h 53"/>
                  <a:gd name="T24" fmla="*/ 0 w 19"/>
                  <a:gd name="T25" fmla="*/ 53 h 53"/>
                  <a:gd name="T26" fmla="*/ 0 w 19"/>
                  <a:gd name="T27" fmla="*/ 51 h 53"/>
                  <a:gd name="T28" fmla="*/ 15 w 19"/>
                  <a:gd name="T29" fmla="*/ 5 h 53"/>
                  <a:gd name="T30" fmla="*/ 9 w 19"/>
                  <a:gd name="T31" fmla="*/ 10 h 53"/>
                  <a:gd name="T32" fmla="*/ 4 w 19"/>
                  <a:gd name="T33" fmla="*/ 5 h 53"/>
                  <a:gd name="T34" fmla="*/ 9 w 19"/>
                  <a:gd name="T35" fmla="*/ 0 h 53"/>
                  <a:gd name="T36" fmla="*/ 15 w 19"/>
                  <a:gd name="T37" fmla="*/ 5 h 53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</a:cxnLst>
                <a:rect l="0" t="0" r="r" b="b"/>
                <a:pathLst>
                  <a:path w="19" h="53">
                    <a:moveTo>
                      <a:pt x="0" y="51"/>
                    </a:moveTo>
                    <a:cubicBezTo>
                      <a:pt x="2" y="51"/>
                      <a:pt x="2" y="51"/>
                      <a:pt x="2" y="51"/>
                    </a:cubicBezTo>
                    <a:cubicBezTo>
                      <a:pt x="4" y="51"/>
                      <a:pt x="6" y="49"/>
                      <a:pt x="6" y="47"/>
                    </a:cubicBezTo>
                    <a:cubicBezTo>
                      <a:pt x="6" y="26"/>
                      <a:pt x="6" y="26"/>
                      <a:pt x="6" y="26"/>
                    </a:cubicBezTo>
                    <a:cubicBezTo>
                      <a:pt x="6" y="24"/>
                      <a:pt x="5" y="22"/>
                      <a:pt x="3" y="22"/>
                    </a:cubicBezTo>
                    <a:cubicBezTo>
                      <a:pt x="3" y="22"/>
                      <a:pt x="2" y="22"/>
                      <a:pt x="1" y="23"/>
                    </a:cubicBezTo>
                    <a:cubicBezTo>
                      <a:pt x="0" y="21"/>
                      <a:pt x="0" y="21"/>
                      <a:pt x="0" y="21"/>
                    </a:cubicBezTo>
                    <a:cubicBezTo>
                      <a:pt x="13" y="18"/>
                      <a:pt x="13" y="18"/>
                      <a:pt x="13" y="18"/>
                    </a:cubicBezTo>
                    <a:cubicBezTo>
                      <a:pt x="13" y="47"/>
                      <a:pt x="13" y="47"/>
                      <a:pt x="13" y="47"/>
                    </a:cubicBezTo>
                    <a:cubicBezTo>
                      <a:pt x="13" y="50"/>
                      <a:pt x="14" y="51"/>
                      <a:pt x="17" y="51"/>
                    </a:cubicBezTo>
                    <a:cubicBezTo>
                      <a:pt x="19" y="51"/>
                      <a:pt x="19" y="51"/>
                      <a:pt x="19" y="51"/>
                    </a:cubicBezTo>
                    <a:cubicBezTo>
                      <a:pt x="19" y="53"/>
                      <a:pt x="19" y="53"/>
                      <a:pt x="19" y="53"/>
                    </a:cubicBezTo>
                    <a:cubicBezTo>
                      <a:pt x="0" y="53"/>
                      <a:pt x="0" y="53"/>
                      <a:pt x="0" y="53"/>
                    </a:cubicBezTo>
                    <a:lnTo>
                      <a:pt x="0" y="51"/>
                    </a:lnTo>
                    <a:close/>
                    <a:moveTo>
                      <a:pt x="15" y="5"/>
                    </a:moveTo>
                    <a:cubicBezTo>
                      <a:pt x="15" y="7"/>
                      <a:pt x="12" y="10"/>
                      <a:pt x="9" y="10"/>
                    </a:cubicBezTo>
                    <a:cubicBezTo>
                      <a:pt x="7" y="10"/>
                      <a:pt x="4" y="7"/>
                      <a:pt x="4" y="5"/>
                    </a:cubicBezTo>
                    <a:cubicBezTo>
                      <a:pt x="4" y="2"/>
                      <a:pt x="7" y="0"/>
                      <a:pt x="9" y="0"/>
                    </a:cubicBezTo>
                    <a:cubicBezTo>
                      <a:pt x="12" y="0"/>
                      <a:pt x="15" y="2"/>
                      <a:pt x="15" y="5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等线"/>
                  <a:ea typeface="+mn-ea"/>
                  <a:cs typeface="+mn-cs"/>
                </a:endParaRPr>
              </a:p>
            </p:txBody>
          </p:sp>
          <p:sp>
            <p:nvSpPr>
              <p:cNvPr id="67" name="ïṣ1íḍè">
                <a:extLst>
                  <a:ext uri="{FF2B5EF4-FFF2-40B4-BE49-F238E27FC236}">
                    <a16:creationId xmlns:a16="http://schemas.microsoft.com/office/drawing/2014/main" id="{0C9B148D-55A6-F1F7-8B0C-8893BE829ACA}"/>
                  </a:ext>
                </a:extLst>
              </p:cNvPr>
              <p:cNvSpPr/>
              <p:nvPr/>
            </p:nvSpPr>
            <p:spPr bwMode="auto">
              <a:xfrm>
                <a:off x="7308850" y="4119564"/>
                <a:ext cx="195262" cy="196850"/>
              </a:xfrm>
              <a:custGeom>
                <a:avLst/>
                <a:gdLst>
                  <a:gd name="T0" fmla="*/ 36 w 37"/>
                  <a:gd name="T1" fmla="*/ 3 h 36"/>
                  <a:gd name="T2" fmla="*/ 31 w 37"/>
                  <a:gd name="T3" fmla="*/ 6 h 36"/>
                  <a:gd name="T4" fmla="*/ 20 w 37"/>
                  <a:gd name="T5" fmla="*/ 36 h 36"/>
                  <a:gd name="T6" fmla="*/ 18 w 37"/>
                  <a:gd name="T7" fmla="*/ 36 h 36"/>
                  <a:gd name="T8" fmla="*/ 5 w 37"/>
                  <a:gd name="T9" fmla="*/ 7 h 36"/>
                  <a:gd name="T10" fmla="*/ 0 w 37"/>
                  <a:gd name="T11" fmla="*/ 3 h 36"/>
                  <a:gd name="T12" fmla="*/ 0 w 37"/>
                  <a:gd name="T13" fmla="*/ 0 h 36"/>
                  <a:gd name="T14" fmla="*/ 16 w 37"/>
                  <a:gd name="T15" fmla="*/ 0 h 36"/>
                  <a:gd name="T16" fmla="*/ 16 w 37"/>
                  <a:gd name="T17" fmla="*/ 3 h 36"/>
                  <a:gd name="T18" fmla="*/ 15 w 37"/>
                  <a:gd name="T19" fmla="*/ 3 h 36"/>
                  <a:gd name="T20" fmla="*/ 13 w 37"/>
                  <a:gd name="T21" fmla="*/ 5 h 36"/>
                  <a:gd name="T22" fmla="*/ 13 w 37"/>
                  <a:gd name="T23" fmla="*/ 7 h 36"/>
                  <a:gd name="T24" fmla="*/ 21 w 37"/>
                  <a:gd name="T25" fmla="*/ 25 h 36"/>
                  <a:gd name="T26" fmla="*/ 29 w 37"/>
                  <a:gd name="T27" fmla="*/ 6 h 36"/>
                  <a:gd name="T28" fmla="*/ 29 w 37"/>
                  <a:gd name="T29" fmla="*/ 5 h 36"/>
                  <a:gd name="T30" fmla="*/ 27 w 37"/>
                  <a:gd name="T31" fmla="*/ 3 h 36"/>
                  <a:gd name="T32" fmla="*/ 24 w 37"/>
                  <a:gd name="T33" fmla="*/ 3 h 36"/>
                  <a:gd name="T34" fmla="*/ 24 w 37"/>
                  <a:gd name="T35" fmla="*/ 0 h 36"/>
                  <a:gd name="T36" fmla="*/ 37 w 37"/>
                  <a:gd name="T37" fmla="*/ 0 h 36"/>
                  <a:gd name="T38" fmla="*/ 37 w 37"/>
                  <a:gd name="T39" fmla="*/ 3 h 36"/>
                  <a:gd name="T40" fmla="*/ 36 w 37"/>
                  <a:gd name="T41" fmla="*/ 3 h 3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</a:cxnLst>
                <a:rect l="0" t="0" r="r" b="b"/>
                <a:pathLst>
                  <a:path w="37" h="36">
                    <a:moveTo>
                      <a:pt x="36" y="3"/>
                    </a:moveTo>
                    <a:cubicBezTo>
                      <a:pt x="33" y="3"/>
                      <a:pt x="32" y="5"/>
                      <a:pt x="31" y="6"/>
                    </a:cubicBezTo>
                    <a:cubicBezTo>
                      <a:pt x="20" y="36"/>
                      <a:pt x="20" y="36"/>
                      <a:pt x="20" y="36"/>
                    </a:cubicBezTo>
                    <a:cubicBezTo>
                      <a:pt x="18" y="36"/>
                      <a:pt x="18" y="36"/>
                      <a:pt x="18" y="36"/>
                    </a:cubicBezTo>
                    <a:cubicBezTo>
                      <a:pt x="5" y="7"/>
                      <a:pt x="5" y="7"/>
                      <a:pt x="5" y="7"/>
                    </a:cubicBezTo>
                    <a:cubicBezTo>
                      <a:pt x="3" y="3"/>
                      <a:pt x="2" y="3"/>
                      <a:pt x="0" y="3"/>
                    </a:cubicBezTo>
                    <a:cubicBezTo>
                      <a:pt x="0" y="0"/>
                      <a:pt x="0" y="0"/>
                      <a:pt x="0" y="0"/>
                    </a:cubicBezTo>
                    <a:cubicBezTo>
                      <a:pt x="16" y="0"/>
                      <a:pt x="16" y="0"/>
                      <a:pt x="16" y="0"/>
                    </a:cubicBezTo>
                    <a:cubicBezTo>
                      <a:pt x="16" y="3"/>
                      <a:pt x="16" y="3"/>
                      <a:pt x="16" y="3"/>
                    </a:cubicBezTo>
                    <a:cubicBezTo>
                      <a:pt x="15" y="3"/>
                      <a:pt x="15" y="3"/>
                      <a:pt x="15" y="3"/>
                    </a:cubicBezTo>
                    <a:cubicBezTo>
                      <a:pt x="14" y="3"/>
                      <a:pt x="13" y="3"/>
                      <a:pt x="13" y="5"/>
                    </a:cubicBezTo>
                    <a:cubicBezTo>
                      <a:pt x="13" y="6"/>
                      <a:pt x="13" y="7"/>
                      <a:pt x="13" y="7"/>
                    </a:cubicBezTo>
                    <a:cubicBezTo>
                      <a:pt x="21" y="25"/>
                      <a:pt x="21" y="25"/>
                      <a:pt x="21" y="25"/>
                    </a:cubicBezTo>
                    <a:cubicBezTo>
                      <a:pt x="29" y="6"/>
                      <a:pt x="29" y="6"/>
                      <a:pt x="29" y="6"/>
                    </a:cubicBezTo>
                    <a:cubicBezTo>
                      <a:pt x="29" y="6"/>
                      <a:pt x="29" y="5"/>
                      <a:pt x="29" y="5"/>
                    </a:cubicBezTo>
                    <a:cubicBezTo>
                      <a:pt x="29" y="4"/>
                      <a:pt x="29" y="3"/>
                      <a:pt x="27" y="3"/>
                    </a:cubicBezTo>
                    <a:cubicBezTo>
                      <a:pt x="24" y="3"/>
                      <a:pt x="24" y="3"/>
                      <a:pt x="24" y="3"/>
                    </a:cubicBezTo>
                    <a:cubicBezTo>
                      <a:pt x="24" y="0"/>
                      <a:pt x="24" y="0"/>
                      <a:pt x="24" y="0"/>
                    </a:cubicBezTo>
                    <a:cubicBezTo>
                      <a:pt x="37" y="0"/>
                      <a:pt x="37" y="0"/>
                      <a:pt x="37" y="0"/>
                    </a:cubicBezTo>
                    <a:cubicBezTo>
                      <a:pt x="37" y="3"/>
                      <a:pt x="37" y="3"/>
                      <a:pt x="37" y="3"/>
                    </a:cubicBezTo>
                    <a:lnTo>
                      <a:pt x="36" y="3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等线"/>
                  <a:ea typeface="+mn-ea"/>
                  <a:cs typeface="+mn-cs"/>
                </a:endParaRPr>
              </a:p>
            </p:txBody>
          </p:sp>
          <p:sp>
            <p:nvSpPr>
              <p:cNvPr id="68" name="íśliḍè">
                <a:extLst>
                  <a:ext uri="{FF2B5EF4-FFF2-40B4-BE49-F238E27FC236}">
                    <a16:creationId xmlns:a16="http://schemas.microsoft.com/office/drawing/2014/main" id="{1AFD30CE-BC7D-8814-C2F8-BE39979D0C54}"/>
                  </a:ext>
                </a:extLst>
              </p:cNvPr>
              <p:cNvSpPr/>
              <p:nvPr/>
            </p:nvSpPr>
            <p:spPr bwMode="auto">
              <a:xfrm>
                <a:off x="7529513" y="4114801"/>
                <a:ext cx="163512" cy="201613"/>
              </a:xfrm>
              <a:custGeom>
                <a:avLst/>
                <a:gdLst>
                  <a:gd name="T0" fmla="*/ 16 w 31"/>
                  <a:gd name="T1" fmla="*/ 37 h 37"/>
                  <a:gd name="T2" fmla="*/ 0 w 31"/>
                  <a:gd name="T3" fmla="*/ 19 h 37"/>
                  <a:gd name="T4" fmla="*/ 16 w 31"/>
                  <a:gd name="T5" fmla="*/ 0 h 37"/>
                  <a:gd name="T6" fmla="*/ 24 w 31"/>
                  <a:gd name="T7" fmla="*/ 4 h 37"/>
                  <a:gd name="T8" fmla="*/ 30 w 31"/>
                  <a:gd name="T9" fmla="*/ 16 h 37"/>
                  <a:gd name="T10" fmla="*/ 8 w 31"/>
                  <a:gd name="T11" fmla="*/ 16 h 37"/>
                  <a:gd name="T12" fmla="*/ 18 w 31"/>
                  <a:gd name="T13" fmla="*/ 33 h 37"/>
                  <a:gd name="T14" fmla="*/ 29 w 31"/>
                  <a:gd name="T15" fmla="*/ 26 h 37"/>
                  <a:gd name="T16" fmla="*/ 31 w 31"/>
                  <a:gd name="T17" fmla="*/ 27 h 37"/>
                  <a:gd name="T18" fmla="*/ 16 w 31"/>
                  <a:gd name="T19" fmla="*/ 37 h 37"/>
                  <a:gd name="T20" fmla="*/ 16 w 31"/>
                  <a:gd name="T21" fmla="*/ 2 h 37"/>
                  <a:gd name="T22" fmla="*/ 8 w 31"/>
                  <a:gd name="T23" fmla="*/ 14 h 37"/>
                  <a:gd name="T24" fmla="*/ 22 w 31"/>
                  <a:gd name="T25" fmla="*/ 14 h 37"/>
                  <a:gd name="T26" fmla="*/ 16 w 31"/>
                  <a:gd name="T27" fmla="*/ 2 h 3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</a:cxnLst>
                <a:rect l="0" t="0" r="r" b="b"/>
                <a:pathLst>
                  <a:path w="31" h="37">
                    <a:moveTo>
                      <a:pt x="16" y="37"/>
                    </a:moveTo>
                    <a:cubicBezTo>
                      <a:pt x="7" y="37"/>
                      <a:pt x="0" y="30"/>
                      <a:pt x="0" y="19"/>
                    </a:cubicBezTo>
                    <a:cubicBezTo>
                      <a:pt x="0" y="8"/>
                      <a:pt x="7" y="0"/>
                      <a:pt x="16" y="0"/>
                    </a:cubicBezTo>
                    <a:cubicBezTo>
                      <a:pt x="20" y="0"/>
                      <a:pt x="23" y="2"/>
                      <a:pt x="24" y="4"/>
                    </a:cubicBezTo>
                    <a:cubicBezTo>
                      <a:pt x="29" y="9"/>
                      <a:pt x="29" y="14"/>
                      <a:pt x="30" y="16"/>
                    </a:cubicBezTo>
                    <a:cubicBezTo>
                      <a:pt x="8" y="16"/>
                      <a:pt x="8" y="16"/>
                      <a:pt x="8" y="16"/>
                    </a:cubicBezTo>
                    <a:cubicBezTo>
                      <a:pt x="7" y="29"/>
                      <a:pt x="13" y="33"/>
                      <a:pt x="18" y="33"/>
                    </a:cubicBezTo>
                    <a:cubicBezTo>
                      <a:pt x="23" y="33"/>
                      <a:pt x="27" y="28"/>
                      <a:pt x="29" y="26"/>
                    </a:cubicBezTo>
                    <a:cubicBezTo>
                      <a:pt x="31" y="27"/>
                      <a:pt x="31" y="27"/>
                      <a:pt x="31" y="27"/>
                    </a:cubicBezTo>
                    <a:cubicBezTo>
                      <a:pt x="29" y="30"/>
                      <a:pt x="25" y="37"/>
                      <a:pt x="16" y="37"/>
                    </a:cubicBezTo>
                    <a:close/>
                    <a:moveTo>
                      <a:pt x="16" y="2"/>
                    </a:moveTo>
                    <a:cubicBezTo>
                      <a:pt x="9" y="2"/>
                      <a:pt x="8" y="11"/>
                      <a:pt x="8" y="14"/>
                    </a:cubicBezTo>
                    <a:cubicBezTo>
                      <a:pt x="22" y="14"/>
                      <a:pt x="22" y="14"/>
                      <a:pt x="22" y="14"/>
                    </a:cubicBezTo>
                    <a:cubicBezTo>
                      <a:pt x="22" y="10"/>
                      <a:pt x="21" y="2"/>
                      <a:pt x="16" y="2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等线"/>
                  <a:ea typeface="+mn-ea"/>
                  <a:cs typeface="+mn-cs"/>
                </a:endParaRPr>
              </a:p>
            </p:txBody>
          </p:sp>
          <p:sp>
            <p:nvSpPr>
              <p:cNvPr id="69" name="íšļiḓè">
                <a:extLst>
                  <a:ext uri="{FF2B5EF4-FFF2-40B4-BE49-F238E27FC236}">
                    <a16:creationId xmlns:a16="http://schemas.microsoft.com/office/drawing/2014/main" id="{48EF5D73-E236-B337-9618-3DA4B8C288D5}"/>
                  </a:ext>
                </a:extLst>
              </p:cNvPr>
              <p:cNvSpPr/>
              <p:nvPr/>
            </p:nvSpPr>
            <p:spPr bwMode="auto">
              <a:xfrm>
                <a:off x="7713663" y="4114801"/>
                <a:ext cx="173037" cy="192088"/>
              </a:xfrm>
              <a:custGeom>
                <a:avLst/>
                <a:gdLst>
                  <a:gd name="T0" fmla="*/ 14 w 33"/>
                  <a:gd name="T1" fmla="*/ 7 h 35"/>
                  <a:gd name="T2" fmla="*/ 26 w 33"/>
                  <a:gd name="T3" fmla="*/ 0 h 35"/>
                  <a:gd name="T4" fmla="*/ 33 w 33"/>
                  <a:gd name="T5" fmla="*/ 5 h 35"/>
                  <a:gd name="T6" fmla="*/ 28 w 33"/>
                  <a:gd name="T7" fmla="*/ 11 h 35"/>
                  <a:gd name="T8" fmla="*/ 23 w 33"/>
                  <a:gd name="T9" fmla="*/ 6 h 35"/>
                  <a:gd name="T10" fmla="*/ 22 w 33"/>
                  <a:gd name="T11" fmla="*/ 5 h 35"/>
                  <a:gd name="T12" fmla="*/ 14 w 33"/>
                  <a:gd name="T13" fmla="*/ 14 h 35"/>
                  <a:gd name="T14" fmla="*/ 14 w 33"/>
                  <a:gd name="T15" fmla="*/ 28 h 35"/>
                  <a:gd name="T16" fmla="*/ 19 w 33"/>
                  <a:gd name="T17" fmla="*/ 33 h 35"/>
                  <a:gd name="T18" fmla="*/ 21 w 33"/>
                  <a:gd name="T19" fmla="*/ 33 h 35"/>
                  <a:gd name="T20" fmla="*/ 21 w 33"/>
                  <a:gd name="T21" fmla="*/ 35 h 35"/>
                  <a:gd name="T22" fmla="*/ 0 w 33"/>
                  <a:gd name="T23" fmla="*/ 35 h 35"/>
                  <a:gd name="T24" fmla="*/ 0 w 33"/>
                  <a:gd name="T25" fmla="*/ 33 h 35"/>
                  <a:gd name="T26" fmla="*/ 1 w 33"/>
                  <a:gd name="T27" fmla="*/ 33 h 35"/>
                  <a:gd name="T28" fmla="*/ 7 w 33"/>
                  <a:gd name="T29" fmla="*/ 28 h 35"/>
                  <a:gd name="T30" fmla="*/ 7 w 33"/>
                  <a:gd name="T31" fmla="*/ 8 h 35"/>
                  <a:gd name="T32" fmla="*/ 4 w 33"/>
                  <a:gd name="T33" fmla="*/ 5 h 35"/>
                  <a:gd name="T34" fmla="*/ 1 w 33"/>
                  <a:gd name="T35" fmla="*/ 5 h 35"/>
                  <a:gd name="T36" fmla="*/ 0 w 33"/>
                  <a:gd name="T37" fmla="*/ 4 h 35"/>
                  <a:gd name="T38" fmla="*/ 14 w 33"/>
                  <a:gd name="T39" fmla="*/ 0 h 35"/>
                  <a:gd name="T40" fmla="*/ 14 w 33"/>
                  <a:gd name="T41" fmla="*/ 7 h 35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</a:cxnLst>
                <a:rect l="0" t="0" r="r" b="b"/>
                <a:pathLst>
                  <a:path w="33" h="35">
                    <a:moveTo>
                      <a:pt x="14" y="7"/>
                    </a:moveTo>
                    <a:cubicBezTo>
                      <a:pt x="16" y="4"/>
                      <a:pt x="19" y="0"/>
                      <a:pt x="26" y="0"/>
                    </a:cubicBezTo>
                    <a:cubicBezTo>
                      <a:pt x="31" y="0"/>
                      <a:pt x="33" y="2"/>
                      <a:pt x="33" y="5"/>
                    </a:cubicBezTo>
                    <a:cubicBezTo>
                      <a:pt x="33" y="8"/>
                      <a:pt x="31" y="11"/>
                      <a:pt x="28" y="11"/>
                    </a:cubicBezTo>
                    <a:cubicBezTo>
                      <a:pt x="25" y="11"/>
                      <a:pt x="23" y="9"/>
                      <a:pt x="23" y="6"/>
                    </a:cubicBezTo>
                    <a:cubicBezTo>
                      <a:pt x="23" y="5"/>
                      <a:pt x="23" y="5"/>
                      <a:pt x="22" y="5"/>
                    </a:cubicBezTo>
                    <a:cubicBezTo>
                      <a:pt x="17" y="5"/>
                      <a:pt x="15" y="12"/>
                      <a:pt x="14" y="14"/>
                    </a:cubicBezTo>
                    <a:cubicBezTo>
                      <a:pt x="14" y="28"/>
                      <a:pt x="14" y="28"/>
                      <a:pt x="14" y="28"/>
                    </a:cubicBezTo>
                    <a:cubicBezTo>
                      <a:pt x="14" y="32"/>
                      <a:pt x="16" y="33"/>
                      <a:pt x="19" y="33"/>
                    </a:cubicBezTo>
                    <a:cubicBezTo>
                      <a:pt x="21" y="33"/>
                      <a:pt x="21" y="33"/>
                      <a:pt x="21" y="33"/>
                    </a:cubicBezTo>
                    <a:cubicBezTo>
                      <a:pt x="21" y="35"/>
                      <a:pt x="21" y="35"/>
                      <a:pt x="21" y="35"/>
                    </a:cubicBezTo>
                    <a:cubicBezTo>
                      <a:pt x="0" y="35"/>
                      <a:pt x="0" y="35"/>
                      <a:pt x="0" y="35"/>
                    </a:cubicBezTo>
                    <a:cubicBezTo>
                      <a:pt x="0" y="33"/>
                      <a:pt x="0" y="33"/>
                      <a:pt x="0" y="33"/>
                    </a:cubicBezTo>
                    <a:cubicBezTo>
                      <a:pt x="1" y="33"/>
                      <a:pt x="1" y="33"/>
                      <a:pt x="1" y="33"/>
                    </a:cubicBezTo>
                    <a:cubicBezTo>
                      <a:pt x="5" y="33"/>
                      <a:pt x="7" y="32"/>
                      <a:pt x="7" y="28"/>
                    </a:cubicBezTo>
                    <a:cubicBezTo>
                      <a:pt x="7" y="8"/>
                      <a:pt x="7" y="8"/>
                      <a:pt x="7" y="8"/>
                    </a:cubicBezTo>
                    <a:cubicBezTo>
                      <a:pt x="7" y="5"/>
                      <a:pt x="5" y="5"/>
                      <a:pt x="4" y="5"/>
                    </a:cubicBezTo>
                    <a:cubicBezTo>
                      <a:pt x="2" y="5"/>
                      <a:pt x="1" y="5"/>
                      <a:pt x="1" y="5"/>
                    </a:cubicBezTo>
                    <a:cubicBezTo>
                      <a:pt x="0" y="4"/>
                      <a:pt x="0" y="4"/>
                      <a:pt x="0" y="4"/>
                    </a:cubicBezTo>
                    <a:cubicBezTo>
                      <a:pt x="14" y="0"/>
                      <a:pt x="14" y="0"/>
                      <a:pt x="14" y="0"/>
                    </a:cubicBezTo>
                    <a:lnTo>
                      <a:pt x="14" y="7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等线"/>
                  <a:ea typeface="+mn-ea"/>
                  <a:cs typeface="+mn-cs"/>
                </a:endParaRPr>
              </a:p>
            </p:txBody>
          </p:sp>
          <p:sp>
            <p:nvSpPr>
              <p:cNvPr id="70" name="i$lïḓê">
                <a:extLst>
                  <a:ext uri="{FF2B5EF4-FFF2-40B4-BE49-F238E27FC236}">
                    <a16:creationId xmlns:a16="http://schemas.microsoft.com/office/drawing/2014/main" id="{EC0D569D-7E9F-C7D1-FB47-742391709FF3}"/>
                  </a:ext>
                </a:extLst>
              </p:cNvPr>
              <p:cNvSpPr/>
              <p:nvPr/>
            </p:nvSpPr>
            <p:spPr bwMode="auto">
              <a:xfrm>
                <a:off x="7902575" y="4114801"/>
                <a:ext cx="142875" cy="201613"/>
              </a:xfrm>
              <a:custGeom>
                <a:avLst/>
                <a:gdLst>
                  <a:gd name="T0" fmla="*/ 16 w 27"/>
                  <a:gd name="T1" fmla="*/ 37 h 37"/>
                  <a:gd name="T2" fmla="*/ 12 w 27"/>
                  <a:gd name="T3" fmla="*/ 36 h 37"/>
                  <a:gd name="T4" fmla="*/ 8 w 27"/>
                  <a:gd name="T5" fmla="*/ 35 h 37"/>
                  <a:gd name="T6" fmla="*/ 4 w 27"/>
                  <a:gd name="T7" fmla="*/ 37 h 37"/>
                  <a:gd name="T8" fmla="*/ 0 w 27"/>
                  <a:gd name="T9" fmla="*/ 25 h 37"/>
                  <a:gd name="T10" fmla="*/ 3 w 27"/>
                  <a:gd name="T11" fmla="*/ 24 h 37"/>
                  <a:gd name="T12" fmla="*/ 6 w 27"/>
                  <a:gd name="T13" fmla="*/ 29 h 37"/>
                  <a:gd name="T14" fmla="*/ 16 w 27"/>
                  <a:gd name="T15" fmla="*/ 34 h 37"/>
                  <a:gd name="T16" fmla="*/ 22 w 27"/>
                  <a:gd name="T17" fmla="*/ 29 h 37"/>
                  <a:gd name="T18" fmla="*/ 12 w 27"/>
                  <a:gd name="T19" fmla="*/ 21 h 37"/>
                  <a:gd name="T20" fmla="*/ 2 w 27"/>
                  <a:gd name="T21" fmla="*/ 10 h 37"/>
                  <a:gd name="T22" fmla="*/ 12 w 27"/>
                  <a:gd name="T23" fmla="*/ 0 h 37"/>
                  <a:gd name="T24" fmla="*/ 16 w 27"/>
                  <a:gd name="T25" fmla="*/ 1 h 37"/>
                  <a:gd name="T26" fmla="*/ 20 w 27"/>
                  <a:gd name="T27" fmla="*/ 1 h 37"/>
                  <a:gd name="T28" fmla="*/ 24 w 27"/>
                  <a:gd name="T29" fmla="*/ 0 h 37"/>
                  <a:gd name="T30" fmla="*/ 27 w 27"/>
                  <a:gd name="T31" fmla="*/ 11 h 37"/>
                  <a:gd name="T32" fmla="*/ 25 w 27"/>
                  <a:gd name="T33" fmla="*/ 12 h 37"/>
                  <a:gd name="T34" fmla="*/ 13 w 27"/>
                  <a:gd name="T35" fmla="*/ 3 h 37"/>
                  <a:gd name="T36" fmla="*/ 8 w 27"/>
                  <a:gd name="T37" fmla="*/ 7 h 37"/>
                  <a:gd name="T38" fmla="*/ 16 w 27"/>
                  <a:gd name="T39" fmla="*/ 14 h 37"/>
                  <a:gd name="T40" fmla="*/ 27 w 27"/>
                  <a:gd name="T41" fmla="*/ 26 h 37"/>
                  <a:gd name="T42" fmla="*/ 16 w 27"/>
                  <a:gd name="T43" fmla="*/ 37 h 3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</a:cxnLst>
                <a:rect l="0" t="0" r="r" b="b"/>
                <a:pathLst>
                  <a:path w="27" h="37">
                    <a:moveTo>
                      <a:pt x="16" y="37"/>
                    </a:moveTo>
                    <a:cubicBezTo>
                      <a:pt x="15" y="37"/>
                      <a:pt x="14" y="37"/>
                      <a:pt x="12" y="36"/>
                    </a:cubicBezTo>
                    <a:cubicBezTo>
                      <a:pt x="12" y="36"/>
                      <a:pt x="8" y="35"/>
                      <a:pt x="8" y="35"/>
                    </a:cubicBezTo>
                    <a:cubicBezTo>
                      <a:pt x="6" y="35"/>
                      <a:pt x="5" y="36"/>
                      <a:pt x="4" y="37"/>
                    </a:cubicBezTo>
                    <a:cubicBezTo>
                      <a:pt x="0" y="25"/>
                      <a:pt x="0" y="25"/>
                      <a:pt x="0" y="25"/>
                    </a:cubicBezTo>
                    <a:cubicBezTo>
                      <a:pt x="3" y="24"/>
                      <a:pt x="3" y="24"/>
                      <a:pt x="3" y="24"/>
                    </a:cubicBezTo>
                    <a:cubicBezTo>
                      <a:pt x="4" y="27"/>
                      <a:pt x="5" y="28"/>
                      <a:pt x="6" y="29"/>
                    </a:cubicBezTo>
                    <a:cubicBezTo>
                      <a:pt x="8" y="32"/>
                      <a:pt x="12" y="34"/>
                      <a:pt x="16" y="34"/>
                    </a:cubicBezTo>
                    <a:cubicBezTo>
                      <a:pt x="19" y="34"/>
                      <a:pt x="22" y="32"/>
                      <a:pt x="22" y="29"/>
                    </a:cubicBezTo>
                    <a:cubicBezTo>
                      <a:pt x="22" y="26"/>
                      <a:pt x="21" y="25"/>
                      <a:pt x="12" y="21"/>
                    </a:cubicBezTo>
                    <a:cubicBezTo>
                      <a:pt x="6" y="18"/>
                      <a:pt x="2" y="15"/>
                      <a:pt x="2" y="10"/>
                    </a:cubicBezTo>
                    <a:cubicBezTo>
                      <a:pt x="2" y="5"/>
                      <a:pt x="6" y="0"/>
                      <a:pt x="12" y="0"/>
                    </a:cubicBezTo>
                    <a:cubicBezTo>
                      <a:pt x="13" y="0"/>
                      <a:pt x="14" y="0"/>
                      <a:pt x="16" y="1"/>
                    </a:cubicBezTo>
                    <a:cubicBezTo>
                      <a:pt x="18" y="1"/>
                      <a:pt x="19" y="1"/>
                      <a:pt x="20" y="1"/>
                    </a:cubicBezTo>
                    <a:cubicBezTo>
                      <a:pt x="20" y="1"/>
                      <a:pt x="22" y="1"/>
                      <a:pt x="24" y="0"/>
                    </a:cubicBezTo>
                    <a:cubicBezTo>
                      <a:pt x="27" y="11"/>
                      <a:pt x="27" y="11"/>
                      <a:pt x="27" y="11"/>
                    </a:cubicBezTo>
                    <a:cubicBezTo>
                      <a:pt x="25" y="12"/>
                      <a:pt x="25" y="12"/>
                      <a:pt x="25" y="12"/>
                    </a:cubicBezTo>
                    <a:cubicBezTo>
                      <a:pt x="24" y="9"/>
                      <a:pt x="21" y="3"/>
                      <a:pt x="13" y="3"/>
                    </a:cubicBezTo>
                    <a:cubicBezTo>
                      <a:pt x="10" y="3"/>
                      <a:pt x="8" y="4"/>
                      <a:pt x="8" y="7"/>
                    </a:cubicBezTo>
                    <a:cubicBezTo>
                      <a:pt x="8" y="9"/>
                      <a:pt x="9" y="10"/>
                      <a:pt x="16" y="14"/>
                    </a:cubicBezTo>
                    <a:cubicBezTo>
                      <a:pt x="25" y="18"/>
                      <a:pt x="27" y="21"/>
                      <a:pt x="27" y="26"/>
                    </a:cubicBezTo>
                    <a:cubicBezTo>
                      <a:pt x="27" y="33"/>
                      <a:pt x="22" y="37"/>
                      <a:pt x="16" y="37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等线"/>
                  <a:ea typeface="+mn-ea"/>
                  <a:cs typeface="+mn-cs"/>
                </a:endParaRPr>
              </a:p>
            </p:txBody>
          </p:sp>
          <p:sp>
            <p:nvSpPr>
              <p:cNvPr id="71" name="iś1ïḍé">
                <a:extLst>
                  <a:ext uri="{FF2B5EF4-FFF2-40B4-BE49-F238E27FC236}">
                    <a16:creationId xmlns:a16="http://schemas.microsoft.com/office/drawing/2014/main" id="{C4C301FE-D678-8FD8-EA51-9BF64FC3B982}"/>
                  </a:ext>
                </a:extLst>
              </p:cNvPr>
              <p:cNvSpPr/>
              <p:nvPr/>
            </p:nvSpPr>
            <p:spPr bwMode="auto">
              <a:xfrm>
                <a:off x="8070850" y="4016376"/>
                <a:ext cx="100012" cy="290513"/>
              </a:xfrm>
              <a:custGeom>
                <a:avLst/>
                <a:gdLst>
                  <a:gd name="T0" fmla="*/ 0 w 19"/>
                  <a:gd name="T1" fmla="*/ 51 h 53"/>
                  <a:gd name="T2" fmla="*/ 2 w 19"/>
                  <a:gd name="T3" fmla="*/ 51 h 53"/>
                  <a:gd name="T4" fmla="*/ 6 w 19"/>
                  <a:gd name="T5" fmla="*/ 47 h 53"/>
                  <a:gd name="T6" fmla="*/ 6 w 19"/>
                  <a:gd name="T7" fmla="*/ 26 h 53"/>
                  <a:gd name="T8" fmla="*/ 3 w 19"/>
                  <a:gd name="T9" fmla="*/ 22 h 53"/>
                  <a:gd name="T10" fmla="*/ 1 w 19"/>
                  <a:gd name="T11" fmla="*/ 23 h 53"/>
                  <a:gd name="T12" fmla="*/ 0 w 19"/>
                  <a:gd name="T13" fmla="*/ 21 h 53"/>
                  <a:gd name="T14" fmla="*/ 13 w 19"/>
                  <a:gd name="T15" fmla="*/ 18 h 53"/>
                  <a:gd name="T16" fmla="*/ 13 w 19"/>
                  <a:gd name="T17" fmla="*/ 47 h 53"/>
                  <a:gd name="T18" fmla="*/ 17 w 19"/>
                  <a:gd name="T19" fmla="*/ 51 h 53"/>
                  <a:gd name="T20" fmla="*/ 19 w 19"/>
                  <a:gd name="T21" fmla="*/ 51 h 53"/>
                  <a:gd name="T22" fmla="*/ 19 w 19"/>
                  <a:gd name="T23" fmla="*/ 53 h 53"/>
                  <a:gd name="T24" fmla="*/ 0 w 19"/>
                  <a:gd name="T25" fmla="*/ 53 h 53"/>
                  <a:gd name="T26" fmla="*/ 0 w 19"/>
                  <a:gd name="T27" fmla="*/ 51 h 53"/>
                  <a:gd name="T28" fmla="*/ 15 w 19"/>
                  <a:gd name="T29" fmla="*/ 5 h 53"/>
                  <a:gd name="T30" fmla="*/ 9 w 19"/>
                  <a:gd name="T31" fmla="*/ 10 h 53"/>
                  <a:gd name="T32" fmla="*/ 4 w 19"/>
                  <a:gd name="T33" fmla="*/ 5 h 53"/>
                  <a:gd name="T34" fmla="*/ 9 w 19"/>
                  <a:gd name="T35" fmla="*/ 0 h 53"/>
                  <a:gd name="T36" fmla="*/ 15 w 19"/>
                  <a:gd name="T37" fmla="*/ 5 h 53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</a:cxnLst>
                <a:rect l="0" t="0" r="r" b="b"/>
                <a:pathLst>
                  <a:path w="19" h="53">
                    <a:moveTo>
                      <a:pt x="0" y="51"/>
                    </a:moveTo>
                    <a:cubicBezTo>
                      <a:pt x="2" y="51"/>
                      <a:pt x="2" y="51"/>
                      <a:pt x="2" y="51"/>
                    </a:cubicBezTo>
                    <a:cubicBezTo>
                      <a:pt x="4" y="51"/>
                      <a:pt x="6" y="49"/>
                      <a:pt x="6" y="47"/>
                    </a:cubicBezTo>
                    <a:cubicBezTo>
                      <a:pt x="6" y="26"/>
                      <a:pt x="6" y="26"/>
                      <a:pt x="6" y="26"/>
                    </a:cubicBezTo>
                    <a:cubicBezTo>
                      <a:pt x="6" y="24"/>
                      <a:pt x="5" y="22"/>
                      <a:pt x="3" y="22"/>
                    </a:cubicBezTo>
                    <a:cubicBezTo>
                      <a:pt x="3" y="22"/>
                      <a:pt x="2" y="22"/>
                      <a:pt x="1" y="23"/>
                    </a:cubicBezTo>
                    <a:cubicBezTo>
                      <a:pt x="0" y="21"/>
                      <a:pt x="0" y="21"/>
                      <a:pt x="0" y="21"/>
                    </a:cubicBezTo>
                    <a:cubicBezTo>
                      <a:pt x="13" y="18"/>
                      <a:pt x="13" y="18"/>
                      <a:pt x="13" y="18"/>
                    </a:cubicBezTo>
                    <a:cubicBezTo>
                      <a:pt x="13" y="47"/>
                      <a:pt x="13" y="47"/>
                      <a:pt x="13" y="47"/>
                    </a:cubicBezTo>
                    <a:cubicBezTo>
                      <a:pt x="13" y="50"/>
                      <a:pt x="14" y="51"/>
                      <a:pt x="17" y="51"/>
                    </a:cubicBezTo>
                    <a:cubicBezTo>
                      <a:pt x="19" y="51"/>
                      <a:pt x="19" y="51"/>
                      <a:pt x="19" y="51"/>
                    </a:cubicBezTo>
                    <a:cubicBezTo>
                      <a:pt x="19" y="53"/>
                      <a:pt x="19" y="53"/>
                      <a:pt x="19" y="53"/>
                    </a:cubicBezTo>
                    <a:cubicBezTo>
                      <a:pt x="0" y="53"/>
                      <a:pt x="0" y="53"/>
                      <a:pt x="0" y="53"/>
                    </a:cubicBezTo>
                    <a:lnTo>
                      <a:pt x="0" y="51"/>
                    </a:lnTo>
                    <a:close/>
                    <a:moveTo>
                      <a:pt x="15" y="5"/>
                    </a:moveTo>
                    <a:cubicBezTo>
                      <a:pt x="15" y="7"/>
                      <a:pt x="12" y="10"/>
                      <a:pt x="9" y="10"/>
                    </a:cubicBezTo>
                    <a:cubicBezTo>
                      <a:pt x="7" y="10"/>
                      <a:pt x="4" y="7"/>
                      <a:pt x="4" y="5"/>
                    </a:cubicBezTo>
                    <a:cubicBezTo>
                      <a:pt x="4" y="2"/>
                      <a:pt x="7" y="0"/>
                      <a:pt x="9" y="0"/>
                    </a:cubicBezTo>
                    <a:cubicBezTo>
                      <a:pt x="12" y="0"/>
                      <a:pt x="15" y="2"/>
                      <a:pt x="15" y="5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等线"/>
                  <a:ea typeface="+mn-ea"/>
                  <a:cs typeface="+mn-cs"/>
                </a:endParaRPr>
              </a:p>
            </p:txBody>
          </p:sp>
          <p:sp>
            <p:nvSpPr>
              <p:cNvPr id="72" name="íşļîḓé">
                <a:extLst>
                  <a:ext uri="{FF2B5EF4-FFF2-40B4-BE49-F238E27FC236}">
                    <a16:creationId xmlns:a16="http://schemas.microsoft.com/office/drawing/2014/main" id="{77475F7F-23C7-0584-BFFF-4013B83C287A}"/>
                  </a:ext>
                </a:extLst>
              </p:cNvPr>
              <p:cNvSpPr/>
              <p:nvPr/>
            </p:nvSpPr>
            <p:spPr bwMode="auto">
              <a:xfrm>
                <a:off x="8186738" y="4054476"/>
                <a:ext cx="127000" cy="261938"/>
              </a:xfrm>
              <a:custGeom>
                <a:avLst/>
                <a:gdLst>
                  <a:gd name="T0" fmla="*/ 0 w 24"/>
                  <a:gd name="T1" fmla="*/ 15 h 48"/>
                  <a:gd name="T2" fmla="*/ 0 w 24"/>
                  <a:gd name="T3" fmla="*/ 12 h 48"/>
                  <a:gd name="T4" fmla="*/ 11 w 24"/>
                  <a:gd name="T5" fmla="*/ 3 h 48"/>
                  <a:gd name="T6" fmla="*/ 11 w 24"/>
                  <a:gd name="T7" fmla="*/ 0 h 48"/>
                  <a:gd name="T8" fmla="*/ 14 w 24"/>
                  <a:gd name="T9" fmla="*/ 0 h 48"/>
                  <a:gd name="T10" fmla="*/ 14 w 24"/>
                  <a:gd name="T11" fmla="*/ 12 h 48"/>
                  <a:gd name="T12" fmla="*/ 24 w 24"/>
                  <a:gd name="T13" fmla="*/ 12 h 48"/>
                  <a:gd name="T14" fmla="*/ 24 w 24"/>
                  <a:gd name="T15" fmla="*/ 15 h 48"/>
                  <a:gd name="T16" fmla="*/ 14 w 24"/>
                  <a:gd name="T17" fmla="*/ 15 h 48"/>
                  <a:gd name="T18" fmla="*/ 14 w 24"/>
                  <a:gd name="T19" fmla="*/ 39 h 48"/>
                  <a:gd name="T20" fmla="*/ 18 w 24"/>
                  <a:gd name="T21" fmla="*/ 44 h 48"/>
                  <a:gd name="T22" fmla="*/ 23 w 24"/>
                  <a:gd name="T23" fmla="*/ 41 h 48"/>
                  <a:gd name="T24" fmla="*/ 24 w 24"/>
                  <a:gd name="T25" fmla="*/ 42 h 48"/>
                  <a:gd name="T26" fmla="*/ 14 w 24"/>
                  <a:gd name="T27" fmla="*/ 48 h 48"/>
                  <a:gd name="T28" fmla="*/ 6 w 24"/>
                  <a:gd name="T29" fmla="*/ 39 h 48"/>
                  <a:gd name="T30" fmla="*/ 6 w 24"/>
                  <a:gd name="T31" fmla="*/ 15 h 48"/>
                  <a:gd name="T32" fmla="*/ 0 w 24"/>
                  <a:gd name="T33" fmla="*/ 15 h 4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</a:cxnLst>
                <a:rect l="0" t="0" r="r" b="b"/>
                <a:pathLst>
                  <a:path w="24" h="48">
                    <a:moveTo>
                      <a:pt x="0" y="15"/>
                    </a:moveTo>
                    <a:cubicBezTo>
                      <a:pt x="0" y="12"/>
                      <a:pt x="0" y="12"/>
                      <a:pt x="0" y="12"/>
                    </a:cubicBezTo>
                    <a:cubicBezTo>
                      <a:pt x="10" y="12"/>
                      <a:pt x="11" y="4"/>
                      <a:pt x="11" y="3"/>
                    </a:cubicBezTo>
                    <a:cubicBezTo>
                      <a:pt x="11" y="0"/>
                      <a:pt x="11" y="0"/>
                      <a:pt x="11" y="0"/>
                    </a:cubicBezTo>
                    <a:cubicBezTo>
                      <a:pt x="14" y="0"/>
                      <a:pt x="14" y="0"/>
                      <a:pt x="14" y="0"/>
                    </a:cubicBezTo>
                    <a:cubicBezTo>
                      <a:pt x="14" y="12"/>
                      <a:pt x="14" y="12"/>
                      <a:pt x="14" y="12"/>
                    </a:cubicBezTo>
                    <a:cubicBezTo>
                      <a:pt x="24" y="12"/>
                      <a:pt x="24" y="12"/>
                      <a:pt x="24" y="12"/>
                    </a:cubicBezTo>
                    <a:cubicBezTo>
                      <a:pt x="24" y="15"/>
                      <a:pt x="24" y="15"/>
                      <a:pt x="24" y="15"/>
                    </a:cubicBezTo>
                    <a:cubicBezTo>
                      <a:pt x="14" y="15"/>
                      <a:pt x="14" y="15"/>
                      <a:pt x="14" y="15"/>
                    </a:cubicBezTo>
                    <a:cubicBezTo>
                      <a:pt x="14" y="39"/>
                      <a:pt x="14" y="39"/>
                      <a:pt x="14" y="39"/>
                    </a:cubicBezTo>
                    <a:cubicBezTo>
                      <a:pt x="14" y="43"/>
                      <a:pt x="16" y="44"/>
                      <a:pt x="18" y="44"/>
                    </a:cubicBezTo>
                    <a:cubicBezTo>
                      <a:pt x="20" y="44"/>
                      <a:pt x="21" y="42"/>
                      <a:pt x="23" y="41"/>
                    </a:cubicBezTo>
                    <a:cubicBezTo>
                      <a:pt x="24" y="42"/>
                      <a:pt x="24" y="42"/>
                      <a:pt x="24" y="42"/>
                    </a:cubicBezTo>
                    <a:cubicBezTo>
                      <a:pt x="22" y="45"/>
                      <a:pt x="19" y="48"/>
                      <a:pt x="14" y="48"/>
                    </a:cubicBezTo>
                    <a:cubicBezTo>
                      <a:pt x="9" y="48"/>
                      <a:pt x="6" y="44"/>
                      <a:pt x="6" y="39"/>
                    </a:cubicBezTo>
                    <a:cubicBezTo>
                      <a:pt x="6" y="15"/>
                      <a:pt x="6" y="15"/>
                      <a:pt x="6" y="15"/>
                    </a:cubicBezTo>
                    <a:lnTo>
                      <a:pt x="0" y="15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等线"/>
                  <a:ea typeface="+mn-ea"/>
                  <a:cs typeface="+mn-cs"/>
                </a:endParaRPr>
              </a:p>
            </p:txBody>
          </p:sp>
          <p:sp>
            <p:nvSpPr>
              <p:cNvPr id="73" name="ïṡḻîḑè">
                <a:extLst>
                  <a:ext uri="{FF2B5EF4-FFF2-40B4-BE49-F238E27FC236}">
                    <a16:creationId xmlns:a16="http://schemas.microsoft.com/office/drawing/2014/main" id="{0BBE9344-2496-BA81-B5B4-B171A8509340}"/>
                  </a:ext>
                </a:extLst>
              </p:cNvPr>
              <p:cNvSpPr/>
              <p:nvPr/>
            </p:nvSpPr>
            <p:spPr bwMode="auto">
              <a:xfrm>
                <a:off x="8329613" y="4119564"/>
                <a:ext cx="198437" cy="252413"/>
              </a:xfrm>
              <a:custGeom>
                <a:avLst/>
                <a:gdLst>
                  <a:gd name="T0" fmla="*/ 36 w 38"/>
                  <a:gd name="T1" fmla="*/ 3 h 46"/>
                  <a:gd name="T2" fmla="*/ 31 w 38"/>
                  <a:gd name="T3" fmla="*/ 8 h 46"/>
                  <a:gd name="T4" fmla="*/ 19 w 38"/>
                  <a:gd name="T5" fmla="*/ 37 h 46"/>
                  <a:gd name="T6" fmla="*/ 7 w 38"/>
                  <a:gd name="T7" fmla="*/ 46 h 46"/>
                  <a:gd name="T8" fmla="*/ 2 w 38"/>
                  <a:gd name="T9" fmla="*/ 41 h 46"/>
                  <a:gd name="T10" fmla="*/ 7 w 38"/>
                  <a:gd name="T11" fmla="*/ 36 h 46"/>
                  <a:gd name="T12" fmla="*/ 11 w 38"/>
                  <a:gd name="T13" fmla="*/ 40 h 46"/>
                  <a:gd name="T14" fmla="*/ 12 w 38"/>
                  <a:gd name="T15" fmla="*/ 41 h 46"/>
                  <a:gd name="T16" fmla="*/ 17 w 38"/>
                  <a:gd name="T17" fmla="*/ 35 h 46"/>
                  <a:gd name="T18" fmla="*/ 18 w 38"/>
                  <a:gd name="T19" fmla="*/ 34 h 46"/>
                  <a:gd name="T20" fmla="*/ 6 w 38"/>
                  <a:gd name="T21" fmla="*/ 7 h 46"/>
                  <a:gd name="T22" fmla="*/ 1 w 38"/>
                  <a:gd name="T23" fmla="*/ 3 h 46"/>
                  <a:gd name="T24" fmla="*/ 0 w 38"/>
                  <a:gd name="T25" fmla="*/ 3 h 46"/>
                  <a:gd name="T26" fmla="*/ 0 w 38"/>
                  <a:gd name="T27" fmla="*/ 0 h 46"/>
                  <a:gd name="T28" fmla="*/ 18 w 38"/>
                  <a:gd name="T29" fmla="*/ 0 h 46"/>
                  <a:gd name="T30" fmla="*/ 18 w 38"/>
                  <a:gd name="T31" fmla="*/ 3 h 46"/>
                  <a:gd name="T32" fmla="*/ 16 w 38"/>
                  <a:gd name="T33" fmla="*/ 3 h 46"/>
                  <a:gd name="T34" fmla="*/ 14 w 38"/>
                  <a:gd name="T35" fmla="*/ 5 h 46"/>
                  <a:gd name="T36" fmla="*/ 15 w 38"/>
                  <a:gd name="T37" fmla="*/ 8 h 46"/>
                  <a:gd name="T38" fmla="*/ 22 w 38"/>
                  <a:gd name="T39" fmla="*/ 24 h 46"/>
                  <a:gd name="T40" fmla="*/ 28 w 38"/>
                  <a:gd name="T41" fmla="*/ 8 h 46"/>
                  <a:gd name="T42" fmla="*/ 29 w 38"/>
                  <a:gd name="T43" fmla="*/ 5 h 46"/>
                  <a:gd name="T44" fmla="*/ 26 w 38"/>
                  <a:gd name="T45" fmla="*/ 3 h 46"/>
                  <a:gd name="T46" fmla="*/ 23 w 38"/>
                  <a:gd name="T47" fmla="*/ 3 h 46"/>
                  <a:gd name="T48" fmla="*/ 23 w 38"/>
                  <a:gd name="T49" fmla="*/ 0 h 46"/>
                  <a:gd name="T50" fmla="*/ 38 w 38"/>
                  <a:gd name="T51" fmla="*/ 0 h 46"/>
                  <a:gd name="T52" fmla="*/ 38 w 38"/>
                  <a:gd name="T53" fmla="*/ 3 h 46"/>
                  <a:gd name="T54" fmla="*/ 36 w 38"/>
                  <a:gd name="T55" fmla="*/ 3 h 4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</a:cxnLst>
                <a:rect l="0" t="0" r="r" b="b"/>
                <a:pathLst>
                  <a:path w="38" h="46">
                    <a:moveTo>
                      <a:pt x="36" y="3"/>
                    </a:moveTo>
                    <a:cubicBezTo>
                      <a:pt x="33" y="3"/>
                      <a:pt x="32" y="6"/>
                      <a:pt x="31" y="8"/>
                    </a:cubicBezTo>
                    <a:cubicBezTo>
                      <a:pt x="19" y="37"/>
                      <a:pt x="19" y="37"/>
                      <a:pt x="19" y="37"/>
                    </a:cubicBezTo>
                    <a:cubicBezTo>
                      <a:pt x="17" y="42"/>
                      <a:pt x="12" y="46"/>
                      <a:pt x="7" y="46"/>
                    </a:cubicBezTo>
                    <a:cubicBezTo>
                      <a:pt x="4" y="46"/>
                      <a:pt x="2" y="44"/>
                      <a:pt x="2" y="41"/>
                    </a:cubicBezTo>
                    <a:cubicBezTo>
                      <a:pt x="2" y="38"/>
                      <a:pt x="4" y="36"/>
                      <a:pt x="7" y="36"/>
                    </a:cubicBezTo>
                    <a:cubicBezTo>
                      <a:pt x="10" y="36"/>
                      <a:pt x="10" y="38"/>
                      <a:pt x="11" y="40"/>
                    </a:cubicBezTo>
                    <a:cubicBezTo>
                      <a:pt x="12" y="41"/>
                      <a:pt x="12" y="41"/>
                      <a:pt x="12" y="41"/>
                    </a:cubicBezTo>
                    <a:cubicBezTo>
                      <a:pt x="14" y="41"/>
                      <a:pt x="17" y="37"/>
                      <a:pt x="17" y="35"/>
                    </a:cubicBezTo>
                    <a:cubicBezTo>
                      <a:pt x="18" y="34"/>
                      <a:pt x="18" y="34"/>
                      <a:pt x="18" y="34"/>
                    </a:cubicBezTo>
                    <a:cubicBezTo>
                      <a:pt x="6" y="7"/>
                      <a:pt x="6" y="7"/>
                      <a:pt x="6" y="7"/>
                    </a:cubicBezTo>
                    <a:cubicBezTo>
                      <a:pt x="5" y="4"/>
                      <a:pt x="3" y="3"/>
                      <a:pt x="1" y="3"/>
                    </a:cubicBezTo>
                    <a:cubicBezTo>
                      <a:pt x="0" y="3"/>
                      <a:pt x="0" y="3"/>
                      <a:pt x="0" y="3"/>
                    </a:cubicBezTo>
                    <a:cubicBezTo>
                      <a:pt x="0" y="0"/>
                      <a:pt x="0" y="0"/>
                      <a:pt x="0" y="0"/>
                    </a:cubicBezTo>
                    <a:cubicBezTo>
                      <a:pt x="18" y="0"/>
                      <a:pt x="18" y="0"/>
                      <a:pt x="18" y="0"/>
                    </a:cubicBezTo>
                    <a:cubicBezTo>
                      <a:pt x="18" y="3"/>
                      <a:pt x="18" y="3"/>
                      <a:pt x="18" y="3"/>
                    </a:cubicBezTo>
                    <a:cubicBezTo>
                      <a:pt x="16" y="3"/>
                      <a:pt x="16" y="3"/>
                      <a:pt x="16" y="3"/>
                    </a:cubicBezTo>
                    <a:cubicBezTo>
                      <a:pt x="15" y="3"/>
                      <a:pt x="14" y="4"/>
                      <a:pt x="14" y="5"/>
                    </a:cubicBezTo>
                    <a:cubicBezTo>
                      <a:pt x="14" y="6"/>
                      <a:pt x="14" y="7"/>
                      <a:pt x="15" y="8"/>
                    </a:cubicBezTo>
                    <a:cubicBezTo>
                      <a:pt x="22" y="24"/>
                      <a:pt x="22" y="24"/>
                      <a:pt x="22" y="24"/>
                    </a:cubicBezTo>
                    <a:cubicBezTo>
                      <a:pt x="28" y="8"/>
                      <a:pt x="28" y="8"/>
                      <a:pt x="28" y="8"/>
                    </a:cubicBezTo>
                    <a:cubicBezTo>
                      <a:pt x="29" y="7"/>
                      <a:pt x="29" y="6"/>
                      <a:pt x="29" y="5"/>
                    </a:cubicBezTo>
                    <a:cubicBezTo>
                      <a:pt x="29" y="4"/>
                      <a:pt x="27" y="3"/>
                      <a:pt x="26" y="3"/>
                    </a:cubicBezTo>
                    <a:cubicBezTo>
                      <a:pt x="23" y="3"/>
                      <a:pt x="23" y="3"/>
                      <a:pt x="23" y="3"/>
                    </a:cubicBezTo>
                    <a:cubicBezTo>
                      <a:pt x="23" y="0"/>
                      <a:pt x="23" y="0"/>
                      <a:pt x="23" y="0"/>
                    </a:cubicBezTo>
                    <a:cubicBezTo>
                      <a:pt x="38" y="0"/>
                      <a:pt x="38" y="0"/>
                      <a:pt x="38" y="0"/>
                    </a:cubicBezTo>
                    <a:cubicBezTo>
                      <a:pt x="38" y="3"/>
                      <a:pt x="38" y="3"/>
                      <a:pt x="38" y="3"/>
                    </a:cubicBezTo>
                    <a:lnTo>
                      <a:pt x="36" y="3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等线"/>
                  <a:ea typeface="+mn-ea"/>
                  <a:cs typeface="+mn-cs"/>
                </a:endParaRPr>
              </a:p>
            </p:txBody>
          </p:sp>
        </p:grpSp>
        <p:grpSp>
          <p:nvGrpSpPr>
            <p:cNvPr id="46" name="ísḷîḓe">
              <a:extLst>
                <a:ext uri="{FF2B5EF4-FFF2-40B4-BE49-F238E27FC236}">
                  <a16:creationId xmlns:a16="http://schemas.microsoft.com/office/drawing/2014/main" id="{EDC67BC2-5D75-01E1-C614-5810887F3C28}"/>
                </a:ext>
              </a:extLst>
            </p:cNvPr>
            <p:cNvGrpSpPr/>
            <p:nvPr/>
          </p:nvGrpSpPr>
          <p:grpSpPr>
            <a:xfrm>
              <a:off x="5477124" y="2634664"/>
              <a:ext cx="741350" cy="1171206"/>
              <a:chOff x="4718050" y="4784723"/>
              <a:chExt cx="755650" cy="1193799"/>
            </a:xfrm>
            <a:grpFill/>
          </p:grpSpPr>
          <p:sp>
            <p:nvSpPr>
              <p:cNvPr id="57" name="ïṡļîḑê">
                <a:extLst>
                  <a:ext uri="{FF2B5EF4-FFF2-40B4-BE49-F238E27FC236}">
                    <a16:creationId xmlns:a16="http://schemas.microsoft.com/office/drawing/2014/main" id="{2B646321-76F3-E2F4-D90A-2D7473DF0B71}"/>
                  </a:ext>
                </a:extLst>
              </p:cNvPr>
              <p:cNvSpPr/>
              <p:nvPr/>
            </p:nvSpPr>
            <p:spPr bwMode="auto">
              <a:xfrm>
                <a:off x="4718050" y="4784723"/>
                <a:ext cx="373063" cy="1193799"/>
              </a:xfrm>
              <a:custGeom>
                <a:avLst/>
                <a:gdLst>
                  <a:gd name="T0" fmla="*/ 279 w 367"/>
                  <a:gd name="T1" fmla="*/ 506 h 1171"/>
                  <a:gd name="T2" fmla="*/ 247 w 367"/>
                  <a:gd name="T3" fmla="*/ 408 h 1171"/>
                  <a:gd name="T4" fmla="*/ 207 w 367"/>
                  <a:gd name="T5" fmla="*/ 413 h 1171"/>
                  <a:gd name="T6" fmla="*/ 257 w 367"/>
                  <a:gd name="T7" fmla="*/ 316 h 1171"/>
                  <a:gd name="T8" fmla="*/ 275 w 367"/>
                  <a:gd name="T9" fmla="*/ 282 h 1171"/>
                  <a:gd name="T10" fmla="*/ 295 w 367"/>
                  <a:gd name="T11" fmla="*/ 258 h 1171"/>
                  <a:gd name="T12" fmla="*/ 312 w 367"/>
                  <a:gd name="T13" fmla="*/ 221 h 1171"/>
                  <a:gd name="T14" fmla="*/ 352 w 367"/>
                  <a:gd name="T15" fmla="*/ 167 h 1171"/>
                  <a:gd name="T16" fmla="*/ 365 w 367"/>
                  <a:gd name="T17" fmla="*/ 133 h 1171"/>
                  <a:gd name="T18" fmla="*/ 365 w 367"/>
                  <a:gd name="T19" fmla="*/ 119 h 1171"/>
                  <a:gd name="T20" fmla="*/ 285 w 367"/>
                  <a:gd name="T21" fmla="*/ 1 h 1171"/>
                  <a:gd name="T22" fmla="*/ 277 w 367"/>
                  <a:gd name="T23" fmla="*/ 73 h 1171"/>
                  <a:gd name="T24" fmla="*/ 277 w 367"/>
                  <a:gd name="T25" fmla="*/ 92 h 1171"/>
                  <a:gd name="T26" fmla="*/ 295 w 367"/>
                  <a:gd name="T27" fmla="*/ 149 h 1171"/>
                  <a:gd name="T28" fmla="*/ 199 w 367"/>
                  <a:gd name="T29" fmla="*/ 333 h 1171"/>
                  <a:gd name="T30" fmla="*/ 149 w 367"/>
                  <a:gd name="T31" fmla="*/ 412 h 1171"/>
                  <a:gd name="T32" fmla="*/ 127 w 367"/>
                  <a:gd name="T33" fmla="*/ 499 h 1171"/>
                  <a:gd name="T34" fmla="*/ 196 w 367"/>
                  <a:gd name="T35" fmla="*/ 505 h 1171"/>
                  <a:gd name="T36" fmla="*/ 210 w 367"/>
                  <a:gd name="T37" fmla="*/ 498 h 1171"/>
                  <a:gd name="T38" fmla="*/ 178 w 367"/>
                  <a:gd name="T39" fmla="*/ 591 h 1171"/>
                  <a:gd name="T40" fmla="*/ 159 w 367"/>
                  <a:gd name="T41" fmla="*/ 636 h 1171"/>
                  <a:gd name="T42" fmla="*/ 139 w 367"/>
                  <a:gd name="T43" fmla="*/ 677 h 1171"/>
                  <a:gd name="T44" fmla="*/ 124 w 367"/>
                  <a:gd name="T45" fmla="*/ 701 h 1171"/>
                  <a:gd name="T46" fmla="*/ 77 w 367"/>
                  <a:gd name="T47" fmla="*/ 785 h 1171"/>
                  <a:gd name="T48" fmla="*/ 46 w 367"/>
                  <a:gd name="T49" fmla="*/ 829 h 1171"/>
                  <a:gd name="T50" fmla="*/ 35 w 367"/>
                  <a:gd name="T51" fmla="*/ 857 h 1171"/>
                  <a:gd name="T52" fmla="*/ 11 w 367"/>
                  <a:gd name="T53" fmla="*/ 897 h 1171"/>
                  <a:gd name="T54" fmla="*/ 12 w 367"/>
                  <a:gd name="T55" fmla="*/ 906 h 1171"/>
                  <a:gd name="T56" fmla="*/ 0 w 367"/>
                  <a:gd name="T57" fmla="*/ 948 h 1171"/>
                  <a:gd name="T58" fmla="*/ 10 w 367"/>
                  <a:gd name="T59" fmla="*/ 959 h 1171"/>
                  <a:gd name="T60" fmla="*/ 77 w 367"/>
                  <a:gd name="T61" fmla="*/ 893 h 1171"/>
                  <a:gd name="T62" fmla="*/ 113 w 367"/>
                  <a:gd name="T63" fmla="*/ 854 h 1171"/>
                  <a:gd name="T64" fmla="*/ 138 w 367"/>
                  <a:gd name="T65" fmla="*/ 817 h 1171"/>
                  <a:gd name="T66" fmla="*/ 140 w 367"/>
                  <a:gd name="T67" fmla="*/ 876 h 1171"/>
                  <a:gd name="T68" fmla="*/ 138 w 367"/>
                  <a:gd name="T69" fmla="*/ 913 h 1171"/>
                  <a:gd name="T70" fmla="*/ 140 w 367"/>
                  <a:gd name="T71" fmla="*/ 926 h 1171"/>
                  <a:gd name="T72" fmla="*/ 133 w 367"/>
                  <a:gd name="T73" fmla="*/ 970 h 1171"/>
                  <a:gd name="T74" fmla="*/ 133 w 367"/>
                  <a:gd name="T75" fmla="*/ 994 h 1171"/>
                  <a:gd name="T76" fmla="*/ 128 w 367"/>
                  <a:gd name="T77" fmla="*/ 999 h 1171"/>
                  <a:gd name="T78" fmla="*/ 127 w 367"/>
                  <a:gd name="T79" fmla="*/ 1073 h 1171"/>
                  <a:gd name="T80" fmla="*/ 157 w 367"/>
                  <a:gd name="T81" fmla="*/ 1171 h 1171"/>
                  <a:gd name="T82" fmla="*/ 179 w 367"/>
                  <a:gd name="T83" fmla="*/ 1170 h 1171"/>
                  <a:gd name="T84" fmla="*/ 192 w 367"/>
                  <a:gd name="T85" fmla="*/ 1159 h 1171"/>
                  <a:gd name="T86" fmla="*/ 201 w 367"/>
                  <a:gd name="T87" fmla="*/ 1137 h 1171"/>
                  <a:gd name="T88" fmla="*/ 205 w 367"/>
                  <a:gd name="T89" fmla="*/ 1075 h 1171"/>
                  <a:gd name="T90" fmla="*/ 198 w 367"/>
                  <a:gd name="T91" fmla="*/ 1069 h 1171"/>
                  <a:gd name="T92" fmla="*/ 198 w 367"/>
                  <a:gd name="T93" fmla="*/ 950 h 1171"/>
                  <a:gd name="T94" fmla="*/ 205 w 367"/>
                  <a:gd name="T95" fmla="*/ 935 h 1171"/>
                  <a:gd name="T96" fmla="*/ 205 w 367"/>
                  <a:gd name="T97" fmla="*/ 916 h 1171"/>
                  <a:gd name="T98" fmla="*/ 210 w 367"/>
                  <a:gd name="T99" fmla="*/ 893 h 1171"/>
                  <a:gd name="T100" fmla="*/ 209 w 367"/>
                  <a:gd name="T101" fmla="*/ 878 h 1171"/>
                  <a:gd name="T102" fmla="*/ 220 w 367"/>
                  <a:gd name="T103" fmla="*/ 842 h 1171"/>
                  <a:gd name="T104" fmla="*/ 220 w 367"/>
                  <a:gd name="T105" fmla="*/ 814 h 1171"/>
                  <a:gd name="T106" fmla="*/ 181 w 367"/>
                  <a:gd name="T107" fmla="*/ 711 h 1171"/>
                  <a:gd name="T108" fmla="*/ 210 w 367"/>
                  <a:gd name="T109" fmla="*/ 643 h 1171"/>
                  <a:gd name="T110" fmla="*/ 279 w 367"/>
                  <a:gd name="T111" fmla="*/ 506 h 117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  <a:cxn ang="0">
                    <a:pos x="T90" y="T91"/>
                  </a:cxn>
                  <a:cxn ang="0">
                    <a:pos x="T92" y="T93"/>
                  </a:cxn>
                  <a:cxn ang="0">
                    <a:pos x="T94" y="T95"/>
                  </a:cxn>
                  <a:cxn ang="0">
                    <a:pos x="T96" y="T97"/>
                  </a:cxn>
                  <a:cxn ang="0">
                    <a:pos x="T98" y="T99"/>
                  </a:cxn>
                  <a:cxn ang="0">
                    <a:pos x="T100" y="T101"/>
                  </a:cxn>
                  <a:cxn ang="0">
                    <a:pos x="T102" y="T103"/>
                  </a:cxn>
                  <a:cxn ang="0">
                    <a:pos x="T104" y="T105"/>
                  </a:cxn>
                  <a:cxn ang="0">
                    <a:pos x="T106" y="T107"/>
                  </a:cxn>
                  <a:cxn ang="0">
                    <a:pos x="T108" y="T109"/>
                  </a:cxn>
                  <a:cxn ang="0">
                    <a:pos x="T110" y="T111"/>
                  </a:cxn>
                </a:cxnLst>
                <a:rect l="0" t="0" r="r" b="b"/>
                <a:pathLst>
                  <a:path w="367" h="1171">
                    <a:moveTo>
                      <a:pt x="279" y="506"/>
                    </a:moveTo>
                    <a:cubicBezTo>
                      <a:pt x="298" y="459"/>
                      <a:pt x="292" y="421"/>
                      <a:pt x="247" y="408"/>
                    </a:cubicBezTo>
                    <a:cubicBezTo>
                      <a:pt x="230" y="403"/>
                      <a:pt x="221" y="412"/>
                      <a:pt x="207" y="413"/>
                    </a:cubicBezTo>
                    <a:cubicBezTo>
                      <a:pt x="225" y="375"/>
                      <a:pt x="242" y="350"/>
                      <a:pt x="257" y="316"/>
                    </a:cubicBezTo>
                    <a:cubicBezTo>
                      <a:pt x="261" y="307"/>
                      <a:pt x="278" y="293"/>
                      <a:pt x="275" y="282"/>
                    </a:cubicBezTo>
                    <a:cubicBezTo>
                      <a:pt x="281" y="273"/>
                      <a:pt x="290" y="266"/>
                      <a:pt x="295" y="258"/>
                    </a:cubicBezTo>
                    <a:cubicBezTo>
                      <a:pt x="302" y="245"/>
                      <a:pt x="303" y="232"/>
                      <a:pt x="312" y="221"/>
                    </a:cubicBezTo>
                    <a:cubicBezTo>
                      <a:pt x="321" y="208"/>
                      <a:pt x="345" y="182"/>
                      <a:pt x="352" y="167"/>
                    </a:cubicBezTo>
                    <a:cubicBezTo>
                      <a:pt x="356" y="156"/>
                      <a:pt x="360" y="144"/>
                      <a:pt x="365" y="133"/>
                    </a:cubicBezTo>
                    <a:cubicBezTo>
                      <a:pt x="367" y="126"/>
                      <a:pt x="363" y="122"/>
                      <a:pt x="365" y="119"/>
                    </a:cubicBezTo>
                    <a:cubicBezTo>
                      <a:pt x="365" y="68"/>
                      <a:pt x="339" y="0"/>
                      <a:pt x="285" y="1"/>
                    </a:cubicBezTo>
                    <a:cubicBezTo>
                      <a:pt x="276" y="21"/>
                      <a:pt x="270" y="45"/>
                      <a:pt x="277" y="73"/>
                    </a:cubicBezTo>
                    <a:cubicBezTo>
                      <a:pt x="277" y="79"/>
                      <a:pt x="277" y="85"/>
                      <a:pt x="277" y="92"/>
                    </a:cubicBezTo>
                    <a:cubicBezTo>
                      <a:pt x="280" y="99"/>
                      <a:pt x="299" y="140"/>
                      <a:pt x="295" y="149"/>
                    </a:cubicBezTo>
                    <a:cubicBezTo>
                      <a:pt x="264" y="215"/>
                      <a:pt x="234" y="276"/>
                      <a:pt x="199" y="333"/>
                    </a:cubicBezTo>
                    <a:cubicBezTo>
                      <a:pt x="186" y="354"/>
                      <a:pt x="156" y="390"/>
                      <a:pt x="149" y="412"/>
                    </a:cubicBezTo>
                    <a:cubicBezTo>
                      <a:pt x="142" y="432"/>
                      <a:pt x="105" y="464"/>
                      <a:pt x="127" y="499"/>
                    </a:cubicBezTo>
                    <a:cubicBezTo>
                      <a:pt x="136" y="514"/>
                      <a:pt x="178" y="517"/>
                      <a:pt x="196" y="505"/>
                    </a:cubicBezTo>
                    <a:cubicBezTo>
                      <a:pt x="200" y="503"/>
                      <a:pt x="202" y="499"/>
                      <a:pt x="210" y="498"/>
                    </a:cubicBezTo>
                    <a:cubicBezTo>
                      <a:pt x="204" y="536"/>
                      <a:pt x="195" y="561"/>
                      <a:pt x="178" y="591"/>
                    </a:cubicBezTo>
                    <a:cubicBezTo>
                      <a:pt x="182" y="599"/>
                      <a:pt x="159" y="628"/>
                      <a:pt x="159" y="636"/>
                    </a:cubicBezTo>
                    <a:cubicBezTo>
                      <a:pt x="159" y="642"/>
                      <a:pt x="143" y="669"/>
                      <a:pt x="139" y="677"/>
                    </a:cubicBezTo>
                    <a:cubicBezTo>
                      <a:pt x="142" y="682"/>
                      <a:pt x="125" y="697"/>
                      <a:pt x="124" y="701"/>
                    </a:cubicBezTo>
                    <a:cubicBezTo>
                      <a:pt x="109" y="734"/>
                      <a:pt x="93" y="755"/>
                      <a:pt x="77" y="785"/>
                    </a:cubicBezTo>
                    <a:cubicBezTo>
                      <a:pt x="69" y="801"/>
                      <a:pt x="56" y="815"/>
                      <a:pt x="46" y="829"/>
                    </a:cubicBezTo>
                    <a:cubicBezTo>
                      <a:pt x="40" y="839"/>
                      <a:pt x="41" y="845"/>
                      <a:pt x="35" y="857"/>
                    </a:cubicBezTo>
                    <a:cubicBezTo>
                      <a:pt x="30" y="869"/>
                      <a:pt x="15" y="883"/>
                      <a:pt x="11" y="897"/>
                    </a:cubicBezTo>
                    <a:cubicBezTo>
                      <a:pt x="12" y="900"/>
                      <a:pt x="12" y="903"/>
                      <a:pt x="12" y="906"/>
                    </a:cubicBezTo>
                    <a:cubicBezTo>
                      <a:pt x="7" y="917"/>
                      <a:pt x="0" y="932"/>
                      <a:pt x="0" y="948"/>
                    </a:cubicBezTo>
                    <a:cubicBezTo>
                      <a:pt x="3" y="952"/>
                      <a:pt x="6" y="955"/>
                      <a:pt x="10" y="959"/>
                    </a:cubicBezTo>
                    <a:cubicBezTo>
                      <a:pt x="33" y="957"/>
                      <a:pt x="68" y="913"/>
                      <a:pt x="77" y="893"/>
                    </a:cubicBezTo>
                    <a:cubicBezTo>
                      <a:pt x="84" y="881"/>
                      <a:pt x="104" y="868"/>
                      <a:pt x="113" y="854"/>
                    </a:cubicBezTo>
                    <a:cubicBezTo>
                      <a:pt x="120" y="844"/>
                      <a:pt x="126" y="820"/>
                      <a:pt x="138" y="817"/>
                    </a:cubicBezTo>
                    <a:cubicBezTo>
                      <a:pt x="140" y="821"/>
                      <a:pt x="142" y="869"/>
                      <a:pt x="140" y="876"/>
                    </a:cubicBezTo>
                    <a:cubicBezTo>
                      <a:pt x="140" y="876"/>
                      <a:pt x="138" y="913"/>
                      <a:pt x="138" y="913"/>
                    </a:cubicBezTo>
                    <a:cubicBezTo>
                      <a:pt x="138" y="915"/>
                      <a:pt x="141" y="922"/>
                      <a:pt x="140" y="926"/>
                    </a:cubicBezTo>
                    <a:cubicBezTo>
                      <a:pt x="134" y="939"/>
                      <a:pt x="133" y="949"/>
                      <a:pt x="133" y="970"/>
                    </a:cubicBezTo>
                    <a:cubicBezTo>
                      <a:pt x="133" y="978"/>
                      <a:pt x="133" y="986"/>
                      <a:pt x="133" y="994"/>
                    </a:cubicBezTo>
                    <a:cubicBezTo>
                      <a:pt x="131" y="996"/>
                      <a:pt x="130" y="998"/>
                      <a:pt x="128" y="999"/>
                    </a:cubicBezTo>
                    <a:cubicBezTo>
                      <a:pt x="128" y="1024"/>
                      <a:pt x="127" y="1048"/>
                      <a:pt x="127" y="1073"/>
                    </a:cubicBezTo>
                    <a:cubicBezTo>
                      <a:pt x="113" y="1114"/>
                      <a:pt x="126" y="1161"/>
                      <a:pt x="157" y="1171"/>
                    </a:cubicBezTo>
                    <a:cubicBezTo>
                      <a:pt x="165" y="1171"/>
                      <a:pt x="172" y="1170"/>
                      <a:pt x="179" y="1170"/>
                    </a:cubicBezTo>
                    <a:cubicBezTo>
                      <a:pt x="182" y="1164"/>
                      <a:pt x="188" y="1163"/>
                      <a:pt x="192" y="1159"/>
                    </a:cubicBezTo>
                    <a:cubicBezTo>
                      <a:pt x="195" y="1152"/>
                      <a:pt x="198" y="1144"/>
                      <a:pt x="201" y="1137"/>
                    </a:cubicBezTo>
                    <a:cubicBezTo>
                      <a:pt x="203" y="1131"/>
                      <a:pt x="209" y="1085"/>
                      <a:pt x="205" y="1075"/>
                    </a:cubicBezTo>
                    <a:cubicBezTo>
                      <a:pt x="202" y="1073"/>
                      <a:pt x="200" y="1071"/>
                      <a:pt x="198" y="1069"/>
                    </a:cubicBezTo>
                    <a:cubicBezTo>
                      <a:pt x="198" y="1030"/>
                      <a:pt x="198" y="990"/>
                      <a:pt x="198" y="950"/>
                    </a:cubicBezTo>
                    <a:cubicBezTo>
                      <a:pt x="199" y="943"/>
                      <a:pt x="203" y="941"/>
                      <a:pt x="205" y="935"/>
                    </a:cubicBezTo>
                    <a:cubicBezTo>
                      <a:pt x="205" y="928"/>
                      <a:pt x="205" y="922"/>
                      <a:pt x="205" y="916"/>
                    </a:cubicBezTo>
                    <a:cubicBezTo>
                      <a:pt x="207" y="909"/>
                      <a:pt x="208" y="901"/>
                      <a:pt x="210" y="893"/>
                    </a:cubicBezTo>
                    <a:cubicBezTo>
                      <a:pt x="210" y="888"/>
                      <a:pt x="209" y="883"/>
                      <a:pt x="209" y="878"/>
                    </a:cubicBezTo>
                    <a:cubicBezTo>
                      <a:pt x="213" y="867"/>
                      <a:pt x="217" y="852"/>
                      <a:pt x="220" y="842"/>
                    </a:cubicBezTo>
                    <a:cubicBezTo>
                      <a:pt x="220" y="833"/>
                      <a:pt x="220" y="823"/>
                      <a:pt x="220" y="814"/>
                    </a:cubicBezTo>
                    <a:cubicBezTo>
                      <a:pt x="225" y="779"/>
                      <a:pt x="207" y="725"/>
                      <a:pt x="181" y="711"/>
                    </a:cubicBezTo>
                    <a:cubicBezTo>
                      <a:pt x="181" y="682"/>
                      <a:pt x="201" y="665"/>
                      <a:pt x="210" y="643"/>
                    </a:cubicBezTo>
                    <a:cubicBezTo>
                      <a:pt x="231" y="597"/>
                      <a:pt x="260" y="553"/>
                      <a:pt x="279" y="506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等线"/>
                  <a:ea typeface="+mn-ea"/>
                  <a:cs typeface="+mn-cs"/>
                </a:endParaRPr>
              </a:p>
            </p:txBody>
          </p:sp>
          <p:sp>
            <p:nvSpPr>
              <p:cNvPr id="58" name="iṣľîḑe">
                <a:extLst>
                  <a:ext uri="{FF2B5EF4-FFF2-40B4-BE49-F238E27FC236}">
                    <a16:creationId xmlns:a16="http://schemas.microsoft.com/office/drawing/2014/main" id="{6C5AB7BE-B838-9D2A-039B-ECE77FB043B6}"/>
                  </a:ext>
                </a:extLst>
              </p:cNvPr>
              <p:cNvSpPr/>
              <p:nvPr/>
            </p:nvSpPr>
            <p:spPr bwMode="auto">
              <a:xfrm>
                <a:off x="5000625" y="4865685"/>
                <a:ext cx="473075" cy="1063624"/>
              </a:xfrm>
              <a:custGeom>
                <a:avLst/>
                <a:gdLst>
                  <a:gd name="T0" fmla="*/ 392 w 466"/>
                  <a:gd name="T1" fmla="*/ 857 h 1043"/>
                  <a:gd name="T2" fmla="*/ 253 w 466"/>
                  <a:gd name="T3" fmla="*/ 759 h 1043"/>
                  <a:gd name="T4" fmla="*/ 169 w 466"/>
                  <a:gd name="T5" fmla="*/ 808 h 1043"/>
                  <a:gd name="T6" fmla="*/ 236 w 466"/>
                  <a:gd name="T7" fmla="*/ 670 h 1043"/>
                  <a:gd name="T8" fmla="*/ 319 w 466"/>
                  <a:gd name="T9" fmla="*/ 617 h 1043"/>
                  <a:gd name="T10" fmla="*/ 341 w 466"/>
                  <a:gd name="T11" fmla="*/ 489 h 1043"/>
                  <a:gd name="T12" fmla="*/ 362 w 466"/>
                  <a:gd name="T13" fmla="*/ 400 h 1043"/>
                  <a:gd name="T14" fmla="*/ 283 w 466"/>
                  <a:gd name="T15" fmla="*/ 247 h 1043"/>
                  <a:gd name="T16" fmla="*/ 147 w 466"/>
                  <a:gd name="T17" fmla="*/ 437 h 1043"/>
                  <a:gd name="T18" fmla="*/ 159 w 466"/>
                  <a:gd name="T19" fmla="*/ 389 h 1043"/>
                  <a:gd name="T20" fmla="*/ 325 w 466"/>
                  <a:gd name="T21" fmla="*/ 161 h 1043"/>
                  <a:gd name="T22" fmla="*/ 437 w 466"/>
                  <a:gd name="T23" fmla="*/ 1 h 1043"/>
                  <a:gd name="T24" fmla="*/ 356 w 466"/>
                  <a:gd name="T25" fmla="*/ 43 h 1043"/>
                  <a:gd name="T26" fmla="*/ 194 w 466"/>
                  <a:gd name="T27" fmla="*/ 172 h 1043"/>
                  <a:gd name="T28" fmla="*/ 201 w 466"/>
                  <a:gd name="T29" fmla="*/ 147 h 1043"/>
                  <a:gd name="T30" fmla="*/ 146 w 466"/>
                  <a:gd name="T31" fmla="*/ 23 h 1043"/>
                  <a:gd name="T32" fmla="*/ 96 w 466"/>
                  <a:gd name="T33" fmla="*/ 306 h 1043"/>
                  <a:gd name="T34" fmla="*/ 211 w 466"/>
                  <a:gd name="T35" fmla="*/ 214 h 1043"/>
                  <a:gd name="T36" fmla="*/ 384 w 466"/>
                  <a:gd name="T37" fmla="*/ 56 h 1043"/>
                  <a:gd name="T38" fmla="*/ 352 w 466"/>
                  <a:gd name="T39" fmla="*/ 93 h 1043"/>
                  <a:gd name="T40" fmla="*/ 240 w 466"/>
                  <a:gd name="T41" fmla="*/ 220 h 1043"/>
                  <a:gd name="T42" fmla="*/ 68 w 466"/>
                  <a:gd name="T43" fmla="*/ 555 h 1043"/>
                  <a:gd name="T44" fmla="*/ 110 w 466"/>
                  <a:gd name="T45" fmla="*/ 700 h 1043"/>
                  <a:gd name="T46" fmla="*/ 142 w 466"/>
                  <a:gd name="T47" fmla="*/ 574 h 1043"/>
                  <a:gd name="T48" fmla="*/ 258 w 466"/>
                  <a:gd name="T49" fmla="*/ 344 h 1043"/>
                  <a:gd name="T50" fmla="*/ 341 w 466"/>
                  <a:gd name="T51" fmla="*/ 260 h 1043"/>
                  <a:gd name="T52" fmla="*/ 332 w 466"/>
                  <a:gd name="T53" fmla="*/ 376 h 1043"/>
                  <a:gd name="T54" fmla="*/ 313 w 466"/>
                  <a:gd name="T55" fmla="*/ 503 h 1043"/>
                  <a:gd name="T56" fmla="*/ 293 w 466"/>
                  <a:gd name="T57" fmla="*/ 576 h 1043"/>
                  <a:gd name="T58" fmla="*/ 284 w 466"/>
                  <a:gd name="T59" fmla="*/ 627 h 1043"/>
                  <a:gd name="T60" fmla="*/ 284 w 466"/>
                  <a:gd name="T61" fmla="*/ 455 h 1043"/>
                  <a:gd name="T62" fmla="*/ 201 w 466"/>
                  <a:gd name="T63" fmla="*/ 572 h 1043"/>
                  <a:gd name="T64" fmla="*/ 3 w 466"/>
                  <a:gd name="T65" fmla="*/ 1027 h 1043"/>
                  <a:gd name="T66" fmla="*/ 105 w 466"/>
                  <a:gd name="T67" fmla="*/ 958 h 1043"/>
                  <a:gd name="T68" fmla="*/ 301 w 466"/>
                  <a:gd name="T69" fmla="*/ 768 h 1043"/>
                  <a:gd name="T70" fmla="*/ 378 w 466"/>
                  <a:gd name="T71" fmla="*/ 740 h 1043"/>
                  <a:gd name="T72" fmla="*/ 219 w 466"/>
                  <a:gd name="T73" fmla="*/ 881 h 1043"/>
                  <a:gd name="T74" fmla="*/ 304 w 466"/>
                  <a:gd name="T75" fmla="*/ 979 h 1043"/>
                  <a:gd name="T76" fmla="*/ 435 w 466"/>
                  <a:gd name="T77" fmla="*/ 991 h 1043"/>
                  <a:gd name="T78" fmla="*/ 449 w 466"/>
                  <a:gd name="T79" fmla="*/ 951 h 1043"/>
                  <a:gd name="T80" fmla="*/ 129 w 466"/>
                  <a:gd name="T81" fmla="*/ 467 h 1043"/>
                  <a:gd name="T82" fmla="*/ 134 w 466"/>
                  <a:gd name="T83" fmla="*/ 466 h 1043"/>
                  <a:gd name="T84" fmla="*/ 277 w 466"/>
                  <a:gd name="T85" fmla="*/ 889 h 1043"/>
                  <a:gd name="T86" fmla="*/ 309 w 466"/>
                  <a:gd name="T87" fmla="*/ 910 h 1043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</a:cxnLst>
                <a:rect l="0" t="0" r="r" b="b"/>
                <a:pathLst>
                  <a:path w="466" h="1043">
                    <a:moveTo>
                      <a:pt x="412" y="914"/>
                    </a:moveTo>
                    <a:cubicBezTo>
                      <a:pt x="407" y="911"/>
                      <a:pt x="388" y="899"/>
                      <a:pt x="385" y="893"/>
                    </a:cubicBezTo>
                    <a:cubicBezTo>
                      <a:pt x="379" y="887"/>
                      <a:pt x="392" y="857"/>
                      <a:pt x="392" y="857"/>
                    </a:cubicBezTo>
                    <a:cubicBezTo>
                      <a:pt x="396" y="826"/>
                      <a:pt x="441" y="785"/>
                      <a:pt x="420" y="740"/>
                    </a:cubicBezTo>
                    <a:cubicBezTo>
                      <a:pt x="405" y="709"/>
                      <a:pt x="367" y="710"/>
                      <a:pt x="334" y="722"/>
                    </a:cubicBezTo>
                    <a:cubicBezTo>
                      <a:pt x="307" y="731"/>
                      <a:pt x="277" y="745"/>
                      <a:pt x="253" y="759"/>
                    </a:cubicBezTo>
                    <a:cubicBezTo>
                      <a:pt x="245" y="763"/>
                      <a:pt x="238" y="773"/>
                      <a:pt x="230" y="776"/>
                    </a:cubicBezTo>
                    <a:cubicBezTo>
                      <a:pt x="210" y="786"/>
                      <a:pt x="190" y="795"/>
                      <a:pt x="173" y="808"/>
                    </a:cubicBezTo>
                    <a:cubicBezTo>
                      <a:pt x="171" y="808"/>
                      <a:pt x="170" y="808"/>
                      <a:pt x="169" y="808"/>
                    </a:cubicBezTo>
                    <a:cubicBezTo>
                      <a:pt x="168" y="807"/>
                      <a:pt x="167" y="805"/>
                      <a:pt x="166" y="803"/>
                    </a:cubicBezTo>
                    <a:cubicBezTo>
                      <a:pt x="195" y="763"/>
                      <a:pt x="208" y="713"/>
                      <a:pt x="233" y="670"/>
                    </a:cubicBezTo>
                    <a:cubicBezTo>
                      <a:pt x="234" y="670"/>
                      <a:pt x="235" y="670"/>
                      <a:pt x="236" y="670"/>
                    </a:cubicBezTo>
                    <a:cubicBezTo>
                      <a:pt x="238" y="694"/>
                      <a:pt x="273" y="713"/>
                      <a:pt x="298" y="708"/>
                    </a:cubicBezTo>
                    <a:cubicBezTo>
                      <a:pt x="310" y="691"/>
                      <a:pt x="311" y="654"/>
                      <a:pt x="319" y="634"/>
                    </a:cubicBezTo>
                    <a:cubicBezTo>
                      <a:pt x="319" y="628"/>
                      <a:pt x="319" y="623"/>
                      <a:pt x="319" y="617"/>
                    </a:cubicBezTo>
                    <a:cubicBezTo>
                      <a:pt x="322" y="609"/>
                      <a:pt x="326" y="592"/>
                      <a:pt x="330" y="582"/>
                    </a:cubicBezTo>
                    <a:cubicBezTo>
                      <a:pt x="331" y="567"/>
                      <a:pt x="332" y="552"/>
                      <a:pt x="334" y="537"/>
                    </a:cubicBezTo>
                    <a:cubicBezTo>
                      <a:pt x="338" y="523"/>
                      <a:pt x="344" y="505"/>
                      <a:pt x="341" y="489"/>
                    </a:cubicBezTo>
                    <a:cubicBezTo>
                      <a:pt x="344" y="485"/>
                      <a:pt x="346" y="475"/>
                      <a:pt x="348" y="469"/>
                    </a:cubicBezTo>
                    <a:cubicBezTo>
                      <a:pt x="348" y="463"/>
                      <a:pt x="348" y="458"/>
                      <a:pt x="348" y="453"/>
                    </a:cubicBezTo>
                    <a:cubicBezTo>
                      <a:pt x="353" y="441"/>
                      <a:pt x="361" y="413"/>
                      <a:pt x="362" y="400"/>
                    </a:cubicBezTo>
                    <a:cubicBezTo>
                      <a:pt x="363" y="387"/>
                      <a:pt x="385" y="326"/>
                      <a:pt x="382" y="322"/>
                    </a:cubicBezTo>
                    <a:cubicBezTo>
                      <a:pt x="386" y="291"/>
                      <a:pt x="408" y="244"/>
                      <a:pt x="375" y="223"/>
                    </a:cubicBezTo>
                    <a:cubicBezTo>
                      <a:pt x="343" y="203"/>
                      <a:pt x="305" y="232"/>
                      <a:pt x="283" y="247"/>
                    </a:cubicBezTo>
                    <a:cubicBezTo>
                      <a:pt x="227" y="285"/>
                      <a:pt x="193" y="338"/>
                      <a:pt x="165" y="400"/>
                    </a:cubicBezTo>
                    <a:cubicBezTo>
                      <a:pt x="163" y="402"/>
                      <a:pt x="161" y="404"/>
                      <a:pt x="159" y="406"/>
                    </a:cubicBezTo>
                    <a:cubicBezTo>
                      <a:pt x="153" y="415"/>
                      <a:pt x="151" y="428"/>
                      <a:pt x="147" y="437"/>
                    </a:cubicBezTo>
                    <a:cubicBezTo>
                      <a:pt x="145" y="441"/>
                      <a:pt x="138" y="449"/>
                      <a:pt x="137" y="452"/>
                    </a:cubicBezTo>
                    <a:cubicBezTo>
                      <a:pt x="134" y="450"/>
                      <a:pt x="136" y="450"/>
                      <a:pt x="135" y="447"/>
                    </a:cubicBezTo>
                    <a:cubicBezTo>
                      <a:pt x="147" y="437"/>
                      <a:pt x="149" y="410"/>
                      <a:pt x="159" y="389"/>
                    </a:cubicBezTo>
                    <a:cubicBezTo>
                      <a:pt x="176" y="353"/>
                      <a:pt x="199" y="322"/>
                      <a:pt x="218" y="287"/>
                    </a:cubicBezTo>
                    <a:cubicBezTo>
                      <a:pt x="235" y="253"/>
                      <a:pt x="267" y="226"/>
                      <a:pt x="291" y="193"/>
                    </a:cubicBezTo>
                    <a:cubicBezTo>
                      <a:pt x="300" y="180"/>
                      <a:pt x="316" y="173"/>
                      <a:pt x="325" y="161"/>
                    </a:cubicBezTo>
                    <a:cubicBezTo>
                      <a:pt x="332" y="151"/>
                      <a:pt x="347" y="133"/>
                      <a:pt x="357" y="127"/>
                    </a:cubicBezTo>
                    <a:cubicBezTo>
                      <a:pt x="398" y="100"/>
                      <a:pt x="438" y="61"/>
                      <a:pt x="454" y="13"/>
                    </a:cubicBezTo>
                    <a:cubicBezTo>
                      <a:pt x="448" y="9"/>
                      <a:pt x="442" y="5"/>
                      <a:pt x="437" y="1"/>
                    </a:cubicBezTo>
                    <a:cubicBezTo>
                      <a:pt x="432" y="6"/>
                      <a:pt x="422" y="0"/>
                      <a:pt x="417" y="2"/>
                    </a:cubicBezTo>
                    <a:cubicBezTo>
                      <a:pt x="412" y="4"/>
                      <a:pt x="405" y="12"/>
                      <a:pt x="401" y="15"/>
                    </a:cubicBezTo>
                    <a:cubicBezTo>
                      <a:pt x="386" y="26"/>
                      <a:pt x="371" y="33"/>
                      <a:pt x="356" y="43"/>
                    </a:cubicBezTo>
                    <a:cubicBezTo>
                      <a:pt x="343" y="50"/>
                      <a:pt x="333" y="65"/>
                      <a:pt x="321" y="72"/>
                    </a:cubicBezTo>
                    <a:cubicBezTo>
                      <a:pt x="281" y="99"/>
                      <a:pt x="252" y="129"/>
                      <a:pt x="212" y="155"/>
                    </a:cubicBezTo>
                    <a:cubicBezTo>
                      <a:pt x="206" y="161"/>
                      <a:pt x="200" y="166"/>
                      <a:pt x="194" y="172"/>
                    </a:cubicBezTo>
                    <a:cubicBezTo>
                      <a:pt x="193" y="172"/>
                      <a:pt x="193" y="173"/>
                      <a:pt x="192" y="174"/>
                    </a:cubicBezTo>
                    <a:cubicBezTo>
                      <a:pt x="192" y="172"/>
                      <a:pt x="192" y="171"/>
                      <a:pt x="191" y="170"/>
                    </a:cubicBezTo>
                    <a:cubicBezTo>
                      <a:pt x="197" y="167"/>
                      <a:pt x="196" y="156"/>
                      <a:pt x="201" y="147"/>
                    </a:cubicBezTo>
                    <a:cubicBezTo>
                      <a:pt x="206" y="135"/>
                      <a:pt x="213" y="122"/>
                      <a:pt x="215" y="105"/>
                    </a:cubicBezTo>
                    <a:cubicBezTo>
                      <a:pt x="220" y="69"/>
                      <a:pt x="183" y="22"/>
                      <a:pt x="147" y="23"/>
                    </a:cubicBezTo>
                    <a:cubicBezTo>
                      <a:pt x="146" y="23"/>
                      <a:pt x="146" y="23"/>
                      <a:pt x="146" y="23"/>
                    </a:cubicBezTo>
                    <a:cubicBezTo>
                      <a:pt x="135" y="37"/>
                      <a:pt x="137" y="61"/>
                      <a:pt x="129" y="78"/>
                    </a:cubicBezTo>
                    <a:cubicBezTo>
                      <a:pt x="112" y="117"/>
                      <a:pt x="88" y="163"/>
                      <a:pt x="73" y="211"/>
                    </a:cubicBezTo>
                    <a:cubicBezTo>
                      <a:pt x="63" y="245"/>
                      <a:pt x="76" y="295"/>
                      <a:pt x="96" y="306"/>
                    </a:cubicBezTo>
                    <a:cubicBezTo>
                      <a:pt x="120" y="302"/>
                      <a:pt x="141" y="277"/>
                      <a:pt x="154" y="264"/>
                    </a:cubicBezTo>
                    <a:cubicBezTo>
                      <a:pt x="157" y="260"/>
                      <a:pt x="160" y="256"/>
                      <a:pt x="163" y="253"/>
                    </a:cubicBezTo>
                    <a:cubicBezTo>
                      <a:pt x="183" y="243"/>
                      <a:pt x="194" y="226"/>
                      <a:pt x="211" y="214"/>
                    </a:cubicBezTo>
                    <a:cubicBezTo>
                      <a:pt x="238" y="196"/>
                      <a:pt x="259" y="176"/>
                      <a:pt x="280" y="152"/>
                    </a:cubicBezTo>
                    <a:cubicBezTo>
                      <a:pt x="295" y="134"/>
                      <a:pt x="322" y="117"/>
                      <a:pt x="332" y="98"/>
                    </a:cubicBezTo>
                    <a:cubicBezTo>
                      <a:pt x="341" y="82"/>
                      <a:pt x="377" y="69"/>
                      <a:pt x="384" y="56"/>
                    </a:cubicBezTo>
                    <a:cubicBezTo>
                      <a:pt x="385" y="56"/>
                      <a:pt x="386" y="56"/>
                      <a:pt x="387" y="56"/>
                    </a:cubicBezTo>
                    <a:cubicBezTo>
                      <a:pt x="387" y="56"/>
                      <a:pt x="387" y="57"/>
                      <a:pt x="387" y="58"/>
                    </a:cubicBezTo>
                    <a:cubicBezTo>
                      <a:pt x="377" y="71"/>
                      <a:pt x="363" y="80"/>
                      <a:pt x="352" y="93"/>
                    </a:cubicBezTo>
                    <a:cubicBezTo>
                      <a:pt x="353" y="94"/>
                      <a:pt x="333" y="115"/>
                      <a:pt x="329" y="120"/>
                    </a:cubicBezTo>
                    <a:cubicBezTo>
                      <a:pt x="304" y="147"/>
                      <a:pt x="277" y="172"/>
                      <a:pt x="253" y="201"/>
                    </a:cubicBezTo>
                    <a:cubicBezTo>
                      <a:pt x="255" y="203"/>
                      <a:pt x="243" y="217"/>
                      <a:pt x="240" y="220"/>
                    </a:cubicBezTo>
                    <a:cubicBezTo>
                      <a:pt x="224" y="237"/>
                      <a:pt x="209" y="257"/>
                      <a:pt x="195" y="276"/>
                    </a:cubicBezTo>
                    <a:cubicBezTo>
                      <a:pt x="141" y="351"/>
                      <a:pt x="103" y="443"/>
                      <a:pt x="75" y="534"/>
                    </a:cubicBezTo>
                    <a:cubicBezTo>
                      <a:pt x="73" y="542"/>
                      <a:pt x="70" y="550"/>
                      <a:pt x="68" y="555"/>
                    </a:cubicBezTo>
                    <a:cubicBezTo>
                      <a:pt x="69" y="559"/>
                      <a:pt x="69" y="562"/>
                      <a:pt x="70" y="566"/>
                    </a:cubicBezTo>
                    <a:cubicBezTo>
                      <a:pt x="57" y="602"/>
                      <a:pt x="13" y="739"/>
                      <a:pt x="88" y="738"/>
                    </a:cubicBezTo>
                    <a:cubicBezTo>
                      <a:pt x="102" y="728"/>
                      <a:pt x="105" y="719"/>
                      <a:pt x="110" y="700"/>
                    </a:cubicBezTo>
                    <a:cubicBezTo>
                      <a:pt x="110" y="693"/>
                      <a:pt x="110" y="686"/>
                      <a:pt x="110" y="679"/>
                    </a:cubicBezTo>
                    <a:cubicBezTo>
                      <a:pt x="122" y="655"/>
                      <a:pt x="126" y="615"/>
                      <a:pt x="140" y="589"/>
                    </a:cubicBezTo>
                    <a:cubicBezTo>
                      <a:pt x="141" y="584"/>
                      <a:pt x="141" y="579"/>
                      <a:pt x="142" y="574"/>
                    </a:cubicBezTo>
                    <a:cubicBezTo>
                      <a:pt x="165" y="524"/>
                      <a:pt x="183" y="467"/>
                      <a:pt x="205" y="419"/>
                    </a:cubicBezTo>
                    <a:cubicBezTo>
                      <a:pt x="214" y="398"/>
                      <a:pt x="232" y="380"/>
                      <a:pt x="243" y="359"/>
                    </a:cubicBezTo>
                    <a:cubicBezTo>
                      <a:pt x="248" y="354"/>
                      <a:pt x="253" y="349"/>
                      <a:pt x="258" y="344"/>
                    </a:cubicBezTo>
                    <a:cubicBezTo>
                      <a:pt x="266" y="328"/>
                      <a:pt x="277" y="315"/>
                      <a:pt x="293" y="304"/>
                    </a:cubicBezTo>
                    <a:cubicBezTo>
                      <a:pt x="295" y="301"/>
                      <a:pt x="297" y="298"/>
                      <a:pt x="299" y="295"/>
                    </a:cubicBezTo>
                    <a:cubicBezTo>
                      <a:pt x="312" y="282"/>
                      <a:pt x="324" y="268"/>
                      <a:pt x="341" y="260"/>
                    </a:cubicBezTo>
                    <a:cubicBezTo>
                      <a:pt x="344" y="262"/>
                      <a:pt x="347" y="264"/>
                      <a:pt x="349" y="265"/>
                    </a:cubicBezTo>
                    <a:cubicBezTo>
                      <a:pt x="360" y="282"/>
                      <a:pt x="347" y="312"/>
                      <a:pt x="341" y="324"/>
                    </a:cubicBezTo>
                    <a:cubicBezTo>
                      <a:pt x="345" y="329"/>
                      <a:pt x="334" y="370"/>
                      <a:pt x="332" y="376"/>
                    </a:cubicBezTo>
                    <a:cubicBezTo>
                      <a:pt x="328" y="397"/>
                      <a:pt x="324" y="419"/>
                      <a:pt x="320" y="440"/>
                    </a:cubicBezTo>
                    <a:cubicBezTo>
                      <a:pt x="319" y="458"/>
                      <a:pt x="316" y="463"/>
                      <a:pt x="312" y="476"/>
                    </a:cubicBezTo>
                    <a:cubicBezTo>
                      <a:pt x="314" y="481"/>
                      <a:pt x="314" y="501"/>
                      <a:pt x="313" y="503"/>
                    </a:cubicBezTo>
                    <a:cubicBezTo>
                      <a:pt x="311" y="505"/>
                      <a:pt x="308" y="507"/>
                      <a:pt x="306" y="508"/>
                    </a:cubicBezTo>
                    <a:cubicBezTo>
                      <a:pt x="306" y="516"/>
                      <a:pt x="306" y="525"/>
                      <a:pt x="306" y="533"/>
                    </a:cubicBezTo>
                    <a:cubicBezTo>
                      <a:pt x="301" y="544"/>
                      <a:pt x="296" y="563"/>
                      <a:pt x="293" y="576"/>
                    </a:cubicBezTo>
                    <a:cubicBezTo>
                      <a:pt x="294" y="580"/>
                      <a:pt x="295" y="585"/>
                      <a:pt x="295" y="590"/>
                    </a:cubicBezTo>
                    <a:cubicBezTo>
                      <a:pt x="292" y="599"/>
                      <a:pt x="288" y="614"/>
                      <a:pt x="288" y="625"/>
                    </a:cubicBezTo>
                    <a:cubicBezTo>
                      <a:pt x="286" y="625"/>
                      <a:pt x="285" y="626"/>
                      <a:pt x="284" y="627"/>
                    </a:cubicBezTo>
                    <a:cubicBezTo>
                      <a:pt x="260" y="620"/>
                      <a:pt x="276" y="577"/>
                      <a:pt x="282" y="564"/>
                    </a:cubicBezTo>
                    <a:cubicBezTo>
                      <a:pt x="287" y="551"/>
                      <a:pt x="312" y="507"/>
                      <a:pt x="302" y="480"/>
                    </a:cubicBezTo>
                    <a:cubicBezTo>
                      <a:pt x="298" y="470"/>
                      <a:pt x="290" y="463"/>
                      <a:pt x="284" y="455"/>
                    </a:cubicBezTo>
                    <a:cubicBezTo>
                      <a:pt x="275" y="443"/>
                      <a:pt x="265" y="436"/>
                      <a:pt x="253" y="432"/>
                    </a:cubicBezTo>
                    <a:cubicBezTo>
                      <a:pt x="236" y="426"/>
                      <a:pt x="225" y="439"/>
                      <a:pt x="218" y="444"/>
                    </a:cubicBezTo>
                    <a:cubicBezTo>
                      <a:pt x="187" y="466"/>
                      <a:pt x="191" y="536"/>
                      <a:pt x="201" y="572"/>
                    </a:cubicBezTo>
                    <a:cubicBezTo>
                      <a:pt x="203" y="580"/>
                      <a:pt x="209" y="614"/>
                      <a:pt x="206" y="622"/>
                    </a:cubicBezTo>
                    <a:cubicBezTo>
                      <a:pt x="164" y="721"/>
                      <a:pt x="105" y="809"/>
                      <a:pt x="58" y="908"/>
                    </a:cubicBezTo>
                    <a:cubicBezTo>
                      <a:pt x="40" y="947"/>
                      <a:pt x="0" y="975"/>
                      <a:pt x="3" y="1027"/>
                    </a:cubicBezTo>
                    <a:cubicBezTo>
                      <a:pt x="10" y="1032"/>
                      <a:pt x="17" y="1037"/>
                      <a:pt x="24" y="1043"/>
                    </a:cubicBezTo>
                    <a:cubicBezTo>
                      <a:pt x="58" y="1041"/>
                      <a:pt x="79" y="996"/>
                      <a:pt x="94" y="968"/>
                    </a:cubicBezTo>
                    <a:cubicBezTo>
                      <a:pt x="97" y="965"/>
                      <a:pt x="101" y="962"/>
                      <a:pt x="105" y="958"/>
                    </a:cubicBezTo>
                    <a:cubicBezTo>
                      <a:pt x="115" y="944"/>
                      <a:pt x="122" y="933"/>
                      <a:pt x="132" y="918"/>
                    </a:cubicBezTo>
                    <a:cubicBezTo>
                      <a:pt x="138" y="909"/>
                      <a:pt x="151" y="903"/>
                      <a:pt x="157" y="894"/>
                    </a:cubicBezTo>
                    <a:cubicBezTo>
                      <a:pt x="187" y="846"/>
                      <a:pt x="255" y="801"/>
                      <a:pt x="301" y="768"/>
                    </a:cubicBezTo>
                    <a:cubicBezTo>
                      <a:pt x="308" y="763"/>
                      <a:pt x="338" y="749"/>
                      <a:pt x="347" y="745"/>
                    </a:cubicBezTo>
                    <a:cubicBezTo>
                      <a:pt x="357" y="742"/>
                      <a:pt x="364" y="743"/>
                      <a:pt x="371" y="738"/>
                    </a:cubicBezTo>
                    <a:cubicBezTo>
                      <a:pt x="375" y="739"/>
                      <a:pt x="375" y="739"/>
                      <a:pt x="378" y="740"/>
                    </a:cubicBezTo>
                    <a:cubicBezTo>
                      <a:pt x="390" y="781"/>
                      <a:pt x="348" y="829"/>
                      <a:pt x="342" y="860"/>
                    </a:cubicBezTo>
                    <a:cubicBezTo>
                      <a:pt x="323" y="860"/>
                      <a:pt x="315" y="851"/>
                      <a:pt x="300" y="845"/>
                    </a:cubicBezTo>
                    <a:cubicBezTo>
                      <a:pt x="261" y="831"/>
                      <a:pt x="230" y="846"/>
                      <a:pt x="219" y="881"/>
                    </a:cubicBezTo>
                    <a:cubicBezTo>
                      <a:pt x="218" y="886"/>
                      <a:pt x="223" y="890"/>
                      <a:pt x="224" y="894"/>
                    </a:cubicBezTo>
                    <a:cubicBezTo>
                      <a:pt x="234" y="922"/>
                      <a:pt x="250" y="944"/>
                      <a:pt x="275" y="963"/>
                    </a:cubicBezTo>
                    <a:cubicBezTo>
                      <a:pt x="281" y="967"/>
                      <a:pt x="290" y="984"/>
                      <a:pt x="304" y="979"/>
                    </a:cubicBezTo>
                    <a:cubicBezTo>
                      <a:pt x="331" y="971"/>
                      <a:pt x="343" y="932"/>
                      <a:pt x="360" y="928"/>
                    </a:cubicBezTo>
                    <a:cubicBezTo>
                      <a:pt x="375" y="940"/>
                      <a:pt x="385" y="961"/>
                      <a:pt x="401" y="973"/>
                    </a:cubicBezTo>
                    <a:cubicBezTo>
                      <a:pt x="412" y="980"/>
                      <a:pt x="425" y="986"/>
                      <a:pt x="435" y="991"/>
                    </a:cubicBezTo>
                    <a:cubicBezTo>
                      <a:pt x="441" y="995"/>
                      <a:pt x="446" y="1001"/>
                      <a:pt x="456" y="1001"/>
                    </a:cubicBezTo>
                    <a:cubicBezTo>
                      <a:pt x="460" y="999"/>
                      <a:pt x="465" y="993"/>
                      <a:pt x="466" y="988"/>
                    </a:cubicBezTo>
                    <a:cubicBezTo>
                      <a:pt x="460" y="982"/>
                      <a:pt x="456" y="960"/>
                      <a:pt x="449" y="951"/>
                    </a:cubicBezTo>
                    <a:cubicBezTo>
                      <a:pt x="443" y="942"/>
                      <a:pt x="421" y="919"/>
                      <a:pt x="412" y="914"/>
                    </a:cubicBezTo>
                    <a:close/>
                    <a:moveTo>
                      <a:pt x="134" y="466"/>
                    </a:moveTo>
                    <a:cubicBezTo>
                      <a:pt x="132" y="466"/>
                      <a:pt x="131" y="467"/>
                      <a:pt x="129" y="467"/>
                    </a:cubicBezTo>
                    <a:cubicBezTo>
                      <a:pt x="130" y="465"/>
                      <a:pt x="131" y="462"/>
                      <a:pt x="132" y="460"/>
                    </a:cubicBezTo>
                    <a:cubicBezTo>
                      <a:pt x="133" y="461"/>
                      <a:pt x="134" y="461"/>
                      <a:pt x="134" y="462"/>
                    </a:cubicBezTo>
                    <a:cubicBezTo>
                      <a:pt x="134" y="463"/>
                      <a:pt x="134" y="465"/>
                      <a:pt x="134" y="466"/>
                    </a:cubicBezTo>
                    <a:close/>
                    <a:moveTo>
                      <a:pt x="309" y="910"/>
                    </a:moveTo>
                    <a:cubicBezTo>
                      <a:pt x="303" y="914"/>
                      <a:pt x="300" y="912"/>
                      <a:pt x="291" y="915"/>
                    </a:cubicBezTo>
                    <a:cubicBezTo>
                      <a:pt x="285" y="907"/>
                      <a:pt x="281" y="900"/>
                      <a:pt x="277" y="889"/>
                    </a:cubicBezTo>
                    <a:cubicBezTo>
                      <a:pt x="278" y="888"/>
                      <a:pt x="277" y="889"/>
                      <a:pt x="278" y="888"/>
                    </a:cubicBezTo>
                    <a:cubicBezTo>
                      <a:pt x="290" y="888"/>
                      <a:pt x="297" y="893"/>
                      <a:pt x="306" y="894"/>
                    </a:cubicBezTo>
                    <a:cubicBezTo>
                      <a:pt x="309" y="898"/>
                      <a:pt x="310" y="902"/>
                      <a:pt x="309" y="910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等线"/>
                  <a:ea typeface="+mn-ea"/>
                  <a:cs typeface="+mn-cs"/>
                </a:endParaRPr>
              </a:p>
            </p:txBody>
          </p:sp>
        </p:grpSp>
        <p:grpSp>
          <p:nvGrpSpPr>
            <p:cNvPr id="47" name="íšľïḋê">
              <a:extLst>
                <a:ext uri="{FF2B5EF4-FFF2-40B4-BE49-F238E27FC236}">
                  <a16:creationId xmlns:a16="http://schemas.microsoft.com/office/drawing/2014/main" id="{D430814E-9C8A-3629-AF2E-86780D759DA4}"/>
                </a:ext>
              </a:extLst>
            </p:cNvPr>
            <p:cNvGrpSpPr/>
            <p:nvPr/>
          </p:nvGrpSpPr>
          <p:grpSpPr>
            <a:xfrm>
              <a:off x="8190759" y="2868968"/>
              <a:ext cx="635165" cy="888620"/>
              <a:chOff x="6813550" y="4995860"/>
              <a:chExt cx="660400" cy="923924"/>
            </a:xfrm>
            <a:grpFill/>
          </p:grpSpPr>
          <p:sp>
            <p:nvSpPr>
              <p:cNvPr id="53" name="ïşḻiḍe">
                <a:extLst>
                  <a:ext uri="{FF2B5EF4-FFF2-40B4-BE49-F238E27FC236}">
                    <a16:creationId xmlns:a16="http://schemas.microsoft.com/office/drawing/2014/main" id="{AA905EC2-23FF-DF0A-B4FB-2D08CBBCBEE8}"/>
                  </a:ext>
                </a:extLst>
              </p:cNvPr>
              <p:cNvSpPr/>
              <p:nvPr/>
            </p:nvSpPr>
            <p:spPr bwMode="auto">
              <a:xfrm>
                <a:off x="6813550" y="4995860"/>
                <a:ext cx="660400" cy="923924"/>
              </a:xfrm>
              <a:custGeom>
                <a:avLst/>
                <a:gdLst>
                  <a:gd name="T0" fmla="*/ 467 w 649"/>
                  <a:gd name="T1" fmla="*/ 260 h 907"/>
                  <a:gd name="T2" fmla="*/ 543 w 649"/>
                  <a:gd name="T3" fmla="*/ 120 h 907"/>
                  <a:gd name="T4" fmla="*/ 577 w 649"/>
                  <a:gd name="T5" fmla="*/ 2 h 907"/>
                  <a:gd name="T6" fmla="*/ 462 w 649"/>
                  <a:gd name="T7" fmla="*/ 50 h 907"/>
                  <a:gd name="T8" fmla="*/ 562 w 649"/>
                  <a:gd name="T9" fmla="*/ 49 h 907"/>
                  <a:gd name="T10" fmla="*/ 445 w 649"/>
                  <a:gd name="T11" fmla="*/ 265 h 907"/>
                  <a:gd name="T12" fmla="*/ 433 w 649"/>
                  <a:gd name="T13" fmla="*/ 236 h 907"/>
                  <a:gd name="T14" fmla="*/ 395 w 649"/>
                  <a:gd name="T15" fmla="*/ 120 h 907"/>
                  <a:gd name="T16" fmla="*/ 460 w 649"/>
                  <a:gd name="T17" fmla="*/ 18 h 907"/>
                  <a:gd name="T18" fmla="*/ 294 w 649"/>
                  <a:gd name="T19" fmla="*/ 91 h 907"/>
                  <a:gd name="T20" fmla="*/ 301 w 649"/>
                  <a:gd name="T21" fmla="*/ 122 h 907"/>
                  <a:gd name="T22" fmla="*/ 283 w 649"/>
                  <a:gd name="T23" fmla="*/ 157 h 907"/>
                  <a:gd name="T24" fmla="*/ 315 w 649"/>
                  <a:gd name="T25" fmla="*/ 202 h 907"/>
                  <a:gd name="T26" fmla="*/ 193 w 649"/>
                  <a:gd name="T27" fmla="*/ 266 h 907"/>
                  <a:gd name="T28" fmla="*/ 231 w 649"/>
                  <a:gd name="T29" fmla="*/ 330 h 907"/>
                  <a:gd name="T30" fmla="*/ 308 w 649"/>
                  <a:gd name="T31" fmla="*/ 264 h 907"/>
                  <a:gd name="T32" fmla="*/ 362 w 649"/>
                  <a:gd name="T33" fmla="*/ 332 h 907"/>
                  <a:gd name="T34" fmla="*/ 175 w 649"/>
                  <a:gd name="T35" fmla="*/ 395 h 907"/>
                  <a:gd name="T36" fmla="*/ 177 w 649"/>
                  <a:gd name="T37" fmla="*/ 277 h 907"/>
                  <a:gd name="T38" fmla="*/ 155 w 649"/>
                  <a:gd name="T39" fmla="*/ 258 h 907"/>
                  <a:gd name="T40" fmla="*/ 165 w 649"/>
                  <a:gd name="T41" fmla="*/ 428 h 907"/>
                  <a:gd name="T42" fmla="*/ 246 w 649"/>
                  <a:gd name="T43" fmla="*/ 406 h 907"/>
                  <a:gd name="T44" fmla="*/ 278 w 649"/>
                  <a:gd name="T45" fmla="*/ 393 h 907"/>
                  <a:gd name="T46" fmla="*/ 384 w 649"/>
                  <a:gd name="T47" fmla="*/ 399 h 907"/>
                  <a:gd name="T48" fmla="*/ 366 w 649"/>
                  <a:gd name="T49" fmla="*/ 494 h 907"/>
                  <a:gd name="T50" fmla="*/ 199 w 649"/>
                  <a:gd name="T51" fmla="*/ 615 h 907"/>
                  <a:gd name="T52" fmla="*/ 93 w 649"/>
                  <a:gd name="T53" fmla="*/ 660 h 907"/>
                  <a:gd name="T54" fmla="*/ 20 w 649"/>
                  <a:gd name="T55" fmla="*/ 679 h 907"/>
                  <a:gd name="T56" fmla="*/ 75 w 649"/>
                  <a:gd name="T57" fmla="*/ 751 h 907"/>
                  <a:gd name="T58" fmla="*/ 158 w 649"/>
                  <a:gd name="T59" fmla="*/ 718 h 907"/>
                  <a:gd name="T60" fmla="*/ 303 w 649"/>
                  <a:gd name="T61" fmla="*/ 847 h 907"/>
                  <a:gd name="T62" fmla="*/ 74 w 649"/>
                  <a:gd name="T63" fmla="*/ 775 h 907"/>
                  <a:gd name="T64" fmla="*/ 143 w 649"/>
                  <a:gd name="T65" fmla="*/ 847 h 907"/>
                  <a:gd name="T66" fmla="*/ 329 w 649"/>
                  <a:gd name="T67" fmla="*/ 906 h 907"/>
                  <a:gd name="T68" fmla="*/ 342 w 649"/>
                  <a:gd name="T69" fmla="*/ 787 h 907"/>
                  <a:gd name="T70" fmla="*/ 374 w 649"/>
                  <a:gd name="T71" fmla="*/ 641 h 907"/>
                  <a:gd name="T72" fmla="*/ 426 w 649"/>
                  <a:gd name="T73" fmla="*/ 624 h 907"/>
                  <a:gd name="T74" fmla="*/ 444 w 649"/>
                  <a:gd name="T75" fmla="*/ 561 h 907"/>
                  <a:gd name="T76" fmla="*/ 331 w 649"/>
                  <a:gd name="T77" fmla="*/ 570 h 907"/>
                  <a:gd name="T78" fmla="*/ 434 w 649"/>
                  <a:gd name="T79" fmla="*/ 481 h 907"/>
                  <a:gd name="T80" fmla="*/ 300 w 649"/>
                  <a:gd name="T81" fmla="*/ 473 h 907"/>
                  <a:gd name="T82" fmla="*/ 353 w 649"/>
                  <a:gd name="T83" fmla="*/ 434 h 907"/>
                  <a:gd name="T84" fmla="*/ 474 w 649"/>
                  <a:gd name="T85" fmla="*/ 401 h 907"/>
                  <a:gd name="T86" fmla="*/ 244 w 649"/>
                  <a:gd name="T87" fmla="*/ 294 h 907"/>
                  <a:gd name="T88" fmla="*/ 336 w 649"/>
                  <a:gd name="T89" fmla="*/ 238 h 907"/>
                  <a:gd name="T90" fmla="*/ 349 w 649"/>
                  <a:gd name="T91" fmla="*/ 250 h 907"/>
                  <a:gd name="T92" fmla="*/ 412 w 649"/>
                  <a:gd name="T93" fmla="*/ 129 h 907"/>
                  <a:gd name="T94" fmla="*/ 411 w 649"/>
                  <a:gd name="T95" fmla="*/ 138 h 907"/>
                  <a:gd name="T96" fmla="*/ 390 w 649"/>
                  <a:gd name="T97" fmla="*/ 272 h 907"/>
                  <a:gd name="T98" fmla="*/ 433 w 649"/>
                  <a:gd name="T99" fmla="*/ 353 h 907"/>
                  <a:gd name="T100" fmla="*/ 470 w 649"/>
                  <a:gd name="T101" fmla="*/ 334 h 907"/>
                  <a:gd name="T102" fmla="*/ 626 w 649"/>
                  <a:gd name="T103" fmla="*/ 306 h 90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  <a:cxn ang="0">
                    <a:pos x="T90" y="T91"/>
                  </a:cxn>
                  <a:cxn ang="0">
                    <a:pos x="T92" y="T93"/>
                  </a:cxn>
                  <a:cxn ang="0">
                    <a:pos x="T94" y="T95"/>
                  </a:cxn>
                  <a:cxn ang="0">
                    <a:pos x="T96" y="T97"/>
                  </a:cxn>
                  <a:cxn ang="0">
                    <a:pos x="T98" y="T99"/>
                  </a:cxn>
                  <a:cxn ang="0">
                    <a:pos x="T100" y="T101"/>
                  </a:cxn>
                  <a:cxn ang="0">
                    <a:pos x="T102" y="T103"/>
                  </a:cxn>
                </a:cxnLst>
                <a:rect l="0" t="0" r="r" b="b"/>
                <a:pathLst>
                  <a:path w="649" h="907">
                    <a:moveTo>
                      <a:pt x="513" y="305"/>
                    </a:moveTo>
                    <a:cubicBezTo>
                      <a:pt x="507" y="305"/>
                      <a:pt x="501" y="305"/>
                      <a:pt x="496" y="305"/>
                    </a:cubicBezTo>
                    <a:cubicBezTo>
                      <a:pt x="482" y="309"/>
                      <a:pt x="468" y="309"/>
                      <a:pt x="455" y="315"/>
                    </a:cubicBezTo>
                    <a:cubicBezTo>
                      <a:pt x="439" y="314"/>
                      <a:pt x="463" y="267"/>
                      <a:pt x="467" y="260"/>
                    </a:cubicBezTo>
                    <a:cubicBezTo>
                      <a:pt x="484" y="234"/>
                      <a:pt x="495" y="199"/>
                      <a:pt x="508" y="170"/>
                    </a:cubicBezTo>
                    <a:cubicBezTo>
                      <a:pt x="514" y="159"/>
                      <a:pt x="524" y="151"/>
                      <a:pt x="530" y="141"/>
                    </a:cubicBezTo>
                    <a:cubicBezTo>
                      <a:pt x="531" y="138"/>
                      <a:pt x="531" y="135"/>
                      <a:pt x="532" y="132"/>
                    </a:cubicBezTo>
                    <a:cubicBezTo>
                      <a:pt x="536" y="128"/>
                      <a:pt x="539" y="124"/>
                      <a:pt x="543" y="120"/>
                    </a:cubicBezTo>
                    <a:cubicBezTo>
                      <a:pt x="543" y="118"/>
                      <a:pt x="543" y="115"/>
                      <a:pt x="543" y="113"/>
                    </a:cubicBezTo>
                    <a:cubicBezTo>
                      <a:pt x="547" y="110"/>
                      <a:pt x="551" y="106"/>
                      <a:pt x="556" y="103"/>
                    </a:cubicBezTo>
                    <a:cubicBezTo>
                      <a:pt x="561" y="92"/>
                      <a:pt x="566" y="85"/>
                      <a:pt x="571" y="77"/>
                    </a:cubicBezTo>
                    <a:cubicBezTo>
                      <a:pt x="577" y="66"/>
                      <a:pt x="598" y="13"/>
                      <a:pt x="577" y="2"/>
                    </a:cubicBezTo>
                    <a:cubicBezTo>
                      <a:pt x="575" y="0"/>
                      <a:pt x="546" y="2"/>
                      <a:pt x="540" y="4"/>
                    </a:cubicBezTo>
                    <a:cubicBezTo>
                      <a:pt x="513" y="13"/>
                      <a:pt x="488" y="28"/>
                      <a:pt x="465" y="37"/>
                    </a:cubicBezTo>
                    <a:cubicBezTo>
                      <a:pt x="463" y="40"/>
                      <a:pt x="462" y="43"/>
                      <a:pt x="462" y="49"/>
                    </a:cubicBezTo>
                    <a:cubicBezTo>
                      <a:pt x="462" y="49"/>
                      <a:pt x="462" y="50"/>
                      <a:pt x="462" y="50"/>
                    </a:cubicBezTo>
                    <a:cubicBezTo>
                      <a:pt x="476" y="59"/>
                      <a:pt x="513" y="35"/>
                      <a:pt x="527" y="30"/>
                    </a:cubicBezTo>
                    <a:cubicBezTo>
                      <a:pt x="539" y="25"/>
                      <a:pt x="540" y="32"/>
                      <a:pt x="551" y="23"/>
                    </a:cubicBezTo>
                    <a:cubicBezTo>
                      <a:pt x="555" y="23"/>
                      <a:pt x="558" y="24"/>
                      <a:pt x="561" y="25"/>
                    </a:cubicBezTo>
                    <a:cubicBezTo>
                      <a:pt x="561" y="33"/>
                      <a:pt x="561" y="41"/>
                      <a:pt x="562" y="49"/>
                    </a:cubicBezTo>
                    <a:cubicBezTo>
                      <a:pt x="549" y="75"/>
                      <a:pt x="534" y="104"/>
                      <a:pt x="520" y="126"/>
                    </a:cubicBezTo>
                    <a:cubicBezTo>
                      <a:pt x="507" y="146"/>
                      <a:pt x="490" y="164"/>
                      <a:pt x="481" y="185"/>
                    </a:cubicBezTo>
                    <a:cubicBezTo>
                      <a:pt x="474" y="200"/>
                      <a:pt x="465" y="217"/>
                      <a:pt x="458" y="232"/>
                    </a:cubicBezTo>
                    <a:cubicBezTo>
                      <a:pt x="454" y="243"/>
                      <a:pt x="449" y="254"/>
                      <a:pt x="445" y="265"/>
                    </a:cubicBezTo>
                    <a:cubicBezTo>
                      <a:pt x="437" y="277"/>
                      <a:pt x="422" y="303"/>
                      <a:pt x="417" y="319"/>
                    </a:cubicBezTo>
                    <a:cubicBezTo>
                      <a:pt x="412" y="322"/>
                      <a:pt x="407" y="323"/>
                      <a:pt x="397" y="323"/>
                    </a:cubicBezTo>
                    <a:cubicBezTo>
                      <a:pt x="396" y="321"/>
                      <a:pt x="397" y="323"/>
                      <a:pt x="395" y="321"/>
                    </a:cubicBezTo>
                    <a:cubicBezTo>
                      <a:pt x="396" y="286"/>
                      <a:pt x="450" y="279"/>
                      <a:pt x="433" y="236"/>
                    </a:cubicBezTo>
                    <a:cubicBezTo>
                      <a:pt x="429" y="228"/>
                      <a:pt x="432" y="226"/>
                      <a:pt x="425" y="221"/>
                    </a:cubicBezTo>
                    <a:cubicBezTo>
                      <a:pt x="425" y="194"/>
                      <a:pt x="460" y="111"/>
                      <a:pt x="422" y="99"/>
                    </a:cubicBezTo>
                    <a:cubicBezTo>
                      <a:pt x="418" y="103"/>
                      <a:pt x="415" y="102"/>
                      <a:pt x="409" y="106"/>
                    </a:cubicBezTo>
                    <a:cubicBezTo>
                      <a:pt x="404" y="110"/>
                      <a:pt x="399" y="115"/>
                      <a:pt x="395" y="120"/>
                    </a:cubicBezTo>
                    <a:cubicBezTo>
                      <a:pt x="386" y="115"/>
                      <a:pt x="378" y="109"/>
                      <a:pt x="368" y="109"/>
                    </a:cubicBezTo>
                    <a:cubicBezTo>
                      <a:pt x="366" y="107"/>
                      <a:pt x="364" y="104"/>
                      <a:pt x="362" y="102"/>
                    </a:cubicBezTo>
                    <a:cubicBezTo>
                      <a:pt x="380" y="87"/>
                      <a:pt x="432" y="33"/>
                      <a:pt x="454" y="31"/>
                    </a:cubicBezTo>
                    <a:cubicBezTo>
                      <a:pt x="458" y="27"/>
                      <a:pt x="460" y="26"/>
                      <a:pt x="460" y="18"/>
                    </a:cubicBezTo>
                    <a:cubicBezTo>
                      <a:pt x="454" y="10"/>
                      <a:pt x="444" y="2"/>
                      <a:pt x="434" y="2"/>
                    </a:cubicBezTo>
                    <a:cubicBezTo>
                      <a:pt x="411" y="19"/>
                      <a:pt x="396" y="51"/>
                      <a:pt x="373" y="65"/>
                    </a:cubicBezTo>
                    <a:cubicBezTo>
                      <a:pt x="363" y="71"/>
                      <a:pt x="346" y="82"/>
                      <a:pt x="343" y="90"/>
                    </a:cubicBezTo>
                    <a:cubicBezTo>
                      <a:pt x="327" y="90"/>
                      <a:pt x="308" y="86"/>
                      <a:pt x="294" y="91"/>
                    </a:cubicBezTo>
                    <a:cubicBezTo>
                      <a:pt x="288" y="94"/>
                      <a:pt x="285" y="100"/>
                      <a:pt x="277" y="102"/>
                    </a:cubicBezTo>
                    <a:cubicBezTo>
                      <a:pt x="274" y="106"/>
                      <a:pt x="273" y="108"/>
                      <a:pt x="273" y="117"/>
                    </a:cubicBezTo>
                    <a:cubicBezTo>
                      <a:pt x="273" y="117"/>
                      <a:pt x="273" y="117"/>
                      <a:pt x="273" y="117"/>
                    </a:cubicBezTo>
                    <a:cubicBezTo>
                      <a:pt x="280" y="122"/>
                      <a:pt x="299" y="118"/>
                      <a:pt x="301" y="122"/>
                    </a:cubicBezTo>
                    <a:cubicBezTo>
                      <a:pt x="303" y="124"/>
                      <a:pt x="302" y="123"/>
                      <a:pt x="303" y="126"/>
                    </a:cubicBezTo>
                    <a:cubicBezTo>
                      <a:pt x="295" y="129"/>
                      <a:pt x="290" y="137"/>
                      <a:pt x="282" y="138"/>
                    </a:cubicBezTo>
                    <a:cubicBezTo>
                      <a:pt x="279" y="142"/>
                      <a:pt x="279" y="146"/>
                      <a:pt x="279" y="153"/>
                    </a:cubicBezTo>
                    <a:cubicBezTo>
                      <a:pt x="281" y="154"/>
                      <a:pt x="282" y="156"/>
                      <a:pt x="283" y="157"/>
                    </a:cubicBezTo>
                    <a:cubicBezTo>
                      <a:pt x="304" y="153"/>
                      <a:pt x="320" y="142"/>
                      <a:pt x="331" y="126"/>
                    </a:cubicBezTo>
                    <a:cubicBezTo>
                      <a:pt x="340" y="126"/>
                      <a:pt x="348" y="126"/>
                      <a:pt x="354" y="127"/>
                    </a:cubicBezTo>
                    <a:cubicBezTo>
                      <a:pt x="357" y="131"/>
                      <a:pt x="359" y="132"/>
                      <a:pt x="360" y="138"/>
                    </a:cubicBezTo>
                    <a:cubicBezTo>
                      <a:pt x="345" y="158"/>
                      <a:pt x="330" y="179"/>
                      <a:pt x="315" y="202"/>
                    </a:cubicBezTo>
                    <a:cubicBezTo>
                      <a:pt x="305" y="202"/>
                      <a:pt x="299" y="198"/>
                      <a:pt x="293" y="194"/>
                    </a:cubicBezTo>
                    <a:cubicBezTo>
                      <a:pt x="285" y="194"/>
                      <a:pt x="238" y="255"/>
                      <a:pt x="237" y="263"/>
                    </a:cubicBezTo>
                    <a:cubicBezTo>
                      <a:pt x="231" y="269"/>
                      <a:pt x="225" y="274"/>
                      <a:pt x="219" y="280"/>
                    </a:cubicBezTo>
                    <a:cubicBezTo>
                      <a:pt x="212" y="273"/>
                      <a:pt x="205" y="266"/>
                      <a:pt x="193" y="266"/>
                    </a:cubicBezTo>
                    <a:cubicBezTo>
                      <a:pt x="181" y="284"/>
                      <a:pt x="184" y="320"/>
                      <a:pt x="208" y="325"/>
                    </a:cubicBezTo>
                    <a:cubicBezTo>
                      <a:pt x="214" y="320"/>
                      <a:pt x="220" y="320"/>
                      <a:pt x="224" y="314"/>
                    </a:cubicBezTo>
                    <a:cubicBezTo>
                      <a:pt x="228" y="314"/>
                      <a:pt x="228" y="314"/>
                      <a:pt x="229" y="315"/>
                    </a:cubicBezTo>
                    <a:cubicBezTo>
                      <a:pt x="232" y="314"/>
                      <a:pt x="231" y="326"/>
                      <a:pt x="231" y="330"/>
                    </a:cubicBezTo>
                    <a:cubicBezTo>
                      <a:pt x="235" y="333"/>
                      <a:pt x="236" y="334"/>
                      <a:pt x="243" y="334"/>
                    </a:cubicBezTo>
                    <a:cubicBezTo>
                      <a:pt x="250" y="328"/>
                      <a:pt x="253" y="321"/>
                      <a:pt x="257" y="315"/>
                    </a:cubicBezTo>
                    <a:cubicBezTo>
                      <a:pt x="270" y="295"/>
                      <a:pt x="289" y="281"/>
                      <a:pt x="302" y="264"/>
                    </a:cubicBezTo>
                    <a:cubicBezTo>
                      <a:pt x="304" y="264"/>
                      <a:pt x="306" y="264"/>
                      <a:pt x="308" y="264"/>
                    </a:cubicBezTo>
                    <a:cubicBezTo>
                      <a:pt x="315" y="274"/>
                      <a:pt x="318" y="287"/>
                      <a:pt x="325" y="296"/>
                    </a:cubicBezTo>
                    <a:cubicBezTo>
                      <a:pt x="318" y="300"/>
                      <a:pt x="305" y="306"/>
                      <a:pt x="293" y="306"/>
                    </a:cubicBezTo>
                    <a:cubicBezTo>
                      <a:pt x="293" y="308"/>
                      <a:pt x="293" y="310"/>
                      <a:pt x="293" y="312"/>
                    </a:cubicBezTo>
                    <a:cubicBezTo>
                      <a:pt x="300" y="317"/>
                      <a:pt x="352" y="332"/>
                      <a:pt x="362" y="332"/>
                    </a:cubicBezTo>
                    <a:cubicBezTo>
                      <a:pt x="362" y="333"/>
                      <a:pt x="362" y="335"/>
                      <a:pt x="362" y="336"/>
                    </a:cubicBezTo>
                    <a:cubicBezTo>
                      <a:pt x="337" y="347"/>
                      <a:pt x="304" y="350"/>
                      <a:pt x="276" y="358"/>
                    </a:cubicBezTo>
                    <a:cubicBezTo>
                      <a:pt x="248" y="367"/>
                      <a:pt x="220" y="375"/>
                      <a:pt x="191" y="385"/>
                    </a:cubicBezTo>
                    <a:cubicBezTo>
                      <a:pt x="186" y="388"/>
                      <a:pt x="181" y="391"/>
                      <a:pt x="175" y="395"/>
                    </a:cubicBezTo>
                    <a:cubicBezTo>
                      <a:pt x="174" y="393"/>
                      <a:pt x="175" y="394"/>
                      <a:pt x="174" y="393"/>
                    </a:cubicBezTo>
                    <a:cubicBezTo>
                      <a:pt x="176" y="377"/>
                      <a:pt x="179" y="362"/>
                      <a:pt x="181" y="346"/>
                    </a:cubicBezTo>
                    <a:cubicBezTo>
                      <a:pt x="176" y="329"/>
                      <a:pt x="179" y="300"/>
                      <a:pt x="175" y="285"/>
                    </a:cubicBezTo>
                    <a:cubicBezTo>
                      <a:pt x="176" y="282"/>
                      <a:pt x="177" y="279"/>
                      <a:pt x="177" y="277"/>
                    </a:cubicBezTo>
                    <a:cubicBezTo>
                      <a:pt x="172" y="265"/>
                      <a:pt x="172" y="249"/>
                      <a:pt x="172" y="232"/>
                    </a:cubicBezTo>
                    <a:cubicBezTo>
                      <a:pt x="169" y="230"/>
                      <a:pt x="165" y="227"/>
                      <a:pt x="164" y="224"/>
                    </a:cubicBezTo>
                    <a:cubicBezTo>
                      <a:pt x="162" y="224"/>
                      <a:pt x="160" y="224"/>
                      <a:pt x="158" y="224"/>
                    </a:cubicBezTo>
                    <a:cubicBezTo>
                      <a:pt x="151" y="235"/>
                      <a:pt x="160" y="244"/>
                      <a:pt x="155" y="258"/>
                    </a:cubicBezTo>
                    <a:cubicBezTo>
                      <a:pt x="150" y="274"/>
                      <a:pt x="151" y="293"/>
                      <a:pt x="148" y="309"/>
                    </a:cubicBezTo>
                    <a:cubicBezTo>
                      <a:pt x="149" y="315"/>
                      <a:pt x="150" y="322"/>
                      <a:pt x="150" y="328"/>
                    </a:cubicBezTo>
                    <a:cubicBezTo>
                      <a:pt x="143" y="347"/>
                      <a:pt x="144" y="382"/>
                      <a:pt x="150" y="400"/>
                    </a:cubicBezTo>
                    <a:cubicBezTo>
                      <a:pt x="156" y="414"/>
                      <a:pt x="151" y="424"/>
                      <a:pt x="165" y="428"/>
                    </a:cubicBezTo>
                    <a:cubicBezTo>
                      <a:pt x="182" y="434"/>
                      <a:pt x="210" y="418"/>
                      <a:pt x="219" y="413"/>
                    </a:cubicBezTo>
                    <a:cubicBezTo>
                      <a:pt x="223" y="413"/>
                      <a:pt x="226" y="413"/>
                      <a:pt x="229" y="413"/>
                    </a:cubicBezTo>
                    <a:cubicBezTo>
                      <a:pt x="232" y="411"/>
                      <a:pt x="234" y="409"/>
                      <a:pt x="237" y="407"/>
                    </a:cubicBezTo>
                    <a:cubicBezTo>
                      <a:pt x="240" y="406"/>
                      <a:pt x="243" y="406"/>
                      <a:pt x="246" y="406"/>
                    </a:cubicBezTo>
                    <a:cubicBezTo>
                      <a:pt x="248" y="404"/>
                      <a:pt x="249" y="402"/>
                      <a:pt x="250" y="401"/>
                    </a:cubicBezTo>
                    <a:cubicBezTo>
                      <a:pt x="254" y="401"/>
                      <a:pt x="258" y="401"/>
                      <a:pt x="261" y="401"/>
                    </a:cubicBezTo>
                    <a:cubicBezTo>
                      <a:pt x="263" y="398"/>
                      <a:pt x="265" y="396"/>
                      <a:pt x="266" y="394"/>
                    </a:cubicBezTo>
                    <a:cubicBezTo>
                      <a:pt x="270" y="394"/>
                      <a:pt x="274" y="393"/>
                      <a:pt x="278" y="393"/>
                    </a:cubicBezTo>
                    <a:cubicBezTo>
                      <a:pt x="280" y="392"/>
                      <a:pt x="282" y="389"/>
                      <a:pt x="283" y="388"/>
                    </a:cubicBezTo>
                    <a:cubicBezTo>
                      <a:pt x="288" y="388"/>
                      <a:pt x="292" y="387"/>
                      <a:pt x="296" y="387"/>
                    </a:cubicBezTo>
                    <a:cubicBezTo>
                      <a:pt x="318" y="376"/>
                      <a:pt x="352" y="357"/>
                      <a:pt x="379" y="362"/>
                    </a:cubicBezTo>
                    <a:cubicBezTo>
                      <a:pt x="379" y="378"/>
                      <a:pt x="381" y="391"/>
                      <a:pt x="384" y="399"/>
                    </a:cubicBezTo>
                    <a:cubicBezTo>
                      <a:pt x="365" y="402"/>
                      <a:pt x="348" y="416"/>
                      <a:pt x="333" y="425"/>
                    </a:cubicBezTo>
                    <a:cubicBezTo>
                      <a:pt x="301" y="444"/>
                      <a:pt x="241" y="466"/>
                      <a:pt x="239" y="511"/>
                    </a:cubicBezTo>
                    <a:cubicBezTo>
                      <a:pt x="258" y="523"/>
                      <a:pt x="333" y="507"/>
                      <a:pt x="349" y="502"/>
                    </a:cubicBezTo>
                    <a:cubicBezTo>
                      <a:pt x="355" y="500"/>
                      <a:pt x="360" y="494"/>
                      <a:pt x="366" y="494"/>
                    </a:cubicBezTo>
                    <a:cubicBezTo>
                      <a:pt x="367" y="493"/>
                      <a:pt x="369" y="491"/>
                      <a:pt x="370" y="490"/>
                    </a:cubicBezTo>
                    <a:cubicBezTo>
                      <a:pt x="371" y="492"/>
                      <a:pt x="371" y="491"/>
                      <a:pt x="373" y="493"/>
                    </a:cubicBezTo>
                    <a:cubicBezTo>
                      <a:pt x="367" y="511"/>
                      <a:pt x="304" y="556"/>
                      <a:pt x="303" y="579"/>
                    </a:cubicBezTo>
                    <a:cubicBezTo>
                      <a:pt x="277" y="597"/>
                      <a:pt x="230" y="604"/>
                      <a:pt x="199" y="615"/>
                    </a:cubicBezTo>
                    <a:cubicBezTo>
                      <a:pt x="195" y="614"/>
                      <a:pt x="191" y="613"/>
                      <a:pt x="187" y="611"/>
                    </a:cubicBezTo>
                    <a:cubicBezTo>
                      <a:pt x="173" y="616"/>
                      <a:pt x="163" y="631"/>
                      <a:pt x="154" y="635"/>
                    </a:cubicBezTo>
                    <a:cubicBezTo>
                      <a:pt x="149" y="635"/>
                      <a:pt x="145" y="635"/>
                      <a:pt x="141" y="635"/>
                    </a:cubicBezTo>
                    <a:cubicBezTo>
                      <a:pt x="125" y="641"/>
                      <a:pt x="107" y="653"/>
                      <a:pt x="93" y="660"/>
                    </a:cubicBezTo>
                    <a:cubicBezTo>
                      <a:pt x="86" y="655"/>
                      <a:pt x="64" y="669"/>
                      <a:pt x="60" y="671"/>
                    </a:cubicBezTo>
                    <a:cubicBezTo>
                      <a:pt x="56" y="671"/>
                      <a:pt x="52" y="671"/>
                      <a:pt x="47" y="670"/>
                    </a:cubicBezTo>
                    <a:cubicBezTo>
                      <a:pt x="46" y="673"/>
                      <a:pt x="44" y="675"/>
                      <a:pt x="42" y="677"/>
                    </a:cubicBezTo>
                    <a:cubicBezTo>
                      <a:pt x="34" y="681"/>
                      <a:pt x="27" y="672"/>
                      <a:pt x="20" y="679"/>
                    </a:cubicBezTo>
                    <a:cubicBezTo>
                      <a:pt x="13" y="680"/>
                      <a:pt x="0" y="692"/>
                      <a:pt x="6" y="704"/>
                    </a:cubicBezTo>
                    <a:cubicBezTo>
                      <a:pt x="14" y="720"/>
                      <a:pt x="26" y="740"/>
                      <a:pt x="43" y="747"/>
                    </a:cubicBezTo>
                    <a:cubicBezTo>
                      <a:pt x="49" y="750"/>
                      <a:pt x="55" y="746"/>
                      <a:pt x="62" y="750"/>
                    </a:cubicBezTo>
                    <a:cubicBezTo>
                      <a:pt x="64" y="750"/>
                      <a:pt x="71" y="753"/>
                      <a:pt x="75" y="751"/>
                    </a:cubicBezTo>
                    <a:cubicBezTo>
                      <a:pt x="85" y="747"/>
                      <a:pt x="97" y="747"/>
                      <a:pt x="109" y="742"/>
                    </a:cubicBezTo>
                    <a:cubicBezTo>
                      <a:pt x="117" y="738"/>
                      <a:pt x="128" y="729"/>
                      <a:pt x="138" y="725"/>
                    </a:cubicBezTo>
                    <a:cubicBezTo>
                      <a:pt x="142" y="725"/>
                      <a:pt x="147" y="725"/>
                      <a:pt x="151" y="725"/>
                    </a:cubicBezTo>
                    <a:cubicBezTo>
                      <a:pt x="153" y="724"/>
                      <a:pt x="156" y="719"/>
                      <a:pt x="158" y="718"/>
                    </a:cubicBezTo>
                    <a:cubicBezTo>
                      <a:pt x="177" y="710"/>
                      <a:pt x="199" y="703"/>
                      <a:pt x="217" y="691"/>
                    </a:cubicBezTo>
                    <a:cubicBezTo>
                      <a:pt x="233" y="680"/>
                      <a:pt x="277" y="652"/>
                      <a:pt x="299" y="657"/>
                    </a:cubicBezTo>
                    <a:cubicBezTo>
                      <a:pt x="307" y="669"/>
                      <a:pt x="299" y="690"/>
                      <a:pt x="303" y="707"/>
                    </a:cubicBezTo>
                    <a:cubicBezTo>
                      <a:pt x="311" y="741"/>
                      <a:pt x="303" y="804"/>
                      <a:pt x="303" y="847"/>
                    </a:cubicBezTo>
                    <a:cubicBezTo>
                      <a:pt x="294" y="845"/>
                      <a:pt x="283" y="862"/>
                      <a:pt x="266" y="854"/>
                    </a:cubicBezTo>
                    <a:cubicBezTo>
                      <a:pt x="248" y="846"/>
                      <a:pt x="223" y="841"/>
                      <a:pt x="204" y="835"/>
                    </a:cubicBezTo>
                    <a:cubicBezTo>
                      <a:pt x="201" y="835"/>
                      <a:pt x="198" y="835"/>
                      <a:pt x="195" y="836"/>
                    </a:cubicBezTo>
                    <a:cubicBezTo>
                      <a:pt x="154" y="814"/>
                      <a:pt x="114" y="794"/>
                      <a:pt x="74" y="775"/>
                    </a:cubicBezTo>
                    <a:cubicBezTo>
                      <a:pt x="71" y="775"/>
                      <a:pt x="69" y="776"/>
                      <a:pt x="66" y="777"/>
                    </a:cubicBezTo>
                    <a:cubicBezTo>
                      <a:pt x="65" y="778"/>
                      <a:pt x="64" y="779"/>
                      <a:pt x="63" y="780"/>
                    </a:cubicBezTo>
                    <a:cubicBezTo>
                      <a:pt x="64" y="797"/>
                      <a:pt x="107" y="820"/>
                      <a:pt x="121" y="829"/>
                    </a:cubicBezTo>
                    <a:cubicBezTo>
                      <a:pt x="129" y="833"/>
                      <a:pt x="135" y="842"/>
                      <a:pt x="143" y="847"/>
                    </a:cubicBezTo>
                    <a:cubicBezTo>
                      <a:pt x="146" y="843"/>
                      <a:pt x="160" y="852"/>
                      <a:pt x="164" y="854"/>
                    </a:cubicBezTo>
                    <a:cubicBezTo>
                      <a:pt x="186" y="867"/>
                      <a:pt x="210" y="875"/>
                      <a:pt x="233" y="885"/>
                    </a:cubicBezTo>
                    <a:cubicBezTo>
                      <a:pt x="233" y="885"/>
                      <a:pt x="277" y="894"/>
                      <a:pt x="281" y="895"/>
                    </a:cubicBezTo>
                    <a:cubicBezTo>
                      <a:pt x="295" y="901"/>
                      <a:pt x="312" y="907"/>
                      <a:pt x="329" y="906"/>
                    </a:cubicBezTo>
                    <a:cubicBezTo>
                      <a:pt x="329" y="906"/>
                      <a:pt x="329" y="906"/>
                      <a:pt x="330" y="906"/>
                    </a:cubicBezTo>
                    <a:cubicBezTo>
                      <a:pt x="332" y="903"/>
                      <a:pt x="332" y="897"/>
                      <a:pt x="333" y="895"/>
                    </a:cubicBezTo>
                    <a:cubicBezTo>
                      <a:pt x="338" y="885"/>
                      <a:pt x="350" y="876"/>
                      <a:pt x="354" y="866"/>
                    </a:cubicBezTo>
                    <a:cubicBezTo>
                      <a:pt x="358" y="856"/>
                      <a:pt x="347" y="799"/>
                      <a:pt x="342" y="787"/>
                    </a:cubicBezTo>
                    <a:cubicBezTo>
                      <a:pt x="343" y="775"/>
                      <a:pt x="343" y="763"/>
                      <a:pt x="343" y="751"/>
                    </a:cubicBezTo>
                    <a:cubicBezTo>
                      <a:pt x="335" y="722"/>
                      <a:pt x="334" y="678"/>
                      <a:pt x="333" y="654"/>
                    </a:cubicBezTo>
                    <a:cubicBezTo>
                      <a:pt x="338" y="650"/>
                      <a:pt x="343" y="645"/>
                      <a:pt x="348" y="643"/>
                    </a:cubicBezTo>
                    <a:cubicBezTo>
                      <a:pt x="357" y="642"/>
                      <a:pt x="365" y="641"/>
                      <a:pt x="374" y="641"/>
                    </a:cubicBezTo>
                    <a:cubicBezTo>
                      <a:pt x="375" y="639"/>
                      <a:pt x="376" y="637"/>
                      <a:pt x="378" y="635"/>
                    </a:cubicBezTo>
                    <a:cubicBezTo>
                      <a:pt x="384" y="632"/>
                      <a:pt x="402" y="633"/>
                      <a:pt x="412" y="629"/>
                    </a:cubicBezTo>
                    <a:cubicBezTo>
                      <a:pt x="414" y="628"/>
                      <a:pt x="416" y="623"/>
                      <a:pt x="418" y="622"/>
                    </a:cubicBezTo>
                    <a:cubicBezTo>
                      <a:pt x="421" y="621"/>
                      <a:pt x="425" y="624"/>
                      <a:pt x="426" y="624"/>
                    </a:cubicBezTo>
                    <a:cubicBezTo>
                      <a:pt x="434" y="626"/>
                      <a:pt x="442" y="619"/>
                      <a:pt x="445" y="616"/>
                    </a:cubicBezTo>
                    <a:cubicBezTo>
                      <a:pt x="469" y="623"/>
                      <a:pt x="503" y="644"/>
                      <a:pt x="530" y="633"/>
                    </a:cubicBezTo>
                    <a:cubicBezTo>
                      <a:pt x="551" y="625"/>
                      <a:pt x="571" y="584"/>
                      <a:pt x="544" y="567"/>
                    </a:cubicBezTo>
                    <a:cubicBezTo>
                      <a:pt x="513" y="547"/>
                      <a:pt x="481" y="550"/>
                      <a:pt x="444" y="561"/>
                    </a:cubicBezTo>
                    <a:cubicBezTo>
                      <a:pt x="425" y="566"/>
                      <a:pt x="403" y="564"/>
                      <a:pt x="385" y="570"/>
                    </a:cubicBezTo>
                    <a:cubicBezTo>
                      <a:pt x="378" y="570"/>
                      <a:pt x="370" y="570"/>
                      <a:pt x="363" y="570"/>
                    </a:cubicBezTo>
                    <a:cubicBezTo>
                      <a:pt x="353" y="573"/>
                      <a:pt x="342" y="576"/>
                      <a:pt x="331" y="574"/>
                    </a:cubicBezTo>
                    <a:cubicBezTo>
                      <a:pt x="331" y="573"/>
                      <a:pt x="331" y="571"/>
                      <a:pt x="331" y="570"/>
                    </a:cubicBezTo>
                    <a:cubicBezTo>
                      <a:pt x="337" y="566"/>
                      <a:pt x="342" y="560"/>
                      <a:pt x="348" y="557"/>
                    </a:cubicBezTo>
                    <a:cubicBezTo>
                      <a:pt x="355" y="557"/>
                      <a:pt x="362" y="556"/>
                      <a:pt x="369" y="556"/>
                    </a:cubicBezTo>
                    <a:cubicBezTo>
                      <a:pt x="388" y="547"/>
                      <a:pt x="412" y="528"/>
                      <a:pt x="422" y="509"/>
                    </a:cubicBezTo>
                    <a:cubicBezTo>
                      <a:pt x="425" y="503"/>
                      <a:pt x="439" y="492"/>
                      <a:pt x="434" y="481"/>
                    </a:cubicBezTo>
                    <a:cubicBezTo>
                      <a:pt x="434" y="479"/>
                      <a:pt x="406" y="461"/>
                      <a:pt x="402" y="460"/>
                    </a:cubicBezTo>
                    <a:cubicBezTo>
                      <a:pt x="379" y="462"/>
                      <a:pt x="355" y="465"/>
                      <a:pt x="331" y="467"/>
                    </a:cubicBezTo>
                    <a:cubicBezTo>
                      <a:pt x="323" y="467"/>
                      <a:pt x="315" y="467"/>
                      <a:pt x="306" y="467"/>
                    </a:cubicBezTo>
                    <a:cubicBezTo>
                      <a:pt x="304" y="468"/>
                      <a:pt x="303" y="472"/>
                      <a:pt x="300" y="473"/>
                    </a:cubicBezTo>
                    <a:cubicBezTo>
                      <a:pt x="299" y="472"/>
                      <a:pt x="297" y="471"/>
                      <a:pt x="296" y="471"/>
                    </a:cubicBezTo>
                    <a:cubicBezTo>
                      <a:pt x="296" y="469"/>
                      <a:pt x="296" y="468"/>
                      <a:pt x="296" y="467"/>
                    </a:cubicBezTo>
                    <a:cubicBezTo>
                      <a:pt x="313" y="460"/>
                      <a:pt x="327" y="443"/>
                      <a:pt x="342" y="436"/>
                    </a:cubicBezTo>
                    <a:cubicBezTo>
                      <a:pt x="346" y="435"/>
                      <a:pt x="350" y="435"/>
                      <a:pt x="353" y="434"/>
                    </a:cubicBezTo>
                    <a:cubicBezTo>
                      <a:pt x="357" y="432"/>
                      <a:pt x="364" y="424"/>
                      <a:pt x="368" y="423"/>
                    </a:cubicBezTo>
                    <a:cubicBezTo>
                      <a:pt x="370" y="424"/>
                      <a:pt x="373" y="425"/>
                      <a:pt x="375" y="426"/>
                    </a:cubicBezTo>
                    <a:cubicBezTo>
                      <a:pt x="398" y="416"/>
                      <a:pt x="434" y="410"/>
                      <a:pt x="459" y="401"/>
                    </a:cubicBezTo>
                    <a:cubicBezTo>
                      <a:pt x="464" y="401"/>
                      <a:pt x="469" y="401"/>
                      <a:pt x="474" y="401"/>
                    </a:cubicBezTo>
                    <a:cubicBezTo>
                      <a:pt x="510" y="389"/>
                      <a:pt x="552" y="379"/>
                      <a:pt x="586" y="364"/>
                    </a:cubicBezTo>
                    <a:cubicBezTo>
                      <a:pt x="616" y="350"/>
                      <a:pt x="649" y="340"/>
                      <a:pt x="648" y="299"/>
                    </a:cubicBezTo>
                    <a:cubicBezTo>
                      <a:pt x="622" y="273"/>
                      <a:pt x="543" y="293"/>
                      <a:pt x="513" y="305"/>
                    </a:cubicBezTo>
                    <a:close/>
                    <a:moveTo>
                      <a:pt x="244" y="294"/>
                    </a:moveTo>
                    <a:cubicBezTo>
                      <a:pt x="258" y="272"/>
                      <a:pt x="266" y="246"/>
                      <a:pt x="279" y="228"/>
                    </a:cubicBezTo>
                    <a:cubicBezTo>
                      <a:pt x="294" y="236"/>
                      <a:pt x="252" y="291"/>
                      <a:pt x="244" y="294"/>
                    </a:cubicBezTo>
                    <a:close/>
                    <a:moveTo>
                      <a:pt x="349" y="250"/>
                    </a:moveTo>
                    <a:cubicBezTo>
                      <a:pt x="345" y="246"/>
                      <a:pt x="341" y="242"/>
                      <a:pt x="336" y="238"/>
                    </a:cubicBezTo>
                    <a:cubicBezTo>
                      <a:pt x="326" y="215"/>
                      <a:pt x="352" y="193"/>
                      <a:pt x="362" y="178"/>
                    </a:cubicBezTo>
                    <a:cubicBezTo>
                      <a:pt x="363" y="178"/>
                      <a:pt x="363" y="178"/>
                      <a:pt x="364" y="178"/>
                    </a:cubicBezTo>
                    <a:cubicBezTo>
                      <a:pt x="361" y="199"/>
                      <a:pt x="359" y="255"/>
                      <a:pt x="365" y="272"/>
                    </a:cubicBezTo>
                    <a:cubicBezTo>
                      <a:pt x="356" y="271"/>
                      <a:pt x="353" y="256"/>
                      <a:pt x="349" y="250"/>
                    </a:cubicBezTo>
                    <a:close/>
                    <a:moveTo>
                      <a:pt x="385" y="229"/>
                    </a:moveTo>
                    <a:cubicBezTo>
                      <a:pt x="385" y="210"/>
                      <a:pt x="385" y="192"/>
                      <a:pt x="385" y="174"/>
                    </a:cubicBezTo>
                    <a:cubicBezTo>
                      <a:pt x="387" y="172"/>
                      <a:pt x="389" y="170"/>
                      <a:pt x="391" y="168"/>
                    </a:cubicBezTo>
                    <a:cubicBezTo>
                      <a:pt x="398" y="153"/>
                      <a:pt x="399" y="137"/>
                      <a:pt x="412" y="129"/>
                    </a:cubicBezTo>
                    <a:cubicBezTo>
                      <a:pt x="411" y="129"/>
                      <a:pt x="411" y="128"/>
                      <a:pt x="411" y="127"/>
                    </a:cubicBezTo>
                    <a:cubicBezTo>
                      <a:pt x="414" y="128"/>
                      <a:pt x="414" y="127"/>
                      <a:pt x="416" y="129"/>
                    </a:cubicBezTo>
                    <a:cubicBezTo>
                      <a:pt x="416" y="129"/>
                      <a:pt x="417" y="129"/>
                      <a:pt x="417" y="128"/>
                    </a:cubicBezTo>
                    <a:cubicBezTo>
                      <a:pt x="415" y="132"/>
                      <a:pt x="413" y="135"/>
                      <a:pt x="411" y="138"/>
                    </a:cubicBezTo>
                    <a:cubicBezTo>
                      <a:pt x="410" y="142"/>
                      <a:pt x="412" y="147"/>
                      <a:pt x="413" y="149"/>
                    </a:cubicBezTo>
                    <a:cubicBezTo>
                      <a:pt x="405" y="157"/>
                      <a:pt x="397" y="234"/>
                      <a:pt x="410" y="246"/>
                    </a:cubicBezTo>
                    <a:cubicBezTo>
                      <a:pt x="410" y="257"/>
                      <a:pt x="398" y="268"/>
                      <a:pt x="389" y="270"/>
                    </a:cubicBezTo>
                    <a:cubicBezTo>
                      <a:pt x="389" y="271"/>
                      <a:pt x="389" y="271"/>
                      <a:pt x="390" y="272"/>
                    </a:cubicBezTo>
                    <a:cubicBezTo>
                      <a:pt x="381" y="265"/>
                      <a:pt x="385" y="243"/>
                      <a:pt x="385" y="229"/>
                    </a:cubicBezTo>
                    <a:close/>
                    <a:moveTo>
                      <a:pt x="584" y="329"/>
                    </a:moveTo>
                    <a:cubicBezTo>
                      <a:pt x="538" y="360"/>
                      <a:pt x="476" y="375"/>
                      <a:pt x="414" y="388"/>
                    </a:cubicBezTo>
                    <a:cubicBezTo>
                      <a:pt x="407" y="369"/>
                      <a:pt x="428" y="364"/>
                      <a:pt x="433" y="353"/>
                    </a:cubicBezTo>
                    <a:cubicBezTo>
                      <a:pt x="433" y="351"/>
                      <a:pt x="433" y="348"/>
                      <a:pt x="433" y="346"/>
                    </a:cubicBezTo>
                    <a:cubicBezTo>
                      <a:pt x="433" y="346"/>
                      <a:pt x="434" y="346"/>
                      <a:pt x="434" y="347"/>
                    </a:cubicBezTo>
                    <a:cubicBezTo>
                      <a:pt x="434" y="346"/>
                      <a:pt x="434" y="346"/>
                      <a:pt x="434" y="345"/>
                    </a:cubicBezTo>
                    <a:cubicBezTo>
                      <a:pt x="435" y="344"/>
                      <a:pt x="468" y="333"/>
                      <a:pt x="470" y="334"/>
                    </a:cubicBezTo>
                    <a:cubicBezTo>
                      <a:pt x="476" y="337"/>
                      <a:pt x="493" y="329"/>
                      <a:pt x="500" y="326"/>
                    </a:cubicBezTo>
                    <a:cubicBezTo>
                      <a:pt x="505" y="329"/>
                      <a:pt x="562" y="313"/>
                      <a:pt x="569" y="310"/>
                    </a:cubicBezTo>
                    <a:cubicBezTo>
                      <a:pt x="579" y="307"/>
                      <a:pt x="586" y="310"/>
                      <a:pt x="592" y="305"/>
                    </a:cubicBezTo>
                    <a:cubicBezTo>
                      <a:pt x="600" y="304"/>
                      <a:pt x="625" y="305"/>
                      <a:pt x="626" y="306"/>
                    </a:cubicBezTo>
                    <a:cubicBezTo>
                      <a:pt x="627" y="306"/>
                      <a:pt x="628" y="306"/>
                      <a:pt x="629" y="306"/>
                    </a:cubicBezTo>
                    <a:cubicBezTo>
                      <a:pt x="622" y="316"/>
                      <a:pt x="595" y="322"/>
                      <a:pt x="584" y="329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等线"/>
                  <a:ea typeface="+mn-ea"/>
                  <a:cs typeface="+mn-cs"/>
                </a:endParaRPr>
              </a:p>
            </p:txBody>
          </p:sp>
          <p:sp>
            <p:nvSpPr>
              <p:cNvPr id="54" name="iṩḷîḑé">
                <a:extLst>
                  <a:ext uri="{FF2B5EF4-FFF2-40B4-BE49-F238E27FC236}">
                    <a16:creationId xmlns:a16="http://schemas.microsoft.com/office/drawing/2014/main" id="{22B8C6EF-AF80-18B4-1FCA-54B6959BDA17}"/>
                  </a:ext>
                </a:extLst>
              </p:cNvPr>
              <p:cNvSpPr/>
              <p:nvPr/>
            </p:nvSpPr>
            <p:spPr bwMode="auto">
              <a:xfrm>
                <a:off x="6967538" y="4999035"/>
                <a:ext cx="112713" cy="184150"/>
              </a:xfrm>
              <a:custGeom>
                <a:avLst/>
                <a:gdLst>
                  <a:gd name="T0" fmla="*/ 4 w 111"/>
                  <a:gd name="T1" fmla="*/ 181 h 181"/>
                  <a:gd name="T2" fmla="*/ 16 w 111"/>
                  <a:gd name="T3" fmla="*/ 163 h 181"/>
                  <a:gd name="T4" fmla="*/ 87 w 111"/>
                  <a:gd name="T5" fmla="*/ 91 h 181"/>
                  <a:gd name="T6" fmla="*/ 106 w 111"/>
                  <a:gd name="T7" fmla="*/ 60 h 181"/>
                  <a:gd name="T8" fmla="*/ 93 w 111"/>
                  <a:gd name="T9" fmla="*/ 0 h 181"/>
                  <a:gd name="T10" fmla="*/ 90 w 111"/>
                  <a:gd name="T11" fmla="*/ 0 h 181"/>
                  <a:gd name="T12" fmla="*/ 46 w 111"/>
                  <a:gd name="T13" fmla="*/ 94 h 181"/>
                  <a:gd name="T14" fmla="*/ 0 w 111"/>
                  <a:gd name="T15" fmla="*/ 177 h 181"/>
                  <a:gd name="T16" fmla="*/ 3 w 111"/>
                  <a:gd name="T17" fmla="*/ 181 h 181"/>
                  <a:gd name="T18" fmla="*/ 4 w 111"/>
                  <a:gd name="T19" fmla="*/ 181 h 18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</a:cxnLst>
                <a:rect l="0" t="0" r="r" b="b"/>
                <a:pathLst>
                  <a:path w="111" h="181">
                    <a:moveTo>
                      <a:pt x="4" y="181"/>
                    </a:moveTo>
                    <a:cubicBezTo>
                      <a:pt x="10" y="176"/>
                      <a:pt x="11" y="168"/>
                      <a:pt x="16" y="163"/>
                    </a:cubicBezTo>
                    <a:cubicBezTo>
                      <a:pt x="40" y="141"/>
                      <a:pt x="63" y="115"/>
                      <a:pt x="87" y="91"/>
                    </a:cubicBezTo>
                    <a:cubicBezTo>
                      <a:pt x="91" y="87"/>
                      <a:pt x="108" y="64"/>
                      <a:pt x="106" y="60"/>
                    </a:cubicBezTo>
                    <a:cubicBezTo>
                      <a:pt x="111" y="37"/>
                      <a:pt x="108" y="12"/>
                      <a:pt x="93" y="0"/>
                    </a:cubicBezTo>
                    <a:cubicBezTo>
                      <a:pt x="92" y="0"/>
                      <a:pt x="91" y="0"/>
                      <a:pt x="90" y="0"/>
                    </a:cubicBezTo>
                    <a:cubicBezTo>
                      <a:pt x="70" y="27"/>
                      <a:pt x="59" y="65"/>
                      <a:pt x="46" y="94"/>
                    </a:cubicBezTo>
                    <a:cubicBezTo>
                      <a:pt x="32" y="124"/>
                      <a:pt x="11" y="143"/>
                      <a:pt x="0" y="177"/>
                    </a:cubicBezTo>
                    <a:cubicBezTo>
                      <a:pt x="1" y="179"/>
                      <a:pt x="2" y="180"/>
                      <a:pt x="3" y="181"/>
                    </a:cubicBezTo>
                    <a:cubicBezTo>
                      <a:pt x="3" y="181"/>
                      <a:pt x="4" y="181"/>
                      <a:pt x="4" y="181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等线"/>
                  <a:ea typeface="+mn-ea"/>
                  <a:cs typeface="+mn-cs"/>
                </a:endParaRPr>
              </a:p>
            </p:txBody>
          </p:sp>
          <p:sp>
            <p:nvSpPr>
              <p:cNvPr id="55" name="ïṧlïḋè">
                <a:extLst>
                  <a:ext uri="{FF2B5EF4-FFF2-40B4-BE49-F238E27FC236}">
                    <a16:creationId xmlns:a16="http://schemas.microsoft.com/office/drawing/2014/main" id="{DC257E35-9DD7-EDD2-3AA2-B1F716D5E5E5}"/>
                  </a:ext>
                </a:extLst>
              </p:cNvPr>
              <p:cNvSpPr/>
              <p:nvPr/>
            </p:nvSpPr>
            <p:spPr bwMode="auto">
              <a:xfrm>
                <a:off x="7018338" y="5157785"/>
                <a:ext cx="57150" cy="71437"/>
              </a:xfrm>
              <a:custGeom>
                <a:avLst/>
                <a:gdLst>
                  <a:gd name="T0" fmla="*/ 1 w 56"/>
                  <a:gd name="T1" fmla="*/ 65 h 70"/>
                  <a:gd name="T2" fmla="*/ 5 w 56"/>
                  <a:gd name="T3" fmla="*/ 70 h 70"/>
                  <a:gd name="T4" fmla="*/ 52 w 56"/>
                  <a:gd name="T5" fmla="*/ 48 h 70"/>
                  <a:gd name="T6" fmla="*/ 55 w 56"/>
                  <a:gd name="T7" fmla="*/ 26 h 70"/>
                  <a:gd name="T8" fmla="*/ 11 w 56"/>
                  <a:gd name="T9" fmla="*/ 0 h 70"/>
                  <a:gd name="T10" fmla="*/ 4 w 56"/>
                  <a:gd name="T11" fmla="*/ 30 h 70"/>
                  <a:gd name="T12" fmla="*/ 6 w 56"/>
                  <a:gd name="T13" fmla="*/ 46 h 70"/>
                  <a:gd name="T14" fmla="*/ 1 w 56"/>
                  <a:gd name="T15" fmla="*/ 65 h 7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</a:cxnLst>
                <a:rect l="0" t="0" r="r" b="b"/>
                <a:pathLst>
                  <a:path w="56" h="70">
                    <a:moveTo>
                      <a:pt x="1" y="65"/>
                    </a:moveTo>
                    <a:cubicBezTo>
                      <a:pt x="2" y="67"/>
                      <a:pt x="3" y="68"/>
                      <a:pt x="5" y="70"/>
                    </a:cubicBezTo>
                    <a:cubicBezTo>
                      <a:pt x="23" y="67"/>
                      <a:pt x="36" y="52"/>
                      <a:pt x="52" y="48"/>
                    </a:cubicBezTo>
                    <a:cubicBezTo>
                      <a:pt x="56" y="41"/>
                      <a:pt x="55" y="33"/>
                      <a:pt x="55" y="26"/>
                    </a:cubicBezTo>
                    <a:cubicBezTo>
                      <a:pt x="42" y="15"/>
                      <a:pt x="31" y="1"/>
                      <a:pt x="11" y="0"/>
                    </a:cubicBezTo>
                    <a:cubicBezTo>
                      <a:pt x="7" y="4"/>
                      <a:pt x="0" y="19"/>
                      <a:pt x="4" y="30"/>
                    </a:cubicBezTo>
                    <a:cubicBezTo>
                      <a:pt x="5" y="32"/>
                      <a:pt x="8" y="41"/>
                      <a:pt x="6" y="46"/>
                    </a:cubicBezTo>
                    <a:cubicBezTo>
                      <a:pt x="4" y="50"/>
                      <a:pt x="1" y="59"/>
                      <a:pt x="1" y="65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等线"/>
                  <a:ea typeface="+mn-ea"/>
                  <a:cs typeface="+mn-cs"/>
                </a:endParaRPr>
              </a:p>
            </p:txBody>
          </p:sp>
          <p:sp>
            <p:nvSpPr>
              <p:cNvPr id="56" name="íṩḷïdè">
                <a:extLst>
                  <a:ext uri="{FF2B5EF4-FFF2-40B4-BE49-F238E27FC236}">
                    <a16:creationId xmlns:a16="http://schemas.microsoft.com/office/drawing/2014/main" id="{A869042A-B0F2-0CC8-01A8-541A14120C1A}"/>
                  </a:ext>
                </a:extLst>
              </p:cNvPr>
              <p:cNvSpPr/>
              <p:nvPr/>
            </p:nvSpPr>
            <p:spPr bwMode="auto">
              <a:xfrm>
                <a:off x="6881813" y="5394322"/>
                <a:ext cx="50800" cy="155575"/>
              </a:xfrm>
              <a:custGeom>
                <a:avLst/>
                <a:gdLst>
                  <a:gd name="T0" fmla="*/ 31 w 50"/>
                  <a:gd name="T1" fmla="*/ 148 h 154"/>
                  <a:gd name="T2" fmla="*/ 40 w 50"/>
                  <a:gd name="T3" fmla="*/ 89 h 154"/>
                  <a:gd name="T4" fmla="*/ 39 w 50"/>
                  <a:gd name="T5" fmla="*/ 58 h 154"/>
                  <a:gd name="T6" fmla="*/ 48 w 50"/>
                  <a:gd name="T7" fmla="*/ 3 h 154"/>
                  <a:gd name="T8" fmla="*/ 42 w 50"/>
                  <a:gd name="T9" fmla="*/ 0 h 154"/>
                  <a:gd name="T10" fmla="*/ 11 w 50"/>
                  <a:gd name="T11" fmla="*/ 56 h 154"/>
                  <a:gd name="T12" fmla="*/ 12 w 50"/>
                  <a:gd name="T13" fmla="*/ 70 h 154"/>
                  <a:gd name="T14" fmla="*/ 6 w 50"/>
                  <a:gd name="T15" fmla="*/ 79 h 154"/>
                  <a:gd name="T16" fmla="*/ 6 w 50"/>
                  <a:gd name="T17" fmla="*/ 102 h 154"/>
                  <a:gd name="T18" fmla="*/ 10 w 50"/>
                  <a:gd name="T19" fmla="*/ 154 h 154"/>
                  <a:gd name="T20" fmla="*/ 31 w 50"/>
                  <a:gd name="T21" fmla="*/ 148 h 15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</a:cxnLst>
                <a:rect l="0" t="0" r="r" b="b"/>
                <a:pathLst>
                  <a:path w="50" h="154">
                    <a:moveTo>
                      <a:pt x="31" y="148"/>
                    </a:moveTo>
                    <a:cubicBezTo>
                      <a:pt x="39" y="134"/>
                      <a:pt x="40" y="109"/>
                      <a:pt x="40" y="89"/>
                    </a:cubicBezTo>
                    <a:cubicBezTo>
                      <a:pt x="40" y="78"/>
                      <a:pt x="40" y="68"/>
                      <a:pt x="39" y="58"/>
                    </a:cubicBezTo>
                    <a:cubicBezTo>
                      <a:pt x="48" y="47"/>
                      <a:pt x="50" y="22"/>
                      <a:pt x="48" y="3"/>
                    </a:cubicBezTo>
                    <a:cubicBezTo>
                      <a:pt x="45" y="1"/>
                      <a:pt x="46" y="1"/>
                      <a:pt x="42" y="0"/>
                    </a:cubicBezTo>
                    <a:cubicBezTo>
                      <a:pt x="34" y="19"/>
                      <a:pt x="20" y="36"/>
                      <a:pt x="11" y="56"/>
                    </a:cubicBezTo>
                    <a:cubicBezTo>
                      <a:pt x="12" y="61"/>
                      <a:pt x="12" y="66"/>
                      <a:pt x="12" y="70"/>
                    </a:cubicBezTo>
                    <a:cubicBezTo>
                      <a:pt x="11" y="73"/>
                      <a:pt x="7" y="76"/>
                      <a:pt x="6" y="79"/>
                    </a:cubicBezTo>
                    <a:cubicBezTo>
                      <a:pt x="6" y="86"/>
                      <a:pt x="6" y="94"/>
                      <a:pt x="6" y="102"/>
                    </a:cubicBezTo>
                    <a:cubicBezTo>
                      <a:pt x="0" y="114"/>
                      <a:pt x="0" y="139"/>
                      <a:pt x="10" y="154"/>
                    </a:cubicBezTo>
                    <a:cubicBezTo>
                      <a:pt x="22" y="154"/>
                      <a:pt x="23" y="150"/>
                      <a:pt x="31" y="148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等线"/>
                  <a:ea typeface="+mn-ea"/>
                  <a:cs typeface="+mn-cs"/>
                </a:endParaRPr>
              </a:p>
            </p:txBody>
          </p:sp>
        </p:grpSp>
        <p:grpSp>
          <p:nvGrpSpPr>
            <p:cNvPr id="48" name="iṩ1ídè">
              <a:extLst>
                <a:ext uri="{FF2B5EF4-FFF2-40B4-BE49-F238E27FC236}">
                  <a16:creationId xmlns:a16="http://schemas.microsoft.com/office/drawing/2014/main" id="{88CEB329-B232-0D4F-FDD7-1FB49EB6E11B}"/>
                </a:ext>
              </a:extLst>
            </p:cNvPr>
            <p:cNvGrpSpPr/>
            <p:nvPr/>
          </p:nvGrpSpPr>
          <p:grpSpPr>
            <a:xfrm>
              <a:off x="7273918" y="2792408"/>
              <a:ext cx="599342" cy="855718"/>
              <a:chOff x="6115050" y="4976810"/>
              <a:chExt cx="560388" cy="800100"/>
            </a:xfrm>
            <a:grpFill/>
          </p:grpSpPr>
          <p:sp>
            <p:nvSpPr>
              <p:cNvPr id="51" name="íśḷíďê">
                <a:extLst>
                  <a:ext uri="{FF2B5EF4-FFF2-40B4-BE49-F238E27FC236}">
                    <a16:creationId xmlns:a16="http://schemas.microsoft.com/office/drawing/2014/main" id="{54E69F30-CA72-E5EE-3D6C-7EABECC8F77B}"/>
                  </a:ext>
                </a:extLst>
              </p:cNvPr>
              <p:cNvSpPr/>
              <p:nvPr/>
            </p:nvSpPr>
            <p:spPr bwMode="auto">
              <a:xfrm>
                <a:off x="6115050" y="4976810"/>
                <a:ext cx="477838" cy="792162"/>
              </a:xfrm>
              <a:custGeom>
                <a:avLst/>
                <a:gdLst>
                  <a:gd name="T0" fmla="*/ 471 w 471"/>
                  <a:gd name="T1" fmla="*/ 354 h 778"/>
                  <a:gd name="T2" fmla="*/ 358 w 471"/>
                  <a:gd name="T3" fmla="*/ 323 h 778"/>
                  <a:gd name="T4" fmla="*/ 351 w 471"/>
                  <a:gd name="T5" fmla="*/ 337 h 778"/>
                  <a:gd name="T6" fmla="*/ 384 w 471"/>
                  <a:gd name="T7" fmla="*/ 358 h 778"/>
                  <a:gd name="T8" fmla="*/ 366 w 471"/>
                  <a:gd name="T9" fmla="*/ 387 h 778"/>
                  <a:gd name="T10" fmla="*/ 288 w 471"/>
                  <a:gd name="T11" fmla="*/ 435 h 778"/>
                  <a:gd name="T12" fmla="*/ 288 w 471"/>
                  <a:gd name="T13" fmla="*/ 418 h 778"/>
                  <a:gd name="T14" fmla="*/ 288 w 471"/>
                  <a:gd name="T15" fmla="*/ 403 h 778"/>
                  <a:gd name="T16" fmla="*/ 305 w 471"/>
                  <a:gd name="T17" fmla="*/ 352 h 778"/>
                  <a:gd name="T18" fmla="*/ 305 w 471"/>
                  <a:gd name="T19" fmla="*/ 336 h 778"/>
                  <a:gd name="T20" fmla="*/ 315 w 471"/>
                  <a:gd name="T21" fmla="*/ 315 h 778"/>
                  <a:gd name="T22" fmla="*/ 316 w 471"/>
                  <a:gd name="T23" fmla="*/ 291 h 778"/>
                  <a:gd name="T24" fmla="*/ 326 w 471"/>
                  <a:gd name="T25" fmla="*/ 223 h 778"/>
                  <a:gd name="T26" fmla="*/ 329 w 471"/>
                  <a:gd name="T27" fmla="*/ 170 h 778"/>
                  <a:gd name="T28" fmla="*/ 346 w 471"/>
                  <a:gd name="T29" fmla="*/ 98 h 778"/>
                  <a:gd name="T30" fmla="*/ 356 w 471"/>
                  <a:gd name="T31" fmla="*/ 26 h 778"/>
                  <a:gd name="T32" fmla="*/ 303 w 471"/>
                  <a:gd name="T33" fmla="*/ 0 h 778"/>
                  <a:gd name="T34" fmla="*/ 288 w 471"/>
                  <a:gd name="T35" fmla="*/ 47 h 778"/>
                  <a:gd name="T36" fmla="*/ 292 w 471"/>
                  <a:gd name="T37" fmla="*/ 60 h 778"/>
                  <a:gd name="T38" fmla="*/ 288 w 471"/>
                  <a:gd name="T39" fmla="*/ 135 h 778"/>
                  <a:gd name="T40" fmla="*/ 281 w 471"/>
                  <a:gd name="T41" fmla="*/ 178 h 778"/>
                  <a:gd name="T42" fmla="*/ 283 w 471"/>
                  <a:gd name="T43" fmla="*/ 191 h 778"/>
                  <a:gd name="T44" fmla="*/ 276 w 471"/>
                  <a:gd name="T45" fmla="*/ 215 h 778"/>
                  <a:gd name="T46" fmla="*/ 277 w 471"/>
                  <a:gd name="T47" fmla="*/ 245 h 778"/>
                  <a:gd name="T48" fmla="*/ 246 w 471"/>
                  <a:gd name="T49" fmla="*/ 391 h 778"/>
                  <a:gd name="T50" fmla="*/ 247 w 471"/>
                  <a:gd name="T51" fmla="*/ 405 h 778"/>
                  <a:gd name="T52" fmla="*/ 240 w 471"/>
                  <a:gd name="T53" fmla="*/ 414 h 778"/>
                  <a:gd name="T54" fmla="*/ 224 w 471"/>
                  <a:gd name="T55" fmla="*/ 470 h 778"/>
                  <a:gd name="T56" fmla="*/ 141 w 471"/>
                  <a:gd name="T57" fmla="*/ 533 h 778"/>
                  <a:gd name="T58" fmla="*/ 106 w 471"/>
                  <a:gd name="T59" fmla="*/ 563 h 778"/>
                  <a:gd name="T60" fmla="*/ 63 w 471"/>
                  <a:gd name="T61" fmla="*/ 583 h 778"/>
                  <a:gd name="T62" fmla="*/ 57 w 471"/>
                  <a:gd name="T63" fmla="*/ 591 h 778"/>
                  <a:gd name="T64" fmla="*/ 71 w 471"/>
                  <a:gd name="T65" fmla="*/ 619 h 778"/>
                  <a:gd name="T66" fmla="*/ 78 w 471"/>
                  <a:gd name="T67" fmla="*/ 623 h 778"/>
                  <a:gd name="T68" fmla="*/ 117 w 471"/>
                  <a:gd name="T69" fmla="*/ 598 h 778"/>
                  <a:gd name="T70" fmla="*/ 140 w 471"/>
                  <a:gd name="T71" fmla="*/ 577 h 778"/>
                  <a:gd name="T72" fmla="*/ 152 w 471"/>
                  <a:gd name="T73" fmla="*/ 563 h 778"/>
                  <a:gd name="T74" fmla="*/ 169 w 471"/>
                  <a:gd name="T75" fmla="*/ 554 h 778"/>
                  <a:gd name="T76" fmla="*/ 181 w 471"/>
                  <a:gd name="T77" fmla="*/ 539 h 778"/>
                  <a:gd name="T78" fmla="*/ 192 w 471"/>
                  <a:gd name="T79" fmla="*/ 537 h 778"/>
                  <a:gd name="T80" fmla="*/ 206 w 471"/>
                  <a:gd name="T81" fmla="*/ 522 h 778"/>
                  <a:gd name="T82" fmla="*/ 211 w 471"/>
                  <a:gd name="T83" fmla="*/ 524 h 778"/>
                  <a:gd name="T84" fmla="*/ 186 w 471"/>
                  <a:gd name="T85" fmla="*/ 584 h 778"/>
                  <a:gd name="T86" fmla="*/ 86 w 471"/>
                  <a:gd name="T87" fmla="*/ 703 h 778"/>
                  <a:gd name="T88" fmla="*/ 77 w 471"/>
                  <a:gd name="T89" fmla="*/ 703 h 778"/>
                  <a:gd name="T90" fmla="*/ 35 w 471"/>
                  <a:gd name="T91" fmla="*/ 720 h 778"/>
                  <a:gd name="T92" fmla="*/ 10 w 471"/>
                  <a:gd name="T93" fmla="*/ 720 h 778"/>
                  <a:gd name="T94" fmla="*/ 0 w 471"/>
                  <a:gd name="T95" fmla="*/ 728 h 778"/>
                  <a:gd name="T96" fmla="*/ 11 w 471"/>
                  <a:gd name="T97" fmla="*/ 746 h 778"/>
                  <a:gd name="T98" fmla="*/ 143 w 471"/>
                  <a:gd name="T99" fmla="*/ 731 h 778"/>
                  <a:gd name="T100" fmla="*/ 235 w 471"/>
                  <a:gd name="T101" fmla="*/ 584 h 778"/>
                  <a:gd name="T102" fmla="*/ 270 w 471"/>
                  <a:gd name="T103" fmla="*/ 489 h 778"/>
                  <a:gd name="T104" fmla="*/ 327 w 471"/>
                  <a:gd name="T105" fmla="*/ 452 h 778"/>
                  <a:gd name="T106" fmla="*/ 471 w 471"/>
                  <a:gd name="T107" fmla="*/ 354 h 77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  <a:cxn ang="0">
                    <a:pos x="T90" y="T91"/>
                  </a:cxn>
                  <a:cxn ang="0">
                    <a:pos x="T92" y="T93"/>
                  </a:cxn>
                  <a:cxn ang="0">
                    <a:pos x="T94" y="T95"/>
                  </a:cxn>
                  <a:cxn ang="0">
                    <a:pos x="T96" y="T97"/>
                  </a:cxn>
                  <a:cxn ang="0">
                    <a:pos x="T98" y="T99"/>
                  </a:cxn>
                  <a:cxn ang="0">
                    <a:pos x="T100" y="T101"/>
                  </a:cxn>
                  <a:cxn ang="0">
                    <a:pos x="T102" y="T103"/>
                  </a:cxn>
                  <a:cxn ang="0">
                    <a:pos x="T104" y="T105"/>
                  </a:cxn>
                  <a:cxn ang="0">
                    <a:pos x="T106" y="T107"/>
                  </a:cxn>
                </a:cxnLst>
                <a:rect l="0" t="0" r="r" b="b"/>
                <a:pathLst>
                  <a:path w="471" h="778">
                    <a:moveTo>
                      <a:pt x="471" y="354"/>
                    </a:moveTo>
                    <a:cubicBezTo>
                      <a:pt x="467" y="329"/>
                      <a:pt x="390" y="322"/>
                      <a:pt x="358" y="323"/>
                    </a:cubicBezTo>
                    <a:cubicBezTo>
                      <a:pt x="355" y="327"/>
                      <a:pt x="351" y="330"/>
                      <a:pt x="351" y="337"/>
                    </a:cubicBezTo>
                    <a:cubicBezTo>
                      <a:pt x="362" y="342"/>
                      <a:pt x="370" y="356"/>
                      <a:pt x="384" y="358"/>
                    </a:cubicBezTo>
                    <a:cubicBezTo>
                      <a:pt x="396" y="375"/>
                      <a:pt x="379" y="381"/>
                      <a:pt x="366" y="387"/>
                    </a:cubicBezTo>
                    <a:cubicBezTo>
                      <a:pt x="358" y="391"/>
                      <a:pt x="288" y="433"/>
                      <a:pt x="288" y="435"/>
                    </a:cubicBezTo>
                    <a:cubicBezTo>
                      <a:pt x="276" y="432"/>
                      <a:pt x="287" y="422"/>
                      <a:pt x="288" y="418"/>
                    </a:cubicBezTo>
                    <a:cubicBezTo>
                      <a:pt x="288" y="413"/>
                      <a:pt x="288" y="408"/>
                      <a:pt x="288" y="403"/>
                    </a:cubicBezTo>
                    <a:cubicBezTo>
                      <a:pt x="296" y="386"/>
                      <a:pt x="299" y="370"/>
                      <a:pt x="305" y="352"/>
                    </a:cubicBezTo>
                    <a:cubicBezTo>
                      <a:pt x="305" y="347"/>
                      <a:pt x="305" y="341"/>
                      <a:pt x="305" y="336"/>
                    </a:cubicBezTo>
                    <a:cubicBezTo>
                      <a:pt x="308" y="331"/>
                      <a:pt x="313" y="321"/>
                      <a:pt x="315" y="315"/>
                    </a:cubicBezTo>
                    <a:cubicBezTo>
                      <a:pt x="316" y="307"/>
                      <a:pt x="316" y="299"/>
                      <a:pt x="316" y="291"/>
                    </a:cubicBezTo>
                    <a:cubicBezTo>
                      <a:pt x="323" y="271"/>
                      <a:pt x="319" y="240"/>
                      <a:pt x="326" y="223"/>
                    </a:cubicBezTo>
                    <a:cubicBezTo>
                      <a:pt x="326" y="223"/>
                      <a:pt x="327" y="173"/>
                      <a:pt x="329" y="170"/>
                    </a:cubicBezTo>
                    <a:cubicBezTo>
                      <a:pt x="337" y="151"/>
                      <a:pt x="340" y="120"/>
                      <a:pt x="346" y="98"/>
                    </a:cubicBezTo>
                    <a:cubicBezTo>
                      <a:pt x="350" y="82"/>
                      <a:pt x="363" y="37"/>
                      <a:pt x="356" y="26"/>
                    </a:cubicBezTo>
                    <a:cubicBezTo>
                      <a:pt x="345" y="9"/>
                      <a:pt x="322" y="5"/>
                      <a:pt x="303" y="0"/>
                    </a:cubicBezTo>
                    <a:cubicBezTo>
                      <a:pt x="295" y="12"/>
                      <a:pt x="287" y="27"/>
                      <a:pt x="288" y="47"/>
                    </a:cubicBezTo>
                    <a:cubicBezTo>
                      <a:pt x="289" y="52"/>
                      <a:pt x="294" y="54"/>
                      <a:pt x="292" y="60"/>
                    </a:cubicBezTo>
                    <a:cubicBezTo>
                      <a:pt x="286" y="78"/>
                      <a:pt x="284" y="111"/>
                      <a:pt x="288" y="135"/>
                    </a:cubicBezTo>
                    <a:cubicBezTo>
                      <a:pt x="284" y="143"/>
                      <a:pt x="283" y="165"/>
                      <a:pt x="281" y="178"/>
                    </a:cubicBezTo>
                    <a:cubicBezTo>
                      <a:pt x="281" y="182"/>
                      <a:pt x="282" y="186"/>
                      <a:pt x="283" y="191"/>
                    </a:cubicBezTo>
                    <a:cubicBezTo>
                      <a:pt x="280" y="198"/>
                      <a:pt x="278" y="209"/>
                      <a:pt x="276" y="215"/>
                    </a:cubicBezTo>
                    <a:cubicBezTo>
                      <a:pt x="276" y="225"/>
                      <a:pt x="276" y="235"/>
                      <a:pt x="277" y="245"/>
                    </a:cubicBezTo>
                    <a:cubicBezTo>
                      <a:pt x="263" y="290"/>
                      <a:pt x="265" y="349"/>
                      <a:pt x="246" y="391"/>
                    </a:cubicBezTo>
                    <a:cubicBezTo>
                      <a:pt x="247" y="396"/>
                      <a:pt x="247" y="400"/>
                      <a:pt x="247" y="405"/>
                    </a:cubicBezTo>
                    <a:cubicBezTo>
                      <a:pt x="246" y="407"/>
                      <a:pt x="241" y="411"/>
                      <a:pt x="240" y="414"/>
                    </a:cubicBezTo>
                    <a:cubicBezTo>
                      <a:pt x="235" y="430"/>
                      <a:pt x="236" y="460"/>
                      <a:pt x="224" y="470"/>
                    </a:cubicBezTo>
                    <a:cubicBezTo>
                      <a:pt x="200" y="491"/>
                      <a:pt x="168" y="515"/>
                      <a:pt x="141" y="533"/>
                    </a:cubicBezTo>
                    <a:cubicBezTo>
                      <a:pt x="129" y="541"/>
                      <a:pt x="118" y="556"/>
                      <a:pt x="106" y="563"/>
                    </a:cubicBezTo>
                    <a:cubicBezTo>
                      <a:pt x="95" y="570"/>
                      <a:pt x="65" y="570"/>
                      <a:pt x="63" y="583"/>
                    </a:cubicBezTo>
                    <a:cubicBezTo>
                      <a:pt x="58" y="584"/>
                      <a:pt x="58" y="585"/>
                      <a:pt x="57" y="591"/>
                    </a:cubicBezTo>
                    <a:cubicBezTo>
                      <a:pt x="62" y="597"/>
                      <a:pt x="69" y="610"/>
                      <a:pt x="71" y="619"/>
                    </a:cubicBezTo>
                    <a:cubicBezTo>
                      <a:pt x="73" y="621"/>
                      <a:pt x="75" y="622"/>
                      <a:pt x="78" y="623"/>
                    </a:cubicBezTo>
                    <a:cubicBezTo>
                      <a:pt x="94" y="623"/>
                      <a:pt x="108" y="607"/>
                      <a:pt x="117" y="598"/>
                    </a:cubicBezTo>
                    <a:cubicBezTo>
                      <a:pt x="124" y="591"/>
                      <a:pt x="132" y="584"/>
                      <a:pt x="140" y="577"/>
                    </a:cubicBezTo>
                    <a:cubicBezTo>
                      <a:pt x="143" y="574"/>
                      <a:pt x="147" y="566"/>
                      <a:pt x="152" y="563"/>
                    </a:cubicBezTo>
                    <a:cubicBezTo>
                      <a:pt x="158" y="560"/>
                      <a:pt x="163" y="557"/>
                      <a:pt x="169" y="554"/>
                    </a:cubicBezTo>
                    <a:cubicBezTo>
                      <a:pt x="173" y="549"/>
                      <a:pt x="177" y="544"/>
                      <a:pt x="181" y="539"/>
                    </a:cubicBezTo>
                    <a:cubicBezTo>
                      <a:pt x="185" y="538"/>
                      <a:pt x="188" y="537"/>
                      <a:pt x="192" y="537"/>
                    </a:cubicBezTo>
                    <a:cubicBezTo>
                      <a:pt x="195" y="534"/>
                      <a:pt x="203" y="526"/>
                      <a:pt x="206" y="522"/>
                    </a:cubicBezTo>
                    <a:cubicBezTo>
                      <a:pt x="208" y="523"/>
                      <a:pt x="209" y="523"/>
                      <a:pt x="211" y="524"/>
                    </a:cubicBezTo>
                    <a:cubicBezTo>
                      <a:pt x="211" y="549"/>
                      <a:pt x="195" y="565"/>
                      <a:pt x="186" y="584"/>
                    </a:cubicBezTo>
                    <a:cubicBezTo>
                      <a:pt x="168" y="625"/>
                      <a:pt x="122" y="683"/>
                      <a:pt x="86" y="703"/>
                    </a:cubicBezTo>
                    <a:cubicBezTo>
                      <a:pt x="83" y="703"/>
                      <a:pt x="80" y="703"/>
                      <a:pt x="77" y="703"/>
                    </a:cubicBezTo>
                    <a:cubicBezTo>
                      <a:pt x="66" y="707"/>
                      <a:pt x="47" y="714"/>
                      <a:pt x="35" y="720"/>
                    </a:cubicBezTo>
                    <a:cubicBezTo>
                      <a:pt x="27" y="720"/>
                      <a:pt x="18" y="720"/>
                      <a:pt x="10" y="720"/>
                    </a:cubicBezTo>
                    <a:cubicBezTo>
                      <a:pt x="7" y="722"/>
                      <a:pt x="4" y="725"/>
                      <a:pt x="0" y="728"/>
                    </a:cubicBezTo>
                    <a:cubicBezTo>
                      <a:pt x="0" y="739"/>
                      <a:pt x="6" y="740"/>
                      <a:pt x="11" y="746"/>
                    </a:cubicBezTo>
                    <a:cubicBezTo>
                      <a:pt x="42" y="778"/>
                      <a:pt x="124" y="759"/>
                      <a:pt x="143" y="731"/>
                    </a:cubicBezTo>
                    <a:cubicBezTo>
                      <a:pt x="175" y="683"/>
                      <a:pt x="208" y="637"/>
                      <a:pt x="235" y="584"/>
                    </a:cubicBezTo>
                    <a:cubicBezTo>
                      <a:pt x="250" y="552"/>
                      <a:pt x="254" y="521"/>
                      <a:pt x="270" y="489"/>
                    </a:cubicBezTo>
                    <a:cubicBezTo>
                      <a:pt x="275" y="480"/>
                      <a:pt x="317" y="460"/>
                      <a:pt x="327" y="452"/>
                    </a:cubicBezTo>
                    <a:cubicBezTo>
                      <a:pt x="374" y="417"/>
                      <a:pt x="424" y="388"/>
                      <a:pt x="471" y="35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等线"/>
                  <a:ea typeface="+mn-ea"/>
                  <a:cs typeface="+mn-cs"/>
                </a:endParaRPr>
              </a:p>
            </p:txBody>
          </p:sp>
          <p:sp>
            <p:nvSpPr>
              <p:cNvPr id="52" name="íšľíḑê">
                <a:extLst>
                  <a:ext uri="{FF2B5EF4-FFF2-40B4-BE49-F238E27FC236}">
                    <a16:creationId xmlns:a16="http://schemas.microsoft.com/office/drawing/2014/main" id="{5FD99DCA-C57C-4905-0A0E-0B4F3E255E31}"/>
                  </a:ext>
                </a:extLst>
              </p:cNvPr>
              <p:cNvSpPr/>
              <p:nvPr/>
            </p:nvSpPr>
            <p:spPr bwMode="auto">
              <a:xfrm>
                <a:off x="6384925" y="5484810"/>
                <a:ext cx="290513" cy="292100"/>
              </a:xfrm>
              <a:custGeom>
                <a:avLst/>
                <a:gdLst>
                  <a:gd name="T0" fmla="*/ 229 w 286"/>
                  <a:gd name="T1" fmla="*/ 216 h 287"/>
                  <a:gd name="T2" fmla="*/ 225 w 286"/>
                  <a:gd name="T3" fmla="*/ 211 h 287"/>
                  <a:gd name="T4" fmla="*/ 210 w 286"/>
                  <a:gd name="T5" fmla="*/ 210 h 287"/>
                  <a:gd name="T6" fmla="*/ 206 w 286"/>
                  <a:gd name="T7" fmla="*/ 205 h 287"/>
                  <a:gd name="T8" fmla="*/ 194 w 286"/>
                  <a:gd name="T9" fmla="*/ 205 h 287"/>
                  <a:gd name="T10" fmla="*/ 171 w 286"/>
                  <a:gd name="T11" fmla="*/ 192 h 287"/>
                  <a:gd name="T12" fmla="*/ 151 w 286"/>
                  <a:gd name="T13" fmla="*/ 169 h 287"/>
                  <a:gd name="T14" fmla="*/ 117 w 286"/>
                  <a:gd name="T15" fmla="*/ 142 h 287"/>
                  <a:gd name="T16" fmla="*/ 107 w 286"/>
                  <a:gd name="T17" fmla="*/ 120 h 287"/>
                  <a:gd name="T18" fmla="*/ 66 w 286"/>
                  <a:gd name="T19" fmla="*/ 56 h 287"/>
                  <a:gd name="T20" fmla="*/ 14 w 286"/>
                  <a:gd name="T21" fmla="*/ 0 h 287"/>
                  <a:gd name="T22" fmla="*/ 40 w 286"/>
                  <a:gd name="T23" fmla="*/ 118 h 287"/>
                  <a:gd name="T24" fmla="*/ 65 w 286"/>
                  <a:gd name="T25" fmla="*/ 182 h 287"/>
                  <a:gd name="T26" fmla="*/ 66 w 286"/>
                  <a:gd name="T27" fmla="*/ 204 h 287"/>
                  <a:gd name="T28" fmla="*/ 88 w 286"/>
                  <a:gd name="T29" fmla="*/ 257 h 287"/>
                  <a:gd name="T30" fmla="*/ 103 w 286"/>
                  <a:gd name="T31" fmla="*/ 268 h 287"/>
                  <a:gd name="T32" fmla="*/ 151 w 286"/>
                  <a:gd name="T33" fmla="*/ 276 h 287"/>
                  <a:gd name="T34" fmla="*/ 172 w 286"/>
                  <a:gd name="T35" fmla="*/ 276 h 287"/>
                  <a:gd name="T36" fmla="*/ 183 w 286"/>
                  <a:gd name="T37" fmla="*/ 270 h 287"/>
                  <a:gd name="T38" fmla="*/ 232 w 286"/>
                  <a:gd name="T39" fmla="*/ 269 h 287"/>
                  <a:gd name="T40" fmla="*/ 286 w 286"/>
                  <a:gd name="T41" fmla="*/ 238 h 287"/>
                  <a:gd name="T42" fmla="*/ 229 w 286"/>
                  <a:gd name="T43" fmla="*/ 216 h 28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</a:cxnLst>
                <a:rect l="0" t="0" r="r" b="b"/>
                <a:pathLst>
                  <a:path w="286" h="287">
                    <a:moveTo>
                      <a:pt x="229" y="216"/>
                    </a:moveTo>
                    <a:cubicBezTo>
                      <a:pt x="228" y="214"/>
                      <a:pt x="226" y="212"/>
                      <a:pt x="225" y="211"/>
                    </a:cubicBezTo>
                    <a:cubicBezTo>
                      <a:pt x="220" y="210"/>
                      <a:pt x="215" y="210"/>
                      <a:pt x="210" y="210"/>
                    </a:cubicBezTo>
                    <a:cubicBezTo>
                      <a:pt x="209" y="208"/>
                      <a:pt x="208" y="206"/>
                      <a:pt x="206" y="205"/>
                    </a:cubicBezTo>
                    <a:cubicBezTo>
                      <a:pt x="202" y="205"/>
                      <a:pt x="198" y="205"/>
                      <a:pt x="194" y="205"/>
                    </a:cubicBezTo>
                    <a:cubicBezTo>
                      <a:pt x="201" y="202"/>
                      <a:pt x="175" y="194"/>
                      <a:pt x="171" y="192"/>
                    </a:cubicBezTo>
                    <a:cubicBezTo>
                      <a:pt x="164" y="184"/>
                      <a:pt x="157" y="177"/>
                      <a:pt x="151" y="169"/>
                    </a:cubicBezTo>
                    <a:cubicBezTo>
                      <a:pt x="142" y="158"/>
                      <a:pt x="125" y="155"/>
                      <a:pt x="117" y="142"/>
                    </a:cubicBezTo>
                    <a:cubicBezTo>
                      <a:pt x="119" y="141"/>
                      <a:pt x="109" y="123"/>
                      <a:pt x="107" y="120"/>
                    </a:cubicBezTo>
                    <a:cubicBezTo>
                      <a:pt x="94" y="107"/>
                      <a:pt x="75" y="72"/>
                      <a:pt x="66" y="56"/>
                    </a:cubicBezTo>
                    <a:cubicBezTo>
                      <a:pt x="55" y="37"/>
                      <a:pt x="41" y="2"/>
                      <a:pt x="14" y="0"/>
                    </a:cubicBezTo>
                    <a:cubicBezTo>
                      <a:pt x="0" y="23"/>
                      <a:pt x="32" y="95"/>
                      <a:pt x="40" y="118"/>
                    </a:cubicBezTo>
                    <a:cubicBezTo>
                      <a:pt x="48" y="141"/>
                      <a:pt x="55" y="165"/>
                      <a:pt x="65" y="182"/>
                    </a:cubicBezTo>
                    <a:cubicBezTo>
                      <a:pt x="65" y="189"/>
                      <a:pt x="66" y="197"/>
                      <a:pt x="66" y="204"/>
                    </a:cubicBezTo>
                    <a:cubicBezTo>
                      <a:pt x="74" y="223"/>
                      <a:pt x="78" y="242"/>
                      <a:pt x="88" y="257"/>
                    </a:cubicBezTo>
                    <a:cubicBezTo>
                      <a:pt x="93" y="261"/>
                      <a:pt x="98" y="264"/>
                      <a:pt x="103" y="268"/>
                    </a:cubicBezTo>
                    <a:cubicBezTo>
                      <a:pt x="122" y="278"/>
                      <a:pt x="128" y="287"/>
                      <a:pt x="151" y="276"/>
                    </a:cubicBezTo>
                    <a:cubicBezTo>
                      <a:pt x="158" y="276"/>
                      <a:pt x="165" y="276"/>
                      <a:pt x="172" y="276"/>
                    </a:cubicBezTo>
                    <a:cubicBezTo>
                      <a:pt x="175" y="274"/>
                      <a:pt x="179" y="272"/>
                      <a:pt x="183" y="270"/>
                    </a:cubicBezTo>
                    <a:cubicBezTo>
                      <a:pt x="199" y="269"/>
                      <a:pt x="216" y="269"/>
                      <a:pt x="232" y="269"/>
                    </a:cubicBezTo>
                    <a:cubicBezTo>
                      <a:pt x="258" y="256"/>
                      <a:pt x="267" y="261"/>
                      <a:pt x="286" y="238"/>
                    </a:cubicBezTo>
                    <a:cubicBezTo>
                      <a:pt x="272" y="217"/>
                      <a:pt x="250" y="226"/>
                      <a:pt x="229" y="216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等线"/>
                  <a:ea typeface="+mn-ea"/>
                  <a:cs typeface="+mn-cs"/>
                </a:endParaRPr>
              </a:p>
            </p:txBody>
          </p:sp>
        </p:grpSp>
        <p:sp>
          <p:nvSpPr>
            <p:cNvPr id="49" name="ïšḻîḍe">
              <a:extLst>
                <a:ext uri="{FF2B5EF4-FFF2-40B4-BE49-F238E27FC236}">
                  <a16:creationId xmlns:a16="http://schemas.microsoft.com/office/drawing/2014/main" id="{F94CF8FC-1E44-D0F0-9961-8457F00A698B}"/>
                </a:ext>
              </a:extLst>
            </p:cNvPr>
            <p:cNvSpPr/>
            <p:nvPr/>
          </p:nvSpPr>
          <p:spPr bwMode="auto">
            <a:xfrm>
              <a:off x="6615743" y="3000099"/>
              <a:ext cx="425964" cy="517912"/>
            </a:xfrm>
            <a:custGeom>
              <a:avLst/>
              <a:gdLst>
                <a:gd name="T0" fmla="*/ 20 w 354"/>
                <a:gd name="T1" fmla="*/ 276 h 430"/>
                <a:gd name="T2" fmla="*/ 22 w 354"/>
                <a:gd name="T3" fmla="*/ 302 h 430"/>
                <a:gd name="T4" fmla="*/ 27 w 354"/>
                <a:gd name="T5" fmla="*/ 307 h 430"/>
                <a:gd name="T6" fmla="*/ 25 w 354"/>
                <a:gd name="T7" fmla="*/ 328 h 430"/>
                <a:gd name="T8" fmla="*/ 49 w 354"/>
                <a:gd name="T9" fmla="*/ 418 h 430"/>
                <a:gd name="T10" fmla="*/ 68 w 354"/>
                <a:gd name="T11" fmla="*/ 408 h 430"/>
                <a:gd name="T12" fmla="*/ 70 w 354"/>
                <a:gd name="T13" fmla="*/ 387 h 430"/>
                <a:gd name="T14" fmla="*/ 83 w 354"/>
                <a:gd name="T15" fmla="*/ 331 h 430"/>
                <a:gd name="T16" fmla="*/ 50 w 354"/>
                <a:gd name="T17" fmla="*/ 251 h 430"/>
                <a:gd name="T18" fmla="*/ 50 w 354"/>
                <a:gd name="T19" fmla="*/ 237 h 430"/>
                <a:gd name="T20" fmla="*/ 44 w 354"/>
                <a:gd name="T21" fmla="*/ 232 h 430"/>
                <a:gd name="T22" fmla="*/ 50 w 354"/>
                <a:gd name="T23" fmla="*/ 196 h 430"/>
                <a:gd name="T24" fmla="*/ 79 w 354"/>
                <a:gd name="T25" fmla="*/ 177 h 430"/>
                <a:gd name="T26" fmla="*/ 85 w 354"/>
                <a:gd name="T27" fmla="*/ 169 h 430"/>
                <a:gd name="T28" fmla="*/ 111 w 354"/>
                <a:gd name="T29" fmla="*/ 152 h 430"/>
                <a:gd name="T30" fmla="*/ 168 w 354"/>
                <a:gd name="T31" fmla="*/ 99 h 430"/>
                <a:gd name="T32" fmla="*/ 193 w 354"/>
                <a:gd name="T33" fmla="*/ 85 h 430"/>
                <a:gd name="T34" fmla="*/ 293 w 354"/>
                <a:gd name="T35" fmla="*/ 47 h 430"/>
                <a:gd name="T36" fmla="*/ 272 w 354"/>
                <a:gd name="T37" fmla="*/ 101 h 430"/>
                <a:gd name="T38" fmla="*/ 241 w 354"/>
                <a:gd name="T39" fmla="*/ 177 h 430"/>
                <a:gd name="T40" fmla="*/ 241 w 354"/>
                <a:gd name="T41" fmla="*/ 190 h 430"/>
                <a:gd name="T42" fmla="*/ 230 w 354"/>
                <a:gd name="T43" fmla="*/ 208 h 430"/>
                <a:gd name="T44" fmla="*/ 230 w 354"/>
                <a:gd name="T45" fmla="*/ 225 h 430"/>
                <a:gd name="T46" fmla="*/ 218 w 354"/>
                <a:gd name="T47" fmla="*/ 245 h 430"/>
                <a:gd name="T48" fmla="*/ 218 w 354"/>
                <a:gd name="T49" fmla="*/ 263 h 430"/>
                <a:gd name="T50" fmla="*/ 213 w 354"/>
                <a:gd name="T51" fmla="*/ 267 h 430"/>
                <a:gd name="T52" fmla="*/ 210 w 354"/>
                <a:gd name="T53" fmla="*/ 279 h 430"/>
                <a:gd name="T54" fmla="*/ 210 w 354"/>
                <a:gd name="T55" fmla="*/ 281 h 430"/>
                <a:gd name="T56" fmla="*/ 193 w 354"/>
                <a:gd name="T57" fmla="*/ 248 h 430"/>
                <a:gd name="T58" fmla="*/ 106 w 354"/>
                <a:gd name="T59" fmla="*/ 189 h 430"/>
                <a:gd name="T60" fmla="*/ 103 w 354"/>
                <a:gd name="T61" fmla="*/ 267 h 430"/>
                <a:gd name="T62" fmla="*/ 131 w 354"/>
                <a:gd name="T63" fmla="*/ 332 h 430"/>
                <a:gd name="T64" fmla="*/ 112 w 354"/>
                <a:gd name="T65" fmla="*/ 365 h 430"/>
                <a:gd name="T66" fmla="*/ 90 w 354"/>
                <a:gd name="T67" fmla="*/ 396 h 430"/>
                <a:gd name="T68" fmla="*/ 85 w 354"/>
                <a:gd name="T69" fmla="*/ 407 h 430"/>
                <a:gd name="T70" fmla="*/ 89 w 354"/>
                <a:gd name="T71" fmla="*/ 412 h 430"/>
                <a:gd name="T72" fmla="*/ 143 w 354"/>
                <a:gd name="T73" fmla="*/ 366 h 430"/>
                <a:gd name="T74" fmla="*/ 154 w 354"/>
                <a:gd name="T75" fmla="*/ 366 h 430"/>
                <a:gd name="T76" fmla="*/ 208 w 354"/>
                <a:gd name="T77" fmla="*/ 430 h 430"/>
                <a:gd name="T78" fmla="*/ 213 w 354"/>
                <a:gd name="T79" fmla="*/ 430 h 430"/>
                <a:gd name="T80" fmla="*/ 260 w 354"/>
                <a:gd name="T81" fmla="*/ 289 h 430"/>
                <a:gd name="T82" fmla="*/ 282 w 354"/>
                <a:gd name="T83" fmla="*/ 224 h 430"/>
                <a:gd name="T84" fmla="*/ 281 w 354"/>
                <a:gd name="T85" fmla="*/ 214 h 430"/>
                <a:gd name="T86" fmla="*/ 292 w 354"/>
                <a:gd name="T87" fmla="*/ 186 h 430"/>
                <a:gd name="T88" fmla="*/ 294 w 354"/>
                <a:gd name="T89" fmla="*/ 170 h 430"/>
                <a:gd name="T90" fmla="*/ 311 w 354"/>
                <a:gd name="T91" fmla="*/ 138 h 430"/>
                <a:gd name="T92" fmla="*/ 317 w 354"/>
                <a:gd name="T93" fmla="*/ 111 h 430"/>
                <a:gd name="T94" fmla="*/ 330 w 354"/>
                <a:gd name="T95" fmla="*/ 92 h 430"/>
                <a:gd name="T96" fmla="*/ 343 w 354"/>
                <a:gd name="T97" fmla="*/ 40 h 430"/>
                <a:gd name="T98" fmla="*/ 291 w 354"/>
                <a:gd name="T99" fmla="*/ 0 h 430"/>
                <a:gd name="T100" fmla="*/ 272 w 354"/>
                <a:gd name="T101" fmla="*/ 8 h 430"/>
                <a:gd name="T102" fmla="*/ 210 w 354"/>
                <a:gd name="T103" fmla="*/ 31 h 430"/>
                <a:gd name="T104" fmla="*/ 176 w 354"/>
                <a:gd name="T105" fmla="*/ 53 h 430"/>
                <a:gd name="T106" fmla="*/ 168 w 354"/>
                <a:gd name="T107" fmla="*/ 52 h 430"/>
                <a:gd name="T108" fmla="*/ 162 w 354"/>
                <a:gd name="T109" fmla="*/ 59 h 430"/>
                <a:gd name="T110" fmla="*/ 143 w 354"/>
                <a:gd name="T111" fmla="*/ 65 h 430"/>
                <a:gd name="T112" fmla="*/ 75 w 354"/>
                <a:gd name="T113" fmla="*/ 109 h 430"/>
                <a:gd name="T114" fmla="*/ 26 w 354"/>
                <a:gd name="T115" fmla="*/ 155 h 430"/>
                <a:gd name="T116" fmla="*/ 25 w 354"/>
                <a:gd name="T117" fmla="*/ 222 h 430"/>
                <a:gd name="T118" fmla="*/ 7 w 354"/>
                <a:gd name="T119" fmla="*/ 227 h 430"/>
                <a:gd name="T120" fmla="*/ 15 w 354"/>
                <a:gd name="T121" fmla="*/ 269 h 430"/>
                <a:gd name="T122" fmla="*/ 20 w 354"/>
                <a:gd name="T123" fmla="*/ 276 h 43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  <a:cxn ang="0">
                  <a:pos x="T118" y="T119"/>
                </a:cxn>
                <a:cxn ang="0">
                  <a:pos x="T120" y="T121"/>
                </a:cxn>
                <a:cxn ang="0">
                  <a:pos x="T122" y="T123"/>
                </a:cxn>
              </a:cxnLst>
              <a:rect l="0" t="0" r="r" b="b"/>
              <a:pathLst>
                <a:path w="354" h="430">
                  <a:moveTo>
                    <a:pt x="20" y="276"/>
                  </a:moveTo>
                  <a:cubicBezTo>
                    <a:pt x="21" y="285"/>
                    <a:pt x="22" y="293"/>
                    <a:pt x="22" y="302"/>
                  </a:cubicBezTo>
                  <a:cubicBezTo>
                    <a:pt x="24" y="304"/>
                    <a:pt x="25" y="305"/>
                    <a:pt x="27" y="307"/>
                  </a:cubicBezTo>
                  <a:cubicBezTo>
                    <a:pt x="27" y="314"/>
                    <a:pt x="26" y="321"/>
                    <a:pt x="25" y="328"/>
                  </a:cubicBezTo>
                  <a:cubicBezTo>
                    <a:pt x="33" y="356"/>
                    <a:pt x="27" y="403"/>
                    <a:pt x="49" y="418"/>
                  </a:cubicBezTo>
                  <a:cubicBezTo>
                    <a:pt x="56" y="425"/>
                    <a:pt x="65" y="412"/>
                    <a:pt x="68" y="408"/>
                  </a:cubicBezTo>
                  <a:cubicBezTo>
                    <a:pt x="68" y="401"/>
                    <a:pt x="69" y="394"/>
                    <a:pt x="70" y="387"/>
                  </a:cubicBezTo>
                  <a:cubicBezTo>
                    <a:pt x="76" y="375"/>
                    <a:pt x="86" y="354"/>
                    <a:pt x="83" y="331"/>
                  </a:cubicBezTo>
                  <a:cubicBezTo>
                    <a:pt x="78" y="299"/>
                    <a:pt x="61" y="276"/>
                    <a:pt x="50" y="251"/>
                  </a:cubicBezTo>
                  <a:cubicBezTo>
                    <a:pt x="50" y="246"/>
                    <a:pt x="50" y="242"/>
                    <a:pt x="50" y="237"/>
                  </a:cubicBezTo>
                  <a:cubicBezTo>
                    <a:pt x="48" y="235"/>
                    <a:pt x="46" y="234"/>
                    <a:pt x="44" y="232"/>
                  </a:cubicBezTo>
                  <a:cubicBezTo>
                    <a:pt x="39" y="222"/>
                    <a:pt x="50" y="209"/>
                    <a:pt x="50" y="196"/>
                  </a:cubicBezTo>
                  <a:cubicBezTo>
                    <a:pt x="59" y="186"/>
                    <a:pt x="66" y="184"/>
                    <a:pt x="79" y="177"/>
                  </a:cubicBezTo>
                  <a:cubicBezTo>
                    <a:pt x="81" y="174"/>
                    <a:pt x="83" y="172"/>
                    <a:pt x="85" y="169"/>
                  </a:cubicBezTo>
                  <a:cubicBezTo>
                    <a:pt x="94" y="164"/>
                    <a:pt x="102" y="158"/>
                    <a:pt x="111" y="152"/>
                  </a:cubicBezTo>
                  <a:cubicBezTo>
                    <a:pt x="126" y="142"/>
                    <a:pt x="158" y="112"/>
                    <a:pt x="168" y="99"/>
                  </a:cubicBezTo>
                  <a:cubicBezTo>
                    <a:pt x="169" y="101"/>
                    <a:pt x="188" y="88"/>
                    <a:pt x="193" y="85"/>
                  </a:cubicBezTo>
                  <a:cubicBezTo>
                    <a:pt x="222" y="70"/>
                    <a:pt x="248" y="46"/>
                    <a:pt x="293" y="47"/>
                  </a:cubicBezTo>
                  <a:cubicBezTo>
                    <a:pt x="292" y="59"/>
                    <a:pt x="278" y="86"/>
                    <a:pt x="272" y="101"/>
                  </a:cubicBezTo>
                  <a:cubicBezTo>
                    <a:pt x="259" y="128"/>
                    <a:pt x="255" y="152"/>
                    <a:pt x="241" y="177"/>
                  </a:cubicBezTo>
                  <a:cubicBezTo>
                    <a:pt x="241" y="181"/>
                    <a:pt x="241" y="186"/>
                    <a:pt x="241" y="190"/>
                  </a:cubicBezTo>
                  <a:cubicBezTo>
                    <a:pt x="239" y="194"/>
                    <a:pt x="232" y="203"/>
                    <a:pt x="230" y="208"/>
                  </a:cubicBezTo>
                  <a:cubicBezTo>
                    <a:pt x="230" y="213"/>
                    <a:pt x="230" y="219"/>
                    <a:pt x="230" y="225"/>
                  </a:cubicBezTo>
                  <a:cubicBezTo>
                    <a:pt x="228" y="232"/>
                    <a:pt x="221" y="238"/>
                    <a:pt x="218" y="245"/>
                  </a:cubicBezTo>
                  <a:cubicBezTo>
                    <a:pt x="218" y="251"/>
                    <a:pt x="218" y="257"/>
                    <a:pt x="218" y="263"/>
                  </a:cubicBezTo>
                  <a:cubicBezTo>
                    <a:pt x="216" y="265"/>
                    <a:pt x="214" y="266"/>
                    <a:pt x="213" y="267"/>
                  </a:cubicBezTo>
                  <a:cubicBezTo>
                    <a:pt x="212" y="270"/>
                    <a:pt x="213" y="276"/>
                    <a:pt x="210" y="279"/>
                  </a:cubicBezTo>
                  <a:cubicBezTo>
                    <a:pt x="210" y="280"/>
                    <a:pt x="210" y="280"/>
                    <a:pt x="210" y="281"/>
                  </a:cubicBezTo>
                  <a:cubicBezTo>
                    <a:pt x="201" y="277"/>
                    <a:pt x="199" y="257"/>
                    <a:pt x="193" y="248"/>
                  </a:cubicBezTo>
                  <a:cubicBezTo>
                    <a:pt x="175" y="223"/>
                    <a:pt x="147" y="190"/>
                    <a:pt x="106" y="189"/>
                  </a:cubicBezTo>
                  <a:cubicBezTo>
                    <a:pt x="89" y="206"/>
                    <a:pt x="93" y="245"/>
                    <a:pt x="103" y="267"/>
                  </a:cubicBezTo>
                  <a:cubicBezTo>
                    <a:pt x="106" y="275"/>
                    <a:pt x="133" y="322"/>
                    <a:pt x="131" y="332"/>
                  </a:cubicBezTo>
                  <a:cubicBezTo>
                    <a:pt x="128" y="344"/>
                    <a:pt x="118" y="357"/>
                    <a:pt x="112" y="365"/>
                  </a:cubicBezTo>
                  <a:cubicBezTo>
                    <a:pt x="106" y="374"/>
                    <a:pt x="102" y="394"/>
                    <a:pt x="90" y="396"/>
                  </a:cubicBezTo>
                  <a:cubicBezTo>
                    <a:pt x="85" y="402"/>
                    <a:pt x="86" y="401"/>
                    <a:pt x="85" y="407"/>
                  </a:cubicBezTo>
                  <a:cubicBezTo>
                    <a:pt x="86" y="409"/>
                    <a:pt x="88" y="410"/>
                    <a:pt x="89" y="412"/>
                  </a:cubicBezTo>
                  <a:cubicBezTo>
                    <a:pt x="106" y="411"/>
                    <a:pt x="136" y="378"/>
                    <a:pt x="143" y="366"/>
                  </a:cubicBezTo>
                  <a:cubicBezTo>
                    <a:pt x="147" y="366"/>
                    <a:pt x="151" y="366"/>
                    <a:pt x="154" y="366"/>
                  </a:cubicBezTo>
                  <a:cubicBezTo>
                    <a:pt x="173" y="387"/>
                    <a:pt x="194" y="406"/>
                    <a:pt x="208" y="430"/>
                  </a:cubicBezTo>
                  <a:cubicBezTo>
                    <a:pt x="209" y="430"/>
                    <a:pt x="211" y="430"/>
                    <a:pt x="213" y="430"/>
                  </a:cubicBezTo>
                  <a:cubicBezTo>
                    <a:pt x="249" y="405"/>
                    <a:pt x="244" y="337"/>
                    <a:pt x="260" y="289"/>
                  </a:cubicBezTo>
                  <a:cubicBezTo>
                    <a:pt x="266" y="271"/>
                    <a:pt x="275" y="244"/>
                    <a:pt x="282" y="224"/>
                  </a:cubicBezTo>
                  <a:cubicBezTo>
                    <a:pt x="281" y="221"/>
                    <a:pt x="281" y="217"/>
                    <a:pt x="281" y="214"/>
                  </a:cubicBezTo>
                  <a:cubicBezTo>
                    <a:pt x="284" y="206"/>
                    <a:pt x="290" y="191"/>
                    <a:pt x="292" y="186"/>
                  </a:cubicBezTo>
                  <a:cubicBezTo>
                    <a:pt x="292" y="181"/>
                    <a:pt x="293" y="176"/>
                    <a:pt x="294" y="170"/>
                  </a:cubicBezTo>
                  <a:cubicBezTo>
                    <a:pt x="298" y="161"/>
                    <a:pt x="309" y="149"/>
                    <a:pt x="311" y="138"/>
                  </a:cubicBezTo>
                  <a:cubicBezTo>
                    <a:pt x="313" y="130"/>
                    <a:pt x="313" y="122"/>
                    <a:pt x="317" y="111"/>
                  </a:cubicBezTo>
                  <a:cubicBezTo>
                    <a:pt x="318" y="114"/>
                    <a:pt x="329" y="94"/>
                    <a:pt x="330" y="92"/>
                  </a:cubicBezTo>
                  <a:cubicBezTo>
                    <a:pt x="337" y="75"/>
                    <a:pt x="337" y="57"/>
                    <a:pt x="343" y="40"/>
                  </a:cubicBezTo>
                  <a:cubicBezTo>
                    <a:pt x="354" y="9"/>
                    <a:pt x="317" y="0"/>
                    <a:pt x="291" y="0"/>
                  </a:cubicBezTo>
                  <a:cubicBezTo>
                    <a:pt x="287" y="8"/>
                    <a:pt x="280" y="5"/>
                    <a:pt x="272" y="8"/>
                  </a:cubicBezTo>
                  <a:cubicBezTo>
                    <a:pt x="261" y="12"/>
                    <a:pt x="217" y="31"/>
                    <a:pt x="210" y="31"/>
                  </a:cubicBezTo>
                  <a:cubicBezTo>
                    <a:pt x="200" y="37"/>
                    <a:pt x="187" y="48"/>
                    <a:pt x="176" y="53"/>
                  </a:cubicBezTo>
                  <a:cubicBezTo>
                    <a:pt x="173" y="53"/>
                    <a:pt x="170" y="53"/>
                    <a:pt x="168" y="52"/>
                  </a:cubicBezTo>
                  <a:cubicBezTo>
                    <a:pt x="166" y="55"/>
                    <a:pt x="164" y="57"/>
                    <a:pt x="162" y="59"/>
                  </a:cubicBezTo>
                  <a:cubicBezTo>
                    <a:pt x="155" y="63"/>
                    <a:pt x="149" y="61"/>
                    <a:pt x="143" y="65"/>
                  </a:cubicBezTo>
                  <a:cubicBezTo>
                    <a:pt x="122" y="78"/>
                    <a:pt x="97" y="95"/>
                    <a:pt x="75" y="109"/>
                  </a:cubicBezTo>
                  <a:cubicBezTo>
                    <a:pt x="58" y="120"/>
                    <a:pt x="34" y="135"/>
                    <a:pt x="26" y="155"/>
                  </a:cubicBezTo>
                  <a:cubicBezTo>
                    <a:pt x="20" y="173"/>
                    <a:pt x="24" y="201"/>
                    <a:pt x="25" y="222"/>
                  </a:cubicBezTo>
                  <a:cubicBezTo>
                    <a:pt x="22" y="224"/>
                    <a:pt x="10" y="224"/>
                    <a:pt x="7" y="227"/>
                  </a:cubicBezTo>
                  <a:cubicBezTo>
                    <a:pt x="0" y="233"/>
                    <a:pt x="11" y="261"/>
                    <a:pt x="15" y="269"/>
                  </a:cubicBezTo>
                  <a:cubicBezTo>
                    <a:pt x="16" y="271"/>
                    <a:pt x="18" y="274"/>
                    <a:pt x="20" y="276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/>
                <a:ea typeface="+mn-ea"/>
                <a:cs typeface="+mn-cs"/>
              </a:endParaRPr>
            </a:p>
          </p:txBody>
        </p:sp>
        <p:sp>
          <p:nvSpPr>
            <p:cNvPr id="50" name="î$ḷiďê">
              <a:extLst>
                <a:ext uri="{FF2B5EF4-FFF2-40B4-BE49-F238E27FC236}">
                  <a16:creationId xmlns:a16="http://schemas.microsoft.com/office/drawing/2014/main" id="{A22E489F-7AE5-8949-E084-CC1A1C9FB902}"/>
                </a:ext>
              </a:extLst>
            </p:cNvPr>
            <p:cNvSpPr/>
            <p:nvPr/>
          </p:nvSpPr>
          <p:spPr bwMode="auto">
            <a:xfrm>
              <a:off x="6527548" y="3450476"/>
              <a:ext cx="514159" cy="247697"/>
            </a:xfrm>
            <a:custGeom>
              <a:avLst/>
              <a:gdLst>
                <a:gd name="T0" fmla="*/ 365 w 428"/>
                <a:gd name="T1" fmla="*/ 1 h 206"/>
                <a:gd name="T2" fmla="*/ 278 w 428"/>
                <a:gd name="T3" fmla="*/ 25 h 206"/>
                <a:gd name="T4" fmla="*/ 257 w 428"/>
                <a:gd name="T5" fmla="*/ 24 h 206"/>
                <a:gd name="T6" fmla="*/ 249 w 428"/>
                <a:gd name="T7" fmla="*/ 30 h 206"/>
                <a:gd name="T8" fmla="*/ 233 w 428"/>
                <a:gd name="T9" fmla="*/ 30 h 206"/>
                <a:gd name="T10" fmla="*/ 225 w 428"/>
                <a:gd name="T11" fmla="*/ 36 h 206"/>
                <a:gd name="T12" fmla="*/ 213 w 428"/>
                <a:gd name="T13" fmla="*/ 36 h 206"/>
                <a:gd name="T14" fmla="*/ 206 w 428"/>
                <a:gd name="T15" fmla="*/ 43 h 206"/>
                <a:gd name="T16" fmla="*/ 196 w 428"/>
                <a:gd name="T17" fmla="*/ 42 h 206"/>
                <a:gd name="T18" fmla="*/ 178 w 428"/>
                <a:gd name="T19" fmla="*/ 54 h 206"/>
                <a:gd name="T20" fmla="*/ 163 w 428"/>
                <a:gd name="T21" fmla="*/ 55 h 206"/>
                <a:gd name="T22" fmla="*/ 157 w 428"/>
                <a:gd name="T23" fmla="*/ 62 h 206"/>
                <a:gd name="T24" fmla="*/ 131 w 428"/>
                <a:gd name="T25" fmla="*/ 68 h 206"/>
                <a:gd name="T26" fmla="*/ 111 w 428"/>
                <a:gd name="T27" fmla="*/ 80 h 206"/>
                <a:gd name="T28" fmla="*/ 104 w 428"/>
                <a:gd name="T29" fmla="*/ 78 h 206"/>
                <a:gd name="T30" fmla="*/ 77 w 428"/>
                <a:gd name="T31" fmla="*/ 91 h 206"/>
                <a:gd name="T32" fmla="*/ 57 w 428"/>
                <a:gd name="T33" fmla="*/ 96 h 206"/>
                <a:gd name="T34" fmla="*/ 7 w 428"/>
                <a:gd name="T35" fmla="*/ 106 h 206"/>
                <a:gd name="T36" fmla="*/ 5 w 428"/>
                <a:gd name="T37" fmla="*/ 144 h 206"/>
                <a:gd name="T38" fmla="*/ 51 w 428"/>
                <a:gd name="T39" fmla="*/ 206 h 206"/>
                <a:gd name="T40" fmla="*/ 103 w 428"/>
                <a:gd name="T41" fmla="*/ 170 h 206"/>
                <a:gd name="T42" fmla="*/ 122 w 428"/>
                <a:gd name="T43" fmla="*/ 154 h 206"/>
                <a:gd name="T44" fmla="*/ 141 w 428"/>
                <a:gd name="T45" fmla="*/ 136 h 206"/>
                <a:gd name="T46" fmla="*/ 216 w 428"/>
                <a:gd name="T47" fmla="*/ 95 h 206"/>
                <a:gd name="T48" fmla="*/ 312 w 428"/>
                <a:gd name="T49" fmla="*/ 68 h 206"/>
                <a:gd name="T50" fmla="*/ 315 w 428"/>
                <a:gd name="T51" fmla="*/ 69 h 206"/>
                <a:gd name="T52" fmla="*/ 318 w 428"/>
                <a:gd name="T53" fmla="*/ 69 h 206"/>
                <a:gd name="T54" fmla="*/ 282 w 428"/>
                <a:gd name="T55" fmla="*/ 97 h 206"/>
                <a:gd name="T56" fmla="*/ 278 w 428"/>
                <a:gd name="T57" fmla="*/ 110 h 206"/>
                <a:gd name="T58" fmla="*/ 320 w 428"/>
                <a:gd name="T59" fmla="*/ 95 h 206"/>
                <a:gd name="T60" fmla="*/ 335 w 428"/>
                <a:gd name="T61" fmla="*/ 95 h 206"/>
                <a:gd name="T62" fmla="*/ 427 w 428"/>
                <a:gd name="T63" fmla="*/ 42 h 206"/>
                <a:gd name="T64" fmla="*/ 365 w 428"/>
                <a:gd name="T65" fmla="*/ 1 h 20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</a:cxnLst>
              <a:rect l="0" t="0" r="r" b="b"/>
              <a:pathLst>
                <a:path w="428" h="206">
                  <a:moveTo>
                    <a:pt x="365" y="1"/>
                  </a:moveTo>
                  <a:cubicBezTo>
                    <a:pt x="356" y="12"/>
                    <a:pt x="297" y="17"/>
                    <a:pt x="278" y="25"/>
                  </a:cubicBezTo>
                  <a:cubicBezTo>
                    <a:pt x="271" y="24"/>
                    <a:pt x="264" y="24"/>
                    <a:pt x="257" y="24"/>
                  </a:cubicBezTo>
                  <a:cubicBezTo>
                    <a:pt x="254" y="26"/>
                    <a:pt x="252" y="28"/>
                    <a:pt x="249" y="30"/>
                  </a:cubicBezTo>
                  <a:cubicBezTo>
                    <a:pt x="244" y="30"/>
                    <a:pt x="238" y="30"/>
                    <a:pt x="233" y="30"/>
                  </a:cubicBezTo>
                  <a:cubicBezTo>
                    <a:pt x="230" y="32"/>
                    <a:pt x="227" y="34"/>
                    <a:pt x="225" y="36"/>
                  </a:cubicBezTo>
                  <a:cubicBezTo>
                    <a:pt x="221" y="36"/>
                    <a:pt x="217" y="36"/>
                    <a:pt x="213" y="36"/>
                  </a:cubicBezTo>
                  <a:cubicBezTo>
                    <a:pt x="211" y="39"/>
                    <a:pt x="208" y="41"/>
                    <a:pt x="206" y="43"/>
                  </a:cubicBezTo>
                  <a:cubicBezTo>
                    <a:pt x="202" y="43"/>
                    <a:pt x="199" y="43"/>
                    <a:pt x="196" y="42"/>
                  </a:cubicBezTo>
                  <a:cubicBezTo>
                    <a:pt x="192" y="44"/>
                    <a:pt x="183" y="50"/>
                    <a:pt x="178" y="54"/>
                  </a:cubicBezTo>
                  <a:cubicBezTo>
                    <a:pt x="173" y="54"/>
                    <a:pt x="168" y="55"/>
                    <a:pt x="163" y="55"/>
                  </a:cubicBezTo>
                  <a:cubicBezTo>
                    <a:pt x="161" y="57"/>
                    <a:pt x="159" y="59"/>
                    <a:pt x="157" y="62"/>
                  </a:cubicBezTo>
                  <a:cubicBezTo>
                    <a:pt x="147" y="66"/>
                    <a:pt x="140" y="64"/>
                    <a:pt x="131" y="68"/>
                  </a:cubicBezTo>
                  <a:cubicBezTo>
                    <a:pt x="123" y="71"/>
                    <a:pt x="117" y="78"/>
                    <a:pt x="111" y="80"/>
                  </a:cubicBezTo>
                  <a:cubicBezTo>
                    <a:pt x="109" y="80"/>
                    <a:pt x="106" y="79"/>
                    <a:pt x="104" y="78"/>
                  </a:cubicBezTo>
                  <a:cubicBezTo>
                    <a:pt x="96" y="82"/>
                    <a:pt x="85" y="88"/>
                    <a:pt x="77" y="91"/>
                  </a:cubicBezTo>
                  <a:cubicBezTo>
                    <a:pt x="67" y="95"/>
                    <a:pt x="63" y="90"/>
                    <a:pt x="57" y="96"/>
                  </a:cubicBezTo>
                  <a:cubicBezTo>
                    <a:pt x="48" y="90"/>
                    <a:pt x="15" y="98"/>
                    <a:pt x="7" y="106"/>
                  </a:cubicBezTo>
                  <a:cubicBezTo>
                    <a:pt x="0" y="113"/>
                    <a:pt x="2" y="136"/>
                    <a:pt x="5" y="144"/>
                  </a:cubicBezTo>
                  <a:cubicBezTo>
                    <a:pt x="14" y="168"/>
                    <a:pt x="36" y="185"/>
                    <a:pt x="51" y="206"/>
                  </a:cubicBezTo>
                  <a:cubicBezTo>
                    <a:pt x="61" y="205"/>
                    <a:pt x="97" y="178"/>
                    <a:pt x="103" y="170"/>
                  </a:cubicBezTo>
                  <a:cubicBezTo>
                    <a:pt x="105" y="166"/>
                    <a:pt x="117" y="158"/>
                    <a:pt x="122" y="154"/>
                  </a:cubicBezTo>
                  <a:cubicBezTo>
                    <a:pt x="129" y="148"/>
                    <a:pt x="135" y="142"/>
                    <a:pt x="141" y="136"/>
                  </a:cubicBezTo>
                  <a:cubicBezTo>
                    <a:pt x="164" y="121"/>
                    <a:pt x="189" y="105"/>
                    <a:pt x="216" y="95"/>
                  </a:cubicBezTo>
                  <a:cubicBezTo>
                    <a:pt x="231" y="90"/>
                    <a:pt x="308" y="72"/>
                    <a:pt x="312" y="68"/>
                  </a:cubicBezTo>
                  <a:cubicBezTo>
                    <a:pt x="315" y="68"/>
                    <a:pt x="314" y="67"/>
                    <a:pt x="315" y="69"/>
                  </a:cubicBezTo>
                  <a:cubicBezTo>
                    <a:pt x="316" y="69"/>
                    <a:pt x="317" y="69"/>
                    <a:pt x="318" y="69"/>
                  </a:cubicBezTo>
                  <a:cubicBezTo>
                    <a:pt x="313" y="77"/>
                    <a:pt x="292" y="95"/>
                    <a:pt x="282" y="97"/>
                  </a:cubicBezTo>
                  <a:cubicBezTo>
                    <a:pt x="279" y="101"/>
                    <a:pt x="278" y="102"/>
                    <a:pt x="278" y="110"/>
                  </a:cubicBezTo>
                  <a:cubicBezTo>
                    <a:pt x="291" y="119"/>
                    <a:pt x="309" y="101"/>
                    <a:pt x="320" y="95"/>
                  </a:cubicBezTo>
                  <a:cubicBezTo>
                    <a:pt x="325" y="95"/>
                    <a:pt x="330" y="95"/>
                    <a:pt x="335" y="95"/>
                  </a:cubicBezTo>
                  <a:cubicBezTo>
                    <a:pt x="364" y="76"/>
                    <a:pt x="411" y="71"/>
                    <a:pt x="427" y="42"/>
                  </a:cubicBezTo>
                  <a:cubicBezTo>
                    <a:pt x="428" y="16"/>
                    <a:pt x="390" y="0"/>
                    <a:pt x="365" y="1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/>
                <a:ea typeface="+mn-ea"/>
                <a:cs typeface="+mn-cs"/>
              </a:endParaRPr>
            </a:p>
          </p:txBody>
        </p:sp>
      </p:grpSp>
      <p:sp>
        <p:nvSpPr>
          <p:cNvPr id="2" name="椭圆 1">
            <a:extLst>
              <a:ext uri="{FF2B5EF4-FFF2-40B4-BE49-F238E27FC236}">
                <a16:creationId xmlns:a16="http://schemas.microsoft.com/office/drawing/2014/main" id="{5530031D-6A0A-D2E1-56A9-7E4296A225FE}"/>
              </a:ext>
            </a:extLst>
          </p:cNvPr>
          <p:cNvSpPr/>
          <p:nvPr/>
        </p:nvSpPr>
        <p:spPr>
          <a:xfrm>
            <a:off x="638175" y="1099623"/>
            <a:ext cx="219075" cy="219075"/>
          </a:xfrm>
          <a:prstGeom prst="ellipse">
            <a:avLst/>
          </a:prstGeom>
          <a:solidFill>
            <a:srgbClr val="1B4489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等线"/>
              <a:ea typeface="等线" panose="02010600030101010101" pitchFamily="2" charset="-122"/>
              <a:cs typeface="+mn-cs"/>
            </a:endParaRPr>
          </a:p>
        </p:txBody>
      </p:sp>
      <p:sp>
        <p:nvSpPr>
          <p:cNvPr id="3" name="文本框 2">
            <a:extLst>
              <a:ext uri="{FF2B5EF4-FFF2-40B4-BE49-F238E27FC236}">
                <a16:creationId xmlns:a16="http://schemas.microsoft.com/office/drawing/2014/main" id="{C92D58C4-70DA-4B96-196E-987FE71922F8}"/>
              </a:ext>
            </a:extLst>
          </p:cNvPr>
          <p:cNvSpPr txBox="1"/>
          <p:nvPr/>
        </p:nvSpPr>
        <p:spPr>
          <a:xfrm>
            <a:off x="434610" y="1099623"/>
            <a:ext cx="10318268" cy="35791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457200" marR="0" lvl="1" indent="0" algn="l" defTabSz="914400" rtl="0" eaLnBrk="1" fontAlgn="auto" latinLnBrk="0" hangingPunct="1">
              <a:lnSpc>
                <a:spcPts val="2000"/>
              </a:lnSpc>
              <a:spcBef>
                <a:spcPts val="1560"/>
              </a:spcBef>
              <a:spcAft>
                <a:spcPts val="78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2400" b="0" i="0" u="none" strike="noStrike" kern="1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为充分利用多维数据，本研究将采用以下高级统计模型对假设进行验证：</a:t>
            </a:r>
          </a:p>
        </p:txBody>
      </p:sp>
      <p:sp>
        <p:nvSpPr>
          <p:cNvPr id="11" name="文本框 10">
            <a:extLst>
              <a:ext uri="{FF2B5EF4-FFF2-40B4-BE49-F238E27FC236}">
                <a16:creationId xmlns:a16="http://schemas.microsoft.com/office/drawing/2014/main" id="{CF0DCC87-BC36-5E3F-BD36-E01E04E1CEDC}"/>
              </a:ext>
            </a:extLst>
          </p:cNvPr>
          <p:cNvSpPr txBox="1"/>
          <p:nvPr/>
        </p:nvSpPr>
        <p:spPr>
          <a:xfrm>
            <a:off x="638175" y="1677745"/>
            <a:ext cx="3261231" cy="34881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914400" marR="0" lvl="2" indent="0" algn="l" defTabSz="914400" rtl="0" eaLnBrk="1" fontAlgn="auto" latinLnBrk="0" hangingPunct="1">
              <a:lnSpc>
                <a:spcPts val="2000"/>
              </a:lnSpc>
              <a:spcBef>
                <a:spcPts val="1560"/>
              </a:spcBef>
              <a:spcAft>
                <a:spcPts val="780"/>
              </a:spcAft>
              <a:buClr>
                <a:srgbClr val="000000"/>
              </a:buClr>
              <a:buSzTx/>
              <a:buFontTx/>
              <a:buNone/>
              <a:tabLst/>
              <a:defRPr/>
            </a:pPr>
            <a:r>
              <a:rPr kumimoji="0" lang="zh-CN" altLang="en-US" sz="1800" b="1" i="0" u="none" strike="noStrike" kern="100" cap="none" spc="0" normalizeH="0" baseline="0" noProof="0" dirty="0">
                <a:ln>
                  <a:noFill/>
                </a:ln>
                <a:solidFill>
                  <a:srgbClr val="1A1A1A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序列中介模型</a:t>
            </a:r>
          </a:p>
        </p:txBody>
      </p:sp>
      <p:sp>
        <p:nvSpPr>
          <p:cNvPr id="13" name="文本框 12">
            <a:extLst>
              <a:ext uri="{FF2B5EF4-FFF2-40B4-BE49-F238E27FC236}">
                <a16:creationId xmlns:a16="http://schemas.microsoft.com/office/drawing/2014/main" id="{2A5B3FFD-B2B5-49FD-882E-95F94C4CE219}"/>
              </a:ext>
            </a:extLst>
          </p:cNvPr>
          <p:cNvSpPr txBox="1"/>
          <p:nvPr/>
        </p:nvSpPr>
        <p:spPr>
          <a:xfrm>
            <a:off x="4280572" y="1677745"/>
            <a:ext cx="2895449" cy="34881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914400" marR="0" lvl="2" indent="0" algn="ctr" defTabSz="914400" rtl="0" eaLnBrk="1" fontAlgn="auto" latinLnBrk="0" hangingPunct="1">
              <a:lnSpc>
                <a:spcPts val="2000"/>
              </a:lnSpc>
              <a:spcBef>
                <a:spcPts val="1560"/>
              </a:spcBef>
              <a:spcAft>
                <a:spcPts val="780"/>
              </a:spcAft>
              <a:buClr>
                <a:srgbClr val="000000"/>
              </a:buClr>
              <a:buSzTx/>
              <a:buFontTx/>
              <a:buNone/>
              <a:tabLst/>
              <a:defRPr/>
            </a:pPr>
            <a:r>
              <a:rPr kumimoji="0" lang="zh-CN" altLang="en-US" sz="1800" b="1" i="0" u="none" strike="noStrike" kern="100" cap="none" spc="0" normalizeH="0" baseline="0" noProof="0" dirty="0">
                <a:ln>
                  <a:noFill/>
                </a:ln>
                <a:solidFill>
                  <a:srgbClr val="1A1A1A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潜变量增长模型</a:t>
            </a:r>
          </a:p>
        </p:txBody>
      </p:sp>
      <p:sp>
        <p:nvSpPr>
          <p:cNvPr id="15" name="文本框 14">
            <a:extLst>
              <a:ext uri="{FF2B5EF4-FFF2-40B4-BE49-F238E27FC236}">
                <a16:creationId xmlns:a16="http://schemas.microsoft.com/office/drawing/2014/main" id="{DAB0B02B-F1FA-09BE-ABFF-BDD62155FD24}"/>
              </a:ext>
            </a:extLst>
          </p:cNvPr>
          <p:cNvSpPr txBox="1"/>
          <p:nvPr/>
        </p:nvSpPr>
        <p:spPr>
          <a:xfrm>
            <a:off x="7948799" y="1677745"/>
            <a:ext cx="3419321" cy="34881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914400" marR="0" lvl="2" indent="0" algn="l" defTabSz="914400" rtl="0" eaLnBrk="1" fontAlgn="auto" latinLnBrk="0" hangingPunct="1">
              <a:lnSpc>
                <a:spcPts val="2000"/>
              </a:lnSpc>
              <a:spcBef>
                <a:spcPts val="1560"/>
              </a:spcBef>
              <a:spcAft>
                <a:spcPts val="780"/>
              </a:spcAft>
              <a:buClr>
                <a:srgbClr val="000000"/>
              </a:buClr>
              <a:buSzTx/>
              <a:buFontTx/>
              <a:buNone/>
              <a:tabLst/>
              <a:defRPr/>
            </a:pPr>
            <a:r>
              <a:rPr kumimoji="0" lang="zh-CN" altLang="en-US" sz="1800" b="1" i="0" u="none" strike="noStrike" kern="100" cap="none" spc="0" normalizeH="0" baseline="0" noProof="0" dirty="0">
                <a:ln>
                  <a:noFill/>
                </a:ln>
                <a:solidFill>
                  <a:srgbClr val="1A1A1A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潜在类别分析</a:t>
            </a:r>
          </a:p>
        </p:txBody>
      </p:sp>
      <p:sp>
        <p:nvSpPr>
          <p:cNvPr id="21" name="文本框 20">
            <a:extLst>
              <a:ext uri="{FF2B5EF4-FFF2-40B4-BE49-F238E27FC236}">
                <a16:creationId xmlns:a16="http://schemas.microsoft.com/office/drawing/2014/main" id="{857052D1-EE76-A7C9-3113-3EA985594EF6}"/>
              </a:ext>
            </a:extLst>
          </p:cNvPr>
          <p:cNvSpPr txBox="1"/>
          <p:nvPr/>
        </p:nvSpPr>
        <p:spPr>
          <a:xfrm>
            <a:off x="1118419" y="2523119"/>
            <a:ext cx="2723279" cy="278537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just" defTabSz="914400" rtl="0" eaLnBrk="1" fontAlgn="auto" latinLnBrk="0" hangingPunct="1">
              <a:lnSpc>
                <a:spcPts val="21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b="0" i="0" u="none" strike="noStrike" kern="1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构建结构方程模型，检验“</a:t>
            </a:r>
            <a:r>
              <a:rPr kumimoji="0" lang="en-US" altLang="zh-CN" b="0" i="0" u="none" strike="noStrike" kern="1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SES → </a:t>
            </a:r>
            <a:r>
              <a:rPr kumimoji="0" lang="zh-CN" altLang="en-US" b="0" i="0" u="none" strike="noStrike" kern="1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经济压力 → 客观</a:t>
            </a:r>
            <a:r>
              <a:rPr kumimoji="0" lang="en-US" altLang="zh-CN" b="0" i="0" u="none" strike="noStrike" kern="1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/</a:t>
            </a:r>
            <a:r>
              <a:rPr kumimoji="0" lang="zh-CN" altLang="en-US" b="0" i="0" u="none" strike="noStrike" kern="1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主观睡眠 → 疼痛</a:t>
            </a:r>
            <a:r>
              <a:rPr kumimoji="0" lang="zh-CN" altLang="en-US" b="0" i="0" u="none" strike="noStrike" kern="1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”的多步路径。</a:t>
            </a:r>
            <a:endParaRPr kumimoji="0" lang="en-US" altLang="zh-CN" b="0" i="0" u="none" strike="noStrike" kern="1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cs"/>
            </a:endParaRPr>
          </a:p>
          <a:p>
            <a:pPr marL="0" marR="0" lvl="0" indent="0" algn="just" defTabSz="914400" rtl="0" eaLnBrk="1" fontAlgn="auto" latinLnBrk="0" hangingPunct="1">
              <a:lnSpc>
                <a:spcPts val="21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altLang="zh-CN" b="0" i="0" u="none" strike="noStrike" kern="1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cs"/>
            </a:endParaRPr>
          </a:p>
          <a:p>
            <a:pPr marL="0" marR="0" lvl="0" indent="0" algn="just" defTabSz="914400" rtl="0" eaLnBrk="1" fontAlgn="auto" latinLnBrk="0" hangingPunct="1">
              <a:lnSpc>
                <a:spcPts val="21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b="0" i="0" u="none" strike="noStrike" kern="1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重点比较客观指标（</a:t>
            </a:r>
            <a:r>
              <a:rPr kumimoji="0" lang="en-US" altLang="zh-CN" b="0" i="0" u="none" strike="noStrike" kern="1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WASO</a:t>
            </a:r>
            <a:r>
              <a:rPr kumimoji="0" lang="zh-CN" altLang="en-US" b="0" i="0" u="none" strike="noStrike" kern="1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）与主观指标（</a:t>
            </a:r>
            <a:r>
              <a:rPr kumimoji="0" lang="en-US" altLang="zh-CN" b="0" i="0" u="none" strike="noStrike" kern="1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PSQI</a:t>
            </a:r>
            <a:r>
              <a:rPr kumimoji="0" lang="zh-CN" altLang="en-US" b="0" i="0" u="none" strike="noStrike" kern="1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）在中介路径中的效应差异，以分离生理机制与心理机制。</a:t>
            </a:r>
          </a:p>
        </p:txBody>
      </p:sp>
      <p:sp>
        <p:nvSpPr>
          <p:cNvPr id="23" name="文本框 22">
            <a:extLst>
              <a:ext uri="{FF2B5EF4-FFF2-40B4-BE49-F238E27FC236}">
                <a16:creationId xmlns:a16="http://schemas.microsoft.com/office/drawing/2014/main" id="{CA60EC1D-6AA9-6B81-6FFD-11C8F28CD5D5}"/>
              </a:ext>
            </a:extLst>
          </p:cNvPr>
          <p:cNvSpPr txBox="1"/>
          <p:nvPr/>
        </p:nvSpPr>
        <p:spPr>
          <a:xfrm>
            <a:off x="4714703" y="2523119"/>
            <a:ext cx="2829397" cy="278537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just" defTabSz="914400" rtl="0" eaLnBrk="1" fontAlgn="auto" latinLnBrk="0" hangingPunct="1">
              <a:lnSpc>
                <a:spcPts val="21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zh-CN" altLang="en-US" kern="100" dirty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不同于原研究仅关注结局的静态水平，</a:t>
            </a:r>
            <a:r>
              <a:rPr lang="en-US" altLang="zh-CN" kern="100" dirty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LGCM </a:t>
            </a:r>
            <a:r>
              <a:rPr lang="zh-CN" altLang="en-US" kern="100" dirty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将建模疼痛严重程度随时间变化的斜率（</a:t>
            </a:r>
            <a:r>
              <a:rPr lang="en-US" altLang="zh-CN" kern="100" dirty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Slope</a:t>
            </a:r>
            <a:r>
              <a:rPr lang="zh-CN" altLang="en-US" kern="100" dirty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）。</a:t>
            </a:r>
            <a:endParaRPr lang="en-US" altLang="zh-CN" kern="100" dirty="0">
              <a:solidFill>
                <a:prstClr val="black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0" marR="0" lvl="0" indent="0" algn="just" defTabSz="914400" rtl="0" eaLnBrk="1" fontAlgn="auto" latinLnBrk="0" hangingPunct="1">
              <a:lnSpc>
                <a:spcPts val="21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en-US" altLang="zh-CN" kern="100" dirty="0">
              <a:solidFill>
                <a:prstClr val="black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0" marR="0" lvl="0" indent="0" algn="just" defTabSz="914400" rtl="0" eaLnBrk="1" fontAlgn="auto" latinLnBrk="0" hangingPunct="1">
              <a:lnSpc>
                <a:spcPts val="21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zh-CN" altLang="en-US" kern="100" dirty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我们将检验低 </a:t>
            </a:r>
            <a:r>
              <a:rPr lang="en-US" altLang="zh-CN" kern="100" dirty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SES </a:t>
            </a:r>
            <a:r>
              <a:rPr lang="zh-CN" altLang="en-US" kern="100" dirty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是否显著预测了更陡峭的疼痛恶化斜率，以及 </a:t>
            </a:r>
            <a:r>
              <a:rPr lang="en-US" altLang="zh-CN" kern="100" dirty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T2 </a:t>
            </a:r>
            <a:r>
              <a:rPr lang="zh-CN" altLang="en-US" kern="100" dirty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阶段的睡眠干预是否能显著拉平这一曲线。</a:t>
            </a:r>
          </a:p>
        </p:txBody>
      </p:sp>
      <p:sp>
        <p:nvSpPr>
          <p:cNvPr id="25" name="文本框 24">
            <a:extLst>
              <a:ext uri="{FF2B5EF4-FFF2-40B4-BE49-F238E27FC236}">
                <a16:creationId xmlns:a16="http://schemas.microsoft.com/office/drawing/2014/main" id="{5C463487-589D-6D70-94F3-DA5C764E9835}"/>
              </a:ext>
            </a:extLst>
          </p:cNvPr>
          <p:cNvSpPr txBox="1"/>
          <p:nvPr/>
        </p:nvSpPr>
        <p:spPr>
          <a:xfrm>
            <a:off x="8208566" y="2523119"/>
            <a:ext cx="2937248" cy="258532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kern="100" dirty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基于纵向数据识别异质性群体，将疼痛轨迹划分为“无 </a:t>
            </a:r>
          </a:p>
          <a:p>
            <a:r>
              <a:rPr lang="zh-CN" altLang="en-US" kern="100" dirty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痛”、“恢复型”和“持续恶化型”三类。</a:t>
            </a:r>
            <a:endParaRPr lang="en-US" altLang="zh-CN" kern="100" dirty="0">
              <a:solidFill>
                <a:prstClr val="black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endParaRPr lang="en-US" altLang="zh-CN" kern="100" dirty="0">
              <a:solidFill>
                <a:prstClr val="black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r>
              <a:rPr lang="zh-CN" altLang="en-US" kern="100" dirty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通过多项 </a:t>
            </a:r>
            <a:r>
              <a:rPr lang="en-US" altLang="zh-CN" kern="100" dirty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Logit </a:t>
            </a:r>
            <a:r>
              <a:rPr lang="zh-CN" altLang="en-US" kern="100" dirty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回归分析，量化睡眠质量恶化将个体推向“持续 恶化型”轨迹的风险比（</a:t>
            </a:r>
            <a:r>
              <a:rPr lang="en-US" altLang="zh-CN" kern="100" dirty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Odds Ratio</a:t>
            </a:r>
            <a:r>
              <a:rPr lang="zh-CN" altLang="en-US" kern="100" dirty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）</a:t>
            </a:r>
          </a:p>
        </p:txBody>
      </p:sp>
      <p:cxnSp>
        <p:nvCxnSpPr>
          <p:cNvPr id="26" name="直接连接符 25">
            <a:extLst>
              <a:ext uri="{FF2B5EF4-FFF2-40B4-BE49-F238E27FC236}">
                <a16:creationId xmlns:a16="http://schemas.microsoft.com/office/drawing/2014/main" id="{8F27DDB0-9F25-5BAE-6794-787E4F0828CE}"/>
              </a:ext>
            </a:extLst>
          </p:cNvPr>
          <p:cNvCxnSpPr/>
          <p:nvPr/>
        </p:nvCxnSpPr>
        <p:spPr>
          <a:xfrm>
            <a:off x="4392214" y="1797685"/>
            <a:ext cx="0" cy="4515826"/>
          </a:xfrm>
          <a:prstGeom prst="line">
            <a:avLst/>
          </a:prstGeom>
          <a:ln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7" name="直接连接符 26">
            <a:extLst>
              <a:ext uri="{FF2B5EF4-FFF2-40B4-BE49-F238E27FC236}">
                <a16:creationId xmlns:a16="http://schemas.microsoft.com/office/drawing/2014/main" id="{691824B5-BE87-F474-DFB6-8558DFF48FDF}"/>
              </a:ext>
            </a:extLst>
          </p:cNvPr>
          <p:cNvCxnSpPr/>
          <p:nvPr/>
        </p:nvCxnSpPr>
        <p:spPr>
          <a:xfrm>
            <a:off x="7912180" y="1856475"/>
            <a:ext cx="0" cy="4515826"/>
          </a:xfrm>
          <a:prstGeom prst="line">
            <a:avLst/>
          </a:prstGeom>
          <a:ln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262477871"/>
      </p:ext>
    </p:extLst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xmlns:p14="http://schemas.microsoft.com/office/powerpoint/2010/main" spd="slow" p14:dur="1250">
        <p15:prstTrans prst="peelOff"/>
      </p:transition>
    </mc:Choice>
    <mc:Fallback xmlns="">
      <p:transition spd="slow">
        <p:fade/>
      </p:transition>
    </mc:Fallback>
  </mc:AlternateContent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BCD8269-94E5-CE7F-525C-2E0D87FD375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2" name="组合 31">
            <a:extLst>
              <a:ext uri="{FF2B5EF4-FFF2-40B4-BE49-F238E27FC236}">
                <a16:creationId xmlns:a16="http://schemas.microsoft.com/office/drawing/2014/main" id="{301DA320-6E7C-E8A1-AEE2-026DD7F2873F}"/>
              </a:ext>
            </a:extLst>
          </p:cNvPr>
          <p:cNvGrpSpPr/>
          <p:nvPr/>
        </p:nvGrpSpPr>
        <p:grpSpPr>
          <a:xfrm>
            <a:off x="528706" y="867990"/>
            <a:ext cx="11158794" cy="0"/>
            <a:chOff x="528706" y="867990"/>
            <a:chExt cx="11158794" cy="0"/>
          </a:xfrm>
        </p:grpSpPr>
        <p:cxnSp>
          <p:nvCxnSpPr>
            <p:cNvPr id="33" name="直接连接符 32">
              <a:extLst>
                <a:ext uri="{FF2B5EF4-FFF2-40B4-BE49-F238E27FC236}">
                  <a16:creationId xmlns:a16="http://schemas.microsoft.com/office/drawing/2014/main" id="{B03DF541-3F4E-235B-AC14-BC3A4D233C40}"/>
                </a:ext>
              </a:extLst>
            </p:cNvPr>
            <p:cNvCxnSpPr/>
            <p:nvPr/>
          </p:nvCxnSpPr>
          <p:spPr>
            <a:xfrm>
              <a:off x="528706" y="867990"/>
              <a:ext cx="11158794" cy="0"/>
            </a:xfrm>
            <a:prstGeom prst="line">
              <a:avLst/>
            </a:prstGeom>
            <a:ln>
              <a:solidFill>
                <a:schemeClr val="bg1">
                  <a:lumMod val="6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4" name="直接连接符 33">
              <a:extLst>
                <a:ext uri="{FF2B5EF4-FFF2-40B4-BE49-F238E27FC236}">
                  <a16:creationId xmlns:a16="http://schemas.microsoft.com/office/drawing/2014/main" id="{E81A11E6-FE72-CBD2-F595-03DA248394F2}"/>
                </a:ext>
              </a:extLst>
            </p:cNvPr>
            <p:cNvCxnSpPr/>
            <p:nvPr/>
          </p:nvCxnSpPr>
          <p:spPr>
            <a:xfrm>
              <a:off x="528706" y="867990"/>
              <a:ext cx="589713" cy="0"/>
            </a:xfrm>
            <a:prstGeom prst="line">
              <a:avLst/>
            </a:prstGeom>
            <a:ln w="38100">
              <a:solidFill>
                <a:srgbClr val="2257AE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35" name="文本占位符 43">
            <a:extLst>
              <a:ext uri="{FF2B5EF4-FFF2-40B4-BE49-F238E27FC236}">
                <a16:creationId xmlns:a16="http://schemas.microsoft.com/office/drawing/2014/main" id="{7AD68CCF-213E-559A-011C-4C2F0D9D0BE4}"/>
              </a:ext>
            </a:extLst>
          </p:cNvPr>
          <p:cNvSpPr txBox="1"/>
          <p:nvPr/>
        </p:nvSpPr>
        <p:spPr>
          <a:xfrm>
            <a:off x="399891" y="349328"/>
            <a:ext cx="3673805" cy="480131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lang="zh-CN" altLang="en-US" sz="2000" b="1" kern="1200" dirty="0">
                <a:solidFill>
                  <a:schemeClr val="accent2"/>
                </a:solidFill>
                <a:latin typeface="思源宋体 CN Heavy" panose="02020900000000000000" pitchFamily="18" charset="-122"/>
                <a:ea typeface="思源宋体 CN Heavy" panose="02020900000000000000" pitchFamily="18" charset="-122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kumimoji="0" lang="zh-CN" altLang="en-US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85000"/>
                    <a:lumOff val="15000"/>
                  </a:prstClr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预期成果与政策意义</a:t>
            </a:r>
          </a:p>
        </p:txBody>
      </p:sp>
      <p:grpSp>
        <p:nvGrpSpPr>
          <p:cNvPr id="36" name="组合 35" descr="本素材由iSlide™ 提供&#10;iSlide™尊重知识产权并注重保护用户享有的各项权利。郑重提醒您：&#10;iSlide™插件中提供的任何信息内容的所有权、知识产权归其原始权利人或权利受让人所有，您免费/购买获得的是信息内容的使用权，并受下述条款的约束；&#10;1. 您仅可以个人非商业用途使用该等信息内容，不可将信息内容的全部或部分用于出售，或以出租、出借、转让、分销、发布等其他任何方式供他人使用；&#10;2. 禁止在接入互联网或移动互联网的任何网站、平台、应用或程序上以任何方式为他人提供iSlide™插件资源内容的下载。&#10;The resource is supplied by iSlide™.&#10;iSlide™ respects all intellectual property rights and protects all the rights its users acquired.Solemnly remind you:&#10;The ownership and intellectual property of the resources supplied in iSlide Add-in belongs to its owner or the assignee of this ownership.you only acquired the usage of the resources supplied in iSlide Add-in, as well as respected the following restrain terms:&#10;1.You are only allowed to use such resource for personal and non-commercial aim, not allowed to use such resource or part of it for the sale; or rent, lend, transfer to others; or distribution or release it in any way.&#10;2.You are not permitted to provide the resource of iSlide Add-in in any website, platform, application access to the Internet or mobile Internet." title="iSlide™ 版权声明  COPYRIGHT NOTICE">
            <a:extLst>
              <a:ext uri="{FF2B5EF4-FFF2-40B4-BE49-F238E27FC236}">
                <a16:creationId xmlns:a16="http://schemas.microsoft.com/office/drawing/2014/main" id="{ECC4B516-F2F8-771D-33A8-61BBD2418387}"/>
              </a:ext>
            </a:extLst>
          </p:cNvPr>
          <p:cNvGrpSpPr/>
          <p:nvPr/>
        </p:nvGrpSpPr>
        <p:grpSpPr>
          <a:xfrm>
            <a:off x="10057711" y="318848"/>
            <a:ext cx="1455743" cy="455862"/>
            <a:chOff x="3366076" y="2566750"/>
            <a:chExt cx="5459848" cy="1709738"/>
          </a:xfrm>
          <a:solidFill>
            <a:srgbClr val="2257AE"/>
          </a:solidFill>
        </p:grpSpPr>
        <p:sp>
          <p:nvSpPr>
            <p:cNvPr id="37" name="iSḻîďê">
              <a:extLst>
                <a:ext uri="{FF2B5EF4-FFF2-40B4-BE49-F238E27FC236}">
                  <a16:creationId xmlns:a16="http://schemas.microsoft.com/office/drawing/2014/main" id="{C6AC00E6-DAE7-39C2-AE85-206D8660563C}"/>
                </a:ext>
              </a:extLst>
            </p:cNvPr>
            <p:cNvSpPr/>
            <p:nvPr/>
          </p:nvSpPr>
          <p:spPr bwMode="auto">
            <a:xfrm>
              <a:off x="3647919" y="2850292"/>
              <a:ext cx="1142655" cy="1142655"/>
            </a:xfrm>
            <a:custGeom>
              <a:avLst/>
              <a:gdLst>
                <a:gd name="T0" fmla="*/ 429 w 858"/>
                <a:gd name="T1" fmla="*/ 0 h 857"/>
                <a:gd name="T2" fmla="*/ 858 w 858"/>
                <a:gd name="T3" fmla="*/ 428 h 857"/>
                <a:gd name="T4" fmla="*/ 429 w 858"/>
                <a:gd name="T5" fmla="*/ 857 h 857"/>
                <a:gd name="T6" fmla="*/ 0 w 858"/>
                <a:gd name="T7" fmla="*/ 428 h 857"/>
                <a:gd name="T8" fmla="*/ 429 w 858"/>
                <a:gd name="T9" fmla="*/ 0 h 857"/>
                <a:gd name="T10" fmla="*/ 429 w 858"/>
                <a:gd name="T11" fmla="*/ 24 h 857"/>
                <a:gd name="T12" fmla="*/ 25 w 858"/>
                <a:gd name="T13" fmla="*/ 428 h 857"/>
                <a:gd name="T14" fmla="*/ 429 w 858"/>
                <a:gd name="T15" fmla="*/ 833 h 857"/>
                <a:gd name="T16" fmla="*/ 834 w 858"/>
                <a:gd name="T17" fmla="*/ 428 h 857"/>
                <a:gd name="T18" fmla="*/ 429 w 858"/>
                <a:gd name="T19" fmla="*/ 24 h 85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858" h="857">
                  <a:moveTo>
                    <a:pt x="429" y="0"/>
                  </a:moveTo>
                  <a:cubicBezTo>
                    <a:pt x="665" y="0"/>
                    <a:pt x="858" y="192"/>
                    <a:pt x="858" y="428"/>
                  </a:cubicBezTo>
                  <a:cubicBezTo>
                    <a:pt x="858" y="665"/>
                    <a:pt x="665" y="857"/>
                    <a:pt x="429" y="857"/>
                  </a:cubicBezTo>
                  <a:cubicBezTo>
                    <a:pt x="193" y="857"/>
                    <a:pt x="0" y="665"/>
                    <a:pt x="0" y="428"/>
                  </a:cubicBezTo>
                  <a:cubicBezTo>
                    <a:pt x="0" y="192"/>
                    <a:pt x="193" y="0"/>
                    <a:pt x="429" y="0"/>
                  </a:cubicBezTo>
                  <a:close/>
                  <a:moveTo>
                    <a:pt x="429" y="24"/>
                  </a:moveTo>
                  <a:cubicBezTo>
                    <a:pt x="207" y="24"/>
                    <a:pt x="25" y="206"/>
                    <a:pt x="25" y="428"/>
                  </a:cubicBezTo>
                  <a:cubicBezTo>
                    <a:pt x="25" y="651"/>
                    <a:pt x="207" y="833"/>
                    <a:pt x="429" y="833"/>
                  </a:cubicBezTo>
                  <a:cubicBezTo>
                    <a:pt x="652" y="833"/>
                    <a:pt x="834" y="651"/>
                    <a:pt x="834" y="428"/>
                  </a:cubicBezTo>
                  <a:cubicBezTo>
                    <a:pt x="834" y="206"/>
                    <a:pt x="652" y="24"/>
                    <a:pt x="429" y="2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/>
                <a:ea typeface="+mn-ea"/>
                <a:cs typeface="+mn-cs"/>
              </a:endParaRPr>
            </a:p>
          </p:txBody>
        </p:sp>
        <p:sp>
          <p:nvSpPr>
            <p:cNvPr id="38" name="iśliḍê">
              <a:extLst>
                <a:ext uri="{FF2B5EF4-FFF2-40B4-BE49-F238E27FC236}">
                  <a16:creationId xmlns:a16="http://schemas.microsoft.com/office/drawing/2014/main" id="{4E4A480B-745A-7499-5EB4-BBF61B53FE62}"/>
                </a:ext>
              </a:extLst>
            </p:cNvPr>
            <p:cNvSpPr/>
            <p:nvPr/>
          </p:nvSpPr>
          <p:spPr bwMode="auto">
            <a:xfrm>
              <a:off x="3366076" y="2566750"/>
              <a:ext cx="1708039" cy="1709738"/>
            </a:xfrm>
            <a:custGeom>
              <a:avLst/>
              <a:gdLst>
                <a:gd name="T0" fmla="*/ 641 w 1283"/>
                <a:gd name="T1" fmla="*/ 0 h 1283"/>
                <a:gd name="T2" fmla="*/ 1283 w 1283"/>
                <a:gd name="T3" fmla="*/ 641 h 1283"/>
                <a:gd name="T4" fmla="*/ 641 w 1283"/>
                <a:gd name="T5" fmla="*/ 1283 h 1283"/>
                <a:gd name="T6" fmla="*/ 0 w 1283"/>
                <a:gd name="T7" fmla="*/ 641 h 1283"/>
                <a:gd name="T8" fmla="*/ 641 w 1283"/>
                <a:gd name="T9" fmla="*/ 0 h 1283"/>
                <a:gd name="T10" fmla="*/ 641 w 1283"/>
                <a:gd name="T11" fmla="*/ 24 h 1283"/>
                <a:gd name="T12" fmla="*/ 24 w 1283"/>
                <a:gd name="T13" fmla="*/ 641 h 1283"/>
                <a:gd name="T14" fmla="*/ 641 w 1283"/>
                <a:gd name="T15" fmla="*/ 1259 h 1283"/>
                <a:gd name="T16" fmla="*/ 1258 w 1283"/>
                <a:gd name="T17" fmla="*/ 641 h 1283"/>
                <a:gd name="T18" fmla="*/ 641 w 1283"/>
                <a:gd name="T19" fmla="*/ 24 h 128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1283" h="1283">
                  <a:moveTo>
                    <a:pt x="641" y="0"/>
                  </a:moveTo>
                  <a:cubicBezTo>
                    <a:pt x="995" y="0"/>
                    <a:pt x="1283" y="288"/>
                    <a:pt x="1283" y="641"/>
                  </a:cubicBezTo>
                  <a:cubicBezTo>
                    <a:pt x="1283" y="995"/>
                    <a:pt x="995" y="1283"/>
                    <a:pt x="641" y="1283"/>
                  </a:cubicBezTo>
                  <a:cubicBezTo>
                    <a:pt x="288" y="1283"/>
                    <a:pt x="0" y="995"/>
                    <a:pt x="0" y="641"/>
                  </a:cubicBezTo>
                  <a:cubicBezTo>
                    <a:pt x="0" y="288"/>
                    <a:pt x="288" y="0"/>
                    <a:pt x="641" y="0"/>
                  </a:cubicBezTo>
                  <a:close/>
                  <a:moveTo>
                    <a:pt x="641" y="24"/>
                  </a:moveTo>
                  <a:cubicBezTo>
                    <a:pt x="301" y="24"/>
                    <a:pt x="24" y="302"/>
                    <a:pt x="24" y="641"/>
                  </a:cubicBezTo>
                  <a:cubicBezTo>
                    <a:pt x="24" y="981"/>
                    <a:pt x="301" y="1259"/>
                    <a:pt x="641" y="1259"/>
                  </a:cubicBezTo>
                  <a:cubicBezTo>
                    <a:pt x="981" y="1259"/>
                    <a:pt x="1258" y="981"/>
                    <a:pt x="1258" y="641"/>
                  </a:cubicBezTo>
                  <a:cubicBezTo>
                    <a:pt x="1258" y="302"/>
                    <a:pt x="981" y="24"/>
                    <a:pt x="641" y="2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/>
                <a:ea typeface="+mn-ea"/>
                <a:cs typeface="+mn-cs"/>
              </a:endParaRPr>
            </a:p>
          </p:txBody>
        </p:sp>
        <p:sp>
          <p:nvSpPr>
            <p:cNvPr id="39" name="ïšlîḋè">
              <a:extLst>
                <a:ext uri="{FF2B5EF4-FFF2-40B4-BE49-F238E27FC236}">
                  <a16:creationId xmlns:a16="http://schemas.microsoft.com/office/drawing/2014/main" id="{A534CB65-A460-ADD0-9749-760934BDBEFD}"/>
                </a:ext>
              </a:extLst>
            </p:cNvPr>
            <p:cNvSpPr/>
            <p:nvPr/>
          </p:nvSpPr>
          <p:spPr bwMode="auto">
            <a:xfrm>
              <a:off x="3433990" y="2634664"/>
              <a:ext cx="1573909" cy="1071345"/>
            </a:xfrm>
            <a:custGeom>
              <a:avLst/>
              <a:gdLst>
                <a:gd name="T0" fmla="*/ 46 w 1182"/>
                <a:gd name="T1" fmla="*/ 693 h 803"/>
                <a:gd name="T2" fmla="*/ 46 w 1182"/>
                <a:gd name="T3" fmla="*/ 715 h 803"/>
                <a:gd name="T4" fmla="*/ 139 w 1182"/>
                <a:gd name="T5" fmla="*/ 703 h 803"/>
                <a:gd name="T6" fmla="*/ 51 w 1182"/>
                <a:gd name="T7" fmla="*/ 781 h 803"/>
                <a:gd name="T8" fmla="*/ 82 w 1182"/>
                <a:gd name="T9" fmla="*/ 547 h 803"/>
                <a:gd name="T10" fmla="*/ 22 w 1182"/>
                <a:gd name="T11" fmla="*/ 647 h 803"/>
                <a:gd name="T12" fmla="*/ 22 w 1182"/>
                <a:gd name="T13" fmla="*/ 616 h 803"/>
                <a:gd name="T14" fmla="*/ 4 w 1182"/>
                <a:gd name="T15" fmla="*/ 574 h 803"/>
                <a:gd name="T16" fmla="*/ 136 w 1182"/>
                <a:gd name="T17" fmla="*/ 477 h 803"/>
                <a:gd name="T18" fmla="*/ 143 w 1182"/>
                <a:gd name="T19" fmla="*/ 477 h 803"/>
                <a:gd name="T20" fmla="*/ 24 w 1182"/>
                <a:gd name="T21" fmla="*/ 490 h 803"/>
                <a:gd name="T22" fmla="*/ 156 w 1182"/>
                <a:gd name="T23" fmla="*/ 330 h 803"/>
                <a:gd name="T24" fmla="*/ 193 w 1182"/>
                <a:gd name="T25" fmla="*/ 355 h 803"/>
                <a:gd name="T26" fmla="*/ 143 w 1182"/>
                <a:gd name="T27" fmla="*/ 368 h 803"/>
                <a:gd name="T28" fmla="*/ 159 w 1182"/>
                <a:gd name="T29" fmla="*/ 414 h 803"/>
                <a:gd name="T30" fmla="*/ 186 w 1182"/>
                <a:gd name="T31" fmla="*/ 304 h 803"/>
                <a:gd name="T32" fmla="*/ 228 w 1182"/>
                <a:gd name="T33" fmla="*/ 266 h 803"/>
                <a:gd name="T34" fmla="*/ 236 w 1182"/>
                <a:gd name="T35" fmla="*/ 121 h 803"/>
                <a:gd name="T36" fmla="*/ 271 w 1182"/>
                <a:gd name="T37" fmla="*/ 193 h 803"/>
                <a:gd name="T38" fmla="*/ 224 w 1182"/>
                <a:gd name="T39" fmla="*/ 274 h 803"/>
                <a:gd name="T40" fmla="*/ 500 w 1182"/>
                <a:gd name="T41" fmla="*/ 26 h 803"/>
                <a:gd name="T42" fmla="*/ 417 w 1182"/>
                <a:gd name="T43" fmla="*/ 112 h 803"/>
                <a:gd name="T44" fmla="*/ 447 w 1182"/>
                <a:gd name="T45" fmla="*/ 21 h 803"/>
                <a:gd name="T46" fmla="*/ 492 w 1182"/>
                <a:gd name="T47" fmla="*/ 31 h 803"/>
                <a:gd name="T48" fmla="*/ 532 w 1182"/>
                <a:gd name="T49" fmla="*/ 125 h 803"/>
                <a:gd name="T50" fmla="*/ 573 w 1182"/>
                <a:gd name="T51" fmla="*/ 0 h 803"/>
                <a:gd name="T52" fmla="*/ 662 w 1182"/>
                <a:gd name="T53" fmla="*/ 0 h 803"/>
                <a:gd name="T54" fmla="*/ 557 w 1182"/>
                <a:gd name="T55" fmla="*/ 29 h 803"/>
                <a:gd name="T56" fmla="*/ 727 w 1182"/>
                <a:gd name="T57" fmla="*/ 143 h 803"/>
                <a:gd name="T58" fmla="*/ 753 w 1182"/>
                <a:gd name="T59" fmla="*/ 22 h 803"/>
                <a:gd name="T60" fmla="*/ 662 w 1182"/>
                <a:gd name="T61" fmla="*/ 130 h 803"/>
                <a:gd name="T62" fmla="*/ 892 w 1182"/>
                <a:gd name="T63" fmla="*/ 83 h 803"/>
                <a:gd name="T64" fmla="*/ 773 w 1182"/>
                <a:gd name="T65" fmla="*/ 30 h 803"/>
                <a:gd name="T66" fmla="*/ 812 w 1182"/>
                <a:gd name="T67" fmla="*/ 74 h 803"/>
                <a:gd name="T68" fmla="*/ 855 w 1182"/>
                <a:gd name="T69" fmla="*/ 67 h 803"/>
                <a:gd name="T70" fmla="*/ 864 w 1182"/>
                <a:gd name="T71" fmla="*/ 193 h 803"/>
                <a:gd name="T72" fmla="*/ 951 w 1182"/>
                <a:gd name="T73" fmla="*/ 241 h 803"/>
                <a:gd name="T74" fmla="*/ 924 w 1182"/>
                <a:gd name="T75" fmla="*/ 226 h 803"/>
                <a:gd name="T76" fmla="*/ 965 w 1182"/>
                <a:gd name="T77" fmla="*/ 144 h 803"/>
                <a:gd name="T78" fmla="*/ 920 w 1182"/>
                <a:gd name="T79" fmla="*/ 102 h 803"/>
                <a:gd name="T80" fmla="*/ 1051 w 1182"/>
                <a:gd name="T81" fmla="*/ 244 h 803"/>
                <a:gd name="T82" fmla="*/ 1007 w 1182"/>
                <a:gd name="T83" fmla="*/ 277 h 803"/>
                <a:gd name="T84" fmla="*/ 934 w 1182"/>
                <a:gd name="T85" fmla="*/ 272 h 803"/>
                <a:gd name="T86" fmla="*/ 1070 w 1182"/>
                <a:gd name="T87" fmla="*/ 246 h 803"/>
                <a:gd name="T88" fmla="*/ 1121 w 1182"/>
                <a:gd name="T89" fmla="*/ 427 h 803"/>
                <a:gd name="T90" fmla="*/ 1143 w 1182"/>
                <a:gd name="T91" fmla="*/ 373 h 803"/>
                <a:gd name="T92" fmla="*/ 1024 w 1182"/>
                <a:gd name="T93" fmla="*/ 422 h 803"/>
                <a:gd name="T94" fmla="*/ 1011 w 1182"/>
                <a:gd name="T95" fmla="*/ 391 h 803"/>
                <a:gd name="T96" fmla="*/ 1099 w 1182"/>
                <a:gd name="T97" fmla="*/ 389 h 803"/>
                <a:gd name="T98" fmla="*/ 1055 w 1182"/>
                <a:gd name="T99" fmla="*/ 527 h 803"/>
                <a:gd name="T100" fmla="*/ 1146 w 1182"/>
                <a:gd name="T101" fmla="*/ 454 h 803"/>
                <a:gd name="T102" fmla="*/ 1171 w 1182"/>
                <a:gd name="T103" fmla="*/ 496 h 803"/>
                <a:gd name="T104" fmla="*/ 1075 w 1182"/>
                <a:gd name="T105" fmla="*/ 597 h 803"/>
                <a:gd name="T106" fmla="*/ 1180 w 1182"/>
                <a:gd name="T107" fmla="*/ 523 h 803"/>
                <a:gd name="T108" fmla="*/ 1056 w 1182"/>
                <a:gd name="T109" fmla="*/ 548 h 803"/>
                <a:gd name="T110" fmla="*/ 1146 w 1182"/>
                <a:gd name="T111" fmla="*/ 793 h 803"/>
                <a:gd name="T112" fmla="*/ 1036 w 1182"/>
                <a:gd name="T113" fmla="*/ 737 h 803"/>
                <a:gd name="T114" fmla="*/ 1091 w 1182"/>
                <a:gd name="T115" fmla="*/ 699 h 803"/>
                <a:gd name="T116" fmla="*/ 1160 w 1182"/>
                <a:gd name="T117" fmla="*/ 728 h 803"/>
                <a:gd name="T118" fmla="*/ 1128 w 1182"/>
                <a:gd name="T119" fmla="*/ 755 h 80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  <a:cxn ang="0">
                  <a:pos x="T118" y="T119"/>
                </a:cxn>
              </a:cxnLst>
              <a:rect l="0" t="0" r="r" b="b"/>
              <a:pathLst>
                <a:path w="1182" h="803">
                  <a:moveTo>
                    <a:pt x="42" y="801"/>
                  </a:moveTo>
                  <a:cubicBezTo>
                    <a:pt x="38" y="803"/>
                    <a:pt x="38" y="803"/>
                    <a:pt x="38" y="803"/>
                  </a:cubicBezTo>
                  <a:cubicBezTo>
                    <a:pt x="8" y="699"/>
                    <a:pt x="8" y="699"/>
                    <a:pt x="8" y="699"/>
                  </a:cubicBezTo>
                  <a:cubicBezTo>
                    <a:pt x="45" y="688"/>
                    <a:pt x="45" y="688"/>
                    <a:pt x="45" y="688"/>
                  </a:cubicBezTo>
                  <a:cubicBezTo>
                    <a:pt x="46" y="693"/>
                    <a:pt x="46" y="693"/>
                    <a:pt x="46" y="693"/>
                  </a:cubicBezTo>
                  <a:cubicBezTo>
                    <a:pt x="25" y="701"/>
                    <a:pt x="19" y="717"/>
                    <a:pt x="27" y="741"/>
                  </a:cubicBezTo>
                  <a:cubicBezTo>
                    <a:pt x="29" y="752"/>
                    <a:pt x="34" y="755"/>
                    <a:pt x="40" y="753"/>
                  </a:cubicBezTo>
                  <a:cubicBezTo>
                    <a:pt x="82" y="740"/>
                    <a:pt x="82" y="740"/>
                    <a:pt x="82" y="740"/>
                  </a:cubicBezTo>
                  <a:cubicBezTo>
                    <a:pt x="79" y="723"/>
                    <a:pt x="67" y="716"/>
                    <a:pt x="47" y="720"/>
                  </a:cubicBezTo>
                  <a:cubicBezTo>
                    <a:pt x="46" y="715"/>
                    <a:pt x="46" y="715"/>
                    <a:pt x="46" y="715"/>
                  </a:cubicBezTo>
                  <a:cubicBezTo>
                    <a:pt x="107" y="698"/>
                    <a:pt x="107" y="698"/>
                    <a:pt x="107" y="698"/>
                  </a:cubicBezTo>
                  <a:cubicBezTo>
                    <a:pt x="109" y="703"/>
                    <a:pt x="109" y="703"/>
                    <a:pt x="109" y="703"/>
                  </a:cubicBezTo>
                  <a:cubicBezTo>
                    <a:pt x="89" y="709"/>
                    <a:pt x="83" y="721"/>
                    <a:pt x="89" y="739"/>
                  </a:cubicBezTo>
                  <a:cubicBezTo>
                    <a:pt x="131" y="726"/>
                    <a:pt x="131" y="726"/>
                    <a:pt x="131" y="726"/>
                  </a:cubicBezTo>
                  <a:cubicBezTo>
                    <a:pt x="141" y="725"/>
                    <a:pt x="143" y="717"/>
                    <a:pt x="139" y="703"/>
                  </a:cubicBezTo>
                  <a:cubicBezTo>
                    <a:pt x="143" y="701"/>
                    <a:pt x="143" y="701"/>
                    <a:pt x="143" y="701"/>
                  </a:cubicBezTo>
                  <a:cubicBezTo>
                    <a:pt x="162" y="767"/>
                    <a:pt x="162" y="767"/>
                    <a:pt x="162" y="767"/>
                  </a:cubicBezTo>
                  <a:cubicBezTo>
                    <a:pt x="158" y="768"/>
                    <a:pt x="158" y="768"/>
                    <a:pt x="158" y="768"/>
                  </a:cubicBezTo>
                  <a:cubicBezTo>
                    <a:pt x="154" y="757"/>
                    <a:pt x="148" y="752"/>
                    <a:pt x="139" y="756"/>
                  </a:cubicBezTo>
                  <a:cubicBezTo>
                    <a:pt x="51" y="781"/>
                    <a:pt x="51" y="781"/>
                    <a:pt x="51" y="781"/>
                  </a:cubicBezTo>
                  <a:cubicBezTo>
                    <a:pt x="42" y="783"/>
                    <a:pt x="39" y="790"/>
                    <a:pt x="42" y="801"/>
                  </a:cubicBezTo>
                  <a:close/>
                  <a:moveTo>
                    <a:pt x="0" y="532"/>
                  </a:moveTo>
                  <a:cubicBezTo>
                    <a:pt x="4" y="532"/>
                    <a:pt x="4" y="532"/>
                    <a:pt x="4" y="532"/>
                  </a:cubicBezTo>
                  <a:cubicBezTo>
                    <a:pt x="5" y="543"/>
                    <a:pt x="10" y="548"/>
                    <a:pt x="21" y="547"/>
                  </a:cubicBezTo>
                  <a:cubicBezTo>
                    <a:pt x="82" y="547"/>
                    <a:pt x="82" y="547"/>
                    <a:pt x="82" y="547"/>
                  </a:cubicBezTo>
                  <a:cubicBezTo>
                    <a:pt x="99" y="547"/>
                    <a:pt x="111" y="551"/>
                    <a:pt x="118" y="557"/>
                  </a:cubicBezTo>
                  <a:cubicBezTo>
                    <a:pt x="126" y="566"/>
                    <a:pt x="131" y="578"/>
                    <a:pt x="131" y="594"/>
                  </a:cubicBezTo>
                  <a:cubicBezTo>
                    <a:pt x="131" y="611"/>
                    <a:pt x="128" y="624"/>
                    <a:pt x="121" y="633"/>
                  </a:cubicBezTo>
                  <a:cubicBezTo>
                    <a:pt x="114" y="643"/>
                    <a:pt x="102" y="647"/>
                    <a:pt x="86" y="647"/>
                  </a:cubicBezTo>
                  <a:cubicBezTo>
                    <a:pt x="22" y="647"/>
                    <a:pt x="22" y="647"/>
                    <a:pt x="22" y="647"/>
                  </a:cubicBezTo>
                  <a:cubicBezTo>
                    <a:pt x="10" y="646"/>
                    <a:pt x="4" y="651"/>
                    <a:pt x="4" y="662"/>
                  </a:cubicBezTo>
                  <a:cubicBezTo>
                    <a:pt x="0" y="662"/>
                    <a:pt x="0" y="662"/>
                    <a:pt x="0" y="662"/>
                  </a:cubicBezTo>
                  <a:cubicBezTo>
                    <a:pt x="0" y="597"/>
                    <a:pt x="0" y="597"/>
                    <a:pt x="0" y="597"/>
                  </a:cubicBezTo>
                  <a:cubicBezTo>
                    <a:pt x="4" y="597"/>
                    <a:pt x="4" y="597"/>
                    <a:pt x="4" y="597"/>
                  </a:cubicBezTo>
                  <a:cubicBezTo>
                    <a:pt x="3" y="611"/>
                    <a:pt x="9" y="617"/>
                    <a:pt x="22" y="616"/>
                  </a:cubicBezTo>
                  <a:cubicBezTo>
                    <a:pt x="86" y="616"/>
                    <a:pt x="86" y="616"/>
                    <a:pt x="86" y="616"/>
                  </a:cubicBezTo>
                  <a:cubicBezTo>
                    <a:pt x="110" y="616"/>
                    <a:pt x="123" y="607"/>
                    <a:pt x="123" y="588"/>
                  </a:cubicBezTo>
                  <a:cubicBezTo>
                    <a:pt x="123" y="565"/>
                    <a:pt x="109" y="554"/>
                    <a:pt x="82" y="555"/>
                  </a:cubicBezTo>
                  <a:cubicBezTo>
                    <a:pt x="24" y="555"/>
                    <a:pt x="24" y="555"/>
                    <a:pt x="24" y="555"/>
                  </a:cubicBezTo>
                  <a:cubicBezTo>
                    <a:pt x="11" y="554"/>
                    <a:pt x="4" y="560"/>
                    <a:pt x="4" y="574"/>
                  </a:cubicBezTo>
                  <a:cubicBezTo>
                    <a:pt x="0" y="574"/>
                    <a:pt x="0" y="574"/>
                    <a:pt x="0" y="574"/>
                  </a:cubicBezTo>
                  <a:cubicBezTo>
                    <a:pt x="0" y="532"/>
                    <a:pt x="0" y="532"/>
                    <a:pt x="0" y="532"/>
                  </a:cubicBezTo>
                  <a:close/>
                  <a:moveTo>
                    <a:pt x="31" y="461"/>
                  </a:moveTo>
                  <a:cubicBezTo>
                    <a:pt x="123" y="485"/>
                    <a:pt x="123" y="485"/>
                    <a:pt x="123" y="485"/>
                  </a:cubicBezTo>
                  <a:cubicBezTo>
                    <a:pt x="130" y="488"/>
                    <a:pt x="135" y="485"/>
                    <a:pt x="136" y="477"/>
                  </a:cubicBezTo>
                  <a:cubicBezTo>
                    <a:pt x="144" y="453"/>
                    <a:pt x="128" y="435"/>
                    <a:pt x="90" y="426"/>
                  </a:cubicBezTo>
                  <a:cubicBezTo>
                    <a:pt x="53" y="417"/>
                    <a:pt x="32" y="424"/>
                    <a:pt x="25" y="447"/>
                  </a:cubicBezTo>
                  <a:cubicBezTo>
                    <a:pt x="23" y="455"/>
                    <a:pt x="25" y="460"/>
                    <a:pt x="31" y="461"/>
                  </a:cubicBezTo>
                  <a:close/>
                  <a:moveTo>
                    <a:pt x="128" y="535"/>
                  </a:moveTo>
                  <a:cubicBezTo>
                    <a:pt x="143" y="477"/>
                    <a:pt x="143" y="477"/>
                    <a:pt x="143" y="477"/>
                  </a:cubicBezTo>
                  <a:cubicBezTo>
                    <a:pt x="153" y="433"/>
                    <a:pt x="137" y="405"/>
                    <a:pt x="97" y="393"/>
                  </a:cubicBezTo>
                  <a:cubicBezTo>
                    <a:pt x="58" y="384"/>
                    <a:pt x="31" y="402"/>
                    <a:pt x="19" y="445"/>
                  </a:cubicBezTo>
                  <a:cubicBezTo>
                    <a:pt x="4" y="501"/>
                    <a:pt x="4" y="501"/>
                    <a:pt x="4" y="501"/>
                  </a:cubicBezTo>
                  <a:cubicBezTo>
                    <a:pt x="8" y="502"/>
                    <a:pt x="8" y="502"/>
                    <a:pt x="8" y="502"/>
                  </a:cubicBezTo>
                  <a:cubicBezTo>
                    <a:pt x="11" y="492"/>
                    <a:pt x="17" y="488"/>
                    <a:pt x="24" y="490"/>
                  </a:cubicBezTo>
                  <a:cubicBezTo>
                    <a:pt x="116" y="515"/>
                    <a:pt x="116" y="515"/>
                    <a:pt x="116" y="515"/>
                  </a:cubicBezTo>
                  <a:cubicBezTo>
                    <a:pt x="124" y="517"/>
                    <a:pt x="126" y="523"/>
                    <a:pt x="124" y="533"/>
                  </a:cubicBezTo>
                  <a:cubicBezTo>
                    <a:pt x="128" y="535"/>
                    <a:pt x="128" y="535"/>
                    <a:pt x="128" y="535"/>
                  </a:cubicBezTo>
                  <a:close/>
                  <a:moveTo>
                    <a:pt x="137" y="362"/>
                  </a:moveTo>
                  <a:cubicBezTo>
                    <a:pt x="156" y="330"/>
                    <a:pt x="156" y="330"/>
                    <a:pt x="156" y="330"/>
                  </a:cubicBezTo>
                  <a:cubicBezTo>
                    <a:pt x="106" y="323"/>
                    <a:pt x="106" y="323"/>
                    <a:pt x="106" y="323"/>
                  </a:cubicBezTo>
                  <a:cubicBezTo>
                    <a:pt x="137" y="362"/>
                    <a:pt x="137" y="362"/>
                    <a:pt x="137" y="362"/>
                  </a:cubicBezTo>
                  <a:close/>
                  <a:moveTo>
                    <a:pt x="220" y="300"/>
                  </a:moveTo>
                  <a:cubicBezTo>
                    <a:pt x="224" y="302"/>
                    <a:pt x="224" y="302"/>
                    <a:pt x="224" y="302"/>
                  </a:cubicBezTo>
                  <a:cubicBezTo>
                    <a:pt x="193" y="355"/>
                    <a:pt x="193" y="355"/>
                    <a:pt x="193" y="355"/>
                  </a:cubicBezTo>
                  <a:cubicBezTo>
                    <a:pt x="189" y="353"/>
                    <a:pt x="189" y="353"/>
                    <a:pt x="189" y="353"/>
                  </a:cubicBezTo>
                  <a:cubicBezTo>
                    <a:pt x="189" y="353"/>
                    <a:pt x="189" y="352"/>
                    <a:pt x="190" y="351"/>
                  </a:cubicBezTo>
                  <a:cubicBezTo>
                    <a:pt x="194" y="342"/>
                    <a:pt x="195" y="337"/>
                    <a:pt x="190" y="336"/>
                  </a:cubicBezTo>
                  <a:cubicBezTo>
                    <a:pt x="186" y="334"/>
                    <a:pt x="177" y="332"/>
                    <a:pt x="164" y="331"/>
                  </a:cubicBezTo>
                  <a:cubicBezTo>
                    <a:pt x="143" y="368"/>
                    <a:pt x="143" y="368"/>
                    <a:pt x="143" y="368"/>
                  </a:cubicBezTo>
                  <a:cubicBezTo>
                    <a:pt x="151" y="380"/>
                    <a:pt x="157" y="387"/>
                    <a:pt x="159" y="388"/>
                  </a:cubicBezTo>
                  <a:cubicBezTo>
                    <a:pt x="163" y="390"/>
                    <a:pt x="168" y="387"/>
                    <a:pt x="174" y="379"/>
                  </a:cubicBezTo>
                  <a:cubicBezTo>
                    <a:pt x="174" y="378"/>
                    <a:pt x="174" y="378"/>
                    <a:pt x="174" y="378"/>
                  </a:cubicBezTo>
                  <a:cubicBezTo>
                    <a:pt x="178" y="380"/>
                    <a:pt x="178" y="380"/>
                    <a:pt x="178" y="380"/>
                  </a:cubicBezTo>
                  <a:cubicBezTo>
                    <a:pt x="159" y="414"/>
                    <a:pt x="159" y="414"/>
                    <a:pt x="159" y="414"/>
                  </a:cubicBezTo>
                  <a:cubicBezTo>
                    <a:pt x="155" y="412"/>
                    <a:pt x="155" y="412"/>
                    <a:pt x="155" y="412"/>
                  </a:cubicBezTo>
                  <a:cubicBezTo>
                    <a:pt x="159" y="405"/>
                    <a:pt x="156" y="396"/>
                    <a:pt x="145" y="385"/>
                  </a:cubicBezTo>
                  <a:cubicBezTo>
                    <a:pt x="75" y="295"/>
                    <a:pt x="75" y="295"/>
                    <a:pt x="75" y="295"/>
                  </a:cubicBezTo>
                  <a:cubicBezTo>
                    <a:pt x="78" y="291"/>
                    <a:pt x="78" y="291"/>
                    <a:pt x="78" y="291"/>
                  </a:cubicBezTo>
                  <a:cubicBezTo>
                    <a:pt x="186" y="304"/>
                    <a:pt x="186" y="304"/>
                    <a:pt x="186" y="304"/>
                  </a:cubicBezTo>
                  <a:cubicBezTo>
                    <a:pt x="208" y="308"/>
                    <a:pt x="219" y="306"/>
                    <a:pt x="220" y="300"/>
                  </a:cubicBezTo>
                  <a:close/>
                  <a:moveTo>
                    <a:pt x="225" y="301"/>
                  </a:moveTo>
                  <a:cubicBezTo>
                    <a:pt x="257" y="271"/>
                    <a:pt x="257" y="271"/>
                    <a:pt x="257" y="271"/>
                  </a:cubicBezTo>
                  <a:cubicBezTo>
                    <a:pt x="254" y="268"/>
                    <a:pt x="254" y="268"/>
                    <a:pt x="254" y="268"/>
                  </a:cubicBezTo>
                  <a:cubicBezTo>
                    <a:pt x="244" y="277"/>
                    <a:pt x="236" y="276"/>
                    <a:pt x="228" y="266"/>
                  </a:cubicBezTo>
                  <a:cubicBezTo>
                    <a:pt x="176" y="211"/>
                    <a:pt x="176" y="211"/>
                    <a:pt x="176" y="211"/>
                  </a:cubicBezTo>
                  <a:cubicBezTo>
                    <a:pt x="308" y="227"/>
                    <a:pt x="308" y="227"/>
                    <a:pt x="308" y="227"/>
                  </a:cubicBezTo>
                  <a:cubicBezTo>
                    <a:pt x="311" y="224"/>
                    <a:pt x="311" y="224"/>
                    <a:pt x="311" y="224"/>
                  </a:cubicBezTo>
                  <a:cubicBezTo>
                    <a:pt x="236" y="143"/>
                    <a:pt x="236" y="143"/>
                    <a:pt x="236" y="143"/>
                  </a:cubicBezTo>
                  <a:cubicBezTo>
                    <a:pt x="228" y="136"/>
                    <a:pt x="229" y="129"/>
                    <a:pt x="236" y="121"/>
                  </a:cubicBezTo>
                  <a:cubicBezTo>
                    <a:pt x="233" y="118"/>
                    <a:pt x="233" y="118"/>
                    <a:pt x="233" y="118"/>
                  </a:cubicBezTo>
                  <a:cubicBezTo>
                    <a:pt x="203" y="146"/>
                    <a:pt x="203" y="146"/>
                    <a:pt x="203" y="146"/>
                  </a:cubicBezTo>
                  <a:cubicBezTo>
                    <a:pt x="206" y="149"/>
                    <a:pt x="206" y="149"/>
                    <a:pt x="206" y="149"/>
                  </a:cubicBezTo>
                  <a:cubicBezTo>
                    <a:pt x="216" y="140"/>
                    <a:pt x="224" y="141"/>
                    <a:pt x="232" y="151"/>
                  </a:cubicBezTo>
                  <a:cubicBezTo>
                    <a:pt x="271" y="193"/>
                    <a:pt x="271" y="193"/>
                    <a:pt x="271" y="193"/>
                  </a:cubicBezTo>
                  <a:cubicBezTo>
                    <a:pt x="167" y="179"/>
                    <a:pt x="167" y="179"/>
                    <a:pt x="167" y="179"/>
                  </a:cubicBezTo>
                  <a:cubicBezTo>
                    <a:pt x="138" y="206"/>
                    <a:pt x="138" y="206"/>
                    <a:pt x="138" y="206"/>
                  </a:cubicBezTo>
                  <a:cubicBezTo>
                    <a:pt x="141" y="209"/>
                    <a:pt x="141" y="209"/>
                    <a:pt x="141" y="209"/>
                  </a:cubicBezTo>
                  <a:cubicBezTo>
                    <a:pt x="143" y="207"/>
                    <a:pt x="150" y="207"/>
                    <a:pt x="163" y="208"/>
                  </a:cubicBezTo>
                  <a:cubicBezTo>
                    <a:pt x="224" y="274"/>
                    <a:pt x="224" y="274"/>
                    <a:pt x="224" y="274"/>
                  </a:cubicBezTo>
                  <a:cubicBezTo>
                    <a:pt x="232" y="281"/>
                    <a:pt x="231" y="289"/>
                    <a:pt x="222" y="298"/>
                  </a:cubicBezTo>
                  <a:cubicBezTo>
                    <a:pt x="225" y="301"/>
                    <a:pt x="225" y="301"/>
                    <a:pt x="225" y="301"/>
                  </a:cubicBezTo>
                  <a:close/>
                  <a:moveTo>
                    <a:pt x="509" y="2"/>
                  </a:moveTo>
                  <a:cubicBezTo>
                    <a:pt x="510" y="7"/>
                    <a:pt x="510" y="7"/>
                    <a:pt x="510" y="7"/>
                  </a:cubicBezTo>
                  <a:cubicBezTo>
                    <a:pt x="500" y="10"/>
                    <a:pt x="496" y="16"/>
                    <a:pt x="500" y="26"/>
                  </a:cubicBezTo>
                  <a:cubicBezTo>
                    <a:pt x="513" y="86"/>
                    <a:pt x="513" y="86"/>
                    <a:pt x="513" y="86"/>
                  </a:cubicBezTo>
                  <a:cubicBezTo>
                    <a:pt x="517" y="103"/>
                    <a:pt x="516" y="115"/>
                    <a:pt x="511" y="123"/>
                  </a:cubicBezTo>
                  <a:cubicBezTo>
                    <a:pt x="505" y="133"/>
                    <a:pt x="494" y="140"/>
                    <a:pt x="478" y="144"/>
                  </a:cubicBezTo>
                  <a:cubicBezTo>
                    <a:pt x="461" y="148"/>
                    <a:pt x="448" y="147"/>
                    <a:pt x="438" y="143"/>
                  </a:cubicBezTo>
                  <a:cubicBezTo>
                    <a:pt x="427" y="138"/>
                    <a:pt x="420" y="128"/>
                    <a:pt x="417" y="112"/>
                  </a:cubicBezTo>
                  <a:cubicBezTo>
                    <a:pt x="403" y="50"/>
                    <a:pt x="403" y="50"/>
                    <a:pt x="403" y="50"/>
                  </a:cubicBezTo>
                  <a:cubicBezTo>
                    <a:pt x="401" y="38"/>
                    <a:pt x="394" y="33"/>
                    <a:pt x="383" y="36"/>
                  </a:cubicBezTo>
                  <a:cubicBezTo>
                    <a:pt x="382" y="32"/>
                    <a:pt x="382" y="32"/>
                    <a:pt x="382" y="32"/>
                  </a:cubicBezTo>
                  <a:cubicBezTo>
                    <a:pt x="446" y="17"/>
                    <a:pt x="446" y="17"/>
                    <a:pt x="446" y="17"/>
                  </a:cubicBezTo>
                  <a:cubicBezTo>
                    <a:pt x="447" y="21"/>
                    <a:pt x="447" y="21"/>
                    <a:pt x="447" y="21"/>
                  </a:cubicBezTo>
                  <a:cubicBezTo>
                    <a:pt x="433" y="23"/>
                    <a:pt x="428" y="30"/>
                    <a:pt x="432" y="43"/>
                  </a:cubicBezTo>
                  <a:cubicBezTo>
                    <a:pt x="447" y="105"/>
                    <a:pt x="447" y="105"/>
                    <a:pt x="447" y="105"/>
                  </a:cubicBezTo>
                  <a:cubicBezTo>
                    <a:pt x="452" y="129"/>
                    <a:pt x="463" y="139"/>
                    <a:pt x="482" y="135"/>
                  </a:cubicBezTo>
                  <a:cubicBezTo>
                    <a:pt x="505" y="130"/>
                    <a:pt x="512" y="114"/>
                    <a:pt x="505" y="87"/>
                  </a:cubicBezTo>
                  <a:cubicBezTo>
                    <a:pt x="492" y="31"/>
                    <a:pt x="492" y="31"/>
                    <a:pt x="492" y="31"/>
                  </a:cubicBezTo>
                  <a:cubicBezTo>
                    <a:pt x="490" y="18"/>
                    <a:pt x="483" y="13"/>
                    <a:pt x="470" y="16"/>
                  </a:cubicBezTo>
                  <a:cubicBezTo>
                    <a:pt x="469" y="12"/>
                    <a:pt x="469" y="12"/>
                    <a:pt x="469" y="12"/>
                  </a:cubicBezTo>
                  <a:cubicBezTo>
                    <a:pt x="509" y="2"/>
                    <a:pt x="509" y="2"/>
                    <a:pt x="509" y="2"/>
                  </a:cubicBezTo>
                  <a:close/>
                  <a:moveTo>
                    <a:pt x="532" y="129"/>
                  </a:moveTo>
                  <a:cubicBezTo>
                    <a:pt x="532" y="125"/>
                    <a:pt x="532" y="125"/>
                    <a:pt x="532" y="125"/>
                  </a:cubicBezTo>
                  <a:cubicBezTo>
                    <a:pt x="544" y="124"/>
                    <a:pt x="550" y="119"/>
                    <a:pt x="549" y="109"/>
                  </a:cubicBezTo>
                  <a:cubicBezTo>
                    <a:pt x="549" y="19"/>
                    <a:pt x="549" y="19"/>
                    <a:pt x="549" y="19"/>
                  </a:cubicBezTo>
                  <a:cubicBezTo>
                    <a:pt x="541" y="9"/>
                    <a:pt x="535" y="4"/>
                    <a:pt x="533" y="5"/>
                  </a:cubicBezTo>
                  <a:cubicBezTo>
                    <a:pt x="533" y="0"/>
                    <a:pt x="533" y="0"/>
                    <a:pt x="533" y="0"/>
                  </a:cubicBezTo>
                  <a:cubicBezTo>
                    <a:pt x="573" y="0"/>
                    <a:pt x="573" y="0"/>
                    <a:pt x="573" y="0"/>
                  </a:cubicBezTo>
                  <a:cubicBezTo>
                    <a:pt x="639" y="82"/>
                    <a:pt x="639" y="82"/>
                    <a:pt x="639" y="82"/>
                  </a:cubicBezTo>
                  <a:cubicBezTo>
                    <a:pt x="639" y="24"/>
                    <a:pt x="639" y="24"/>
                    <a:pt x="639" y="24"/>
                  </a:cubicBezTo>
                  <a:cubicBezTo>
                    <a:pt x="640" y="12"/>
                    <a:pt x="634" y="5"/>
                    <a:pt x="621" y="5"/>
                  </a:cubicBezTo>
                  <a:cubicBezTo>
                    <a:pt x="621" y="0"/>
                    <a:pt x="621" y="0"/>
                    <a:pt x="621" y="0"/>
                  </a:cubicBezTo>
                  <a:cubicBezTo>
                    <a:pt x="662" y="0"/>
                    <a:pt x="662" y="0"/>
                    <a:pt x="662" y="0"/>
                  </a:cubicBezTo>
                  <a:cubicBezTo>
                    <a:pt x="662" y="5"/>
                    <a:pt x="662" y="5"/>
                    <a:pt x="662" y="5"/>
                  </a:cubicBezTo>
                  <a:cubicBezTo>
                    <a:pt x="651" y="6"/>
                    <a:pt x="646" y="11"/>
                    <a:pt x="647" y="21"/>
                  </a:cubicBezTo>
                  <a:cubicBezTo>
                    <a:pt x="647" y="132"/>
                    <a:pt x="647" y="132"/>
                    <a:pt x="647" y="132"/>
                  </a:cubicBezTo>
                  <a:cubicBezTo>
                    <a:pt x="642" y="132"/>
                    <a:pt x="642" y="132"/>
                    <a:pt x="642" y="132"/>
                  </a:cubicBezTo>
                  <a:cubicBezTo>
                    <a:pt x="557" y="29"/>
                    <a:pt x="557" y="29"/>
                    <a:pt x="557" y="29"/>
                  </a:cubicBezTo>
                  <a:cubicBezTo>
                    <a:pt x="557" y="105"/>
                    <a:pt x="557" y="105"/>
                    <a:pt x="557" y="105"/>
                  </a:cubicBezTo>
                  <a:cubicBezTo>
                    <a:pt x="556" y="118"/>
                    <a:pt x="562" y="125"/>
                    <a:pt x="575" y="125"/>
                  </a:cubicBezTo>
                  <a:cubicBezTo>
                    <a:pt x="575" y="129"/>
                    <a:pt x="575" y="129"/>
                    <a:pt x="575" y="129"/>
                  </a:cubicBezTo>
                  <a:cubicBezTo>
                    <a:pt x="532" y="129"/>
                    <a:pt x="532" y="129"/>
                    <a:pt x="532" y="129"/>
                  </a:cubicBezTo>
                  <a:close/>
                  <a:moveTo>
                    <a:pt x="727" y="143"/>
                  </a:moveTo>
                  <a:cubicBezTo>
                    <a:pt x="714" y="141"/>
                    <a:pt x="709" y="135"/>
                    <a:pt x="712" y="126"/>
                  </a:cubicBezTo>
                  <a:cubicBezTo>
                    <a:pt x="731" y="36"/>
                    <a:pt x="731" y="36"/>
                    <a:pt x="731" y="36"/>
                  </a:cubicBezTo>
                  <a:cubicBezTo>
                    <a:pt x="732" y="27"/>
                    <a:pt x="739" y="23"/>
                    <a:pt x="751" y="26"/>
                  </a:cubicBezTo>
                  <a:cubicBezTo>
                    <a:pt x="751" y="26"/>
                    <a:pt x="752" y="26"/>
                    <a:pt x="752" y="26"/>
                  </a:cubicBezTo>
                  <a:cubicBezTo>
                    <a:pt x="753" y="22"/>
                    <a:pt x="753" y="22"/>
                    <a:pt x="753" y="22"/>
                  </a:cubicBezTo>
                  <a:cubicBezTo>
                    <a:pt x="687" y="8"/>
                    <a:pt x="687" y="8"/>
                    <a:pt x="687" y="8"/>
                  </a:cubicBezTo>
                  <a:cubicBezTo>
                    <a:pt x="686" y="12"/>
                    <a:pt x="686" y="12"/>
                    <a:pt x="686" y="12"/>
                  </a:cubicBezTo>
                  <a:cubicBezTo>
                    <a:pt x="699" y="15"/>
                    <a:pt x="703" y="21"/>
                    <a:pt x="701" y="30"/>
                  </a:cubicBezTo>
                  <a:cubicBezTo>
                    <a:pt x="682" y="119"/>
                    <a:pt x="682" y="119"/>
                    <a:pt x="682" y="119"/>
                  </a:cubicBezTo>
                  <a:cubicBezTo>
                    <a:pt x="681" y="128"/>
                    <a:pt x="674" y="132"/>
                    <a:pt x="662" y="130"/>
                  </a:cubicBezTo>
                  <a:cubicBezTo>
                    <a:pt x="661" y="134"/>
                    <a:pt x="661" y="134"/>
                    <a:pt x="661" y="134"/>
                  </a:cubicBezTo>
                  <a:cubicBezTo>
                    <a:pt x="726" y="148"/>
                    <a:pt x="726" y="148"/>
                    <a:pt x="726" y="148"/>
                  </a:cubicBezTo>
                  <a:cubicBezTo>
                    <a:pt x="727" y="143"/>
                    <a:pt x="727" y="143"/>
                    <a:pt x="727" y="143"/>
                  </a:cubicBezTo>
                  <a:close/>
                  <a:moveTo>
                    <a:pt x="894" y="79"/>
                  </a:moveTo>
                  <a:cubicBezTo>
                    <a:pt x="892" y="83"/>
                    <a:pt x="892" y="83"/>
                    <a:pt x="892" y="83"/>
                  </a:cubicBezTo>
                  <a:cubicBezTo>
                    <a:pt x="885" y="80"/>
                    <a:pt x="878" y="82"/>
                    <a:pt x="870" y="91"/>
                  </a:cubicBezTo>
                  <a:cubicBezTo>
                    <a:pt x="786" y="174"/>
                    <a:pt x="786" y="174"/>
                    <a:pt x="786" y="174"/>
                  </a:cubicBezTo>
                  <a:cubicBezTo>
                    <a:pt x="781" y="172"/>
                    <a:pt x="781" y="172"/>
                    <a:pt x="781" y="172"/>
                  </a:cubicBezTo>
                  <a:cubicBezTo>
                    <a:pt x="783" y="49"/>
                    <a:pt x="783" y="49"/>
                    <a:pt x="783" y="49"/>
                  </a:cubicBezTo>
                  <a:cubicBezTo>
                    <a:pt x="783" y="40"/>
                    <a:pt x="780" y="33"/>
                    <a:pt x="773" y="30"/>
                  </a:cubicBezTo>
                  <a:cubicBezTo>
                    <a:pt x="775" y="26"/>
                    <a:pt x="775" y="26"/>
                    <a:pt x="775" y="26"/>
                  </a:cubicBezTo>
                  <a:cubicBezTo>
                    <a:pt x="833" y="52"/>
                    <a:pt x="833" y="52"/>
                    <a:pt x="833" y="52"/>
                  </a:cubicBezTo>
                  <a:cubicBezTo>
                    <a:pt x="832" y="56"/>
                    <a:pt x="832" y="56"/>
                    <a:pt x="832" y="56"/>
                  </a:cubicBezTo>
                  <a:cubicBezTo>
                    <a:pt x="820" y="51"/>
                    <a:pt x="814" y="52"/>
                    <a:pt x="813" y="57"/>
                  </a:cubicBezTo>
                  <a:cubicBezTo>
                    <a:pt x="812" y="60"/>
                    <a:pt x="812" y="66"/>
                    <a:pt x="812" y="74"/>
                  </a:cubicBezTo>
                  <a:cubicBezTo>
                    <a:pt x="810" y="140"/>
                    <a:pt x="810" y="140"/>
                    <a:pt x="810" y="140"/>
                  </a:cubicBezTo>
                  <a:cubicBezTo>
                    <a:pt x="858" y="92"/>
                    <a:pt x="858" y="92"/>
                    <a:pt x="858" y="92"/>
                  </a:cubicBezTo>
                  <a:cubicBezTo>
                    <a:pt x="858" y="92"/>
                    <a:pt x="859" y="91"/>
                    <a:pt x="860" y="90"/>
                  </a:cubicBezTo>
                  <a:cubicBezTo>
                    <a:pt x="864" y="86"/>
                    <a:pt x="866" y="84"/>
                    <a:pt x="867" y="82"/>
                  </a:cubicBezTo>
                  <a:cubicBezTo>
                    <a:pt x="870" y="77"/>
                    <a:pt x="866" y="72"/>
                    <a:pt x="855" y="67"/>
                  </a:cubicBezTo>
                  <a:cubicBezTo>
                    <a:pt x="857" y="63"/>
                    <a:pt x="857" y="63"/>
                    <a:pt x="857" y="63"/>
                  </a:cubicBezTo>
                  <a:cubicBezTo>
                    <a:pt x="894" y="79"/>
                    <a:pt x="894" y="79"/>
                    <a:pt x="894" y="79"/>
                  </a:cubicBezTo>
                  <a:close/>
                  <a:moveTo>
                    <a:pt x="920" y="102"/>
                  </a:moveTo>
                  <a:cubicBezTo>
                    <a:pt x="929" y="110"/>
                    <a:pt x="930" y="117"/>
                    <a:pt x="924" y="124"/>
                  </a:cubicBezTo>
                  <a:cubicBezTo>
                    <a:pt x="864" y="193"/>
                    <a:pt x="864" y="193"/>
                    <a:pt x="864" y="193"/>
                  </a:cubicBezTo>
                  <a:cubicBezTo>
                    <a:pt x="859" y="201"/>
                    <a:pt x="851" y="200"/>
                    <a:pt x="842" y="193"/>
                  </a:cubicBezTo>
                  <a:cubicBezTo>
                    <a:pt x="839" y="196"/>
                    <a:pt x="839" y="196"/>
                    <a:pt x="839" y="196"/>
                  </a:cubicBezTo>
                  <a:cubicBezTo>
                    <a:pt x="923" y="269"/>
                    <a:pt x="923" y="269"/>
                    <a:pt x="923" y="269"/>
                  </a:cubicBezTo>
                  <a:cubicBezTo>
                    <a:pt x="954" y="244"/>
                    <a:pt x="954" y="244"/>
                    <a:pt x="954" y="244"/>
                  </a:cubicBezTo>
                  <a:cubicBezTo>
                    <a:pt x="951" y="241"/>
                    <a:pt x="951" y="241"/>
                    <a:pt x="951" y="241"/>
                  </a:cubicBezTo>
                  <a:cubicBezTo>
                    <a:pt x="928" y="252"/>
                    <a:pt x="909" y="250"/>
                    <a:pt x="891" y="234"/>
                  </a:cubicBezTo>
                  <a:cubicBezTo>
                    <a:pt x="882" y="226"/>
                    <a:pt x="880" y="220"/>
                    <a:pt x="885" y="215"/>
                  </a:cubicBezTo>
                  <a:cubicBezTo>
                    <a:pt x="916" y="180"/>
                    <a:pt x="916" y="180"/>
                    <a:pt x="916" y="180"/>
                  </a:cubicBezTo>
                  <a:cubicBezTo>
                    <a:pt x="931" y="192"/>
                    <a:pt x="933" y="206"/>
                    <a:pt x="920" y="223"/>
                  </a:cubicBezTo>
                  <a:cubicBezTo>
                    <a:pt x="924" y="226"/>
                    <a:pt x="924" y="226"/>
                    <a:pt x="924" y="226"/>
                  </a:cubicBezTo>
                  <a:cubicBezTo>
                    <a:pt x="966" y="177"/>
                    <a:pt x="966" y="177"/>
                    <a:pt x="966" y="177"/>
                  </a:cubicBezTo>
                  <a:cubicBezTo>
                    <a:pt x="962" y="174"/>
                    <a:pt x="962" y="174"/>
                    <a:pt x="962" y="174"/>
                  </a:cubicBezTo>
                  <a:cubicBezTo>
                    <a:pt x="948" y="189"/>
                    <a:pt x="934" y="189"/>
                    <a:pt x="920" y="175"/>
                  </a:cubicBezTo>
                  <a:cubicBezTo>
                    <a:pt x="949" y="142"/>
                    <a:pt x="949" y="142"/>
                    <a:pt x="949" y="142"/>
                  </a:cubicBezTo>
                  <a:cubicBezTo>
                    <a:pt x="953" y="136"/>
                    <a:pt x="958" y="137"/>
                    <a:pt x="965" y="144"/>
                  </a:cubicBezTo>
                  <a:cubicBezTo>
                    <a:pt x="987" y="161"/>
                    <a:pt x="991" y="179"/>
                    <a:pt x="978" y="196"/>
                  </a:cubicBezTo>
                  <a:cubicBezTo>
                    <a:pt x="981" y="200"/>
                    <a:pt x="981" y="200"/>
                    <a:pt x="981" y="200"/>
                  </a:cubicBezTo>
                  <a:cubicBezTo>
                    <a:pt x="1006" y="171"/>
                    <a:pt x="1006" y="171"/>
                    <a:pt x="1006" y="171"/>
                  </a:cubicBezTo>
                  <a:cubicBezTo>
                    <a:pt x="923" y="99"/>
                    <a:pt x="923" y="99"/>
                    <a:pt x="923" y="99"/>
                  </a:cubicBezTo>
                  <a:cubicBezTo>
                    <a:pt x="920" y="102"/>
                    <a:pt x="920" y="102"/>
                    <a:pt x="920" y="102"/>
                  </a:cubicBezTo>
                  <a:close/>
                  <a:moveTo>
                    <a:pt x="1051" y="244"/>
                  </a:moveTo>
                  <a:cubicBezTo>
                    <a:pt x="1011" y="273"/>
                    <a:pt x="1011" y="273"/>
                    <a:pt x="1011" y="273"/>
                  </a:cubicBezTo>
                  <a:cubicBezTo>
                    <a:pt x="1026" y="294"/>
                    <a:pt x="1040" y="298"/>
                    <a:pt x="1056" y="284"/>
                  </a:cubicBezTo>
                  <a:cubicBezTo>
                    <a:pt x="1070" y="273"/>
                    <a:pt x="1073" y="261"/>
                    <a:pt x="1064" y="249"/>
                  </a:cubicBezTo>
                  <a:cubicBezTo>
                    <a:pt x="1059" y="241"/>
                    <a:pt x="1055" y="239"/>
                    <a:pt x="1051" y="244"/>
                  </a:cubicBezTo>
                  <a:close/>
                  <a:moveTo>
                    <a:pt x="1013" y="377"/>
                  </a:moveTo>
                  <a:cubicBezTo>
                    <a:pt x="1009" y="379"/>
                    <a:pt x="1009" y="379"/>
                    <a:pt x="1009" y="379"/>
                  </a:cubicBezTo>
                  <a:cubicBezTo>
                    <a:pt x="986" y="348"/>
                    <a:pt x="986" y="348"/>
                    <a:pt x="986" y="348"/>
                  </a:cubicBezTo>
                  <a:cubicBezTo>
                    <a:pt x="1010" y="281"/>
                    <a:pt x="1010" y="281"/>
                    <a:pt x="1010" y="281"/>
                  </a:cubicBezTo>
                  <a:cubicBezTo>
                    <a:pt x="1007" y="277"/>
                    <a:pt x="1007" y="277"/>
                    <a:pt x="1007" y="277"/>
                  </a:cubicBezTo>
                  <a:cubicBezTo>
                    <a:pt x="977" y="299"/>
                    <a:pt x="977" y="299"/>
                    <a:pt x="977" y="299"/>
                  </a:cubicBezTo>
                  <a:cubicBezTo>
                    <a:pt x="967" y="305"/>
                    <a:pt x="965" y="313"/>
                    <a:pt x="973" y="323"/>
                  </a:cubicBezTo>
                  <a:cubicBezTo>
                    <a:pt x="969" y="326"/>
                    <a:pt x="969" y="326"/>
                    <a:pt x="969" y="326"/>
                  </a:cubicBezTo>
                  <a:cubicBezTo>
                    <a:pt x="930" y="275"/>
                    <a:pt x="930" y="275"/>
                    <a:pt x="930" y="275"/>
                  </a:cubicBezTo>
                  <a:cubicBezTo>
                    <a:pt x="934" y="272"/>
                    <a:pt x="934" y="272"/>
                    <a:pt x="934" y="272"/>
                  </a:cubicBezTo>
                  <a:cubicBezTo>
                    <a:pt x="941" y="282"/>
                    <a:pt x="949" y="283"/>
                    <a:pt x="958" y="274"/>
                  </a:cubicBezTo>
                  <a:cubicBezTo>
                    <a:pt x="1025" y="224"/>
                    <a:pt x="1025" y="224"/>
                    <a:pt x="1025" y="224"/>
                  </a:cubicBezTo>
                  <a:cubicBezTo>
                    <a:pt x="1036" y="217"/>
                    <a:pt x="1038" y="209"/>
                    <a:pt x="1030" y="200"/>
                  </a:cubicBezTo>
                  <a:cubicBezTo>
                    <a:pt x="1033" y="197"/>
                    <a:pt x="1033" y="197"/>
                    <a:pt x="1033" y="197"/>
                  </a:cubicBezTo>
                  <a:cubicBezTo>
                    <a:pt x="1070" y="246"/>
                    <a:pt x="1070" y="246"/>
                    <a:pt x="1070" y="246"/>
                  </a:cubicBezTo>
                  <a:cubicBezTo>
                    <a:pt x="1091" y="274"/>
                    <a:pt x="1093" y="295"/>
                    <a:pt x="1076" y="309"/>
                  </a:cubicBezTo>
                  <a:cubicBezTo>
                    <a:pt x="1063" y="319"/>
                    <a:pt x="1049" y="317"/>
                    <a:pt x="1032" y="305"/>
                  </a:cubicBezTo>
                  <a:cubicBezTo>
                    <a:pt x="1011" y="368"/>
                    <a:pt x="1011" y="368"/>
                    <a:pt x="1011" y="368"/>
                  </a:cubicBezTo>
                  <a:cubicBezTo>
                    <a:pt x="1011" y="372"/>
                    <a:pt x="1011" y="375"/>
                    <a:pt x="1013" y="377"/>
                  </a:cubicBezTo>
                  <a:close/>
                  <a:moveTo>
                    <a:pt x="1121" y="427"/>
                  </a:moveTo>
                  <a:cubicBezTo>
                    <a:pt x="1159" y="412"/>
                    <a:pt x="1159" y="412"/>
                    <a:pt x="1159" y="412"/>
                  </a:cubicBezTo>
                  <a:cubicBezTo>
                    <a:pt x="1157" y="406"/>
                    <a:pt x="1157" y="406"/>
                    <a:pt x="1157" y="406"/>
                  </a:cubicBezTo>
                  <a:cubicBezTo>
                    <a:pt x="1152" y="407"/>
                    <a:pt x="1149" y="406"/>
                    <a:pt x="1148" y="403"/>
                  </a:cubicBezTo>
                  <a:cubicBezTo>
                    <a:pt x="1148" y="402"/>
                    <a:pt x="1147" y="399"/>
                    <a:pt x="1147" y="395"/>
                  </a:cubicBezTo>
                  <a:cubicBezTo>
                    <a:pt x="1147" y="386"/>
                    <a:pt x="1145" y="378"/>
                    <a:pt x="1143" y="373"/>
                  </a:cubicBezTo>
                  <a:cubicBezTo>
                    <a:pt x="1133" y="348"/>
                    <a:pt x="1116" y="340"/>
                    <a:pt x="1092" y="348"/>
                  </a:cubicBezTo>
                  <a:cubicBezTo>
                    <a:pt x="1077" y="353"/>
                    <a:pt x="1069" y="368"/>
                    <a:pt x="1067" y="393"/>
                  </a:cubicBezTo>
                  <a:cubicBezTo>
                    <a:pt x="1066" y="407"/>
                    <a:pt x="1066" y="407"/>
                    <a:pt x="1066" y="407"/>
                  </a:cubicBezTo>
                  <a:cubicBezTo>
                    <a:pt x="1066" y="423"/>
                    <a:pt x="1062" y="433"/>
                    <a:pt x="1052" y="436"/>
                  </a:cubicBezTo>
                  <a:cubicBezTo>
                    <a:pt x="1039" y="440"/>
                    <a:pt x="1030" y="435"/>
                    <a:pt x="1024" y="422"/>
                  </a:cubicBezTo>
                  <a:cubicBezTo>
                    <a:pt x="1017" y="403"/>
                    <a:pt x="1024" y="386"/>
                    <a:pt x="1046" y="370"/>
                  </a:cubicBezTo>
                  <a:cubicBezTo>
                    <a:pt x="1045" y="365"/>
                    <a:pt x="1045" y="365"/>
                    <a:pt x="1045" y="365"/>
                  </a:cubicBezTo>
                  <a:cubicBezTo>
                    <a:pt x="1002" y="382"/>
                    <a:pt x="1002" y="382"/>
                    <a:pt x="1002" y="382"/>
                  </a:cubicBezTo>
                  <a:cubicBezTo>
                    <a:pt x="1004" y="387"/>
                    <a:pt x="1004" y="387"/>
                    <a:pt x="1004" y="387"/>
                  </a:cubicBezTo>
                  <a:cubicBezTo>
                    <a:pt x="1008" y="387"/>
                    <a:pt x="1010" y="388"/>
                    <a:pt x="1011" y="391"/>
                  </a:cubicBezTo>
                  <a:cubicBezTo>
                    <a:pt x="1012" y="392"/>
                    <a:pt x="1013" y="395"/>
                    <a:pt x="1013" y="399"/>
                  </a:cubicBezTo>
                  <a:cubicBezTo>
                    <a:pt x="1014" y="408"/>
                    <a:pt x="1016" y="416"/>
                    <a:pt x="1019" y="423"/>
                  </a:cubicBezTo>
                  <a:cubicBezTo>
                    <a:pt x="1031" y="450"/>
                    <a:pt x="1049" y="460"/>
                    <a:pt x="1072" y="452"/>
                  </a:cubicBezTo>
                  <a:cubicBezTo>
                    <a:pt x="1087" y="446"/>
                    <a:pt x="1095" y="436"/>
                    <a:pt x="1097" y="420"/>
                  </a:cubicBezTo>
                  <a:cubicBezTo>
                    <a:pt x="1099" y="389"/>
                    <a:pt x="1099" y="389"/>
                    <a:pt x="1099" y="389"/>
                  </a:cubicBezTo>
                  <a:cubicBezTo>
                    <a:pt x="1100" y="373"/>
                    <a:pt x="1104" y="364"/>
                    <a:pt x="1113" y="362"/>
                  </a:cubicBezTo>
                  <a:cubicBezTo>
                    <a:pt x="1123" y="358"/>
                    <a:pt x="1131" y="362"/>
                    <a:pt x="1137" y="374"/>
                  </a:cubicBezTo>
                  <a:cubicBezTo>
                    <a:pt x="1143" y="391"/>
                    <a:pt x="1137" y="407"/>
                    <a:pt x="1119" y="422"/>
                  </a:cubicBezTo>
                  <a:cubicBezTo>
                    <a:pt x="1121" y="427"/>
                    <a:pt x="1121" y="427"/>
                    <a:pt x="1121" y="427"/>
                  </a:cubicBezTo>
                  <a:close/>
                  <a:moveTo>
                    <a:pt x="1055" y="527"/>
                  </a:moveTo>
                  <a:cubicBezTo>
                    <a:pt x="1051" y="528"/>
                    <a:pt x="1051" y="528"/>
                    <a:pt x="1051" y="528"/>
                  </a:cubicBezTo>
                  <a:cubicBezTo>
                    <a:pt x="1035" y="463"/>
                    <a:pt x="1035" y="463"/>
                    <a:pt x="1035" y="463"/>
                  </a:cubicBezTo>
                  <a:cubicBezTo>
                    <a:pt x="1039" y="462"/>
                    <a:pt x="1039" y="462"/>
                    <a:pt x="1039" y="462"/>
                  </a:cubicBezTo>
                  <a:cubicBezTo>
                    <a:pt x="1043" y="474"/>
                    <a:pt x="1049" y="479"/>
                    <a:pt x="1057" y="476"/>
                  </a:cubicBezTo>
                  <a:cubicBezTo>
                    <a:pt x="1146" y="454"/>
                    <a:pt x="1146" y="454"/>
                    <a:pt x="1146" y="454"/>
                  </a:cubicBezTo>
                  <a:cubicBezTo>
                    <a:pt x="1155" y="452"/>
                    <a:pt x="1159" y="445"/>
                    <a:pt x="1155" y="433"/>
                  </a:cubicBezTo>
                  <a:cubicBezTo>
                    <a:pt x="1160" y="432"/>
                    <a:pt x="1160" y="432"/>
                    <a:pt x="1160" y="432"/>
                  </a:cubicBezTo>
                  <a:cubicBezTo>
                    <a:pt x="1176" y="497"/>
                    <a:pt x="1176" y="497"/>
                    <a:pt x="1176" y="497"/>
                  </a:cubicBezTo>
                  <a:cubicBezTo>
                    <a:pt x="1172" y="498"/>
                    <a:pt x="1172" y="498"/>
                    <a:pt x="1172" y="498"/>
                  </a:cubicBezTo>
                  <a:cubicBezTo>
                    <a:pt x="1172" y="497"/>
                    <a:pt x="1171" y="497"/>
                    <a:pt x="1171" y="496"/>
                  </a:cubicBezTo>
                  <a:cubicBezTo>
                    <a:pt x="1168" y="485"/>
                    <a:pt x="1163" y="480"/>
                    <a:pt x="1153" y="483"/>
                  </a:cubicBezTo>
                  <a:cubicBezTo>
                    <a:pt x="1065" y="505"/>
                    <a:pt x="1065" y="505"/>
                    <a:pt x="1065" y="505"/>
                  </a:cubicBezTo>
                  <a:cubicBezTo>
                    <a:pt x="1055" y="507"/>
                    <a:pt x="1052" y="514"/>
                    <a:pt x="1055" y="527"/>
                  </a:cubicBezTo>
                  <a:close/>
                  <a:moveTo>
                    <a:pt x="1057" y="616"/>
                  </a:moveTo>
                  <a:cubicBezTo>
                    <a:pt x="1056" y="602"/>
                    <a:pt x="1062" y="596"/>
                    <a:pt x="1075" y="597"/>
                  </a:cubicBezTo>
                  <a:cubicBezTo>
                    <a:pt x="1175" y="595"/>
                    <a:pt x="1175" y="595"/>
                    <a:pt x="1175" y="595"/>
                  </a:cubicBezTo>
                  <a:cubicBezTo>
                    <a:pt x="1176" y="617"/>
                    <a:pt x="1166" y="630"/>
                    <a:pt x="1144" y="632"/>
                  </a:cubicBezTo>
                  <a:cubicBezTo>
                    <a:pt x="1144" y="638"/>
                    <a:pt x="1144" y="638"/>
                    <a:pt x="1144" y="638"/>
                  </a:cubicBezTo>
                  <a:cubicBezTo>
                    <a:pt x="1182" y="637"/>
                    <a:pt x="1182" y="637"/>
                    <a:pt x="1182" y="637"/>
                  </a:cubicBezTo>
                  <a:cubicBezTo>
                    <a:pt x="1180" y="523"/>
                    <a:pt x="1180" y="523"/>
                    <a:pt x="1180" y="523"/>
                  </a:cubicBezTo>
                  <a:cubicBezTo>
                    <a:pt x="1142" y="523"/>
                    <a:pt x="1142" y="523"/>
                    <a:pt x="1142" y="523"/>
                  </a:cubicBezTo>
                  <a:cubicBezTo>
                    <a:pt x="1142" y="528"/>
                    <a:pt x="1142" y="528"/>
                    <a:pt x="1142" y="528"/>
                  </a:cubicBezTo>
                  <a:cubicBezTo>
                    <a:pt x="1164" y="530"/>
                    <a:pt x="1175" y="542"/>
                    <a:pt x="1175" y="565"/>
                  </a:cubicBezTo>
                  <a:cubicBezTo>
                    <a:pt x="1074" y="566"/>
                    <a:pt x="1074" y="566"/>
                    <a:pt x="1074" y="566"/>
                  </a:cubicBezTo>
                  <a:cubicBezTo>
                    <a:pt x="1061" y="568"/>
                    <a:pt x="1055" y="562"/>
                    <a:pt x="1056" y="548"/>
                  </a:cubicBezTo>
                  <a:cubicBezTo>
                    <a:pt x="1051" y="548"/>
                    <a:pt x="1051" y="548"/>
                    <a:pt x="1051" y="548"/>
                  </a:cubicBezTo>
                  <a:cubicBezTo>
                    <a:pt x="1053" y="616"/>
                    <a:pt x="1053" y="616"/>
                    <a:pt x="1053" y="616"/>
                  </a:cubicBezTo>
                  <a:cubicBezTo>
                    <a:pt x="1057" y="616"/>
                    <a:pt x="1057" y="616"/>
                    <a:pt x="1057" y="616"/>
                  </a:cubicBezTo>
                  <a:close/>
                  <a:moveTo>
                    <a:pt x="1151" y="794"/>
                  </a:moveTo>
                  <a:cubicBezTo>
                    <a:pt x="1146" y="793"/>
                    <a:pt x="1146" y="793"/>
                    <a:pt x="1146" y="793"/>
                  </a:cubicBezTo>
                  <a:cubicBezTo>
                    <a:pt x="1146" y="793"/>
                    <a:pt x="1146" y="793"/>
                    <a:pt x="1146" y="792"/>
                  </a:cubicBezTo>
                  <a:cubicBezTo>
                    <a:pt x="1147" y="787"/>
                    <a:pt x="1145" y="782"/>
                    <a:pt x="1142" y="779"/>
                  </a:cubicBezTo>
                  <a:cubicBezTo>
                    <a:pt x="1091" y="731"/>
                    <a:pt x="1091" y="731"/>
                    <a:pt x="1091" y="731"/>
                  </a:cubicBezTo>
                  <a:cubicBezTo>
                    <a:pt x="1057" y="724"/>
                    <a:pt x="1057" y="724"/>
                    <a:pt x="1057" y="724"/>
                  </a:cubicBezTo>
                  <a:cubicBezTo>
                    <a:pt x="1045" y="720"/>
                    <a:pt x="1038" y="724"/>
                    <a:pt x="1036" y="737"/>
                  </a:cubicBezTo>
                  <a:cubicBezTo>
                    <a:pt x="1031" y="736"/>
                    <a:pt x="1031" y="736"/>
                    <a:pt x="1031" y="736"/>
                  </a:cubicBezTo>
                  <a:cubicBezTo>
                    <a:pt x="1045" y="671"/>
                    <a:pt x="1045" y="671"/>
                    <a:pt x="1045" y="671"/>
                  </a:cubicBezTo>
                  <a:cubicBezTo>
                    <a:pt x="1049" y="672"/>
                    <a:pt x="1049" y="672"/>
                    <a:pt x="1049" y="672"/>
                  </a:cubicBezTo>
                  <a:cubicBezTo>
                    <a:pt x="1046" y="685"/>
                    <a:pt x="1051" y="692"/>
                    <a:pt x="1063" y="693"/>
                  </a:cubicBezTo>
                  <a:cubicBezTo>
                    <a:pt x="1091" y="699"/>
                    <a:pt x="1091" y="699"/>
                    <a:pt x="1091" y="699"/>
                  </a:cubicBezTo>
                  <a:cubicBezTo>
                    <a:pt x="1160" y="678"/>
                    <a:pt x="1160" y="678"/>
                    <a:pt x="1160" y="678"/>
                  </a:cubicBezTo>
                  <a:cubicBezTo>
                    <a:pt x="1167" y="676"/>
                    <a:pt x="1171" y="672"/>
                    <a:pt x="1173" y="665"/>
                  </a:cubicBezTo>
                  <a:cubicBezTo>
                    <a:pt x="1178" y="666"/>
                    <a:pt x="1178" y="666"/>
                    <a:pt x="1178" y="666"/>
                  </a:cubicBezTo>
                  <a:cubicBezTo>
                    <a:pt x="1164" y="729"/>
                    <a:pt x="1164" y="729"/>
                    <a:pt x="1164" y="729"/>
                  </a:cubicBezTo>
                  <a:cubicBezTo>
                    <a:pt x="1160" y="728"/>
                    <a:pt x="1160" y="728"/>
                    <a:pt x="1160" y="728"/>
                  </a:cubicBezTo>
                  <a:cubicBezTo>
                    <a:pt x="1163" y="716"/>
                    <a:pt x="1162" y="711"/>
                    <a:pt x="1157" y="711"/>
                  </a:cubicBezTo>
                  <a:cubicBezTo>
                    <a:pt x="1155" y="711"/>
                    <a:pt x="1152" y="711"/>
                    <a:pt x="1148" y="713"/>
                  </a:cubicBezTo>
                  <a:cubicBezTo>
                    <a:pt x="1147" y="713"/>
                    <a:pt x="1146" y="714"/>
                    <a:pt x="1146" y="714"/>
                  </a:cubicBezTo>
                  <a:cubicBezTo>
                    <a:pt x="1097" y="727"/>
                    <a:pt x="1097" y="727"/>
                    <a:pt x="1097" y="727"/>
                  </a:cubicBezTo>
                  <a:cubicBezTo>
                    <a:pt x="1128" y="755"/>
                    <a:pt x="1128" y="755"/>
                    <a:pt x="1128" y="755"/>
                  </a:cubicBezTo>
                  <a:cubicBezTo>
                    <a:pt x="1133" y="760"/>
                    <a:pt x="1138" y="764"/>
                    <a:pt x="1143" y="765"/>
                  </a:cubicBezTo>
                  <a:cubicBezTo>
                    <a:pt x="1148" y="767"/>
                    <a:pt x="1152" y="763"/>
                    <a:pt x="1155" y="752"/>
                  </a:cubicBezTo>
                  <a:cubicBezTo>
                    <a:pt x="1159" y="753"/>
                    <a:pt x="1159" y="753"/>
                    <a:pt x="1159" y="753"/>
                  </a:cubicBezTo>
                  <a:lnTo>
                    <a:pt x="1151" y="794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/>
                <a:ea typeface="+mn-ea"/>
                <a:cs typeface="+mn-cs"/>
              </a:endParaRPr>
            </a:p>
          </p:txBody>
        </p:sp>
        <p:sp>
          <p:nvSpPr>
            <p:cNvPr id="40" name="íṥļiďè">
              <a:extLst>
                <a:ext uri="{FF2B5EF4-FFF2-40B4-BE49-F238E27FC236}">
                  <a16:creationId xmlns:a16="http://schemas.microsoft.com/office/drawing/2014/main" id="{C992F954-8F23-A48F-6413-65881779A489}"/>
                </a:ext>
              </a:extLst>
            </p:cNvPr>
            <p:cNvSpPr/>
            <p:nvPr/>
          </p:nvSpPr>
          <p:spPr bwMode="auto">
            <a:xfrm>
              <a:off x="4260844" y="4031997"/>
              <a:ext cx="147714" cy="178275"/>
            </a:xfrm>
            <a:custGeom>
              <a:avLst/>
              <a:gdLst>
                <a:gd name="T0" fmla="*/ 4 w 111"/>
                <a:gd name="T1" fmla="*/ 78 h 133"/>
                <a:gd name="T2" fmla="*/ 1 w 111"/>
                <a:gd name="T3" fmla="*/ 41 h 133"/>
                <a:gd name="T4" fmla="*/ 14 w 111"/>
                <a:gd name="T5" fmla="*/ 16 h 133"/>
                <a:gd name="T6" fmla="*/ 40 w 111"/>
                <a:gd name="T7" fmla="*/ 3 h 133"/>
                <a:gd name="T8" fmla="*/ 63 w 111"/>
                <a:gd name="T9" fmla="*/ 1 h 133"/>
                <a:gd name="T10" fmla="*/ 82 w 111"/>
                <a:gd name="T11" fmla="*/ 9 h 133"/>
                <a:gd name="T12" fmla="*/ 96 w 111"/>
                <a:gd name="T13" fmla="*/ 26 h 133"/>
                <a:gd name="T14" fmla="*/ 106 w 111"/>
                <a:gd name="T15" fmla="*/ 54 h 133"/>
                <a:gd name="T16" fmla="*/ 109 w 111"/>
                <a:gd name="T17" fmla="*/ 91 h 133"/>
                <a:gd name="T18" fmla="*/ 97 w 111"/>
                <a:gd name="T19" fmla="*/ 115 h 133"/>
                <a:gd name="T20" fmla="*/ 70 w 111"/>
                <a:gd name="T21" fmla="*/ 129 h 133"/>
                <a:gd name="T22" fmla="*/ 31 w 111"/>
                <a:gd name="T23" fmla="*/ 125 h 133"/>
                <a:gd name="T24" fmla="*/ 4 w 111"/>
                <a:gd name="T25" fmla="*/ 78 h 133"/>
                <a:gd name="T26" fmla="*/ 24 w 111"/>
                <a:gd name="T27" fmla="*/ 73 h 133"/>
                <a:gd name="T28" fmla="*/ 42 w 111"/>
                <a:gd name="T29" fmla="*/ 112 h 133"/>
                <a:gd name="T30" fmla="*/ 67 w 111"/>
                <a:gd name="T31" fmla="*/ 117 h 133"/>
                <a:gd name="T32" fmla="*/ 87 w 111"/>
                <a:gd name="T33" fmla="*/ 101 h 133"/>
                <a:gd name="T34" fmla="*/ 87 w 111"/>
                <a:gd name="T35" fmla="*/ 59 h 133"/>
                <a:gd name="T36" fmla="*/ 68 w 111"/>
                <a:gd name="T37" fmla="*/ 20 h 133"/>
                <a:gd name="T38" fmla="*/ 43 w 111"/>
                <a:gd name="T39" fmla="*/ 15 h 133"/>
                <a:gd name="T40" fmla="*/ 24 w 111"/>
                <a:gd name="T41" fmla="*/ 29 h 133"/>
                <a:gd name="T42" fmla="*/ 24 w 111"/>
                <a:gd name="T43" fmla="*/ 73 h 13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</a:cxnLst>
              <a:rect l="0" t="0" r="r" b="b"/>
              <a:pathLst>
                <a:path w="111" h="133">
                  <a:moveTo>
                    <a:pt x="4" y="78"/>
                  </a:moveTo>
                  <a:cubicBezTo>
                    <a:pt x="0" y="63"/>
                    <a:pt x="0" y="51"/>
                    <a:pt x="1" y="41"/>
                  </a:cubicBezTo>
                  <a:cubicBezTo>
                    <a:pt x="3" y="31"/>
                    <a:pt x="7" y="23"/>
                    <a:pt x="14" y="16"/>
                  </a:cubicBezTo>
                  <a:cubicBezTo>
                    <a:pt x="20" y="10"/>
                    <a:pt x="29" y="5"/>
                    <a:pt x="40" y="3"/>
                  </a:cubicBezTo>
                  <a:cubicBezTo>
                    <a:pt x="49" y="1"/>
                    <a:pt x="56" y="0"/>
                    <a:pt x="63" y="1"/>
                  </a:cubicBezTo>
                  <a:cubicBezTo>
                    <a:pt x="70" y="3"/>
                    <a:pt x="77" y="5"/>
                    <a:pt x="82" y="9"/>
                  </a:cubicBezTo>
                  <a:cubicBezTo>
                    <a:pt x="87" y="13"/>
                    <a:pt x="92" y="19"/>
                    <a:pt x="96" y="26"/>
                  </a:cubicBezTo>
                  <a:cubicBezTo>
                    <a:pt x="100" y="32"/>
                    <a:pt x="104" y="42"/>
                    <a:pt x="106" y="54"/>
                  </a:cubicBezTo>
                  <a:cubicBezTo>
                    <a:pt x="110" y="69"/>
                    <a:pt x="111" y="81"/>
                    <a:pt x="109" y="91"/>
                  </a:cubicBezTo>
                  <a:cubicBezTo>
                    <a:pt x="107" y="101"/>
                    <a:pt x="103" y="109"/>
                    <a:pt x="97" y="115"/>
                  </a:cubicBezTo>
                  <a:cubicBezTo>
                    <a:pt x="90" y="122"/>
                    <a:pt x="81" y="127"/>
                    <a:pt x="70" y="129"/>
                  </a:cubicBezTo>
                  <a:cubicBezTo>
                    <a:pt x="55" y="133"/>
                    <a:pt x="42" y="131"/>
                    <a:pt x="31" y="125"/>
                  </a:cubicBezTo>
                  <a:cubicBezTo>
                    <a:pt x="18" y="117"/>
                    <a:pt x="9" y="101"/>
                    <a:pt x="4" y="78"/>
                  </a:cubicBezTo>
                  <a:close/>
                  <a:moveTo>
                    <a:pt x="24" y="73"/>
                  </a:moveTo>
                  <a:cubicBezTo>
                    <a:pt x="28" y="94"/>
                    <a:pt x="35" y="106"/>
                    <a:pt x="42" y="112"/>
                  </a:cubicBezTo>
                  <a:cubicBezTo>
                    <a:pt x="50" y="117"/>
                    <a:pt x="58" y="119"/>
                    <a:pt x="67" y="117"/>
                  </a:cubicBezTo>
                  <a:cubicBezTo>
                    <a:pt x="76" y="115"/>
                    <a:pt x="82" y="110"/>
                    <a:pt x="87" y="101"/>
                  </a:cubicBezTo>
                  <a:cubicBezTo>
                    <a:pt x="91" y="93"/>
                    <a:pt x="91" y="79"/>
                    <a:pt x="87" y="59"/>
                  </a:cubicBezTo>
                  <a:cubicBezTo>
                    <a:pt x="82" y="38"/>
                    <a:pt x="76" y="25"/>
                    <a:pt x="68" y="20"/>
                  </a:cubicBezTo>
                  <a:cubicBezTo>
                    <a:pt x="60" y="15"/>
                    <a:pt x="52" y="13"/>
                    <a:pt x="43" y="15"/>
                  </a:cubicBezTo>
                  <a:cubicBezTo>
                    <a:pt x="34" y="17"/>
                    <a:pt x="28" y="22"/>
                    <a:pt x="24" y="29"/>
                  </a:cubicBezTo>
                  <a:cubicBezTo>
                    <a:pt x="19" y="38"/>
                    <a:pt x="19" y="53"/>
                    <a:pt x="24" y="73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/>
                <a:ea typeface="+mn-ea"/>
                <a:cs typeface="+mn-cs"/>
              </a:endParaRPr>
            </a:p>
          </p:txBody>
        </p:sp>
        <p:sp>
          <p:nvSpPr>
            <p:cNvPr id="41" name="ïşḻiḋe">
              <a:extLst>
                <a:ext uri="{FF2B5EF4-FFF2-40B4-BE49-F238E27FC236}">
                  <a16:creationId xmlns:a16="http://schemas.microsoft.com/office/drawing/2014/main" id="{B662FBC8-4E62-784E-E75B-BDDBF3B6A86B}"/>
                </a:ext>
              </a:extLst>
            </p:cNvPr>
            <p:cNvSpPr/>
            <p:nvPr/>
          </p:nvSpPr>
          <p:spPr bwMode="auto">
            <a:xfrm>
              <a:off x="4540989" y="3911449"/>
              <a:ext cx="162994" cy="191858"/>
            </a:xfrm>
            <a:custGeom>
              <a:avLst/>
              <a:gdLst>
                <a:gd name="T0" fmla="*/ 21 w 123"/>
                <a:gd name="T1" fmla="*/ 125 h 144"/>
                <a:gd name="T2" fmla="*/ 40 w 123"/>
                <a:gd name="T3" fmla="*/ 115 h 144"/>
                <a:gd name="T4" fmla="*/ 58 w 123"/>
                <a:gd name="T5" fmla="*/ 127 h 144"/>
                <a:gd name="T6" fmla="*/ 79 w 123"/>
                <a:gd name="T7" fmla="*/ 125 h 144"/>
                <a:gd name="T8" fmla="*/ 99 w 123"/>
                <a:gd name="T9" fmla="*/ 107 h 144"/>
                <a:gd name="T10" fmla="*/ 99 w 123"/>
                <a:gd name="T11" fmla="*/ 82 h 144"/>
                <a:gd name="T12" fmla="*/ 81 w 123"/>
                <a:gd name="T13" fmla="*/ 67 h 144"/>
                <a:gd name="T14" fmla="*/ 54 w 123"/>
                <a:gd name="T15" fmla="*/ 70 h 144"/>
                <a:gd name="T16" fmla="*/ 39 w 123"/>
                <a:gd name="T17" fmla="*/ 80 h 144"/>
                <a:gd name="T18" fmla="*/ 31 w 123"/>
                <a:gd name="T19" fmla="*/ 93 h 144"/>
                <a:gd name="T20" fmla="*/ 13 w 123"/>
                <a:gd name="T21" fmla="*/ 99 h 144"/>
                <a:gd name="T22" fmla="*/ 0 w 123"/>
                <a:gd name="T23" fmla="*/ 33 h 144"/>
                <a:gd name="T24" fmla="*/ 76 w 123"/>
                <a:gd name="T25" fmla="*/ 0 h 144"/>
                <a:gd name="T26" fmla="*/ 83 w 123"/>
                <a:gd name="T27" fmla="*/ 14 h 144"/>
                <a:gd name="T28" fmla="*/ 22 w 123"/>
                <a:gd name="T29" fmla="*/ 40 h 144"/>
                <a:gd name="T30" fmla="*/ 28 w 123"/>
                <a:gd name="T31" fmla="*/ 75 h 144"/>
                <a:gd name="T32" fmla="*/ 53 w 123"/>
                <a:gd name="T33" fmla="*/ 55 h 144"/>
                <a:gd name="T34" fmla="*/ 92 w 123"/>
                <a:gd name="T35" fmla="*/ 51 h 144"/>
                <a:gd name="T36" fmla="*/ 118 w 123"/>
                <a:gd name="T37" fmla="*/ 73 h 144"/>
                <a:gd name="T38" fmla="*/ 119 w 123"/>
                <a:gd name="T39" fmla="*/ 105 h 144"/>
                <a:gd name="T40" fmla="*/ 85 w 123"/>
                <a:gd name="T41" fmla="*/ 136 h 144"/>
                <a:gd name="T42" fmla="*/ 47 w 123"/>
                <a:gd name="T43" fmla="*/ 142 h 144"/>
                <a:gd name="T44" fmla="*/ 21 w 123"/>
                <a:gd name="T45" fmla="*/ 125 h 14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</a:cxnLst>
              <a:rect l="0" t="0" r="r" b="b"/>
              <a:pathLst>
                <a:path w="123" h="144">
                  <a:moveTo>
                    <a:pt x="21" y="125"/>
                  </a:moveTo>
                  <a:cubicBezTo>
                    <a:pt x="40" y="115"/>
                    <a:pt x="40" y="115"/>
                    <a:pt x="40" y="115"/>
                  </a:cubicBezTo>
                  <a:cubicBezTo>
                    <a:pt x="45" y="122"/>
                    <a:pt x="51" y="126"/>
                    <a:pt x="58" y="127"/>
                  </a:cubicBezTo>
                  <a:cubicBezTo>
                    <a:pt x="65" y="129"/>
                    <a:pt x="72" y="128"/>
                    <a:pt x="79" y="125"/>
                  </a:cubicBezTo>
                  <a:cubicBezTo>
                    <a:pt x="89" y="121"/>
                    <a:pt x="95" y="115"/>
                    <a:pt x="99" y="107"/>
                  </a:cubicBezTo>
                  <a:cubicBezTo>
                    <a:pt x="103" y="99"/>
                    <a:pt x="103" y="91"/>
                    <a:pt x="99" y="82"/>
                  </a:cubicBezTo>
                  <a:cubicBezTo>
                    <a:pt x="95" y="74"/>
                    <a:pt x="89" y="69"/>
                    <a:pt x="81" y="67"/>
                  </a:cubicBezTo>
                  <a:cubicBezTo>
                    <a:pt x="73" y="65"/>
                    <a:pt x="64" y="66"/>
                    <a:pt x="54" y="70"/>
                  </a:cubicBezTo>
                  <a:cubicBezTo>
                    <a:pt x="48" y="72"/>
                    <a:pt x="43" y="76"/>
                    <a:pt x="39" y="80"/>
                  </a:cubicBezTo>
                  <a:cubicBezTo>
                    <a:pt x="35" y="84"/>
                    <a:pt x="33" y="89"/>
                    <a:pt x="31" y="93"/>
                  </a:cubicBezTo>
                  <a:cubicBezTo>
                    <a:pt x="13" y="99"/>
                    <a:pt x="13" y="99"/>
                    <a:pt x="13" y="99"/>
                  </a:cubicBezTo>
                  <a:cubicBezTo>
                    <a:pt x="0" y="33"/>
                    <a:pt x="0" y="33"/>
                    <a:pt x="0" y="33"/>
                  </a:cubicBezTo>
                  <a:cubicBezTo>
                    <a:pt x="76" y="0"/>
                    <a:pt x="76" y="0"/>
                    <a:pt x="76" y="0"/>
                  </a:cubicBezTo>
                  <a:cubicBezTo>
                    <a:pt x="83" y="14"/>
                    <a:pt x="83" y="14"/>
                    <a:pt x="83" y="14"/>
                  </a:cubicBezTo>
                  <a:cubicBezTo>
                    <a:pt x="22" y="40"/>
                    <a:pt x="22" y="40"/>
                    <a:pt x="22" y="40"/>
                  </a:cubicBezTo>
                  <a:cubicBezTo>
                    <a:pt x="28" y="75"/>
                    <a:pt x="28" y="75"/>
                    <a:pt x="28" y="75"/>
                  </a:cubicBezTo>
                  <a:cubicBezTo>
                    <a:pt x="35" y="66"/>
                    <a:pt x="43" y="59"/>
                    <a:pt x="53" y="55"/>
                  </a:cubicBezTo>
                  <a:cubicBezTo>
                    <a:pt x="67" y="49"/>
                    <a:pt x="79" y="48"/>
                    <a:pt x="92" y="51"/>
                  </a:cubicBezTo>
                  <a:cubicBezTo>
                    <a:pt x="104" y="54"/>
                    <a:pt x="113" y="62"/>
                    <a:pt x="118" y="73"/>
                  </a:cubicBezTo>
                  <a:cubicBezTo>
                    <a:pt x="123" y="83"/>
                    <a:pt x="123" y="94"/>
                    <a:pt x="119" y="105"/>
                  </a:cubicBezTo>
                  <a:cubicBezTo>
                    <a:pt x="113" y="119"/>
                    <a:pt x="102" y="129"/>
                    <a:pt x="85" y="136"/>
                  </a:cubicBezTo>
                  <a:cubicBezTo>
                    <a:pt x="71" y="142"/>
                    <a:pt x="58" y="144"/>
                    <a:pt x="47" y="142"/>
                  </a:cubicBezTo>
                  <a:cubicBezTo>
                    <a:pt x="35" y="140"/>
                    <a:pt x="27" y="134"/>
                    <a:pt x="21" y="125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/>
                <a:ea typeface="+mn-ea"/>
                <a:cs typeface="+mn-cs"/>
              </a:endParaRPr>
            </a:p>
          </p:txBody>
        </p:sp>
        <p:sp>
          <p:nvSpPr>
            <p:cNvPr id="42" name="iśḷiḍê">
              <a:extLst>
                <a:ext uri="{FF2B5EF4-FFF2-40B4-BE49-F238E27FC236}">
                  <a16:creationId xmlns:a16="http://schemas.microsoft.com/office/drawing/2014/main" id="{8000F1A9-4A91-BB28-935E-4D9946A649A8}"/>
                </a:ext>
              </a:extLst>
            </p:cNvPr>
            <p:cNvSpPr/>
            <p:nvPr/>
          </p:nvSpPr>
          <p:spPr bwMode="auto">
            <a:xfrm>
              <a:off x="3953533" y="4011623"/>
              <a:ext cx="156202" cy="176577"/>
            </a:xfrm>
            <a:custGeom>
              <a:avLst/>
              <a:gdLst>
                <a:gd name="T0" fmla="*/ 1 w 117"/>
                <a:gd name="T1" fmla="*/ 84 h 132"/>
                <a:gd name="T2" fmla="*/ 20 w 117"/>
                <a:gd name="T3" fmla="*/ 88 h 132"/>
                <a:gd name="T4" fmla="*/ 25 w 117"/>
                <a:gd name="T5" fmla="*/ 106 h 132"/>
                <a:gd name="T6" fmla="*/ 40 w 117"/>
                <a:gd name="T7" fmla="*/ 115 h 132"/>
                <a:gd name="T8" fmla="*/ 57 w 117"/>
                <a:gd name="T9" fmla="*/ 117 h 132"/>
                <a:gd name="T10" fmla="*/ 70 w 117"/>
                <a:gd name="T11" fmla="*/ 112 h 132"/>
                <a:gd name="T12" fmla="*/ 81 w 117"/>
                <a:gd name="T13" fmla="*/ 100 h 132"/>
                <a:gd name="T14" fmla="*/ 90 w 117"/>
                <a:gd name="T15" fmla="*/ 82 h 132"/>
                <a:gd name="T16" fmla="*/ 91 w 117"/>
                <a:gd name="T17" fmla="*/ 79 h 132"/>
                <a:gd name="T18" fmla="*/ 71 w 117"/>
                <a:gd name="T19" fmla="*/ 86 h 132"/>
                <a:gd name="T20" fmla="*/ 49 w 117"/>
                <a:gd name="T21" fmla="*/ 84 h 132"/>
                <a:gd name="T22" fmla="*/ 19 w 117"/>
                <a:gd name="T23" fmla="*/ 63 h 132"/>
                <a:gd name="T24" fmla="*/ 15 w 117"/>
                <a:gd name="T25" fmla="*/ 30 h 132"/>
                <a:gd name="T26" fmla="*/ 38 w 117"/>
                <a:gd name="T27" fmla="*/ 5 h 132"/>
                <a:gd name="T28" fmla="*/ 76 w 117"/>
                <a:gd name="T29" fmla="*/ 4 h 132"/>
                <a:gd name="T30" fmla="*/ 102 w 117"/>
                <a:gd name="T31" fmla="*/ 19 h 132"/>
                <a:gd name="T32" fmla="*/ 115 w 117"/>
                <a:gd name="T33" fmla="*/ 43 h 132"/>
                <a:gd name="T34" fmla="*/ 112 w 117"/>
                <a:gd name="T35" fmla="*/ 79 h 132"/>
                <a:gd name="T36" fmla="*/ 94 w 117"/>
                <a:gd name="T37" fmla="*/ 114 h 132"/>
                <a:gd name="T38" fmla="*/ 68 w 117"/>
                <a:gd name="T39" fmla="*/ 129 h 132"/>
                <a:gd name="T40" fmla="*/ 36 w 117"/>
                <a:gd name="T41" fmla="*/ 128 h 132"/>
                <a:gd name="T42" fmla="*/ 9 w 117"/>
                <a:gd name="T43" fmla="*/ 111 h 132"/>
                <a:gd name="T44" fmla="*/ 1 w 117"/>
                <a:gd name="T45" fmla="*/ 84 h 132"/>
                <a:gd name="T46" fmla="*/ 96 w 117"/>
                <a:gd name="T47" fmla="*/ 54 h 132"/>
                <a:gd name="T48" fmla="*/ 93 w 117"/>
                <a:gd name="T49" fmla="*/ 31 h 132"/>
                <a:gd name="T50" fmla="*/ 75 w 117"/>
                <a:gd name="T51" fmla="*/ 17 h 132"/>
                <a:gd name="T52" fmla="*/ 50 w 117"/>
                <a:gd name="T53" fmla="*/ 18 h 132"/>
                <a:gd name="T54" fmla="*/ 34 w 117"/>
                <a:gd name="T55" fmla="*/ 37 h 132"/>
                <a:gd name="T56" fmla="*/ 37 w 117"/>
                <a:gd name="T57" fmla="*/ 58 h 132"/>
                <a:gd name="T58" fmla="*/ 57 w 117"/>
                <a:gd name="T59" fmla="*/ 72 h 132"/>
                <a:gd name="T60" fmla="*/ 81 w 117"/>
                <a:gd name="T61" fmla="*/ 72 h 132"/>
                <a:gd name="T62" fmla="*/ 96 w 117"/>
                <a:gd name="T63" fmla="*/ 54 h 13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</a:cxnLst>
              <a:rect l="0" t="0" r="r" b="b"/>
              <a:pathLst>
                <a:path w="117" h="132">
                  <a:moveTo>
                    <a:pt x="1" y="84"/>
                  </a:moveTo>
                  <a:cubicBezTo>
                    <a:pt x="20" y="88"/>
                    <a:pt x="20" y="88"/>
                    <a:pt x="20" y="88"/>
                  </a:cubicBezTo>
                  <a:cubicBezTo>
                    <a:pt x="20" y="96"/>
                    <a:pt x="21" y="101"/>
                    <a:pt x="25" y="106"/>
                  </a:cubicBezTo>
                  <a:cubicBezTo>
                    <a:pt x="28" y="110"/>
                    <a:pt x="33" y="113"/>
                    <a:pt x="40" y="115"/>
                  </a:cubicBezTo>
                  <a:cubicBezTo>
                    <a:pt x="46" y="117"/>
                    <a:pt x="51" y="118"/>
                    <a:pt x="57" y="117"/>
                  </a:cubicBezTo>
                  <a:cubicBezTo>
                    <a:pt x="62" y="116"/>
                    <a:pt x="66" y="114"/>
                    <a:pt x="70" y="112"/>
                  </a:cubicBezTo>
                  <a:cubicBezTo>
                    <a:pt x="74" y="109"/>
                    <a:pt x="78" y="105"/>
                    <a:pt x="81" y="100"/>
                  </a:cubicBezTo>
                  <a:cubicBezTo>
                    <a:pt x="85" y="94"/>
                    <a:pt x="88" y="88"/>
                    <a:pt x="90" y="82"/>
                  </a:cubicBezTo>
                  <a:cubicBezTo>
                    <a:pt x="90" y="82"/>
                    <a:pt x="90" y="81"/>
                    <a:pt x="91" y="79"/>
                  </a:cubicBezTo>
                  <a:cubicBezTo>
                    <a:pt x="85" y="83"/>
                    <a:pt x="79" y="85"/>
                    <a:pt x="71" y="86"/>
                  </a:cubicBezTo>
                  <a:cubicBezTo>
                    <a:pt x="64" y="87"/>
                    <a:pt x="56" y="86"/>
                    <a:pt x="49" y="84"/>
                  </a:cubicBezTo>
                  <a:cubicBezTo>
                    <a:pt x="36" y="80"/>
                    <a:pt x="26" y="73"/>
                    <a:pt x="19" y="63"/>
                  </a:cubicBezTo>
                  <a:cubicBezTo>
                    <a:pt x="12" y="53"/>
                    <a:pt x="11" y="42"/>
                    <a:pt x="15" y="30"/>
                  </a:cubicBezTo>
                  <a:cubicBezTo>
                    <a:pt x="18" y="18"/>
                    <a:pt x="26" y="9"/>
                    <a:pt x="38" y="5"/>
                  </a:cubicBezTo>
                  <a:cubicBezTo>
                    <a:pt x="49" y="0"/>
                    <a:pt x="62" y="0"/>
                    <a:pt x="76" y="4"/>
                  </a:cubicBezTo>
                  <a:cubicBezTo>
                    <a:pt x="86" y="7"/>
                    <a:pt x="95" y="12"/>
                    <a:pt x="102" y="19"/>
                  </a:cubicBezTo>
                  <a:cubicBezTo>
                    <a:pt x="109" y="25"/>
                    <a:pt x="113" y="33"/>
                    <a:pt x="115" y="43"/>
                  </a:cubicBezTo>
                  <a:cubicBezTo>
                    <a:pt x="117" y="52"/>
                    <a:pt x="116" y="64"/>
                    <a:pt x="112" y="79"/>
                  </a:cubicBezTo>
                  <a:cubicBezTo>
                    <a:pt x="107" y="94"/>
                    <a:pt x="101" y="106"/>
                    <a:pt x="94" y="114"/>
                  </a:cubicBezTo>
                  <a:cubicBezTo>
                    <a:pt x="87" y="122"/>
                    <a:pt x="78" y="127"/>
                    <a:pt x="68" y="129"/>
                  </a:cubicBezTo>
                  <a:cubicBezTo>
                    <a:pt x="58" y="132"/>
                    <a:pt x="47" y="131"/>
                    <a:pt x="36" y="128"/>
                  </a:cubicBezTo>
                  <a:cubicBezTo>
                    <a:pt x="24" y="124"/>
                    <a:pt x="15" y="118"/>
                    <a:pt x="9" y="111"/>
                  </a:cubicBezTo>
                  <a:cubicBezTo>
                    <a:pt x="2" y="103"/>
                    <a:pt x="0" y="94"/>
                    <a:pt x="1" y="84"/>
                  </a:cubicBezTo>
                  <a:close/>
                  <a:moveTo>
                    <a:pt x="96" y="54"/>
                  </a:moveTo>
                  <a:cubicBezTo>
                    <a:pt x="98" y="45"/>
                    <a:pt x="98" y="38"/>
                    <a:pt x="93" y="31"/>
                  </a:cubicBezTo>
                  <a:cubicBezTo>
                    <a:pt x="89" y="24"/>
                    <a:pt x="83" y="19"/>
                    <a:pt x="75" y="17"/>
                  </a:cubicBezTo>
                  <a:cubicBezTo>
                    <a:pt x="66" y="14"/>
                    <a:pt x="58" y="15"/>
                    <a:pt x="50" y="18"/>
                  </a:cubicBezTo>
                  <a:cubicBezTo>
                    <a:pt x="42" y="22"/>
                    <a:pt x="37" y="28"/>
                    <a:pt x="34" y="37"/>
                  </a:cubicBezTo>
                  <a:cubicBezTo>
                    <a:pt x="32" y="44"/>
                    <a:pt x="33" y="52"/>
                    <a:pt x="37" y="58"/>
                  </a:cubicBezTo>
                  <a:cubicBezTo>
                    <a:pt x="42" y="65"/>
                    <a:pt x="48" y="70"/>
                    <a:pt x="57" y="72"/>
                  </a:cubicBezTo>
                  <a:cubicBezTo>
                    <a:pt x="66" y="75"/>
                    <a:pt x="74" y="75"/>
                    <a:pt x="81" y="72"/>
                  </a:cubicBezTo>
                  <a:cubicBezTo>
                    <a:pt x="88" y="68"/>
                    <a:pt x="93" y="63"/>
                    <a:pt x="96" y="5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/>
                <a:ea typeface="+mn-ea"/>
                <a:cs typeface="+mn-cs"/>
              </a:endParaRPr>
            </a:p>
          </p:txBody>
        </p:sp>
        <p:sp>
          <p:nvSpPr>
            <p:cNvPr id="43" name="ïŝļíďê">
              <a:extLst>
                <a:ext uri="{FF2B5EF4-FFF2-40B4-BE49-F238E27FC236}">
                  <a16:creationId xmlns:a16="http://schemas.microsoft.com/office/drawing/2014/main" id="{4580E605-2129-7F23-3FFD-B78F9F416EB8}"/>
                </a:ext>
              </a:extLst>
            </p:cNvPr>
            <p:cNvSpPr/>
            <p:nvPr/>
          </p:nvSpPr>
          <p:spPr bwMode="auto">
            <a:xfrm>
              <a:off x="3731115" y="3918241"/>
              <a:ext cx="115454" cy="151109"/>
            </a:xfrm>
            <a:custGeom>
              <a:avLst/>
              <a:gdLst>
                <a:gd name="T0" fmla="*/ 16 w 87"/>
                <a:gd name="T1" fmla="*/ 114 h 114"/>
                <a:gd name="T2" fmla="*/ 0 w 87"/>
                <a:gd name="T3" fmla="*/ 103 h 114"/>
                <a:gd name="T4" fmla="*/ 55 w 87"/>
                <a:gd name="T5" fmla="*/ 20 h 114"/>
                <a:gd name="T6" fmla="*/ 34 w 87"/>
                <a:gd name="T7" fmla="*/ 18 h 114"/>
                <a:gd name="T8" fmla="*/ 12 w 87"/>
                <a:gd name="T9" fmla="*/ 13 h 114"/>
                <a:gd name="T10" fmla="*/ 20 w 87"/>
                <a:gd name="T11" fmla="*/ 1 h 114"/>
                <a:gd name="T12" fmla="*/ 52 w 87"/>
                <a:gd name="T13" fmla="*/ 4 h 114"/>
                <a:gd name="T14" fmla="*/ 77 w 87"/>
                <a:gd name="T15" fmla="*/ 0 h 114"/>
                <a:gd name="T16" fmla="*/ 87 w 87"/>
                <a:gd name="T17" fmla="*/ 7 h 114"/>
                <a:gd name="T18" fmla="*/ 16 w 87"/>
                <a:gd name="T19" fmla="*/ 114 h 11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87" h="114">
                  <a:moveTo>
                    <a:pt x="16" y="114"/>
                  </a:moveTo>
                  <a:cubicBezTo>
                    <a:pt x="0" y="103"/>
                    <a:pt x="0" y="103"/>
                    <a:pt x="0" y="103"/>
                  </a:cubicBezTo>
                  <a:cubicBezTo>
                    <a:pt x="55" y="20"/>
                    <a:pt x="55" y="20"/>
                    <a:pt x="55" y="20"/>
                  </a:cubicBezTo>
                  <a:cubicBezTo>
                    <a:pt x="49" y="20"/>
                    <a:pt x="42" y="19"/>
                    <a:pt x="34" y="18"/>
                  </a:cubicBezTo>
                  <a:cubicBezTo>
                    <a:pt x="25" y="17"/>
                    <a:pt x="18" y="15"/>
                    <a:pt x="12" y="13"/>
                  </a:cubicBezTo>
                  <a:cubicBezTo>
                    <a:pt x="20" y="1"/>
                    <a:pt x="20" y="1"/>
                    <a:pt x="20" y="1"/>
                  </a:cubicBezTo>
                  <a:cubicBezTo>
                    <a:pt x="32" y="3"/>
                    <a:pt x="42" y="5"/>
                    <a:pt x="52" y="4"/>
                  </a:cubicBezTo>
                  <a:cubicBezTo>
                    <a:pt x="63" y="4"/>
                    <a:pt x="71" y="3"/>
                    <a:pt x="77" y="0"/>
                  </a:cubicBezTo>
                  <a:cubicBezTo>
                    <a:pt x="87" y="7"/>
                    <a:pt x="87" y="7"/>
                    <a:pt x="87" y="7"/>
                  </a:cubicBezTo>
                  <a:lnTo>
                    <a:pt x="16" y="114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/>
                <a:ea typeface="+mn-ea"/>
                <a:cs typeface="+mn-cs"/>
              </a:endParaRPr>
            </a:p>
          </p:txBody>
        </p:sp>
        <p:sp>
          <p:nvSpPr>
            <p:cNvPr id="44" name="ïšľîdê">
              <a:extLst>
                <a:ext uri="{FF2B5EF4-FFF2-40B4-BE49-F238E27FC236}">
                  <a16:creationId xmlns:a16="http://schemas.microsoft.com/office/drawing/2014/main" id="{F591791B-C838-7EF8-D54F-18E20F69EAC3}"/>
                </a:ext>
              </a:extLst>
            </p:cNvPr>
            <p:cNvSpPr/>
            <p:nvPr/>
          </p:nvSpPr>
          <p:spPr bwMode="auto">
            <a:xfrm>
              <a:off x="3720928" y="2868968"/>
              <a:ext cx="927027" cy="1069647"/>
            </a:xfrm>
            <a:custGeom>
              <a:avLst/>
              <a:gdLst>
                <a:gd name="T0" fmla="*/ 278 w 696"/>
                <a:gd name="T1" fmla="*/ 294 h 802"/>
                <a:gd name="T2" fmla="*/ 355 w 696"/>
                <a:gd name="T3" fmla="*/ 253 h 802"/>
                <a:gd name="T4" fmla="*/ 351 w 696"/>
                <a:gd name="T5" fmla="*/ 199 h 802"/>
                <a:gd name="T6" fmla="*/ 293 w 696"/>
                <a:gd name="T7" fmla="*/ 184 h 802"/>
                <a:gd name="T8" fmla="*/ 402 w 696"/>
                <a:gd name="T9" fmla="*/ 0 h 802"/>
                <a:gd name="T10" fmla="*/ 425 w 696"/>
                <a:gd name="T11" fmla="*/ 167 h 802"/>
                <a:gd name="T12" fmla="*/ 690 w 696"/>
                <a:gd name="T13" fmla="*/ 189 h 802"/>
                <a:gd name="T14" fmla="*/ 453 w 696"/>
                <a:gd name="T15" fmla="*/ 208 h 802"/>
                <a:gd name="T16" fmla="*/ 405 w 696"/>
                <a:gd name="T17" fmla="*/ 353 h 802"/>
                <a:gd name="T18" fmla="*/ 365 w 696"/>
                <a:gd name="T19" fmla="*/ 493 h 802"/>
                <a:gd name="T20" fmla="*/ 359 w 696"/>
                <a:gd name="T21" fmla="*/ 724 h 802"/>
                <a:gd name="T22" fmla="*/ 342 w 696"/>
                <a:gd name="T23" fmla="*/ 799 h 802"/>
                <a:gd name="T24" fmla="*/ 298 w 696"/>
                <a:gd name="T25" fmla="*/ 622 h 802"/>
                <a:gd name="T26" fmla="*/ 51 w 696"/>
                <a:gd name="T27" fmla="*/ 588 h 802"/>
                <a:gd name="T28" fmla="*/ 0 w 696"/>
                <a:gd name="T29" fmla="*/ 586 h 802"/>
                <a:gd name="T30" fmla="*/ 306 w 696"/>
                <a:gd name="T31" fmla="*/ 546 h 802"/>
                <a:gd name="T32" fmla="*/ 361 w 696"/>
                <a:gd name="T33" fmla="*/ 325 h 802"/>
                <a:gd name="T34" fmla="*/ 302 w 696"/>
                <a:gd name="T35" fmla="*/ 364 h 802"/>
                <a:gd name="T36" fmla="*/ 283 w 696"/>
                <a:gd name="T37" fmla="*/ 417 h 802"/>
                <a:gd name="T38" fmla="*/ 104 w 696"/>
                <a:gd name="T39" fmla="*/ 502 h 802"/>
                <a:gd name="T40" fmla="*/ 23 w 696"/>
                <a:gd name="T41" fmla="*/ 325 h 802"/>
                <a:gd name="T42" fmla="*/ 239 w 696"/>
                <a:gd name="T43" fmla="*/ 204 h 802"/>
                <a:gd name="T44" fmla="*/ 453 w 696"/>
                <a:gd name="T45" fmla="*/ 491 h 802"/>
                <a:gd name="T46" fmla="*/ 500 w 696"/>
                <a:gd name="T47" fmla="*/ 530 h 802"/>
                <a:gd name="T48" fmla="*/ 395 w 696"/>
                <a:gd name="T49" fmla="*/ 572 h 802"/>
                <a:gd name="T50" fmla="*/ 502 w 696"/>
                <a:gd name="T51" fmla="*/ 587 h 802"/>
                <a:gd name="T52" fmla="*/ 513 w 696"/>
                <a:gd name="T53" fmla="*/ 616 h 802"/>
                <a:gd name="T54" fmla="*/ 406 w 696"/>
                <a:gd name="T55" fmla="*/ 690 h 802"/>
                <a:gd name="T56" fmla="*/ 560 w 696"/>
                <a:gd name="T57" fmla="*/ 745 h 802"/>
                <a:gd name="T58" fmla="*/ 559 w 696"/>
                <a:gd name="T59" fmla="*/ 667 h 802"/>
                <a:gd name="T60" fmla="*/ 608 w 696"/>
                <a:gd name="T61" fmla="*/ 646 h 802"/>
                <a:gd name="T62" fmla="*/ 663 w 696"/>
                <a:gd name="T63" fmla="*/ 601 h 802"/>
                <a:gd name="T64" fmla="*/ 668 w 696"/>
                <a:gd name="T65" fmla="*/ 557 h 802"/>
                <a:gd name="T66" fmla="*/ 667 w 696"/>
                <a:gd name="T67" fmla="*/ 489 h 802"/>
                <a:gd name="T68" fmla="*/ 639 w 696"/>
                <a:gd name="T69" fmla="*/ 514 h 802"/>
                <a:gd name="T70" fmla="*/ 572 w 696"/>
                <a:gd name="T71" fmla="*/ 517 h 802"/>
                <a:gd name="T72" fmla="*/ 533 w 696"/>
                <a:gd name="T73" fmla="*/ 490 h 802"/>
                <a:gd name="T74" fmla="*/ 453 w 696"/>
                <a:gd name="T75" fmla="*/ 491 h 802"/>
                <a:gd name="T76" fmla="*/ 556 w 696"/>
                <a:gd name="T77" fmla="*/ 584 h 802"/>
                <a:gd name="T78" fmla="*/ 624 w 696"/>
                <a:gd name="T79" fmla="*/ 584 h 802"/>
                <a:gd name="T80" fmla="*/ 513 w 696"/>
                <a:gd name="T81" fmla="*/ 357 h 802"/>
                <a:gd name="T82" fmla="*/ 488 w 696"/>
                <a:gd name="T83" fmla="*/ 461 h 802"/>
                <a:gd name="T84" fmla="*/ 679 w 696"/>
                <a:gd name="T85" fmla="*/ 422 h 802"/>
                <a:gd name="T86" fmla="*/ 513 w 696"/>
                <a:gd name="T87" fmla="*/ 357 h 802"/>
                <a:gd name="T88" fmla="*/ 480 w 696"/>
                <a:gd name="T89" fmla="*/ 410 h 802"/>
                <a:gd name="T90" fmla="*/ 575 w 696"/>
                <a:gd name="T91" fmla="*/ 433 h 802"/>
                <a:gd name="T92" fmla="*/ 581 w 696"/>
                <a:gd name="T93" fmla="*/ 389 h 802"/>
                <a:gd name="T94" fmla="*/ 524 w 696"/>
                <a:gd name="T95" fmla="*/ 234 h 802"/>
                <a:gd name="T96" fmla="*/ 493 w 696"/>
                <a:gd name="T97" fmla="*/ 341 h 802"/>
                <a:gd name="T98" fmla="*/ 694 w 696"/>
                <a:gd name="T99" fmla="*/ 293 h 802"/>
                <a:gd name="T100" fmla="*/ 524 w 696"/>
                <a:gd name="T101" fmla="*/ 234 h 802"/>
                <a:gd name="T102" fmla="*/ 492 w 696"/>
                <a:gd name="T103" fmla="*/ 291 h 802"/>
                <a:gd name="T104" fmla="*/ 587 w 696"/>
                <a:gd name="T105" fmla="*/ 311 h 802"/>
                <a:gd name="T106" fmla="*/ 593 w 696"/>
                <a:gd name="T107" fmla="*/ 270 h 802"/>
                <a:gd name="T108" fmla="*/ 87 w 696"/>
                <a:gd name="T109" fmla="*/ 375 h 802"/>
                <a:gd name="T110" fmla="*/ 106 w 696"/>
                <a:gd name="T111" fmla="*/ 443 h 802"/>
                <a:gd name="T112" fmla="*/ 199 w 696"/>
                <a:gd name="T113" fmla="*/ 455 h 802"/>
                <a:gd name="T114" fmla="*/ 225 w 696"/>
                <a:gd name="T115" fmla="*/ 371 h 802"/>
                <a:gd name="T116" fmla="*/ 225 w 696"/>
                <a:gd name="T117" fmla="*/ 322 h 802"/>
                <a:gd name="T118" fmla="*/ 170 w 696"/>
                <a:gd name="T119" fmla="*/ 241 h 802"/>
                <a:gd name="T120" fmla="*/ 76 w 696"/>
                <a:gd name="T121" fmla="*/ 327 h 80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  <a:cxn ang="0">
                  <a:pos x="T118" y="T119"/>
                </a:cxn>
                <a:cxn ang="0">
                  <a:pos x="T120" y="T121"/>
                </a:cxn>
              </a:cxnLst>
              <a:rect l="0" t="0" r="r" b="b"/>
              <a:pathLst>
                <a:path w="696" h="802">
                  <a:moveTo>
                    <a:pt x="274" y="278"/>
                  </a:moveTo>
                  <a:cubicBezTo>
                    <a:pt x="276" y="283"/>
                    <a:pt x="277" y="289"/>
                    <a:pt x="278" y="294"/>
                  </a:cubicBezTo>
                  <a:cubicBezTo>
                    <a:pt x="285" y="301"/>
                    <a:pt x="295" y="302"/>
                    <a:pt x="309" y="295"/>
                  </a:cubicBezTo>
                  <a:cubicBezTo>
                    <a:pt x="329" y="282"/>
                    <a:pt x="343" y="268"/>
                    <a:pt x="355" y="253"/>
                  </a:cubicBezTo>
                  <a:cubicBezTo>
                    <a:pt x="367" y="234"/>
                    <a:pt x="370" y="216"/>
                    <a:pt x="362" y="197"/>
                  </a:cubicBezTo>
                  <a:cubicBezTo>
                    <a:pt x="360" y="196"/>
                    <a:pt x="356" y="196"/>
                    <a:pt x="351" y="199"/>
                  </a:cubicBezTo>
                  <a:cubicBezTo>
                    <a:pt x="343" y="204"/>
                    <a:pt x="336" y="210"/>
                    <a:pt x="328" y="216"/>
                  </a:cubicBezTo>
                  <a:cubicBezTo>
                    <a:pt x="303" y="235"/>
                    <a:pt x="269" y="211"/>
                    <a:pt x="293" y="184"/>
                  </a:cubicBezTo>
                  <a:cubicBezTo>
                    <a:pt x="293" y="184"/>
                    <a:pt x="344" y="134"/>
                    <a:pt x="366" y="113"/>
                  </a:cubicBezTo>
                  <a:cubicBezTo>
                    <a:pt x="387" y="92"/>
                    <a:pt x="402" y="0"/>
                    <a:pt x="402" y="0"/>
                  </a:cubicBezTo>
                  <a:cubicBezTo>
                    <a:pt x="434" y="7"/>
                    <a:pt x="457" y="58"/>
                    <a:pt x="394" y="131"/>
                  </a:cubicBezTo>
                  <a:cubicBezTo>
                    <a:pt x="404" y="143"/>
                    <a:pt x="415" y="155"/>
                    <a:pt x="425" y="167"/>
                  </a:cubicBezTo>
                  <a:cubicBezTo>
                    <a:pt x="477" y="161"/>
                    <a:pt x="523" y="155"/>
                    <a:pt x="572" y="155"/>
                  </a:cubicBezTo>
                  <a:cubicBezTo>
                    <a:pt x="646" y="154"/>
                    <a:pt x="682" y="167"/>
                    <a:pt x="690" y="189"/>
                  </a:cubicBezTo>
                  <a:cubicBezTo>
                    <a:pt x="696" y="206"/>
                    <a:pt x="683" y="206"/>
                    <a:pt x="669" y="206"/>
                  </a:cubicBezTo>
                  <a:cubicBezTo>
                    <a:pt x="603" y="207"/>
                    <a:pt x="530" y="208"/>
                    <a:pt x="453" y="208"/>
                  </a:cubicBezTo>
                  <a:cubicBezTo>
                    <a:pt x="437" y="208"/>
                    <a:pt x="409" y="206"/>
                    <a:pt x="409" y="235"/>
                  </a:cubicBezTo>
                  <a:cubicBezTo>
                    <a:pt x="414" y="276"/>
                    <a:pt x="414" y="311"/>
                    <a:pt x="405" y="353"/>
                  </a:cubicBezTo>
                  <a:cubicBezTo>
                    <a:pt x="399" y="380"/>
                    <a:pt x="390" y="407"/>
                    <a:pt x="377" y="441"/>
                  </a:cubicBezTo>
                  <a:cubicBezTo>
                    <a:pt x="371" y="457"/>
                    <a:pt x="366" y="476"/>
                    <a:pt x="365" y="493"/>
                  </a:cubicBezTo>
                  <a:cubicBezTo>
                    <a:pt x="364" y="503"/>
                    <a:pt x="362" y="517"/>
                    <a:pt x="360" y="527"/>
                  </a:cubicBezTo>
                  <a:cubicBezTo>
                    <a:pt x="348" y="597"/>
                    <a:pt x="349" y="662"/>
                    <a:pt x="359" y="724"/>
                  </a:cubicBezTo>
                  <a:cubicBezTo>
                    <a:pt x="364" y="759"/>
                    <a:pt x="366" y="786"/>
                    <a:pt x="357" y="796"/>
                  </a:cubicBezTo>
                  <a:cubicBezTo>
                    <a:pt x="352" y="801"/>
                    <a:pt x="348" y="802"/>
                    <a:pt x="342" y="799"/>
                  </a:cubicBezTo>
                  <a:cubicBezTo>
                    <a:pt x="325" y="790"/>
                    <a:pt x="306" y="751"/>
                    <a:pt x="304" y="726"/>
                  </a:cubicBezTo>
                  <a:cubicBezTo>
                    <a:pt x="302" y="691"/>
                    <a:pt x="300" y="657"/>
                    <a:pt x="298" y="622"/>
                  </a:cubicBezTo>
                  <a:cubicBezTo>
                    <a:pt x="299" y="603"/>
                    <a:pt x="294" y="596"/>
                    <a:pt x="278" y="595"/>
                  </a:cubicBezTo>
                  <a:cubicBezTo>
                    <a:pt x="203" y="592"/>
                    <a:pt x="127" y="591"/>
                    <a:pt x="51" y="588"/>
                  </a:cubicBezTo>
                  <a:cubicBezTo>
                    <a:pt x="31" y="587"/>
                    <a:pt x="19" y="599"/>
                    <a:pt x="7" y="614"/>
                  </a:cubicBezTo>
                  <a:cubicBezTo>
                    <a:pt x="5" y="604"/>
                    <a:pt x="3" y="595"/>
                    <a:pt x="0" y="586"/>
                  </a:cubicBezTo>
                  <a:cubicBezTo>
                    <a:pt x="23" y="569"/>
                    <a:pt x="42" y="551"/>
                    <a:pt x="75" y="551"/>
                  </a:cubicBezTo>
                  <a:cubicBezTo>
                    <a:pt x="152" y="549"/>
                    <a:pt x="229" y="548"/>
                    <a:pt x="306" y="546"/>
                  </a:cubicBezTo>
                  <a:cubicBezTo>
                    <a:pt x="315" y="507"/>
                    <a:pt x="324" y="469"/>
                    <a:pt x="333" y="430"/>
                  </a:cubicBezTo>
                  <a:cubicBezTo>
                    <a:pt x="343" y="395"/>
                    <a:pt x="352" y="360"/>
                    <a:pt x="361" y="325"/>
                  </a:cubicBezTo>
                  <a:cubicBezTo>
                    <a:pt x="358" y="321"/>
                    <a:pt x="355" y="318"/>
                    <a:pt x="352" y="314"/>
                  </a:cubicBezTo>
                  <a:cubicBezTo>
                    <a:pt x="335" y="331"/>
                    <a:pt x="319" y="347"/>
                    <a:pt x="302" y="364"/>
                  </a:cubicBezTo>
                  <a:cubicBezTo>
                    <a:pt x="296" y="377"/>
                    <a:pt x="290" y="390"/>
                    <a:pt x="284" y="403"/>
                  </a:cubicBezTo>
                  <a:cubicBezTo>
                    <a:pt x="284" y="408"/>
                    <a:pt x="284" y="412"/>
                    <a:pt x="283" y="417"/>
                  </a:cubicBezTo>
                  <a:cubicBezTo>
                    <a:pt x="276" y="474"/>
                    <a:pt x="259" y="498"/>
                    <a:pt x="217" y="504"/>
                  </a:cubicBezTo>
                  <a:cubicBezTo>
                    <a:pt x="180" y="509"/>
                    <a:pt x="144" y="506"/>
                    <a:pt x="104" y="502"/>
                  </a:cubicBezTo>
                  <a:cubicBezTo>
                    <a:pt x="61" y="497"/>
                    <a:pt x="37" y="466"/>
                    <a:pt x="28" y="425"/>
                  </a:cubicBezTo>
                  <a:cubicBezTo>
                    <a:pt x="21" y="390"/>
                    <a:pt x="23" y="359"/>
                    <a:pt x="23" y="325"/>
                  </a:cubicBezTo>
                  <a:cubicBezTo>
                    <a:pt x="23" y="292"/>
                    <a:pt x="60" y="214"/>
                    <a:pt x="108" y="199"/>
                  </a:cubicBezTo>
                  <a:cubicBezTo>
                    <a:pt x="152" y="185"/>
                    <a:pt x="207" y="180"/>
                    <a:pt x="239" y="204"/>
                  </a:cubicBezTo>
                  <a:cubicBezTo>
                    <a:pt x="252" y="216"/>
                    <a:pt x="266" y="242"/>
                    <a:pt x="274" y="278"/>
                  </a:cubicBezTo>
                  <a:close/>
                  <a:moveTo>
                    <a:pt x="453" y="491"/>
                  </a:moveTo>
                  <a:cubicBezTo>
                    <a:pt x="439" y="497"/>
                    <a:pt x="428" y="508"/>
                    <a:pt x="427" y="515"/>
                  </a:cubicBezTo>
                  <a:cubicBezTo>
                    <a:pt x="420" y="536"/>
                    <a:pt x="464" y="528"/>
                    <a:pt x="500" y="530"/>
                  </a:cubicBezTo>
                  <a:cubicBezTo>
                    <a:pt x="521" y="530"/>
                    <a:pt x="531" y="547"/>
                    <a:pt x="507" y="556"/>
                  </a:cubicBezTo>
                  <a:cubicBezTo>
                    <a:pt x="470" y="561"/>
                    <a:pt x="432" y="567"/>
                    <a:pt x="395" y="572"/>
                  </a:cubicBezTo>
                  <a:cubicBezTo>
                    <a:pt x="377" y="574"/>
                    <a:pt x="362" y="604"/>
                    <a:pt x="390" y="606"/>
                  </a:cubicBezTo>
                  <a:cubicBezTo>
                    <a:pt x="411" y="607"/>
                    <a:pt x="457" y="597"/>
                    <a:pt x="502" y="587"/>
                  </a:cubicBezTo>
                  <a:cubicBezTo>
                    <a:pt x="507" y="586"/>
                    <a:pt x="513" y="587"/>
                    <a:pt x="514" y="592"/>
                  </a:cubicBezTo>
                  <a:cubicBezTo>
                    <a:pt x="515" y="601"/>
                    <a:pt x="514" y="610"/>
                    <a:pt x="513" y="616"/>
                  </a:cubicBezTo>
                  <a:cubicBezTo>
                    <a:pt x="493" y="622"/>
                    <a:pt x="405" y="655"/>
                    <a:pt x="387" y="662"/>
                  </a:cubicBezTo>
                  <a:cubicBezTo>
                    <a:pt x="372" y="668"/>
                    <a:pt x="368" y="692"/>
                    <a:pt x="406" y="690"/>
                  </a:cubicBezTo>
                  <a:cubicBezTo>
                    <a:pt x="439" y="686"/>
                    <a:pt x="476" y="675"/>
                    <a:pt x="514" y="663"/>
                  </a:cubicBezTo>
                  <a:cubicBezTo>
                    <a:pt x="520" y="699"/>
                    <a:pt x="533" y="726"/>
                    <a:pt x="560" y="745"/>
                  </a:cubicBezTo>
                  <a:cubicBezTo>
                    <a:pt x="574" y="751"/>
                    <a:pt x="585" y="748"/>
                    <a:pt x="582" y="722"/>
                  </a:cubicBezTo>
                  <a:cubicBezTo>
                    <a:pt x="568" y="693"/>
                    <a:pt x="560" y="678"/>
                    <a:pt x="559" y="667"/>
                  </a:cubicBezTo>
                  <a:cubicBezTo>
                    <a:pt x="556" y="654"/>
                    <a:pt x="561" y="648"/>
                    <a:pt x="576" y="648"/>
                  </a:cubicBezTo>
                  <a:cubicBezTo>
                    <a:pt x="587" y="647"/>
                    <a:pt x="598" y="647"/>
                    <a:pt x="608" y="646"/>
                  </a:cubicBezTo>
                  <a:cubicBezTo>
                    <a:pt x="614" y="647"/>
                    <a:pt x="621" y="646"/>
                    <a:pt x="627" y="642"/>
                  </a:cubicBezTo>
                  <a:cubicBezTo>
                    <a:pt x="637" y="635"/>
                    <a:pt x="658" y="610"/>
                    <a:pt x="663" y="601"/>
                  </a:cubicBezTo>
                  <a:cubicBezTo>
                    <a:pt x="664" y="589"/>
                    <a:pt x="662" y="586"/>
                    <a:pt x="663" y="575"/>
                  </a:cubicBezTo>
                  <a:cubicBezTo>
                    <a:pt x="664" y="569"/>
                    <a:pt x="665" y="563"/>
                    <a:pt x="668" y="557"/>
                  </a:cubicBezTo>
                  <a:cubicBezTo>
                    <a:pt x="670" y="553"/>
                    <a:pt x="674" y="552"/>
                    <a:pt x="675" y="546"/>
                  </a:cubicBezTo>
                  <a:cubicBezTo>
                    <a:pt x="670" y="528"/>
                    <a:pt x="669" y="509"/>
                    <a:pt x="667" y="489"/>
                  </a:cubicBezTo>
                  <a:cubicBezTo>
                    <a:pt x="664" y="473"/>
                    <a:pt x="643" y="474"/>
                    <a:pt x="640" y="487"/>
                  </a:cubicBezTo>
                  <a:cubicBezTo>
                    <a:pt x="639" y="496"/>
                    <a:pt x="640" y="505"/>
                    <a:pt x="639" y="514"/>
                  </a:cubicBezTo>
                  <a:cubicBezTo>
                    <a:pt x="635" y="536"/>
                    <a:pt x="618" y="537"/>
                    <a:pt x="603" y="537"/>
                  </a:cubicBezTo>
                  <a:cubicBezTo>
                    <a:pt x="590" y="537"/>
                    <a:pt x="562" y="537"/>
                    <a:pt x="572" y="517"/>
                  </a:cubicBezTo>
                  <a:cubicBezTo>
                    <a:pt x="585" y="498"/>
                    <a:pt x="581" y="483"/>
                    <a:pt x="561" y="485"/>
                  </a:cubicBezTo>
                  <a:cubicBezTo>
                    <a:pt x="552" y="486"/>
                    <a:pt x="543" y="489"/>
                    <a:pt x="533" y="490"/>
                  </a:cubicBezTo>
                  <a:cubicBezTo>
                    <a:pt x="522" y="491"/>
                    <a:pt x="492" y="486"/>
                    <a:pt x="475" y="487"/>
                  </a:cubicBezTo>
                  <a:cubicBezTo>
                    <a:pt x="466" y="487"/>
                    <a:pt x="464" y="486"/>
                    <a:pt x="453" y="491"/>
                  </a:cubicBezTo>
                  <a:close/>
                  <a:moveTo>
                    <a:pt x="591" y="563"/>
                  </a:moveTo>
                  <a:cubicBezTo>
                    <a:pt x="572" y="563"/>
                    <a:pt x="559" y="573"/>
                    <a:pt x="556" y="584"/>
                  </a:cubicBezTo>
                  <a:cubicBezTo>
                    <a:pt x="553" y="597"/>
                    <a:pt x="563" y="607"/>
                    <a:pt x="591" y="603"/>
                  </a:cubicBezTo>
                  <a:cubicBezTo>
                    <a:pt x="615" y="600"/>
                    <a:pt x="623" y="596"/>
                    <a:pt x="624" y="584"/>
                  </a:cubicBezTo>
                  <a:cubicBezTo>
                    <a:pt x="624" y="569"/>
                    <a:pt x="610" y="563"/>
                    <a:pt x="591" y="563"/>
                  </a:cubicBezTo>
                  <a:close/>
                  <a:moveTo>
                    <a:pt x="513" y="357"/>
                  </a:moveTo>
                  <a:cubicBezTo>
                    <a:pt x="468" y="353"/>
                    <a:pt x="427" y="380"/>
                    <a:pt x="427" y="411"/>
                  </a:cubicBezTo>
                  <a:cubicBezTo>
                    <a:pt x="426" y="438"/>
                    <a:pt x="447" y="455"/>
                    <a:pt x="488" y="461"/>
                  </a:cubicBezTo>
                  <a:cubicBezTo>
                    <a:pt x="533" y="467"/>
                    <a:pt x="560" y="469"/>
                    <a:pt x="604" y="470"/>
                  </a:cubicBezTo>
                  <a:cubicBezTo>
                    <a:pt x="640" y="470"/>
                    <a:pt x="678" y="453"/>
                    <a:pt x="679" y="422"/>
                  </a:cubicBezTo>
                  <a:cubicBezTo>
                    <a:pt x="681" y="376"/>
                    <a:pt x="647" y="365"/>
                    <a:pt x="603" y="361"/>
                  </a:cubicBezTo>
                  <a:cubicBezTo>
                    <a:pt x="603" y="361"/>
                    <a:pt x="513" y="357"/>
                    <a:pt x="513" y="357"/>
                  </a:cubicBezTo>
                  <a:close/>
                  <a:moveTo>
                    <a:pt x="530" y="389"/>
                  </a:moveTo>
                  <a:cubicBezTo>
                    <a:pt x="488" y="388"/>
                    <a:pt x="480" y="399"/>
                    <a:pt x="480" y="410"/>
                  </a:cubicBezTo>
                  <a:cubicBezTo>
                    <a:pt x="479" y="420"/>
                    <a:pt x="490" y="427"/>
                    <a:pt x="513" y="430"/>
                  </a:cubicBezTo>
                  <a:cubicBezTo>
                    <a:pt x="537" y="433"/>
                    <a:pt x="550" y="434"/>
                    <a:pt x="575" y="433"/>
                  </a:cubicBezTo>
                  <a:cubicBezTo>
                    <a:pt x="595" y="433"/>
                    <a:pt x="637" y="425"/>
                    <a:pt x="638" y="410"/>
                  </a:cubicBezTo>
                  <a:cubicBezTo>
                    <a:pt x="640" y="392"/>
                    <a:pt x="605" y="390"/>
                    <a:pt x="581" y="389"/>
                  </a:cubicBezTo>
                  <a:cubicBezTo>
                    <a:pt x="581" y="389"/>
                    <a:pt x="530" y="389"/>
                    <a:pt x="530" y="389"/>
                  </a:cubicBezTo>
                  <a:close/>
                  <a:moveTo>
                    <a:pt x="524" y="234"/>
                  </a:moveTo>
                  <a:cubicBezTo>
                    <a:pt x="462" y="235"/>
                    <a:pt x="439" y="261"/>
                    <a:pt x="438" y="292"/>
                  </a:cubicBezTo>
                  <a:cubicBezTo>
                    <a:pt x="437" y="319"/>
                    <a:pt x="452" y="337"/>
                    <a:pt x="493" y="341"/>
                  </a:cubicBezTo>
                  <a:cubicBezTo>
                    <a:pt x="537" y="341"/>
                    <a:pt x="582" y="342"/>
                    <a:pt x="626" y="341"/>
                  </a:cubicBezTo>
                  <a:cubicBezTo>
                    <a:pt x="662" y="340"/>
                    <a:pt x="694" y="324"/>
                    <a:pt x="694" y="293"/>
                  </a:cubicBezTo>
                  <a:cubicBezTo>
                    <a:pt x="694" y="244"/>
                    <a:pt x="658" y="237"/>
                    <a:pt x="615" y="235"/>
                  </a:cubicBezTo>
                  <a:cubicBezTo>
                    <a:pt x="615" y="235"/>
                    <a:pt x="525" y="235"/>
                    <a:pt x="524" y="234"/>
                  </a:cubicBezTo>
                  <a:close/>
                  <a:moveTo>
                    <a:pt x="543" y="270"/>
                  </a:moveTo>
                  <a:cubicBezTo>
                    <a:pt x="501" y="269"/>
                    <a:pt x="493" y="280"/>
                    <a:pt x="492" y="291"/>
                  </a:cubicBezTo>
                  <a:cubicBezTo>
                    <a:pt x="492" y="301"/>
                    <a:pt x="502" y="310"/>
                    <a:pt x="525" y="311"/>
                  </a:cubicBezTo>
                  <a:cubicBezTo>
                    <a:pt x="550" y="311"/>
                    <a:pt x="562" y="311"/>
                    <a:pt x="587" y="311"/>
                  </a:cubicBezTo>
                  <a:cubicBezTo>
                    <a:pt x="607" y="311"/>
                    <a:pt x="635" y="299"/>
                    <a:pt x="635" y="288"/>
                  </a:cubicBezTo>
                  <a:cubicBezTo>
                    <a:pt x="635" y="270"/>
                    <a:pt x="618" y="271"/>
                    <a:pt x="593" y="270"/>
                  </a:cubicBezTo>
                  <a:cubicBezTo>
                    <a:pt x="593" y="270"/>
                    <a:pt x="543" y="270"/>
                    <a:pt x="543" y="270"/>
                  </a:cubicBezTo>
                  <a:close/>
                  <a:moveTo>
                    <a:pt x="87" y="375"/>
                  </a:moveTo>
                  <a:cubicBezTo>
                    <a:pt x="73" y="376"/>
                    <a:pt x="70" y="379"/>
                    <a:pt x="72" y="390"/>
                  </a:cubicBezTo>
                  <a:cubicBezTo>
                    <a:pt x="80" y="408"/>
                    <a:pt x="86" y="428"/>
                    <a:pt x="106" y="443"/>
                  </a:cubicBezTo>
                  <a:cubicBezTo>
                    <a:pt x="123" y="456"/>
                    <a:pt x="134" y="458"/>
                    <a:pt x="155" y="458"/>
                  </a:cubicBezTo>
                  <a:cubicBezTo>
                    <a:pt x="174" y="458"/>
                    <a:pt x="187" y="457"/>
                    <a:pt x="199" y="455"/>
                  </a:cubicBezTo>
                  <a:cubicBezTo>
                    <a:pt x="213" y="452"/>
                    <a:pt x="224" y="442"/>
                    <a:pt x="227" y="425"/>
                  </a:cubicBezTo>
                  <a:cubicBezTo>
                    <a:pt x="229" y="407"/>
                    <a:pt x="228" y="382"/>
                    <a:pt x="225" y="371"/>
                  </a:cubicBezTo>
                  <a:cubicBezTo>
                    <a:pt x="177" y="372"/>
                    <a:pt x="135" y="373"/>
                    <a:pt x="87" y="375"/>
                  </a:cubicBezTo>
                  <a:close/>
                  <a:moveTo>
                    <a:pt x="225" y="322"/>
                  </a:moveTo>
                  <a:cubicBezTo>
                    <a:pt x="225" y="307"/>
                    <a:pt x="225" y="298"/>
                    <a:pt x="224" y="283"/>
                  </a:cubicBezTo>
                  <a:cubicBezTo>
                    <a:pt x="222" y="255"/>
                    <a:pt x="195" y="240"/>
                    <a:pt x="170" y="241"/>
                  </a:cubicBezTo>
                  <a:cubicBezTo>
                    <a:pt x="132" y="241"/>
                    <a:pt x="98" y="248"/>
                    <a:pt x="88" y="269"/>
                  </a:cubicBezTo>
                  <a:cubicBezTo>
                    <a:pt x="80" y="286"/>
                    <a:pt x="76" y="303"/>
                    <a:pt x="76" y="327"/>
                  </a:cubicBezTo>
                  <a:cubicBezTo>
                    <a:pt x="127" y="323"/>
                    <a:pt x="176" y="321"/>
                    <a:pt x="225" y="322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/>
                <a:ea typeface="+mn-ea"/>
                <a:cs typeface="+mn-cs"/>
              </a:endParaRPr>
            </a:p>
          </p:txBody>
        </p:sp>
        <p:grpSp>
          <p:nvGrpSpPr>
            <p:cNvPr id="45" name="îsľïde">
              <a:extLst>
                <a:ext uri="{FF2B5EF4-FFF2-40B4-BE49-F238E27FC236}">
                  <a16:creationId xmlns:a16="http://schemas.microsoft.com/office/drawing/2014/main" id="{2D4FA2AE-9781-2597-AE3B-74CB964FD5F3}"/>
                </a:ext>
              </a:extLst>
            </p:cNvPr>
            <p:cNvGrpSpPr/>
            <p:nvPr/>
          </p:nvGrpSpPr>
          <p:grpSpPr>
            <a:xfrm>
              <a:off x="5491155" y="3891242"/>
              <a:ext cx="3281937" cy="380319"/>
              <a:chOff x="5459413" y="4016376"/>
              <a:chExt cx="3068637" cy="355601"/>
            </a:xfrm>
            <a:grpFill/>
          </p:grpSpPr>
          <p:sp>
            <p:nvSpPr>
              <p:cNvPr id="59" name="îsļiḋê">
                <a:extLst>
                  <a:ext uri="{FF2B5EF4-FFF2-40B4-BE49-F238E27FC236}">
                    <a16:creationId xmlns:a16="http://schemas.microsoft.com/office/drawing/2014/main" id="{F0D60B39-D92F-9AF6-5350-1C3E3FB599DF}"/>
                  </a:ext>
                </a:extLst>
              </p:cNvPr>
              <p:cNvSpPr/>
              <p:nvPr/>
            </p:nvSpPr>
            <p:spPr bwMode="auto">
              <a:xfrm>
                <a:off x="5459413" y="4022726"/>
                <a:ext cx="236537" cy="284163"/>
              </a:xfrm>
              <a:custGeom>
                <a:avLst/>
                <a:gdLst>
                  <a:gd name="T0" fmla="*/ 43 w 45"/>
                  <a:gd name="T1" fmla="*/ 13 h 52"/>
                  <a:gd name="T2" fmla="*/ 26 w 45"/>
                  <a:gd name="T3" fmla="*/ 2 h 52"/>
                  <a:gd name="T4" fmla="*/ 23 w 45"/>
                  <a:gd name="T5" fmla="*/ 2 h 52"/>
                  <a:gd name="T6" fmla="*/ 16 w 45"/>
                  <a:gd name="T7" fmla="*/ 8 h 52"/>
                  <a:gd name="T8" fmla="*/ 16 w 45"/>
                  <a:gd name="T9" fmla="*/ 24 h 52"/>
                  <a:gd name="T10" fmla="*/ 23 w 45"/>
                  <a:gd name="T11" fmla="*/ 24 h 52"/>
                  <a:gd name="T12" fmla="*/ 31 w 45"/>
                  <a:gd name="T13" fmla="*/ 17 h 52"/>
                  <a:gd name="T14" fmla="*/ 31 w 45"/>
                  <a:gd name="T15" fmla="*/ 15 h 52"/>
                  <a:gd name="T16" fmla="*/ 33 w 45"/>
                  <a:gd name="T17" fmla="*/ 15 h 52"/>
                  <a:gd name="T18" fmla="*/ 33 w 45"/>
                  <a:gd name="T19" fmla="*/ 36 h 52"/>
                  <a:gd name="T20" fmla="*/ 31 w 45"/>
                  <a:gd name="T21" fmla="*/ 36 h 52"/>
                  <a:gd name="T22" fmla="*/ 31 w 45"/>
                  <a:gd name="T23" fmla="*/ 34 h 52"/>
                  <a:gd name="T24" fmla="*/ 24 w 45"/>
                  <a:gd name="T25" fmla="*/ 26 h 52"/>
                  <a:gd name="T26" fmla="*/ 16 w 45"/>
                  <a:gd name="T27" fmla="*/ 26 h 52"/>
                  <a:gd name="T28" fmla="*/ 16 w 45"/>
                  <a:gd name="T29" fmla="*/ 45 h 52"/>
                  <a:gd name="T30" fmla="*/ 21 w 45"/>
                  <a:gd name="T31" fmla="*/ 50 h 52"/>
                  <a:gd name="T32" fmla="*/ 25 w 45"/>
                  <a:gd name="T33" fmla="*/ 50 h 52"/>
                  <a:gd name="T34" fmla="*/ 25 w 45"/>
                  <a:gd name="T35" fmla="*/ 52 h 52"/>
                  <a:gd name="T36" fmla="*/ 0 w 45"/>
                  <a:gd name="T37" fmla="*/ 52 h 52"/>
                  <a:gd name="T38" fmla="*/ 0 w 45"/>
                  <a:gd name="T39" fmla="*/ 50 h 52"/>
                  <a:gd name="T40" fmla="*/ 3 w 45"/>
                  <a:gd name="T41" fmla="*/ 50 h 52"/>
                  <a:gd name="T42" fmla="*/ 8 w 45"/>
                  <a:gd name="T43" fmla="*/ 45 h 52"/>
                  <a:gd name="T44" fmla="*/ 8 w 45"/>
                  <a:gd name="T45" fmla="*/ 8 h 52"/>
                  <a:gd name="T46" fmla="*/ 2 w 45"/>
                  <a:gd name="T47" fmla="*/ 2 h 52"/>
                  <a:gd name="T48" fmla="*/ 0 w 45"/>
                  <a:gd name="T49" fmla="*/ 2 h 52"/>
                  <a:gd name="T50" fmla="*/ 0 w 45"/>
                  <a:gd name="T51" fmla="*/ 0 h 52"/>
                  <a:gd name="T52" fmla="*/ 41 w 45"/>
                  <a:gd name="T53" fmla="*/ 0 h 52"/>
                  <a:gd name="T54" fmla="*/ 45 w 45"/>
                  <a:gd name="T55" fmla="*/ 12 h 52"/>
                  <a:gd name="T56" fmla="*/ 43 w 45"/>
                  <a:gd name="T57" fmla="*/ 13 h 5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</a:cxnLst>
                <a:rect l="0" t="0" r="r" b="b"/>
                <a:pathLst>
                  <a:path w="45" h="52">
                    <a:moveTo>
                      <a:pt x="43" y="13"/>
                    </a:moveTo>
                    <a:cubicBezTo>
                      <a:pt x="41" y="9"/>
                      <a:pt x="37" y="2"/>
                      <a:pt x="26" y="2"/>
                    </a:cubicBezTo>
                    <a:cubicBezTo>
                      <a:pt x="23" y="2"/>
                      <a:pt x="23" y="2"/>
                      <a:pt x="23" y="2"/>
                    </a:cubicBezTo>
                    <a:cubicBezTo>
                      <a:pt x="19" y="2"/>
                      <a:pt x="16" y="4"/>
                      <a:pt x="16" y="8"/>
                    </a:cubicBezTo>
                    <a:cubicBezTo>
                      <a:pt x="16" y="24"/>
                      <a:pt x="16" y="24"/>
                      <a:pt x="16" y="24"/>
                    </a:cubicBezTo>
                    <a:cubicBezTo>
                      <a:pt x="23" y="24"/>
                      <a:pt x="23" y="24"/>
                      <a:pt x="23" y="24"/>
                    </a:cubicBezTo>
                    <a:cubicBezTo>
                      <a:pt x="27" y="24"/>
                      <a:pt x="31" y="21"/>
                      <a:pt x="31" y="17"/>
                    </a:cubicBezTo>
                    <a:cubicBezTo>
                      <a:pt x="31" y="15"/>
                      <a:pt x="31" y="15"/>
                      <a:pt x="31" y="15"/>
                    </a:cubicBezTo>
                    <a:cubicBezTo>
                      <a:pt x="33" y="15"/>
                      <a:pt x="33" y="15"/>
                      <a:pt x="33" y="15"/>
                    </a:cubicBezTo>
                    <a:cubicBezTo>
                      <a:pt x="33" y="36"/>
                      <a:pt x="33" y="36"/>
                      <a:pt x="33" y="36"/>
                    </a:cubicBezTo>
                    <a:cubicBezTo>
                      <a:pt x="31" y="36"/>
                      <a:pt x="31" y="36"/>
                      <a:pt x="31" y="36"/>
                    </a:cubicBezTo>
                    <a:cubicBezTo>
                      <a:pt x="31" y="34"/>
                      <a:pt x="31" y="34"/>
                      <a:pt x="31" y="34"/>
                    </a:cubicBezTo>
                    <a:cubicBezTo>
                      <a:pt x="31" y="31"/>
                      <a:pt x="28" y="26"/>
                      <a:pt x="24" y="26"/>
                    </a:cubicBezTo>
                    <a:cubicBezTo>
                      <a:pt x="16" y="26"/>
                      <a:pt x="16" y="26"/>
                      <a:pt x="16" y="26"/>
                    </a:cubicBezTo>
                    <a:cubicBezTo>
                      <a:pt x="16" y="45"/>
                      <a:pt x="16" y="45"/>
                      <a:pt x="16" y="45"/>
                    </a:cubicBezTo>
                    <a:cubicBezTo>
                      <a:pt x="16" y="48"/>
                      <a:pt x="18" y="50"/>
                      <a:pt x="21" y="50"/>
                    </a:cubicBezTo>
                    <a:cubicBezTo>
                      <a:pt x="25" y="50"/>
                      <a:pt x="25" y="50"/>
                      <a:pt x="25" y="50"/>
                    </a:cubicBezTo>
                    <a:cubicBezTo>
                      <a:pt x="25" y="52"/>
                      <a:pt x="25" y="52"/>
                      <a:pt x="25" y="52"/>
                    </a:cubicBezTo>
                    <a:cubicBezTo>
                      <a:pt x="0" y="52"/>
                      <a:pt x="0" y="52"/>
                      <a:pt x="0" y="52"/>
                    </a:cubicBezTo>
                    <a:cubicBezTo>
                      <a:pt x="0" y="50"/>
                      <a:pt x="0" y="50"/>
                      <a:pt x="0" y="50"/>
                    </a:cubicBezTo>
                    <a:cubicBezTo>
                      <a:pt x="3" y="50"/>
                      <a:pt x="3" y="50"/>
                      <a:pt x="3" y="50"/>
                    </a:cubicBezTo>
                    <a:cubicBezTo>
                      <a:pt x="6" y="50"/>
                      <a:pt x="8" y="49"/>
                      <a:pt x="8" y="45"/>
                    </a:cubicBezTo>
                    <a:cubicBezTo>
                      <a:pt x="8" y="8"/>
                      <a:pt x="8" y="8"/>
                      <a:pt x="8" y="8"/>
                    </a:cubicBezTo>
                    <a:cubicBezTo>
                      <a:pt x="8" y="5"/>
                      <a:pt x="6" y="2"/>
                      <a:pt x="2" y="2"/>
                    </a:cubicBezTo>
                    <a:cubicBezTo>
                      <a:pt x="0" y="2"/>
                      <a:pt x="0" y="2"/>
                      <a:pt x="0" y="2"/>
                    </a:cubicBezTo>
                    <a:cubicBezTo>
                      <a:pt x="0" y="0"/>
                      <a:pt x="0" y="0"/>
                      <a:pt x="0" y="0"/>
                    </a:cubicBezTo>
                    <a:cubicBezTo>
                      <a:pt x="41" y="0"/>
                      <a:pt x="41" y="0"/>
                      <a:pt x="41" y="0"/>
                    </a:cubicBezTo>
                    <a:cubicBezTo>
                      <a:pt x="45" y="12"/>
                      <a:pt x="45" y="12"/>
                      <a:pt x="45" y="12"/>
                    </a:cubicBezTo>
                    <a:lnTo>
                      <a:pt x="43" y="13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等线"/>
                  <a:ea typeface="+mn-ea"/>
                  <a:cs typeface="+mn-cs"/>
                </a:endParaRPr>
              </a:p>
            </p:txBody>
          </p:sp>
          <p:sp>
            <p:nvSpPr>
              <p:cNvPr id="60" name="íš1îḓe">
                <a:extLst>
                  <a:ext uri="{FF2B5EF4-FFF2-40B4-BE49-F238E27FC236}">
                    <a16:creationId xmlns:a16="http://schemas.microsoft.com/office/drawing/2014/main" id="{D9C0BF2B-ECDD-106A-E4AE-F7FD260A5437}"/>
                  </a:ext>
                </a:extLst>
              </p:cNvPr>
              <p:cNvSpPr/>
              <p:nvPr/>
            </p:nvSpPr>
            <p:spPr bwMode="auto">
              <a:xfrm>
                <a:off x="5716588" y="4114801"/>
                <a:ext cx="193675" cy="201613"/>
              </a:xfrm>
              <a:custGeom>
                <a:avLst/>
                <a:gdLst>
                  <a:gd name="T0" fmla="*/ 0 w 37"/>
                  <a:gd name="T1" fmla="*/ 3 h 37"/>
                  <a:gd name="T2" fmla="*/ 12 w 37"/>
                  <a:gd name="T3" fmla="*/ 0 h 37"/>
                  <a:gd name="T4" fmla="*/ 12 w 37"/>
                  <a:gd name="T5" fmla="*/ 25 h 37"/>
                  <a:gd name="T6" fmla="*/ 18 w 37"/>
                  <a:gd name="T7" fmla="*/ 32 h 37"/>
                  <a:gd name="T8" fmla="*/ 24 w 37"/>
                  <a:gd name="T9" fmla="*/ 28 h 37"/>
                  <a:gd name="T10" fmla="*/ 24 w 37"/>
                  <a:gd name="T11" fmla="*/ 7 h 37"/>
                  <a:gd name="T12" fmla="*/ 22 w 37"/>
                  <a:gd name="T13" fmla="*/ 4 h 37"/>
                  <a:gd name="T14" fmla="*/ 19 w 37"/>
                  <a:gd name="T15" fmla="*/ 4 h 37"/>
                  <a:gd name="T16" fmla="*/ 19 w 37"/>
                  <a:gd name="T17" fmla="*/ 3 h 37"/>
                  <a:gd name="T18" fmla="*/ 32 w 37"/>
                  <a:gd name="T19" fmla="*/ 0 h 37"/>
                  <a:gd name="T20" fmla="*/ 32 w 37"/>
                  <a:gd name="T21" fmla="*/ 29 h 37"/>
                  <a:gd name="T22" fmla="*/ 35 w 37"/>
                  <a:gd name="T23" fmla="*/ 33 h 37"/>
                  <a:gd name="T24" fmla="*/ 37 w 37"/>
                  <a:gd name="T25" fmla="*/ 33 h 37"/>
                  <a:gd name="T26" fmla="*/ 37 w 37"/>
                  <a:gd name="T27" fmla="*/ 35 h 37"/>
                  <a:gd name="T28" fmla="*/ 24 w 37"/>
                  <a:gd name="T29" fmla="*/ 35 h 37"/>
                  <a:gd name="T30" fmla="*/ 24 w 37"/>
                  <a:gd name="T31" fmla="*/ 31 h 37"/>
                  <a:gd name="T32" fmla="*/ 15 w 37"/>
                  <a:gd name="T33" fmla="*/ 37 h 37"/>
                  <a:gd name="T34" fmla="*/ 5 w 37"/>
                  <a:gd name="T35" fmla="*/ 26 h 37"/>
                  <a:gd name="T36" fmla="*/ 5 w 37"/>
                  <a:gd name="T37" fmla="*/ 7 h 37"/>
                  <a:gd name="T38" fmla="*/ 2 w 37"/>
                  <a:gd name="T39" fmla="*/ 4 h 37"/>
                  <a:gd name="T40" fmla="*/ 0 w 37"/>
                  <a:gd name="T41" fmla="*/ 4 h 37"/>
                  <a:gd name="T42" fmla="*/ 0 w 37"/>
                  <a:gd name="T43" fmla="*/ 3 h 3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</a:cxnLst>
                <a:rect l="0" t="0" r="r" b="b"/>
                <a:pathLst>
                  <a:path w="37" h="37">
                    <a:moveTo>
                      <a:pt x="0" y="3"/>
                    </a:moveTo>
                    <a:cubicBezTo>
                      <a:pt x="12" y="0"/>
                      <a:pt x="12" y="0"/>
                      <a:pt x="12" y="0"/>
                    </a:cubicBezTo>
                    <a:cubicBezTo>
                      <a:pt x="12" y="25"/>
                      <a:pt x="12" y="25"/>
                      <a:pt x="12" y="25"/>
                    </a:cubicBezTo>
                    <a:cubicBezTo>
                      <a:pt x="12" y="28"/>
                      <a:pt x="14" y="32"/>
                      <a:pt x="18" y="32"/>
                    </a:cubicBezTo>
                    <a:cubicBezTo>
                      <a:pt x="21" y="32"/>
                      <a:pt x="23" y="30"/>
                      <a:pt x="24" y="28"/>
                    </a:cubicBezTo>
                    <a:cubicBezTo>
                      <a:pt x="24" y="7"/>
                      <a:pt x="24" y="7"/>
                      <a:pt x="24" y="7"/>
                    </a:cubicBezTo>
                    <a:cubicBezTo>
                      <a:pt x="24" y="5"/>
                      <a:pt x="24" y="4"/>
                      <a:pt x="22" y="4"/>
                    </a:cubicBezTo>
                    <a:cubicBezTo>
                      <a:pt x="21" y="4"/>
                      <a:pt x="20" y="4"/>
                      <a:pt x="19" y="4"/>
                    </a:cubicBezTo>
                    <a:cubicBezTo>
                      <a:pt x="19" y="3"/>
                      <a:pt x="19" y="3"/>
                      <a:pt x="19" y="3"/>
                    </a:cubicBezTo>
                    <a:cubicBezTo>
                      <a:pt x="32" y="0"/>
                      <a:pt x="32" y="0"/>
                      <a:pt x="32" y="0"/>
                    </a:cubicBezTo>
                    <a:cubicBezTo>
                      <a:pt x="32" y="29"/>
                      <a:pt x="32" y="29"/>
                      <a:pt x="32" y="29"/>
                    </a:cubicBezTo>
                    <a:cubicBezTo>
                      <a:pt x="32" y="32"/>
                      <a:pt x="33" y="33"/>
                      <a:pt x="35" y="33"/>
                    </a:cubicBezTo>
                    <a:cubicBezTo>
                      <a:pt x="37" y="33"/>
                      <a:pt x="37" y="33"/>
                      <a:pt x="37" y="33"/>
                    </a:cubicBezTo>
                    <a:cubicBezTo>
                      <a:pt x="37" y="35"/>
                      <a:pt x="37" y="35"/>
                      <a:pt x="37" y="35"/>
                    </a:cubicBezTo>
                    <a:cubicBezTo>
                      <a:pt x="24" y="35"/>
                      <a:pt x="24" y="35"/>
                      <a:pt x="24" y="35"/>
                    </a:cubicBezTo>
                    <a:cubicBezTo>
                      <a:pt x="24" y="31"/>
                      <a:pt x="24" y="31"/>
                      <a:pt x="24" y="31"/>
                    </a:cubicBezTo>
                    <a:cubicBezTo>
                      <a:pt x="23" y="33"/>
                      <a:pt x="20" y="37"/>
                      <a:pt x="15" y="37"/>
                    </a:cubicBezTo>
                    <a:cubicBezTo>
                      <a:pt x="10" y="37"/>
                      <a:pt x="5" y="34"/>
                      <a:pt x="5" y="26"/>
                    </a:cubicBezTo>
                    <a:cubicBezTo>
                      <a:pt x="5" y="7"/>
                      <a:pt x="5" y="7"/>
                      <a:pt x="5" y="7"/>
                    </a:cubicBezTo>
                    <a:cubicBezTo>
                      <a:pt x="5" y="6"/>
                      <a:pt x="4" y="4"/>
                      <a:pt x="2" y="4"/>
                    </a:cubicBezTo>
                    <a:cubicBezTo>
                      <a:pt x="2" y="4"/>
                      <a:pt x="1" y="4"/>
                      <a:pt x="0" y="4"/>
                    </a:cubicBezTo>
                    <a:lnTo>
                      <a:pt x="0" y="3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等线"/>
                  <a:ea typeface="+mn-ea"/>
                  <a:cs typeface="+mn-cs"/>
                </a:endParaRPr>
              </a:p>
            </p:txBody>
          </p:sp>
          <p:sp>
            <p:nvSpPr>
              <p:cNvPr id="61" name="iš1iďe">
                <a:extLst>
                  <a:ext uri="{FF2B5EF4-FFF2-40B4-BE49-F238E27FC236}">
                    <a16:creationId xmlns:a16="http://schemas.microsoft.com/office/drawing/2014/main" id="{A9AF90C9-6900-9842-9890-DD77843C7F17}"/>
                  </a:ext>
                </a:extLst>
              </p:cNvPr>
              <p:cNvSpPr/>
              <p:nvPr/>
            </p:nvSpPr>
            <p:spPr bwMode="auto">
              <a:xfrm>
                <a:off x="5937250" y="4016376"/>
                <a:ext cx="193675" cy="300038"/>
              </a:xfrm>
              <a:custGeom>
                <a:avLst/>
                <a:gdLst>
                  <a:gd name="T0" fmla="*/ 23 w 37"/>
                  <a:gd name="T1" fmla="*/ 53 h 55"/>
                  <a:gd name="T2" fmla="*/ 23 w 37"/>
                  <a:gd name="T3" fmla="*/ 50 h 55"/>
                  <a:gd name="T4" fmla="*/ 14 w 37"/>
                  <a:gd name="T5" fmla="*/ 55 h 55"/>
                  <a:gd name="T6" fmla="*/ 0 w 37"/>
                  <a:gd name="T7" fmla="*/ 36 h 55"/>
                  <a:gd name="T8" fmla="*/ 15 w 37"/>
                  <a:gd name="T9" fmla="*/ 18 h 55"/>
                  <a:gd name="T10" fmla="*/ 23 w 37"/>
                  <a:gd name="T11" fmla="*/ 21 h 55"/>
                  <a:gd name="T12" fmla="*/ 23 w 37"/>
                  <a:gd name="T13" fmla="*/ 7 h 55"/>
                  <a:gd name="T14" fmla="*/ 20 w 37"/>
                  <a:gd name="T15" fmla="*/ 4 h 55"/>
                  <a:gd name="T16" fmla="*/ 17 w 37"/>
                  <a:gd name="T17" fmla="*/ 5 h 55"/>
                  <a:gd name="T18" fmla="*/ 16 w 37"/>
                  <a:gd name="T19" fmla="*/ 3 h 55"/>
                  <a:gd name="T20" fmla="*/ 31 w 37"/>
                  <a:gd name="T21" fmla="*/ 0 h 55"/>
                  <a:gd name="T22" fmla="*/ 31 w 37"/>
                  <a:gd name="T23" fmla="*/ 48 h 55"/>
                  <a:gd name="T24" fmla="*/ 35 w 37"/>
                  <a:gd name="T25" fmla="*/ 51 h 55"/>
                  <a:gd name="T26" fmla="*/ 37 w 37"/>
                  <a:gd name="T27" fmla="*/ 51 h 55"/>
                  <a:gd name="T28" fmla="*/ 37 w 37"/>
                  <a:gd name="T29" fmla="*/ 53 h 55"/>
                  <a:gd name="T30" fmla="*/ 23 w 37"/>
                  <a:gd name="T31" fmla="*/ 53 h 55"/>
                  <a:gd name="T32" fmla="*/ 23 w 37"/>
                  <a:gd name="T33" fmla="*/ 24 h 55"/>
                  <a:gd name="T34" fmla="*/ 17 w 37"/>
                  <a:gd name="T35" fmla="*/ 21 h 55"/>
                  <a:gd name="T36" fmla="*/ 8 w 37"/>
                  <a:gd name="T37" fmla="*/ 37 h 55"/>
                  <a:gd name="T38" fmla="*/ 17 w 37"/>
                  <a:gd name="T39" fmla="*/ 51 h 55"/>
                  <a:gd name="T40" fmla="*/ 23 w 37"/>
                  <a:gd name="T41" fmla="*/ 48 h 55"/>
                  <a:gd name="T42" fmla="*/ 23 w 37"/>
                  <a:gd name="T43" fmla="*/ 24 h 55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</a:cxnLst>
                <a:rect l="0" t="0" r="r" b="b"/>
                <a:pathLst>
                  <a:path w="37" h="55">
                    <a:moveTo>
                      <a:pt x="23" y="53"/>
                    </a:moveTo>
                    <a:cubicBezTo>
                      <a:pt x="23" y="50"/>
                      <a:pt x="23" y="50"/>
                      <a:pt x="23" y="50"/>
                    </a:cubicBezTo>
                    <a:cubicBezTo>
                      <a:pt x="22" y="52"/>
                      <a:pt x="20" y="55"/>
                      <a:pt x="14" y="55"/>
                    </a:cubicBezTo>
                    <a:cubicBezTo>
                      <a:pt x="5" y="55"/>
                      <a:pt x="0" y="45"/>
                      <a:pt x="0" y="36"/>
                    </a:cubicBezTo>
                    <a:cubicBezTo>
                      <a:pt x="0" y="26"/>
                      <a:pt x="6" y="18"/>
                      <a:pt x="15" y="18"/>
                    </a:cubicBezTo>
                    <a:cubicBezTo>
                      <a:pt x="19" y="18"/>
                      <a:pt x="21" y="19"/>
                      <a:pt x="23" y="21"/>
                    </a:cubicBezTo>
                    <a:cubicBezTo>
                      <a:pt x="23" y="7"/>
                      <a:pt x="23" y="7"/>
                      <a:pt x="23" y="7"/>
                    </a:cubicBezTo>
                    <a:cubicBezTo>
                      <a:pt x="23" y="6"/>
                      <a:pt x="22" y="4"/>
                      <a:pt x="20" y="4"/>
                    </a:cubicBezTo>
                    <a:cubicBezTo>
                      <a:pt x="19" y="4"/>
                      <a:pt x="18" y="5"/>
                      <a:pt x="17" y="5"/>
                    </a:cubicBezTo>
                    <a:cubicBezTo>
                      <a:pt x="16" y="3"/>
                      <a:pt x="16" y="3"/>
                      <a:pt x="16" y="3"/>
                    </a:cubicBezTo>
                    <a:cubicBezTo>
                      <a:pt x="31" y="0"/>
                      <a:pt x="31" y="0"/>
                      <a:pt x="31" y="0"/>
                    </a:cubicBezTo>
                    <a:cubicBezTo>
                      <a:pt x="31" y="48"/>
                      <a:pt x="31" y="48"/>
                      <a:pt x="31" y="48"/>
                    </a:cubicBezTo>
                    <a:cubicBezTo>
                      <a:pt x="31" y="50"/>
                      <a:pt x="32" y="51"/>
                      <a:pt x="35" y="51"/>
                    </a:cubicBezTo>
                    <a:cubicBezTo>
                      <a:pt x="37" y="51"/>
                      <a:pt x="37" y="51"/>
                      <a:pt x="37" y="51"/>
                    </a:cubicBezTo>
                    <a:cubicBezTo>
                      <a:pt x="37" y="53"/>
                      <a:pt x="37" y="53"/>
                      <a:pt x="37" y="53"/>
                    </a:cubicBezTo>
                    <a:lnTo>
                      <a:pt x="23" y="53"/>
                    </a:lnTo>
                    <a:close/>
                    <a:moveTo>
                      <a:pt x="23" y="24"/>
                    </a:moveTo>
                    <a:cubicBezTo>
                      <a:pt x="22" y="22"/>
                      <a:pt x="21" y="21"/>
                      <a:pt x="17" y="21"/>
                    </a:cubicBezTo>
                    <a:cubicBezTo>
                      <a:pt x="10" y="21"/>
                      <a:pt x="8" y="30"/>
                      <a:pt x="8" y="37"/>
                    </a:cubicBezTo>
                    <a:cubicBezTo>
                      <a:pt x="8" y="45"/>
                      <a:pt x="12" y="51"/>
                      <a:pt x="17" y="51"/>
                    </a:cubicBezTo>
                    <a:cubicBezTo>
                      <a:pt x="20" y="51"/>
                      <a:pt x="22" y="49"/>
                      <a:pt x="23" y="48"/>
                    </a:cubicBezTo>
                    <a:lnTo>
                      <a:pt x="23" y="24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等线"/>
                  <a:ea typeface="+mn-ea"/>
                  <a:cs typeface="+mn-cs"/>
                </a:endParaRPr>
              </a:p>
            </p:txBody>
          </p:sp>
          <p:sp>
            <p:nvSpPr>
              <p:cNvPr id="62" name="iŝļíḓè">
                <a:extLst>
                  <a:ext uri="{FF2B5EF4-FFF2-40B4-BE49-F238E27FC236}">
                    <a16:creationId xmlns:a16="http://schemas.microsoft.com/office/drawing/2014/main" id="{74838A57-E112-A24C-101A-6469C96BF45B}"/>
                  </a:ext>
                </a:extLst>
              </p:cNvPr>
              <p:cNvSpPr/>
              <p:nvPr/>
            </p:nvSpPr>
            <p:spPr bwMode="auto">
              <a:xfrm>
                <a:off x="6153150" y="4114801"/>
                <a:ext cx="173037" cy="201613"/>
              </a:xfrm>
              <a:custGeom>
                <a:avLst/>
                <a:gdLst>
                  <a:gd name="T0" fmla="*/ 25 w 33"/>
                  <a:gd name="T1" fmla="*/ 37 h 37"/>
                  <a:gd name="T2" fmla="*/ 19 w 33"/>
                  <a:gd name="T3" fmla="*/ 33 h 37"/>
                  <a:gd name="T4" fmla="*/ 9 w 33"/>
                  <a:gd name="T5" fmla="*/ 37 h 37"/>
                  <a:gd name="T6" fmla="*/ 0 w 33"/>
                  <a:gd name="T7" fmla="*/ 29 h 37"/>
                  <a:gd name="T8" fmla="*/ 3 w 33"/>
                  <a:gd name="T9" fmla="*/ 24 h 37"/>
                  <a:gd name="T10" fmla="*/ 19 w 33"/>
                  <a:gd name="T11" fmla="*/ 15 h 37"/>
                  <a:gd name="T12" fmla="*/ 19 w 33"/>
                  <a:gd name="T13" fmla="*/ 6 h 37"/>
                  <a:gd name="T14" fmla="*/ 15 w 33"/>
                  <a:gd name="T15" fmla="*/ 2 h 37"/>
                  <a:gd name="T16" fmla="*/ 11 w 33"/>
                  <a:gd name="T17" fmla="*/ 6 h 37"/>
                  <a:gd name="T18" fmla="*/ 6 w 33"/>
                  <a:gd name="T19" fmla="*/ 12 h 37"/>
                  <a:gd name="T20" fmla="*/ 1 w 33"/>
                  <a:gd name="T21" fmla="*/ 7 h 37"/>
                  <a:gd name="T22" fmla="*/ 3 w 33"/>
                  <a:gd name="T23" fmla="*/ 3 h 37"/>
                  <a:gd name="T24" fmla="*/ 15 w 33"/>
                  <a:gd name="T25" fmla="*/ 0 h 37"/>
                  <a:gd name="T26" fmla="*/ 26 w 33"/>
                  <a:gd name="T27" fmla="*/ 3 h 37"/>
                  <a:gd name="T28" fmla="*/ 27 w 33"/>
                  <a:gd name="T29" fmla="*/ 9 h 37"/>
                  <a:gd name="T30" fmla="*/ 27 w 33"/>
                  <a:gd name="T31" fmla="*/ 28 h 37"/>
                  <a:gd name="T32" fmla="*/ 29 w 33"/>
                  <a:gd name="T33" fmla="*/ 33 h 37"/>
                  <a:gd name="T34" fmla="*/ 32 w 33"/>
                  <a:gd name="T35" fmla="*/ 31 h 37"/>
                  <a:gd name="T36" fmla="*/ 33 w 33"/>
                  <a:gd name="T37" fmla="*/ 32 h 37"/>
                  <a:gd name="T38" fmla="*/ 25 w 33"/>
                  <a:gd name="T39" fmla="*/ 37 h 37"/>
                  <a:gd name="T40" fmla="*/ 19 w 33"/>
                  <a:gd name="T41" fmla="*/ 17 h 37"/>
                  <a:gd name="T42" fmla="*/ 9 w 33"/>
                  <a:gd name="T43" fmla="*/ 28 h 37"/>
                  <a:gd name="T44" fmla="*/ 14 w 33"/>
                  <a:gd name="T45" fmla="*/ 33 h 37"/>
                  <a:gd name="T46" fmla="*/ 19 w 33"/>
                  <a:gd name="T47" fmla="*/ 31 h 37"/>
                  <a:gd name="T48" fmla="*/ 19 w 33"/>
                  <a:gd name="T49" fmla="*/ 17 h 3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</a:cxnLst>
                <a:rect l="0" t="0" r="r" b="b"/>
                <a:pathLst>
                  <a:path w="33" h="37">
                    <a:moveTo>
                      <a:pt x="25" y="37"/>
                    </a:moveTo>
                    <a:cubicBezTo>
                      <a:pt x="23" y="37"/>
                      <a:pt x="20" y="35"/>
                      <a:pt x="19" y="33"/>
                    </a:cubicBezTo>
                    <a:cubicBezTo>
                      <a:pt x="17" y="34"/>
                      <a:pt x="14" y="37"/>
                      <a:pt x="9" y="37"/>
                    </a:cubicBezTo>
                    <a:cubicBezTo>
                      <a:pt x="3" y="37"/>
                      <a:pt x="0" y="33"/>
                      <a:pt x="0" y="29"/>
                    </a:cubicBezTo>
                    <a:cubicBezTo>
                      <a:pt x="0" y="28"/>
                      <a:pt x="1" y="26"/>
                      <a:pt x="3" y="24"/>
                    </a:cubicBezTo>
                    <a:cubicBezTo>
                      <a:pt x="7" y="18"/>
                      <a:pt x="14" y="16"/>
                      <a:pt x="19" y="15"/>
                    </a:cubicBezTo>
                    <a:cubicBezTo>
                      <a:pt x="19" y="6"/>
                      <a:pt x="19" y="6"/>
                      <a:pt x="19" y="6"/>
                    </a:cubicBezTo>
                    <a:cubicBezTo>
                      <a:pt x="19" y="5"/>
                      <a:pt x="19" y="2"/>
                      <a:pt x="15" y="2"/>
                    </a:cubicBezTo>
                    <a:cubicBezTo>
                      <a:pt x="11" y="2"/>
                      <a:pt x="11" y="5"/>
                      <a:pt x="11" y="6"/>
                    </a:cubicBezTo>
                    <a:cubicBezTo>
                      <a:pt x="10" y="8"/>
                      <a:pt x="10" y="12"/>
                      <a:pt x="6" y="12"/>
                    </a:cubicBezTo>
                    <a:cubicBezTo>
                      <a:pt x="3" y="12"/>
                      <a:pt x="1" y="10"/>
                      <a:pt x="1" y="7"/>
                    </a:cubicBezTo>
                    <a:cubicBezTo>
                      <a:pt x="1" y="6"/>
                      <a:pt x="2" y="4"/>
                      <a:pt x="3" y="3"/>
                    </a:cubicBezTo>
                    <a:cubicBezTo>
                      <a:pt x="7" y="0"/>
                      <a:pt x="14" y="0"/>
                      <a:pt x="15" y="0"/>
                    </a:cubicBezTo>
                    <a:cubicBezTo>
                      <a:pt x="17" y="0"/>
                      <a:pt x="24" y="0"/>
                      <a:pt x="26" y="3"/>
                    </a:cubicBezTo>
                    <a:cubicBezTo>
                      <a:pt x="27" y="5"/>
                      <a:pt x="27" y="8"/>
                      <a:pt x="27" y="9"/>
                    </a:cubicBezTo>
                    <a:cubicBezTo>
                      <a:pt x="27" y="28"/>
                      <a:pt x="27" y="28"/>
                      <a:pt x="27" y="28"/>
                    </a:cubicBezTo>
                    <a:cubicBezTo>
                      <a:pt x="27" y="30"/>
                      <a:pt x="27" y="33"/>
                      <a:pt x="29" y="33"/>
                    </a:cubicBezTo>
                    <a:cubicBezTo>
                      <a:pt x="31" y="33"/>
                      <a:pt x="32" y="32"/>
                      <a:pt x="32" y="31"/>
                    </a:cubicBezTo>
                    <a:cubicBezTo>
                      <a:pt x="33" y="32"/>
                      <a:pt x="33" y="32"/>
                      <a:pt x="33" y="32"/>
                    </a:cubicBezTo>
                    <a:cubicBezTo>
                      <a:pt x="30" y="37"/>
                      <a:pt x="26" y="37"/>
                      <a:pt x="25" y="37"/>
                    </a:cubicBezTo>
                    <a:close/>
                    <a:moveTo>
                      <a:pt x="19" y="17"/>
                    </a:moveTo>
                    <a:cubicBezTo>
                      <a:pt x="16" y="18"/>
                      <a:pt x="9" y="22"/>
                      <a:pt x="9" y="28"/>
                    </a:cubicBezTo>
                    <a:cubicBezTo>
                      <a:pt x="9" y="33"/>
                      <a:pt x="13" y="33"/>
                      <a:pt x="14" y="33"/>
                    </a:cubicBezTo>
                    <a:cubicBezTo>
                      <a:pt x="16" y="33"/>
                      <a:pt x="18" y="33"/>
                      <a:pt x="19" y="31"/>
                    </a:cubicBezTo>
                    <a:lnTo>
                      <a:pt x="19" y="17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等线"/>
                  <a:ea typeface="+mn-ea"/>
                  <a:cs typeface="+mn-cs"/>
                </a:endParaRPr>
              </a:p>
            </p:txBody>
          </p:sp>
          <p:sp>
            <p:nvSpPr>
              <p:cNvPr id="63" name="îšļîḋê">
                <a:extLst>
                  <a:ext uri="{FF2B5EF4-FFF2-40B4-BE49-F238E27FC236}">
                    <a16:creationId xmlns:a16="http://schemas.microsoft.com/office/drawing/2014/main" id="{F740C9D5-2531-FFD1-F6B2-477EB4F31969}"/>
                  </a:ext>
                </a:extLst>
              </p:cNvPr>
              <p:cNvSpPr/>
              <p:nvPr/>
            </p:nvSpPr>
            <p:spPr bwMode="auto">
              <a:xfrm>
                <a:off x="6337300" y="4114801"/>
                <a:ext cx="198437" cy="192088"/>
              </a:xfrm>
              <a:custGeom>
                <a:avLst/>
                <a:gdLst>
                  <a:gd name="T0" fmla="*/ 0 w 38"/>
                  <a:gd name="T1" fmla="*/ 33 h 35"/>
                  <a:gd name="T2" fmla="*/ 5 w 38"/>
                  <a:gd name="T3" fmla="*/ 29 h 35"/>
                  <a:gd name="T4" fmla="*/ 5 w 38"/>
                  <a:gd name="T5" fmla="*/ 7 h 35"/>
                  <a:gd name="T6" fmla="*/ 3 w 38"/>
                  <a:gd name="T7" fmla="*/ 4 h 35"/>
                  <a:gd name="T8" fmla="*/ 0 w 38"/>
                  <a:gd name="T9" fmla="*/ 4 h 35"/>
                  <a:gd name="T10" fmla="*/ 0 w 38"/>
                  <a:gd name="T11" fmla="*/ 2 h 35"/>
                  <a:gd name="T12" fmla="*/ 12 w 38"/>
                  <a:gd name="T13" fmla="*/ 0 h 35"/>
                  <a:gd name="T14" fmla="*/ 12 w 38"/>
                  <a:gd name="T15" fmla="*/ 6 h 35"/>
                  <a:gd name="T16" fmla="*/ 24 w 38"/>
                  <a:gd name="T17" fmla="*/ 0 h 35"/>
                  <a:gd name="T18" fmla="*/ 33 w 38"/>
                  <a:gd name="T19" fmla="*/ 10 h 35"/>
                  <a:gd name="T20" fmla="*/ 33 w 38"/>
                  <a:gd name="T21" fmla="*/ 29 h 35"/>
                  <a:gd name="T22" fmla="*/ 36 w 38"/>
                  <a:gd name="T23" fmla="*/ 33 h 35"/>
                  <a:gd name="T24" fmla="*/ 38 w 38"/>
                  <a:gd name="T25" fmla="*/ 33 h 35"/>
                  <a:gd name="T26" fmla="*/ 38 w 38"/>
                  <a:gd name="T27" fmla="*/ 35 h 35"/>
                  <a:gd name="T28" fmla="*/ 25 w 38"/>
                  <a:gd name="T29" fmla="*/ 35 h 35"/>
                  <a:gd name="T30" fmla="*/ 25 w 38"/>
                  <a:gd name="T31" fmla="*/ 11 h 35"/>
                  <a:gd name="T32" fmla="*/ 20 w 38"/>
                  <a:gd name="T33" fmla="*/ 4 h 35"/>
                  <a:gd name="T34" fmla="*/ 12 w 38"/>
                  <a:gd name="T35" fmla="*/ 9 h 35"/>
                  <a:gd name="T36" fmla="*/ 12 w 38"/>
                  <a:gd name="T37" fmla="*/ 29 h 35"/>
                  <a:gd name="T38" fmla="*/ 17 w 38"/>
                  <a:gd name="T39" fmla="*/ 33 h 35"/>
                  <a:gd name="T40" fmla="*/ 17 w 38"/>
                  <a:gd name="T41" fmla="*/ 35 h 35"/>
                  <a:gd name="T42" fmla="*/ 0 w 38"/>
                  <a:gd name="T43" fmla="*/ 35 h 35"/>
                  <a:gd name="T44" fmla="*/ 0 w 38"/>
                  <a:gd name="T45" fmla="*/ 33 h 35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</a:cxnLst>
                <a:rect l="0" t="0" r="r" b="b"/>
                <a:pathLst>
                  <a:path w="38" h="35">
                    <a:moveTo>
                      <a:pt x="0" y="33"/>
                    </a:moveTo>
                    <a:cubicBezTo>
                      <a:pt x="3" y="33"/>
                      <a:pt x="5" y="33"/>
                      <a:pt x="5" y="29"/>
                    </a:cubicBezTo>
                    <a:cubicBezTo>
                      <a:pt x="5" y="7"/>
                      <a:pt x="5" y="7"/>
                      <a:pt x="5" y="7"/>
                    </a:cubicBezTo>
                    <a:cubicBezTo>
                      <a:pt x="5" y="6"/>
                      <a:pt x="5" y="4"/>
                      <a:pt x="3" y="4"/>
                    </a:cubicBezTo>
                    <a:cubicBezTo>
                      <a:pt x="2" y="4"/>
                      <a:pt x="1" y="4"/>
                      <a:pt x="0" y="4"/>
                    </a:cubicBezTo>
                    <a:cubicBezTo>
                      <a:pt x="0" y="2"/>
                      <a:pt x="0" y="2"/>
                      <a:pt x="0" y="2"/>
                    </a:cubicBezTo>
                    <a:cubicBezTo>
                      <a:pt x="12" y="0"/>
                      <a:pt x="12" y="0"/>
                      <a:pt x="12" y="0"/>
                    </a:cubicBezTo>
                    <a:cubicBezTo>
                      <a:pt x="12" y="6"/>
                      <a:pt x="12" y="6"/>
                      <a:pt x="12" y="6"/>
                    </a:cubicBezTo>
                    <a:cubicBezTo>
                      <a:pt x="14" y="4"/>
                      <a:pt x="18" y="0"/>
                      <a:pt x="24" y="0"/>
                    </a:cubicBezTo>
                    <a:cubicBezTo>
                      <a:pt x="29" y="0"/>
                      <a:pt x="33" y="4"/>
                      <a:pt x="33" y="10"/>
                    </a:cubicBezTo>
                    <a:cubicBezTo>
                      <a:pt x="33" y="29"/>
                      <a:pt x="33" y="29"/>
                      <a:pt x="33" y="29"/>
                    </a:cubicBezTo>
                    <a:cubicBezTo>
                      <a:pt x="33" y="31"/>
                      <a:pt x="34" y="33"/>
                      <a:pt x="36" y="33"/>
                    </a:cubicBezTo>
                    <a:cubicBezTo>
                      <a:pt x="38" y="33"/>
                      <a:pt x="38" y="33"/>
                      <a:pt x="38" y="33"/>
                    </a:cubicBezTo>
                    <a:cubicBezTo>
                      <a:pt x="38" y="35"/>
                      <a:pt x="38" y="35"/>
                      <a:pt x="38" y="35"/>
                    </a:cubicBezTo>
                    <a:cubicBezTo>
                      <a:pt x="25" y="35"/>
                      <a:pt x="25" y="35"/>
                      <a:pt x="25" y="35"/>
                    </a:cubicBezTo>
                    <a:cubicBezTo>
                      <a:pt x="25" y="11"/>
                      <a:pt x="25" y="11"/>
                      <a:pt x="25" y="11"/>
                    </a:cubicBezTo>
                    <a:cubicBezTo>
                      <a:pt x="25" y="6"/>
                      <a:pt x="22" y="4"/>
                      <a:pt x="20" y="4"/>
                    </a:cubicBezTo>
                    <a:cubicBezTo>
                      <a:pt x="16" y="4"/>
                      <a:pt x="13" y="8"/>
                      <a:pt x="12" y="9"/>
                    </a:cubicBezTo>
                    <a:cubicBezTo>
                      <a:pt x="12" y="29"/>
                      <a:pt x="12" y="29"/>
                      <a:pt x="12" y="29"/>
                    </a:cubicBezTo>
                    <a:cubicBezTo>
                      <a:pt x="12" y="33"/>
                      <a:pt x="15" y="33"/>
                      <a:pt x="17" y="33"/>
                    </a:cubicBezTo>
                    <a:cubicBezTo>
                      <a:pt x="17" y="35"/>
                      <a:pt x="17" y="35"/>
                      <a:pt x="17" y="35"/>
                    </a:cubicBezTo>
                    <a:cubicBezTo>
                      <a:pt x="0" y="35"/>
                      <a:pt x="0" y="35"/>
                      <a:pt x="0" y="35"/>
                    </a:cubicBezTo>
                    <a:lnTo>
                      <a:pt x="0" y="33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等线"/>
                  <a:ea typeface="+mn-ea"/>
                  <a:cs typeface="+mn-cs"/>
                </a:endParaRPr>
              </a:p>
            </p:txBody>
          </p:sp>
          <p:sp>
            <p:nvSpPr>
              <p:cNvPr id="64" name="ïṡḻïḑe">
                <a:extLst>
                  <a:ext uri="{FF2B5EF4-FFF2-40B4-BE49-F238E27FC236}">
                    <a16:creationId xmlns:a16="http://schemas.microsoft.com/office/drawing/2014/main" id="{6E78EC09-53BF-9102-0FF6-25128CC9D987}"/>
                  </a:ext>
                </a:extLst>
              </p:cNvPr>
              <p:cNvSpPr/>
              <p:nvPr/>
            </p:nvSpPr>
            <p:spPr bwMode="auto">
              <a:xfrm>
                <a:off x="6683375" y="4022726"/>
                <a:ext cx="268287" cy="293688"/>
              </a:xfrm>
              <a:custGeom>
                <a:avLst/>
                <a:gdLst>
                  <a:gd name="T0" fmla="*/ 51 w 51"/>
                  <a:gd name="T1" fmla="*/ 2 h 54"/>
                  <a:gd name="T2" fmla="*/ 48 w 51"/>
                  <a:gd name="T3" fmla="*/ 2 h 54"/>
                  <a:gd name="T4" fmla="*/ 43 w 51"/>
                  <a:gd name="T5" fmla="*/ 8 h 54"/>
                  <a:gd name="T6" fmla="*/ 43 w 51"/>
                  <a:gd name="T7" fmla="*/ 36 h 54"/>
                  <a:gd name="T8" fmla="*/ 26 w 51"/>
                  <a:gd name="T9" fmla="*/ 54 h 54"/>
                  <a:gd name="T10" fmla="*/ 8 w 51"/>
                  <a:gd name="T11" fmla="*/ 36 h 54"/>
                  <a:gd name="T12" fmla="*/ 8 w 51"/>
                  <a:gd name="T13" fmla="*/ 7 h 54"/>
                  <a:gd name="T14" fmla="*/ 3 w 51"/>
                  <a:gd name="T15" fmla="*/ 2 h 54"/>
                  <a:gd name="T16" fmla="*/ 0 w 51"/>
                  <a:gd name="T17" fmla="*/ 2 h 54"/>
                  <a:gd name="T18" fmla="*/ 0 w 51"/>
                  <a:gd name="T19" fmla="*/ 0 h 54"/>
                  <a:gd name="T20" fmla="*/ 24 w 51"/>
                  <a:gd name="T21" fmla="*/ 0 h 54"/>
                  <a:gd name="T22" fmla="*/ 24 w 51"/>
                  <a:gd name="T23" fmla="*/ 2 h 54"/>
                  <a:gd name="T24" fmla="*/ 21 w 51"/>
                  <a:gd name="T25" fmla="*/ 2 h 54"/>
                  <a:gd name="T26" fmla="*/ 16 w 51"/>
                  <a:gd name="T27" fmla="*/ 7 h 54"/>
                  <a:gd name="T28" fmla="*/ 16 w 51"/>
                  <a:gd name="T29" fmla="*/ 35 h 54"/>
                  <a:gd name="T30" fmla="*/ 29 w 51"/>
                  <a:gd name="T31" fmla="*/ 51 h 54"/>
                  <a:gd name="T32" fmla="*/ 41 w 51"/>
                  <a:gd name="T33" fmla="*/ 37 h 54"/>
                  <a:gd name="T34" fmla="*/ 41 w 51"/>
                  <a:gd name="T35" fmla="*/ 8 h 54"/>
                  <a:gd name="T36" fmla="*/ 35 w 51"/>
                  <a:gd name="T37" fmla="*/ 2 h 54"/>
                  <a:gd name="T38" fmla="*/ 34 w 51"/>
                  <a:gd name="T39" fmla="*/ 2 h 54"/>
                  <a:gd name="T40" fmla="*/ 34 w 51"/>
                  <a:gd name="T41" fmla="*/ 0 h 54"/>
                  <a:gd name="T42" fmla="*/ 51 w 51"/>
                  <a:gd name="T43" fmla="*/ 0 h 54"/>
                  <a:gd name="T44" fmla="*/ 51 w 51"/>
                  <a:gd name="T45" fmla="*/ 2 h 5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</a:cxnLst>
                <a:rect l="0" t="0" r="r" b="b"/>
                <a:pathLst>
                  <a:path w="51" h="54">
                    <a:moveTo>
                      <a:pt x="51" y="2"/>
                    </a:moveTo>
                    <a:cubicBezTo>
                      <a:pt x="48" y="2"/>
                      <a:pt x="48" y="2"/>
                      <a:pt x="48" y="2"/>
                    </a:cubicBezTo>
                    <a:cubicBezTo>
                      <a:pt x="45" y="2"/>
                      <a:pt x="43" y="4"/>
                      <a:pt x="43" y="8"/>
                    </a:cubicBezTo>
                    <a:cubicBezTo>
                      <a:pt x="43" y="36"/>
                      <a:pt x="43" y="36"/>
                      <a:pt x="43" y="36"/>
                    </a:cubicBezTo>
                    <a:cubicBezTo>
                      <a:pt x="43" y="44"/>
                      <a:pt x="39" y="54"/>
                      <a:pt x="26" y="54"/>
                    </a:cubicBezTo>
                    <a:cubicBezTo>
                      <a:pt x="17" y="54"/>
                      <a:pt x="8" y="49"/>
                      <a:pt x="8" y="36"/>
                    </a:cubicBezTo>
                    <a:cubicBezTo>
                      <a:pt x="8" y="7"/>
                      <a:pt x="8" y="7"/>
                      <a:pt x="8" y="7"/>
                    </a:cubicBezTo>
                    <a:cubicBezTo>
                      <a:pt x="8" y="4"/>
                      <a:pt x="6" y="2"/>
                      <a:pt x="3" y="2"/>
                    </a:cubicBezTo>
                    <a:cubicBezTo>
                      <a:pt x="0" y="2"/>
                      <a:pt x="0" y="2"/>
                      <a:pt x="0" y="2"/>
                    </a:cubicBezTo>
                    <a:cubicBezTo>
                      <a:pt x="0" y="0"/>
                      <a:pt x="0" y="0"/>
                      <a:pt x="0" y="0"/>
                    </a:cubicBezTo>
                    <a:cubicBezTo>
                      <a:pt x="24" y="0"/>
                      <a:pt x="24" y="0"/>
                      <a:pt x="24" y="0"/>
                    </a:cubicBezTo>
                    <a:cubicBezTo>
                      <a:pt x="24" y="2"/>
                      <a:pt x="24" y="2"/>
                      <a:pt x="24" y="2"/>
                    </a:cubicBezTo>
                    <a:cubicBezTo>
                      <a:pt x="21" y="2"/>
                      <a:pt x="21" y="2"/>
                      <a:pt x="21" y="2"/>
                    </a:cubicBezTo>
                    <a:cubicBezTo>
                      <a:pt x="17" y="2"/>
                      <a:pt x="16" y="4"/>
                      <a:pt x="16" y="7"/>
                    </a:cubicBezTo>
                    <a:cubicBezTo>
                      <a:pt x="16" y="35"/>
                      <a:pt x="16" y="35"/>
                      <a:pt x="16" y="35"/>
                    </a:cubicBezTo>
                    <a:cubicBezTo>
                      <a:pt x="16" y="46"/>
                      <a:pt x="22" y="51"/>
                      <a:pt x="29" y="51"/>
                    </a:cubicBezTo>
                    <a:cubicBezTo>
                      <a:pt x="36" y="51"/>
                      <a:pt x="41" y="45"/>
                      <a:pt x="41" y="37"/>
                    </a:cubicBezTo>
                    <a:cubicBezTo>
                      <a:pt x="41" y="8"/>
                      <a:pt x="41" y="8"/>
                      <a:pt x="41" y="8"/>
                    </a:cubicBezTo>
                    <a:cubicBezTo>
                      <a:pt x="41" y="5"/>
                      <a:pt x="39" y="2"/>
                      <a:pt x="35" y="2"/>
                    </a:cubicBezTo>
                    <a:cubicBezTo>
                      <a:pt x="34" y="2"/>
                      <a:pt x="34" y="2"/>
                      <a:pt x="34" y="2"/>
                    </a:cubicBezTo>
                    <a:cubicBezTo>
                      <a:pt x="34" y="0"/>
                      <a:pt x="34" y="0"/>
                      <a:pt x="34" y="0"/>
                    </a:cubicBezTo>
                    <a:cubicBezTo>
                      <a:pt x="51" y="0"/>
                      <a:pt x="51" y="0"/>
                      <a:pt x="51" y="0"/>
                    </a:cubicBezTo>
                    <a:lnTo>
                      <a:pt x="51" y="2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等线"/>
                  <a:ea typeface="+mn-ea"/>
                  <a:cs typeface="+mn-cs"/>
                </a:endParaRPr>
              </a:p>
            </p:txBody>
          </p:sp>
          <p:sp>
            <p:nvSpPr>
              <p:cNvPr id="65" name="íS1ïḑé">
                <a:extLst>
                  <a:ext uri="{FF2B5EF4-FFF2-40B4-BE49-F238E27FC236}">
                    <a16:creationId xmlns:a16="http://schemas.microsoft.com/office/drawing/2014/main" id="{CE7B695C-85FB-F322-9128-0E944FE50D55}"/>
                  </a:ext>
                </a:extLst>
              </p:cNvPr>
              <p:cNvSpPr/>
              <p:nvPr/>
            </p:nvSpPr>
            <p:spPr bwMode="auto">
              <a:xfrm>
                <a:off x="6967538" y="4114801"/>
                <a:ext cx="200025" cy="192088"/>
              </a:xfrm>
              <a:custGeom>
                <a:avLst/>
                <a:gdLst>
                  <a:gd name="T0" fmla="*/ 1 w 38"/>
                  <a:gd name="T1" fmla="*/ 33 h 35"/>
                  <a:gd name="T2" fmla="*/ 5 w 38"/>
                  <a:gd name="T3" fmla="*/ 29 h 35"/>
                  <a:gd name="T4" fmla="*/ 5 w 38"/>
                  <a:gd name="T5" fmla="*/ 7 h 35"/>
                  <a:gd name="T6" fmla="*/ 3 w 38"/>
                  <a:gd name="T7" fmla="*/ 4 h 35"/>
                  <a:gd name="T8" fmla="*/ 1 w 38"/>
                  <a:gd name="T9" fmla="*/ 4 h 35"/>
                  <a:gd name="T10" fmla="*/ 0 w 38"/>
                  <a:gd name="T11" fmla="*/ 2 h 35"/>
                  <a:gd name="T12" fmla="*/ 13 w 38"/>
                  <a:gd name="T13" fmla="*/ 0 h 35"/>
                  <a:gd name="T14" fmla="*/ 13 w 38"/>
                  <a:gd name="T15" fmla="*/ 6 h 35"/>
                  <a:gd name="T16" fmla="*/ 24 w 38"/>
                  <a:gd name="T17" fmla="*/ 0 h 35"/>
                  <a:gd name="T18" fmla="*/ 33 w 38"/>
                  <a:gd name="T19" fmla="*/ 10 h 35"/>
                  <a:gd name="T20" fmla="*/ 33 w 38"/>
                  <a:gd name="T21" fmla="*/ 29 h 35"/>
                  <a:gd name="T22" fmla="*/ 36 w 38"/>
                  <a:gd name="T23" fmla="*/ 33 h 35"/>
                  <a:gd name="T24" fmla="*/ 38 w 38"/>
                  <a:gd name="T25" fmla="*/ 33 h 35"/>
                  <a:gd name="T26" fmla="*/ 38 w 38"/>
                  <a:gd name="T27" fmla="*/ 35 h 35"/>
                  <a:gd name="T28" fmla="*/ 26 w 38"/>
                  <a:gd name="T29" fmla="*/ 35 h 35"/>
                  <a:gd name="T30" fmla="*/ 26 w 38"/>
                  <a:gd name="T31" fmla="*/ 11 h 35"/>
                  <a:gd name="T32" fmla="*/ 20 w 38"/>
                  <a:gd name="T33" fmla="*/ 4 h 35"/>
                  <a:gd name="T34" fmla="*/ 13 w 38"/>
                  <a:gd name="T35" fmla="*/ 9 h 35"/>
                  <a:gd name="T36" fmla="*/ 13 w 38"/>
                  <a:gd name="T37" fmla="*/ 29 h 35"/>
                  <a:gd name="T38" fmla="*/ 18 w 38"/>
                  <a:gd name="T39" fmla="*/ 33 h 35"/>
                  <a:gd name="T40" fmla="*/ 18 w 38"/>
                  <a:gd name="T41" fmla="*/ 35 h 35"/>
                  <a:gd name="T42" fmla="*/ 1 w 38"/>
                  <a:gd name="T43" fmla="*/ 35 h 35"/>
                  <a:gd name="T44" fmla="*/ 1 w 38"/>
                  <a:gd name="T45" fmla="*/ 33 h 35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</a:cxnLst>
                <a:rect l="0" t="0" r="r" b="b"/>
                <a:pathLst>
                  <a:path w="38" h="35">
                    <a:moveTo>
                      <a:pt x="1" y="33"/>
                    </a:moveTo>
                    <a:cubicBezTo>
                      <a:pt x="3" y="33"/>
                      <a:pt x="5" y="33"/>
                      <a:pt x="5" y="29"/>
                    </a:cubicBezTo>
                    <a:cubicBezTo>
                      <a:pt x="5" y="7"/>
                      <a:pt x="5" y="7"/>
                      <a:pt x="5" y="7"/>
                    </a:cubicBezTo>
                    <a:cubicBezTo>
                      <a:pt x="5" y="6"/>
                      <a:pt x="5" y="4"/>
                      <a:pt x="3" y="4"/>
                    </a:cubicBezTo>
                    <a:cubicBezTo>
                      <a:pt x="2" y="4"/>
                      <a:pt x="1" y="4"/>
                      <a:pt x="1" y="4"/>
                    </a:cubicBezTo>
                    <a:cubicBezTo>
                      <a:pt x="0" y="2"/>
                      <a:pt x="0" y="2"/>
                      <a:pt x="0" y="2"/>
                    </a:cubicBezTo>
                    <a:cubicBezTo>
                      <a:pt x="13" y="0"/>
                      <a:pt x="13" y="0"/>
                      <a:pt x="13" y="0"/>
                    </a:cubicBezTo>
                    <a:cubicBezTo>
                      <a:pt x="13" y="6"/>
                      <a:pt x="13" y="6"/>
                      <a:pt x="13" y="6"/>
                    </a:cubicBezTo>
                    <a:cubicBezTo>
                      <a:pt x="15" y="4"/>
                      <a:pt x="19" y="0"/>
                      <a:pt x="24" y="0"/>
                    </a:cubicBezTo>
                    <a:cubicBezTo>
                      <a:pt x="29" y="0"/>
                      <a:pt x="33" y="4"/>
                      <a:pt x="33" y="10"/>
                    </a:cubicBezTo>
                    <a:cubicBezTo>
                      <a:pt x="33" y="29"/>
                      <a:pt x="33" y="29"/>
                      <a:pt x="33" y="29"/>
                    </a:cubicBezTo>
                    <a:cubicBezTo>
                      <a:pt x="33" y="31"/>
                      <a:pt x="34" y="33"/>
                      <a:pt x="36" y="33"/>
                    </a:cubicBezTo>
                    <a:cubicBezTo>
                      <a:pt x="38" y="33"/>
                      <a:pt x="38" y="33"/>
                      <a:pt x="38" y="33"/>
                    </a:cubicBezTo>
                    <a:cubicBezTo>
                      <a:pt x="38" y="35"/>
                      <a:pt x="38" y="35"/>
                      <a:pt x="38" y="35"/>
                    </a:cubicBezTo>
                    <a:cubicBezTo>
                      <a:pt x="26" y="35"/>
                      <a:pt x="26" y="35"/>
                      <a:pt x="26" y="35"/>
                    </a:cubicBezTo>
                    <a:cubicBezTo>
                      <a:pt x="26" y="11"/>
                      <a:pt x="26" y="11"/>
                      <a:pt x="26" y="11"/>
                    </a:cubicBezTo>
                    <a:cubicBezTo>
                      <a:pt x="26" y="6"/>
                      <a:pt x="22" y="4"/>
                      <a:pt x="20" y="4"/>
                    </a:cubicBezTo>
                    <a:cubicBezTo>
                      <a:pt x="17" y="4"/>
                      <a:pt x="14" y="8"/>
                      <a:pt x="13" y="9"/>
                    </a:cubicBezTo>
                    <a:cubicBezTo>
                      <a:pt x="13" y="29"/>
                      <a:pt x="13" y="29"/>
                      <a:pt x="13" y="29"/>
                    </a:cubicBezTo>
                    <a:cubicBezTo>
                      <a:pt x="13" y="33"/>
                      <a:pt x="16" y="33"/>
                      <a:pt x="18" y="33"/>
                    </a:cubicBezTo>
                    <a:cubicBezTo>
                      <a:pt x="18" y="35"/>
                      <a:pt x="18" y="35"/>
                      <a:pt x="18" y="35"/>
                    </a:cubicBezTo>
                    <a:cubicBezTo>
                      <a:pt x="1" y="35"/>
                      <a:pt x="1" y="35"/>
                      <a:pt x="1" y="35"/>
                    </a:cubicBezTo>
                    <a:lnTo>
                      <a:pt x="1" y="33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等线"/>
                  <a:ea typeface="+mn-ea"/>
                  <a:cs typeface="+mn-cs"/>
                </a:endParaRPr>
              </a:p>
            </p:txBody>
          </p:sp>
          <p:sp>
            <p:nvSpPr>
              <p:cNvPr id="66" name="ï$ḻîḍe">
                <a:extLst>
                  <a:ext uri="{FF2B5EF4-FFF2-40B4-BE49-F238E27FC236}">
                    <a16:creationId xmlns:a16="http://schemas.microsoft.com/office/drawing/2014/main" id="{44E5A4B4-AF44-4589-B88E-966FD3E8078F}"/>
                  </a:ext>
                </a:extLst>
              </p:cNvPr>
              <p:cNvSpPr/>
              <p:nvPr/>
            </p:nvSpPr>
            <p:spPr bwMode="auto">
              <a:xfrm>
                <a:off x="7188200" y="4016376"/>
                <a:ext cx="100012" cy="290513"/>
              </a:xfrm>
              <a:custGeom>
                <a:avLst/>
                <a:gdLst>
                  <a:gd name="T0" fmla="*/ 0 w 19"/>
                  <a:gd name="T1" fmla="*/ 51 h 53"/>
                  <a:gd name="T2" fmla="*/ 2 w 19"/>
                  <a:gd name="T3" fmla="*/ 51 h 53"/>
                  <a:gd name="T4" fmla="*/ 6 w 19"/>
                  <a:gd name="T5" fmla="*/ 47 h 53"/>
                  <a:gd name="T6" fmla="*/ 6 w 19"/>
                  <a:gd name="T7" fmla="*/ 26 h 53"/>
                  <a:gd name="T8" fmla="*/ 3 w 19"/>
                  <a:gd name="T9" fmla="*/ 22 h 53"/>
                  <a:gd name="T10" fmla="*/ 1 w 19"/>
                  <a:gd name="T11" fmla="*/ 23 h 53"/>
                  <a:gd name="T12" fmla="*/ 0 w 19"/>
                  <a:gd name="T13" fmla="*/ 21 h 53"/>
                  <a:gd name="T14" fmla="*/ 13 w 19"/>
                  <a:gd name="T15" fmla="*/ 18 h 53"/>
                  <a:gd name="T16" fmla="*/ 13 w 19"/>
                  <a:gd name="T17" fmla="*/ 47 h 53"/>
                  <a:gd name="T18" fmla="*/ 17 w 19"/>
                  <a:gd name="T19" fmla="*/ 51 h 53"/>
                  <a:gd name="T20" fmla="*/ 19 w 19"/>
                  <a:gd name="T21" fmla="*/ 51 h 53"/>
                  <a:gd name="T22" fmla="*/ 19 w 19"/>
                  <a:gd name="T23" fmla="*/ 53 h 53"/>
                  <a:gd name="T24" fmla="*/ 0 w 19"/>
                  <a:gd name="T25" fmla="*/ 53 h 53"/>
                  <a:gd name="T26" fmla="*/ 0 w 19"/>
                  <a:gd name="T27" fmla="*/ 51 h 53"/>
                  <a:gd name="T28" fmla="*/ 15 w 19"/>
                  <a:gd name="T29" fmla="*/ 5 h 53"/>
                  <a:gd name="T30" fmla="*/ 9 w 19"/>
                  <a:gd name="T31" fmla="*/ 10 h 53"/>
                  <a:gd name="T32" fmla="*/ 4 w 19"/>
                  <a:gd name="T33" fmla="*/ 5 h 53"/>
                  <a:gd name="T34" fmla="*/ 9 w 19"/>
                  <a:gd name="T35" fmla="*/ 0 h 53"/>
                  <a:gd name="T36" fmla="*/ 15 w 19"/>
                  <a:gd name="T37" fmla="*/ 5 h 53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</a:cxnLst>
                <a:rect l="0" t="0" r="r" b="b"/>
                <a:pathLst>
                  <a:path w="19" h="53">
                    <a:moveTo>
                      <a:pt x="0" y="51"/>
                    </a:moveTo>
                    <a:cubicBezTo>
                      <a:pt x="2" y="51"/>
                      <a:pt x="2" y="51"/>
                      <a:pt x="2" y="51"/>
                    </a:cubicBezTo>
                    <a:cubicBezTo>
                      <a:pt x="4" y="51"/>
                      <a:pt x="6" y="49"/>
                      <a:pt x="6" y="47"/>
                    </a:cubicBezTo>
                    <a:cubicBezTo>
                      <a:pt x="6" y="26"/>
                      <a:pt x="6" y="26"/>
                      <a:pt x="6" y="26"/>
                    </a:cubicBezTo>
                    <a:cubicBezTo>
                      <a:pt x="6" y="24"/>
                      <a:pt x="5" y="22"/>
                      <a:pt x="3" y="22"/>
                    </a:cubicBezTo>
                    <a:cubicBezTo>
                      <a:pt x="3" y="22"/>
                      <a:pt x="2" y="22"/>
                      <a:pt x="1" y="23"/>
                    </a:cubicBezTo>
                    <a:cubicBezTo>
                      <a:pt x="0" y="21"/>
                      <a:pt x="0" y="21"/>
                      <a:pt x="0" y="21"/>
                    </a:cubicBezTo>
                    <a:cubicBezTo>
                      <a:pt x="13" y="18"/>
                      <a:pt x="13" y="18"/>
                      <a:pt x="13" y="18"/>
                    </a:cubicBezTo>
                    <a:cubicBezTo>
                      <a:pt x="13" y="47"/>
                      <a:pt x="13" y="47"/>
                      <a:pt x="13" y="47"/>
                    </a:cubicBezTo>
                    <a:cubicBezTo>
                      <a:pt x="13" y="50"/>
                      <a:pt x="14" y="51"/>
                      <a:pt x="17" y="51"/>
                    </a:cubicBezTo>
                    <a:cubicBezTo>
                      <a:pt x="19" y="51"/>
                      <a:pt x="19" y="51"/>
                      <a:pt x="19" y="51"/>
                    </a:cubicBezTo>
                    <a:cubicBezTo>
                      <a:pt x="19" y="53"/>
                      <a:pt x="19" y="53"/>
                      <a:pt x="19" y="53"/>
                    </a:cubicBezTo>
                    <a:cubicBezTo>
                      <a:pt x="0" y="53"/>
                      <a:pt x="0" y="53"/>
                      <a:pt x="0" y="53"/>
                    </a:cubicBezTo>
                    <a:lnTo>
                      <a:pt x="0" y="51"/>
                    </a:lnTo>
                    <a:close/>
                    <a:moveTo>
                      <a:pt x="15" y="5"/>
                    </a:moveTo>
                    <a:cubicBezTo>
                      <a:pt x="15" y="7"/>
                      <a:pt x="12" y="10"/>
                      <a:pt x="9" y="10"/>
                    </a:cubicBezTo>
                    <a:cubicBezTo>
                      <a:pt x="7" y="10"/>
                      <a:pt x="4" y="7"/>
                      <a:pt x="4" y="5"/>
                    </a:cubicBezTo>
                    <a:cubicBezTo>
                      <a:pt x="4" y="2"/>
                      <a:pt x="7" y="0"/>
                      <a:pt x="9" y="0"/>
                    </a:cubicBezTo>
                    <a:cubicBezTo>
                      <a:pt x="12" y="0"/>
                      <a:pt x="15" y="2"/>
                      <a:pt x="15" y="5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等线"/>
                  <a:ea typeface="+mn-ea"/>
                  <a:cs typeface="+mn-cs"/>
                </a:endParaRPr>
              </a:p>
            </p:txBody>
          </p:sp>
          <p:sp>
            <p:nvSpPr>
              <p:cNvPr id="67" name="ïṣ1íḍè">
                <a:extLst>
                  <a:ext uri="{FF2B5EF4-FFF2-40B4-BE49-F238E27FC236}">
                    <a16:creationId xmlns:a16="http://schemas.microsoft.com/office/drawing/2014/main" id="{9732021D-5E66-87D6-F7AB-0A15A18B20E1}"/>
                  </a:ext>
                </a:extLst>
              </p:cNvPr>
              <p:cNvSpPr/>
              <p:nvPr/>
            </p:nvSpPr>
            <p:spPr bwMode="auto">
              <a:xfrm>
                <a:off x="7308850" y="4119564"/>
                <a:ext cx="195262" cy="196850"/>
              </a:xfrm>
              <a:custGeom>
                <a:avLst/>
                <a:gdLst>
                  <a:gd name="T0" fmla="*/ 36 w 37"/>
                  <a:gd name="T1" fmla="*/ 3 h 36"/>
                  <a:gd name="T2" fmla="*/ 31 w 37"/>
                  <a:gd name="T3" fmla="*/ 6 h 36"/>
                  <a:gd name="T4" fmla="*/ 20 w 37"/>
                  <a:gd name="T5" fmla="*/ 36 h 36"/>
                  <a:gd name="T6" fmla="*/ 18 w 37"/>
                  <a:gd name="T7" fmla="*/ 36 h 36"/>
                  <a:gd name="T8" fmla="*/ 5 w 37"/>
                  <a:gd name="T9" fmla="*/ 7 h 36"/>
                  <a:gd name="T10" fmla="*/ 0 w 37"/>
                  <a:gd name="T11" fmla="*/ 3 h 36"/>
                  <a:gd name="T12" fmla="*/ 0 w 37"/>
                  <a:gd name="T13" fmla="*/ 0 h 36"/>
                  <a:gd name="T14" fmla="*/ 16 w 37"/>
                  <a:gd name="T15" fmla="*/ 0 h 36"/>
                  <a:gd name="T16" fmla="*/ 16 w 37"/>
                  <a:gd name="T17" fmla="*/ 3 h 36"/>
                  <a:gd name="T18" fmla="*/ 15 w 37"/>
                  <a:gd name="T19" fmla="*/ 3 h 36"/>
                  <a:gd name="T20" fmla="*/ 13 w 37"/>
                  <a:gd name="T21" fmla="*/ 5 h 36"/>
                  <a:gd name="T22" fmla="*/ 13 w 37"/>
                  <a:gd name="T23" fmla="*/ 7 h 36"/>
                  <a:gd name="T24" fmla="*/ 21 w 37"/>
                  <a:gd name="T25" fmla="*/ 25 h 36"/>
                  <a:gd name="T26" fmla="*/ 29 w 37"/>
                  <a:gd name="T27" fmla="*/ 6 h 36"/>
                  <a:gd name="T28" fmla="*/ 29 w 37"/>
                  <a:gd name="T29" fmla="*/ 5 h 36"/>
                  <a:gd name="T30" fmla="*/ 27 w 37"/>
                  <a:gd name="T31" fmla="*/ 3 h 36"/>
                  <a:gd name="T32" fmla="*/ 24 w 37"/>
                  <a:gd name="T33" fmla="*/ 3 h 36"/>
                  <a:gd name="T34" fmla="*/ 24 w 37"/>
                  <a:gd name="T35" fmla="*/ 0 h 36"/>
                  <a:gd name="T36" fmla="*/ 37 w 37"/>
                  <a:gd name="T37" fmla="*/ 0 h 36"/>
                  <a:gd name="T38" fmla="*/ 37 w 37"/>
                  <a:gd name="T39" fmla="*/ 3 h 36"/>
                  <a:gd name="T40" fmla="*/ 36 w 37"/>
                  <a:gd name="T41" fmla="*/ 3 h 3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</a:cxnLst>
                <a:rect l="0" t="0" r="r" b="b"/>
                <a:pathLst>
                  <a:path w="37" h="36">
                    <a:moveTo>
                      <a:pt x="36" y="3"/>
                    </a:moveTo>
                    <a:cubicBezTo>
                      <a:pt x="33" y="3"/>
                      <a:pt x="32" y="5"/>
                      <a:pt x="31" y="6"/>
                    </a:cubicBezTo>
                    <a:cubicBezTo>
                      <a:pt x="20" y="36"/>
                      <a:pt x="20" y="36"/>
                      <a:pt x="20" y="36"/>
                    </a:cubicBezTo>
                    <a:cubicBezTo>
                      <a:pt x="18" y="36"/>
                      <a:pt x="18" y="36"/>
                      <a:pt x="18" y="36"/>
                    </a:cubicBezTo>
                    <a:cubicBezTo>
                      <a:pt x="5" y="7"/>
                      <a:pt x="5" y="7"/>
                      <a:pt x="5" y="7"/>
                    </a:cubicBezTo>
                    <a:cubicBezTo>
                      <a:pt x="3" y="3"/>
                      <a:pt x="2" y="3"/>
                      <a:pt x="0" y="3"/>
                    </a:cubicBezTo>
                    <a:cubicBezTo>
                      <a:pt x="0" y="0"/>
                      <a:pt x="0" y="0"/>
                      <a:pt x="0" y="0"/>
                    </a:cubicBezTo>
                    <a:cubicBezTo>
                      <a:pt x="16" y="0"/>
                      <a:pt x="16" y="0"/>
                      <a:pt x="16" y="0"/>
                    </a:cubicBezTo>
                    <a:cubicBezTo>
                      <a:pt x="16" y="3"/>
                      <a:pt x="16" y="3"/>
                      <a:pt x="16" y="3"/>
                    </a:cubicBezTo>
                    <a:cubicBezTo>
                      <a:pt x="15" y="3"/>
                      <a:pt x="15" y="3"/>
                      <a:pt x="15" y="3"/>
                    </a:cubicBezTo>
                    <a:cubicBezTo>
                      <a:pt x="14" y="3"/>
                      <a:pt x="13" y="3"/>
                      <a:pt x="13" y="5"/>
                    </a:cubicBezTo>
                    <a:cubicBezTo>
                      <a:pt x="13" y="6"/>
                      <a:pt x="13" y="7"/>
                      <a:pt x="13" y="7"/>
                    </a:cubicBezTo>
                    <a:cubicBezTo>
                      <a:pt x="21" y="25"/>
                      <a:pt x="21" y="25"/>
                      <a:pt x="21" y="25"/>
                    </a:cubicBezTo>
                    <a:cubicBezTo>
                      <a:pt x="29" y="6"/>
                      <a:pt x="29" y="6"/>
                      <a:pt x="29" y="6"/>
                    </a:cubicBezTo>
                    <a:cubicBezTo>
                      <a:pt x="29" y="6"/>
                      <a:pt x="29" y="5"/>
                      <a:pt x="29" y="5"/>
                    </a:cubicBezTo>
                    <a:cubicBezTo>
                      <a:pt x="29" y="4"/>
                      <a:pt x="29" y="3"/>
                      <a:pt x="27" y="3"/>
                    </a:cubicBezTo>
                    <a:cubicBezTo>
                      <a:pt x="24" y="3"/>
                      <a:pt x="24" y="3"/>
                      <a:pt x="24" y="3"/>
                    </a:cubicBezTo>
                    <a:cubicBezTo>
                      <a:pt x="24" y="0"/>
                      <a:pt x="24" y="0"/>
                      <a:pt x="24" y="0"/>
                    </a:cubicBezTo>
                    <a:cubicBezTo>
                      <a:pt x="37" y="0"/>
                      <a:pt x="37" y="0"/>
                      <a:pt x="37" y="0"/>
                    </a:cubicBezTo>
                    <a:cubicBezTo>
                      <a:pt x="37" y="3"/>
                      <a:pt x="37" y="3"/>
                      <a:pt x="37" y="3"/>
                    </a:cubicBezTo>
                    <a:lnTo>
                      <a:pt x="36" y="3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等线"/>
                  <a:ea typeface="+mn-ea"/>
                  <a:cs typeface="+mn-cs"/>
                </a:endParaRPr>
              </a:p>
            </p:txBody>
          </p:sp>
          <p:sp>
            <p:nvSpPr>
              <p:cNvPr id="68" name="íśliḍè">
                <a:extLst>
                  <a:ext uri="{FF2B5EF4-FFF2-40B4-BE49-F238E27FC236}">
                    <a16:creationId xmlns:a16="http://schemas.microsoft.com/office/drawing/2014/main" id="{F39B95F5-91F9-777B-227C-BAC9809C12A2}"/>
                  </a:ext>
                </a:extLst>
              </p:cNvPr>
              <p:cNvSpPr/>
              <p:nvPr/>
            </p:nvSpPr>
            <p:spPr bwMode="auto">
              <a:xfrm>
                <a:off x="7529513" y="4114801"/>
                <a:ext cx="163512" cy="201613"/>
              </a:xfrm>
              <a:custGeom>
                <a:avLst/>
                <a:gdLst>
                  <a:gd name="T0" fmla="*/ 16 w 31"/>
                  <a:gd name="T1" fmla="*/ 37 h 37"/>
                  <a:gd name="T2" fmla="*/ 0 w 31"/>
                  <a:gd name="T3" fmla="*/ 19 h 37"/>
                  <a:gd name="T4" fmla="*/ 16 w 31"/>
                  <a:gd name="T5" fmla="*/ 0 h 37"/>
                  <a:gd name="T6" fmla="*/ 24 w 31"/>
                  <a:gd name="T7" fmla="*/ 4 h 37"/>
                  <a:gd name="T8" fmla="*/ 30 w 31"/>
                  <a:gd name="T9" fmla="*/ 16 h 37"/>
                  <a:gd name="T10" fmla="*/ 8 w 31"/>
                  <a:gd name="T11" fmla="*/ 16 h 37"/>
                  <a:gd name="T12" fmla="*/ 18 w 31"/>
                  <a:gd name="T13" fmla="*/ 33 h 37"/>
                  <a:gd name="T14" fmla="*/ 29 w 31"/>
                  <a:gd name="T15" fmla="*/ 26 h 37"/>
                  <a:gd name="T16" fmla="*/ 31 w 31"/>
                  <a:gd name="T17" fmla="*/ 27 h 37"/>
                  <a:gd name="T18" fmla="*/ 16 w 31"/>
                  <a:gd name="T19" fmla="*/ 37 h 37"/>
                  <a:gd name="T20" fmla="*/ 16 w 31"/>
                  <a:gd name="T21" fmla="*/ 2 h 37"/>
                  <a:gd name="T22" fmla="*/ 8 w 31"/>
                  <a:gd name="T23" fmla="*/ 14 h 37"/>
                  <a:gd name="T24" fmla="*/ 22 w 31"/>
                  <a:gd name="T25" fmla="*/ 14 h 37"/>
                  <a:gd name="T26" fmla="*/ 16 w 31"/>
                  <a:gd name="T27" fmla="*/ 2 h 3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</a:cxnLst>
                <a:rect l="0" t="0" r="r" b="b"/>
                <a:pathLst>
                  <a:path w="31" h="37">
                    <a:moveTo>
                      <a:pt x="16" y="37"/>
                    </a:moveTo>
                    <a:cubicBezTo>
                      <a:pt x="7" y="37"/>
                      <a:pt x="0" y="30"/>
                      <a:pt x="0" y="19"/>
                    </a:cubicBezTo>
                    <a:cubicBezTo>
                      <a:pt x="0" y="8"/>
                      <a:pt x="7" y="0"/>
                      <a:pt x="16" y="0"/>
                    </a:cubicBezTo>
                    <a:cubicBezTo>
                      <a:pt x="20" y="0"/>
                      <a:pt x="23" y="2"/>
                      <a:pt x="24" y="4"/>
                    </a:cubicBezTo>
                    <a:cubicBezTo>
                      <a:pt x="29" y="9"/>
                      <a:pt x="29" y="14"/>
                      <a:pt x="30" y="16"/>
                    </a:cubicBezTo>
                    <a:cubicBezTo>
                      <a:pt x="8" y="16"/>
                      <a:pt x="8" y="16"/>
                      <a:pt x="8" y="16"/>
                    </a:cubicBezTo>
                    <a:cubicBezTo>
                      <a:pt x="7" y="29"/>
                      <a:pt x="13" y="33"/>
                      <a:pt x="18" y="33"/>
                    </a:cubicBezTo>
                    <a:cubicBezTo>
                      <a:pt x="23" y="33"/>
                      <a:pt x="27" y="28"/>
                      <a:pt x="29" y="26"/>
                    </a:cubicBezTo>
                    <a:cubicBezTo>
                      <a:pt x="31" y="27"/>
                      <a:pt x="31" y="27"/>
                      <a:pt x="31" y="27"/>
                    </a:cubicBezTo>
                    <a:cubicBezTo>
                      <a:pt x="29" y="30"/>
                      <a:pt x="25" y="37"/>
                      <a:pt x="16" y="37"/>
                    </a:cubicBezTo>
                    <a:close/>
                    <a:moveTo>
                      <a:pt x="16" y="2"/>
                    </a:moveTo>
                    <a:cubicBezTo>
                      <a:pt x="9" y="2"/>
                      <a:pt x="8" y="11"/>
                      <a:pt x="8" y="14"/>
                    </a:cubicBezTo>
                    <a:cubicBezTo>
                      <a:pt x="22" y="14"/>
                      <a:pt x="22" y="14"/>
                      <a:pt x="22" y="14"/>
                    </a:cubicBezTo>
                    <a:cubicBezTo>
                      <a:pt x="22" y="10"/>
                      <a:pt x="21" y="2"/>
                      <a:pt x="16" y="2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等线"/>
                  <a:ea typeface="+mn-ea"/>
                  <a:cs typeface="+mn-cs"/>
                </a:endParaRPr>
              </a:p>
            </p:txBody>
          </p:sp>
          <p:sp>
            <p:nvSpPr>
              <p:cNvPr id="69" name="íšļiḓè">
                <a:extLst>
                  <a:ext uri="{FF2B5EF4-FFF2-40B4-BE49-F238E27FC236}">
                    <a16:creationId xmlns:a16="http://schemas.microsoft.com/office/drawing/2014/main" id="{2A89F7CA-C3F7-F8E4-48A7-8526E1FC15AC}"/>
                  </a:ext>
                </a:extLst>
              </p:cNvPr>
              <p:cNvSpPr/>
              <p:nvPr/>
            </p:nvSpPr>
            <p:spPr bwMode="auto">
              <a:xfrm>
                <a:off x="7713663" y="4114801"/>
                <a:ext cx="173037" cy="192088"/>
              </a:xfrm>
              <a:custGeom>
                <a:avLst/>
                <a:gdLst>
                  <a:gd name="T0" fmla="*/ 14 w 33"/>
                  <a:gd name="T1" fmla="*/ 7 h 35"/>
                  <a:gd name="T2" fmla="*/ 26 w 33"/>
                  <a:gd name="T3" fmla="*/ 0 h 35"/>
                  <a:gd name="T4" fmla="*/ 33 w 33"/>
                  <a:gd name="T5" fmla="*/ 5 h 35"/>
                  <a:gd name="T6" fmla="*/ 28 w 33"/>
                  <a:gd name="T7" fmla="*/ 11 h 35"/>
                  <a:gd name="T8" fmla="*/ 23 w 33"/>
                  <a:gd name="T9" fmla="*/ 6 h 35"/>
                  <a:gd name="T10" fmla="*/ 22 w 33"/>
                  <a:gd name="T11" fmla="*/ 5 h 35"/>
                  <a:gd name="T12" fmla="*/ 14 w 33"/>
                  <a:gd name="T13" fmla="*/ 14 h 35"/>
                  <a:gd name="T14" fmla="*/ 14 w 33"/>
                  <a:gd name="T15" fmla="*/ 28 h 35"/>
                  <a:gd name="T16" fmla="*/ 19 w 33"/>
                  <a:gd name="T17" fmla="*/ 33 h 35"/>
                  <a:gd name="T18" fmla="*/ 21 w 33"/>
                  <a:gd name="T19" fmla="*/ 33 h 35"/>
                  <a:gd name="T20" fmla="*/ 21 w 33"/>
                  <a:gd name="T21" fmla="*/ 35 h 35"/>
                  <a:gd name="T22" fmla="*/ 0 w 33"/>
                  <a:gd name="T23" fmla="*/ 35 h 35"/>
                  <a:gd name="T24" fmla="*/ 0 w 33"/>
                  <a:gd name="T25" fmla="*/ 33 h 35"/>
                  <a:gd name="T26" fmla="*/ 1 w 33"/>
                  <a:gd name="T27" fmla="*/ 33 h 35"/>
                  <a:gd name="T28" fmla="*/ 7 w 33"/>
                  <a:gd name="T29" fmla="*/ 28 h 35"/>
                  <a:gd name="T30" fmla="*/ 7 w 33"/>
                  <a:gd name="T31" fmla="*/ 8 h 35"/>
                  <a:gd name="T32" fmla="*/ 4 w 33"/>
                  <a:gd name="T33" fmla="*/ 5 h 35"/>
                  <a:gd name="T34" fmla="*/ 1 w 33"/>
                  <a:gd name="T35" fmla="*/ 5 h 35"/>
                  <a:gd name="T36" fmla="*/ 0 w 33"/>
                  <a:gd name="T37" fmla="*/ 4 h 35"/>
                  <a:gd name="T38" fmla="*/ 14 w 33"/>
                  <a:gd name="T39" fmla="*/ 0 h 35"/>
                  <a:gd name="T40" fmla="*/ 14 w 33"/>
                  <a:gd name="T41" fmla="*/ 7 h 35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</a:cxnLst>
                <a:rect l="0" t="0" r="r" b="b"/>
                <a:pathLst>
                  <a:path w="33" h="35">
                    <a:moveTo>
                      <a:pt x="14" y="7"/>
                    </a:moveTo>
                    <a:cubicBezTo>
                      <a:pt x="16" y="4"/>
                      <a:pt x="19" y="0"/>
                      <a:pt x="26" y="0"/>
                    </a:cubicBezTo>
                    <a:cubicBezTo>
                      <a:pt x="31" y="0"/>
                      <a:pt x="33" y="2"/>
                      <a:pt x="33" y="5"/>
                    </a:cubicBezTo>
                    <a:cubicBezTo>
                      <a:pt x="33" y="8"/>
                      <a:pt x="31" y="11"/>
                      <a:pt x="28" y="11"/>
                    </a:cubicBezTo>
                    <a:cubicBezTo>
                      <a:pt x="25" y="11"/>
                      <a:pt x="23" y="9"/>
                      <a:pt x="23" y="6"/>
                    </a:cubicBezTo>
                    <a:cubicBezTo>
                      <a:pt x="23" y="5"/>
                      <a:pt x="23" y="5"/>
                      <a:pt x="22" y="5"/>
                    </a:cubicBezTo>
                    <a:cubicBezTo>
                      <a:pt x="17" y="5"/>
                      <a:pt x="15" y="12"/>
                      <a:pt x="14" y="14"/>
                    </a:cubicBezTo>
                    <a:cubicBezTo>
                      <a:pt x="14" y="28"/>
                      <a:pt x="14" y="28"/>
                      <a:pt x="14" y="28"/>
                    </a:cubicBezTo>
                    <a:cubicBezTo>
                      <a:pt x="14" y="32"/>
                      <a:pt x="16" y="33"/>
                      <a:pt x="19" y="33"/>
                    </a:cubicBezTo>
                    <a:cubicBezTo>
                      <a:pt x="21" y="33"/>
                      <a:pt x="21" y="33"/>
                      <a:pt x="21" y="33"/>
                    </a:cubicBezTo>
                    <a:cubicBezTo>
                      <a:pt x="21" y="35"/>
                      <a:pt x="21" y="35"/>
                      <a:pt x="21" y="35"/>
                    </a:cubicBezTo>
                    <a:cubicBezTo>
                      <a:pt x="0" y="35"/>
                      <a:pt x="0" y="35"/>
                      <a:pt x="0" y="35"/>
                    </a:cubicBezTo>
                    <a:cubicBezTo>
                      <a:pt x="0" y="33"/>
                      <a:pt x="0" y="33"/>
                      <a:pt x="0" y="33"/>
                    </a:cubicBezTo>
                    <a:cubicBezTo>
                      <a:pt x="1" y="33"/>
                      <a:pt x="1" y="33"/>
                      <a:pt x="1" y="33"/>
                    </a:cubicBezTo>
                    <a:cubicBezTo>
                      <a:pt x="5" y="33"/>
                      <a:pt x="7" y="32"/>
                      <a:pt x="7" y="28"/>
                    </a:cubicBezTo>
                    <a:cubicBezTo>
                      <a:pt x="7" y="8"/>
                      <a:pt x="7" y="8"/>
                      <a:pt x="7" y="8"/>
                    </a:cubicBezTo>
                    <a:cubicBezTo>
                      <a:pt x="7" y="5"/>
                      <a:pt x="5" y="5"/>
                      <a:pt x="4" y="5"/>
                    </a:cubicBezTo>
                    <a:cubicBezTo>
                      <a:pt x="2" y="5"/>
                      <a:pt x="1" y="5"/>
                      <a:pt x="1" y="5"/>
                    </a:cubicBezTo>
                    <a:cubicBezTo>
                      <a:pt x="0" y="4"/>
                      <a:pt x="0" y="4"/>
                      <a:pt x="0" y="4"/>
                    </a:cubicBezTo>
                    <a:cubicBezTo>
                      <a:pt x="14" y="0"/>
                      <a:pt x="14" y="0"/>
                      <a:pt x="14" y="0"/>
                    </a:cubicBezTo>
                    <a:lnTo>
                      <a:pt x="14" y="7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等线"/>
                  <a:ea typeface="+mn-ea"/>
                  <a:cs typeface="+mn-cs"/>
                </a:endParaRPr>
              </a:p>
            </p:txBody>
          </p:sp>
          <p:sp>
            <p:nvSpPr>
              <p:cNvPr id="70" name="i$lïḓê">
                <a:extLst>
                  <a:ext uri="{FF2B5EF4-FFF2-40B4-BE49-F238E27FC236}">
                    <a16:creationId xmlns:a16="http://schemas.microsoft.com/office/drawing/2014/main" id="{6C27F75A-0DF1-4F5B-368E-22E68DDA579D}"/>
                  </a:ext>
                </a:extLst>
              </p:cNvPr>
              <p:cNvSpPr/>
              <p:nvPr/>
            </p:nvSpPr>
            <p:spPr bwMode="auto">
              <a:xfrm>
                <a:off x="7902575" y="4114801"/>
                <a:ext cx="142875" cy="201613"/>
              </a:xfrm>
              <a:custGeom>
                <a:avLst/>
                <a:gdLst>
                  <a:gd name="T0" fmla="*/ 16 w 27"/>
                  <a:gd name="T1" fmla="*/ 37 h 37"/>
                  <a:gd name="T2" fmla="*/ 12 w 27"/>
                  <a:gd name="T3" fmla="*/ 36 h 37"/>
                  <a:gd name="T4" fmla="*/ 8 w 27"/>
                  <a:gd name="T5" fmla="*/ 35 h 37"/>
                  <a:gd name="T6" fmla="*/ 4 w 27"/>
                  <a:gd name="T7" fmla="*/ 37 h 37"/>
                  <a:gd name="T8" fmla="*/ 0 w 27"/>
                  <a:gd name="T9" fmla="*/ 25 h 37"/>
                  <a:gd name="T10" fmla="*/ 3 w 27"/>
                  <a:gd name="T11" fmla="*/ 24 h 37"/>
                  <a:gd name="T12" fmla="*/ 6 w 27"/>
                  <a:gd name="T13" fmla="*/ 29 h 37"/>
                  <a:gd name="T14" fmla="*/ 16 w 27"/>
                  <a:gd name="T15" fmla="*/ 34 h 37"/>
                  <a:gd name="T16" fmla="*/ 22 w 27"/>
                  <a:gd name="T17" fmla="*/ 29 h 37"/>
                  <a:gd name="T18" fmla="*/ 12 w 27"/>
                  <a:gd name="T19" fmla="*/ 21 h 37"/>
                  <a:gd name="T20" fmla="*/ 2 w 27"/>
                  <a:gd name="T21" fmla="*/ 10 h 37"/>
                  <a:gd name="T22" fmla="*/ 12 w 27"/>
                  <a:gd name="T23" fmla="*/ 0 h 37"/>
                  <a:gd name="T24" fmla="*/ 16 w 27"/>
                  <a:gd name="T25" fmla="*/ 1 h 37"/>
                  <a:gd name="T26" fmla="*/ 20 w 27"/>
                  <a:gd name="T27" fmla="*/ 1 h 37"/>
                  <a:gd name="T28" fmla="*/ 24 w 27"/>
                  <a:gd name="T29" fmla="*/ 0 h 37"/>
                  <a:gd name="T30" fmla="*/ 27 w 27"/>
                  <a:gd name="T31" fmla="*/ 11 h 37"/>
                  <a:gd name="T32" fmla="*/ 25 w 27"/>
                  <a:gd name="T33" fmla="*/ 12 h 37"/>
                  <a:gd name="T34" fmla="*/ 13 w 27"/>
                  <a:gd name="T35" fmla="*/ 3 h 37"/>
                  <a:gd name="T36" fmla="*/ 8 w 27"/>
                  <a:gd name="T37" fmla="*/ 7 h 37"/>
                  <a:gd name="T38" fmla="*/ 16 w 27"/>
                  <a:gd name="T39" fmla="*/ 14 h 37"/>
                  <a:gd name="T40" fmla="*/ 27 w 27"/>
                  <a:gd name="T41" fmla="*/ 26 h 37"/>
                  <a:gd name="T42" fmla="*/ 16 w 27"/>
                  <a:gd name="T43" fmla="*/ 37 h 3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</a:cxnLst>
                <a:rect l="0" t="0" r="r" b="b"/>
                <a:pathLst>
                  <a:path w="27" h="37">
                    <a:moveTo>
                      <a:pt x="16" y="37"/>
                    </a:moveTo>
                    <a:cubicBezTo>
                      <a:pt x="15" y="37"/>
                      <a:pt x="14" y="37"/>
                      <a:pt x="12" y="36"/>
                    </a:cubicBezTo>
                    <a:cubicBezTo>
                      <a:pt x="12" y="36"/>
                      <a:pt x="8" y="35"/>
                      <a:pt x="8" y="35"/>
                    </a:cubicBezTo>
                    <a:cubicBezTo>
                      <a:pt x="6" y="35"/>
                      <a:pt x="5" y="36"/>
                      <a:pt x="4" y="37"/>
                    </a:cubicBezTo>
                    <a:cubicBezTo>
                      <a:pt x="0" y="25"/>
                      <a:pt x="0" y="25"/>
                      <a:pt x="0" y="25"/>
                    </a:cubicBezTo>
                    <a:cubicBezTo>
                      <a:pt x="3" y="24"/>
                      <a:pt x="3" y="24"/>
                      <a:pt x="3" y="24"/>
                    </a:cubicBezTo>
                    <a:cubicBezTo>
                      <a:pt x="4" y="27"/>
                      <a:pt x="5" y="28"/>
                      <a:pt x="6" y="29"/>
                    </a:cubicBezTo>
                    <a:cubicBezTo>
                      <a:pt x="8" y="32"/>
                      <a:pt x="12" y="34"/>
                      <a:pt x="16" y="34"/>
                    </a:cubicBezTo>
                    <a:cubicBezTo>
                      <a:pt x="19" y="34"/>
                      <a:pt x="22" y="32"/>
                      <a:pt x="22" y="29"/>
                    </a:cubicBezTo>
                    <a:cubicBezTo>
                      <a:pt x="22" y="26"/>
                      <a:pt x="21" y="25"/>
                      <a:pt x="12" y="21"/>
                    </a:cubicBezTo>
                    <a:cubicBezTo>
                      <a:pt x="6" y="18"/>
                      <a:pt x="2" y="15"/>
                      <a:pt x="2" y="10"/>
                    </a:cubicBezTo>
                    <a:cubicBezTo>
                      <a:pt x="2" y="5"/>
                      <a:pt x="6" y="0"/>
                      <a:pt x="12" y="0"/>
                    </a:cubicBezTo>
                    <a:cubicBezTo>
                      <a:pt x="13" y="0"/>
                      <a:pt x="14" y="0"/>
                      <a:pt x="16" y="1"/>
                    </a:cubicBezTo>
                    <a:cubicBezTo>
                      <a:pt x="18" y="1"/>
                      <a:pt x="19" y="1"/>
                      <a:pt x="20" y="1"/>
                    </a:cubicBezTo>
                    <a:cubicBezTo>
                      <a:pt x="20" y="1"/>
                      <a:pt x="22" y="1"/>
                      <a:pt x="24" y="0"/>
                    </a:cubicBezTo>
                    <a:cubicBezTo>
                      <a:pt x="27" y="11"/>
                      <a:pt x="27" y="11"/>
                      <a:pt x="27" y="11"/>
                    </a:cubicBezTo>
                    <a:cubicBezTo>
                      <a:pt x="25" y="12"/>
                      <a:pt x="25" y="12"/>
                      <a:pt x="25" y="12"/>
                    </a:cubicBezTo>
                    <a:cubicBezTo>
                      <a:pt x="24" y="9"/>
                      <a:pt x="21" y="3"/>
                      <a:pt x="13" y="3"/>
                    </a:cubicBezTo>
                    <a:cubicBezTo>
                      <a:pt x="10" y="3"/>
                      <a:pt x="8" y="4"/>
                      <a:pt x="8" y="7"/>
                    </a:cubicBezTo>
                    <a:cubicBezTo>
                      <a:pt x="8" y="9"/>
                      <a:pt x="9" y="10"/>
                      <a:pt x="16" y="14"/>
                    </a:cubicBezTo>
                    <a:cubicBezTo>
                      <a:pt x="25" y="18"/>
                      <a:pt x="27" y="21"/>
                      <a:pt x="27" y="26"/>
                    </a:cubicBezTo>
                    <a:cubicBezTo>
                      <a:pt x="27" y="33"/>
                      <a:pt x="22" y="37"/>
                      <a:pt x="16" y="37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等线"/>
                  <a:ea typeface="+mn-ea"/>
                  <a:cs typeface="+mn-cs"/>
                </a:endParaRPr>
              </a:p>
            </p:txBody>
          </p:sp>
          <p:sp>
            <p:nvSpPr>
              <p:cNvPr id="71" name="iś1ïḍé">
                <a:extLst>
                  <a:ext uri="{FF2B5EF4-FFF2-40B4-BE49-F238E27FC236}">
                    <a16:creationId xmlns:a16="http://schemas.microsoft.com/office/drawing/2014/main" id="{EE7D717C-46F8-4396-2A38-D10C4BEE28D3}"/>
                  </a:ext>
                </a:extLst>
              </p:cNvPr>
              <p:cNvSpPr/>
              <p:nvPr/>
            </p:nvSpPr>
            <p:spPr bwMode="auto">
              <a:xfrm>
                <a:off x="8070850" y="4016376"/>
                <a:ext cx="100012" cy="290513"/>
              </a:xfrm>
              <a:custGeom>
                <a:avLst/>
                <a:gdLst>
                  <a:gd name="T0" fmla="*/ 0 w 19"/>
                  <a:gd name="T1" fmla="*/ 51 h 53"/>
                  <a:gd name="T2" fmla="*/ 2 w 19"/>
                  <a:gd name="T3" fmla="*/ 51 h 53"/>
                  <a:gd name="T4" fmla="*/ 6 w 19"/>
                  <a:gd name="T5" fmla="*/ 47 h 53"/>
                  <a:gd name="T6" fmla="*/ 6 w 19"/>
                  <a:gd name="T7" fmla="*/ 26 h 53"/>
                  <a:gd name="T8" fmla="*/ 3 w 19"/>
                  <a:gd name="T9" fmla="*/ 22 h 53"/>
                  <a:gd name="T10" fmla="*/ 1 w 19"/>
                  <a:gd name="T11" fmla="*/ 23 h 53"/>
                  <a:gd name="T12" fmla="*/ 0 w 19"/>
                  <a:gd name="T13" fmla="*/ 21 h 53"/>
                  <a:gd name="T14" fmla="*/ 13 w 19"/>
                  <a:gd name="T15" fmla="*/ 18 h 53"/>
                  <a:gd name="T16" fmla="*/ 13 w 19"/>
                  <a:gd name="T17" fmla="*/ 47 h 53"/>
                  <a:gd name="T18" fmla="*/ 17 w 19"/>
                  <a:gd name="T19" fmla="*/ 51 h 53"/>
                  <a:gd name="T20" fmla="*/ 19 w 19"/>
                  <a:gd name="T21" fmla="*/ 51 h 53"/>
                  <a:gd name="T22" fmla="*/ 19 w 19"/>
                  <a:gd name="T23" fmla="*/ 53 h 53"/>
                  <a:gd name="T24" fmla="*/ 0 w 19"/>
                  <a:gd name="T25" fmla="*/ 53 h 53"/>
                  <a:gd name="T26" fmla="*/ 0 w 19"/>
                  <a:gd name="T27" fmla="*/ 51 h 53"/>
                  <a:gd name="T28" fmla="*/ 15 w 19"/>
                  <a:gd name="T29" fmla="*/ 5 h 53"/>
                  <a:gd name="T30" fmla="*/ 9 w 19"/>
                  <a:gd name="T31" fmla="*/ 10 h 53"/>
                  <a:gd name="T32" fmla="*/ 4 w 19"/>
                  <a:gd name="T33" fmla="*/ 5 h 53"/>
                  <a:gd name="T34" fmla="*/ 9 w 19"/>
                  <a:gd name="T35" fmla="*/ 0 h 53"/>
                  <a:gd name="T36" fmla="*/ 15 w 19"/>
                  <a:gd name="T37" fmla="*/ 5 h 53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</a:cxnLst>
                <a:rect l="0" t="0" r="r" b="b"/>
                <a:pathLst>
                  <a:path w="19" h="53">
                    <a:moveTo>
                      <a:pt x="0" y="51"/>
                    </a:moveTo>
                    <a:cubicBezTo>
                      <a:pt x="2" y="51"/>
                      <a:pt x="2" y="51"/>
                      <a:pt x="2" y="51"/>
                    </a:cubicBezTo>
                    <a:cubicBezTo>
                      <a:pt x="4" y="51"/>
                      <a:pt x="6" y="49"/>
                      <a:pt x="6" y="47"/>
                    </a:cubicBezTo>
                    <a:cubicBezTo>
                      <a:pt x="6" y="26"/>
                      <a:pt x="6" y="26"/>
                      <a:pt x="6" y="26"/>
                    </a:cubicBezTo>
                    <a:cubicBezTo>
                      <a:pt x="6" y="24"/>
                      <a:pt x="5" y="22"/>
                      <a:pt x="3" y="22"/>
                    </a:cubicBezTo>
                    <a:cubicBezTo>
                      <a:pt x="3" y="22"/>
                      <a:pt x="2" y="22"/>
                      <a:pt x="1" y="23"/>
                    </a:cubicBezTo>
                    <a:cubicBezTo>
                      <a:pt x="0" y="21"/>
                      <a:pt x="0" y="21"/>
                      <a:pt x="0" y="21"/>
                    </a:cubicBezTo>
                    <a:cubicBezTo>
                      <a:pt x="13" y="18"/>
                      <a:pt x="13" y="18"/>
                      <a:pt x="13" y="18"/>
                    </a:cubicBezTo>
                    <a:cubicBezTo>
                      <a:pt x="13" y="47"/>
                      <a:pt x="13" y="47"/>
                      <a:pt x="13" y="47"/>
                    </a:cubicBezTo>
                    <a:cubicBezTo>
                      <a:pt x="13" y="50"/>
                      <a:pt x="14" y="51"/>
                      <a:pt x="17" y="51"/>
                    </a:cubicBezTo>
                    <a:cubicBezTo>
                      <a:pt x="19" y="51"/>
                      <a:pt x="19" y="51"/>
                      <a:pt x="19" y="51"/>
                    </a:cubicBezTo>
                    <a:cubicBezTo>
                      <a:pt x="19" y="53"/>
                      <a:pt x="19" y="53"/>
                      <a:pt x="19" y="53"/>
                    </a:cubicBezTo>
                    <a:cubicBezTo>
                      <a:pt x="0" y="53"/>
                      <a:pt x="0" y="53"/>
                      <a:pt x="0" y="53"/>
                    </a:cubicBezTo>
                    <a:lnTo>
                      <a:pt x="0" y="51"/>
                    </a:lnTo>
                    <a:close/>
                    <a:moveTo>
                      <a:pt x="15" y="5"/>
                    </a:moveTo>
                    <a:cubicBezTo>
                      <a:pt x="15" y="7"/>
                      <a:pt x="12" y="10"/>
                      <a:pt x="9" y="10"/>
                    </a:cubicBezTo>
                    <a:cubicBezTo>
                      <a:pt x="7" y="10"/>
                      <a:pt x="4" y="7"/>
                      <a:pt x="4" y="5"/>
                    </a:cubicBezTo>
                    <a:cubicBezTo>
                      <a:pt x="4" y="2"/>
                      <a:pt x="7" y="0"/>
                      <a:pt x="9" y="0"/>
                    </a:cubicBezTo>
                    <a:cubicBezTo>
                      <a:pt x="12" y="0"/>
                      <a:pt x="15" y="2"/>
                      <a:pt x="15" y="5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等线"/>
                  <a:ea typeface="+mn-ea"/>
                  <a:cs typeface="+mn-cs"/>
                </a:endParaRPr>
              </a:p>
            </p:txBody>
          </p:sp>
          <p:sp>
            <p:nvSpPr>
              <p:cNvPr id="72" name="íşļîḓé">
                <a:extLst>
                  <a:ext uri="{FF2B5EF4-FFF2-40B4-BE49-F238E27FC236}">
                    <a16:creationId xmlns:a16="http://schemas.microsoft.com/office/drawing/2014/main" id="{294ABF69-662E-E9A7-D763-EB8272DFE065}"/>
                  </a:ext>
                </a:extLst>
              </p:cNvPr>
              <p:cNvSpPr/>
              <p:nvPr/>
            </p:nvSpPr>
            <p:spPr bwMode="auto">
              <a:xfrm>
                <a:off x="8186738" y="4054476"/>
                <a:ext cx="127000" cy="261938"/>
              </a:xfrm>
              <a:custGeom>
                <a:avLst/>
                <a:gdLst>
                  <a:gd name="T0" fmla="*/ 0 w 24"/>
                  <a:gd name="T1" fmla="*/ 15 h 48"/>
                  <a:gd name="T2" fmla="*/ 0 w 24"/>
                  <a:gd name="T3" fmla="*/ 12 h 48"/>
                  <a:gd name="T4" fmla="*/ 11 w 24"/>
                  <a:gd name="T5" fmla="*/ 3 h 48"/>
                  <a:gd name="T6" fmla="*/ 11 w 24"/>
                  <a:gd name="T7" fmla="*/ 0 h 48"/>
                  <a:gd name="T8" fmla="*/ 14 w 24"/>
                  <a:gd name="T9" fmla="*/ 0 h 48"/>
                  <a:gd name="T10" fmla="*/ 14 w 24"/>
                  <a:gd name="T11" fmla="*/ 12 h 48"/>
                  <a:gd name="T12" fmla="*/ 24 w 24"/>
                  <a:gd name="T13" fmla="*/ 12 h 48"/>
                  <a:gd name="T14" fmla="*/ 24 w 24"/>
                  <a:gd name="T15" fmla="*/ 15 h 48"/>
                  <a:gd name="T16" fmla="*/ 14 w 24"/>
                  <a:gd name="T17" fmla="*/ 15 h 48"/>
                  <a:gd name="T18" fmla="*/ 14 w 24"/>
                  <a:gd name="T19" fmla="*/ 39 h 48"/>
                  <a:gd name="T20" fmla="*/ 18 w 24"/>
                  <a:gd name="T21" fmla="*/ 44 h 48"/>
                  <a:gd name="T22" fmla="*/ 23 w 24"/>
                  <a:gd name="T23" fmla="*/ 41 h 48"/>
                  <a:gd name="T24" fmla="*/ 24 w 24"/>
                  <a:gd name="T25" fmla="*/ 42 h 48"/>
                  <a:gd name="T26" fmla="*/ 14 w 24"/>
                  <a:gd name="T27" fmla="*/ 48 h 48"/>
                  <a:gd name="T28" fmla="*/ 6 w 24"/>
                  <a:gd name="T29" fmla="*/ 39 h 48"/>
                  <a:gd name="T30" fmla="*/ 6 w 24"/>
                  <a:gd name="T31" fmla="*/ 15 h 48"/>
                  <a:gd name="T32" fmla="*/ 0 w 24"/>
                  <a:gd name="T33" fmla="*/ 15 h 4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</a:cxnLst>
                <a:rect l="0" t="0" r="r" b="b"/>
                <a:pathLst>
                  <a:path w="24" h="48">
                    <a:moveTo>
                      <a:pt x="0" y="15"/>
                    </a:moveTo>
                    <a:cubicBezTo>
                      <a:pt x="0" y="12"/>
                      <a:pt x="0" y="12"/>
                      <a:pt x="0" y="12"/>
                    </a:cubicBezTo>
                    <a:cubicBezTo>
                      <a:pt x="10" y="12"/>
                      <a:pt x="11" y="4"/>
                      <a:pt x="11" y="3"/>
                    </a:cubicBezTo>
                    <a:cubicBezTo>
                      <a:pt x="11" y="0"/>
                      <a:pt x="11" y="0"/>
                      <a:pt x="11" y="0"/>
                    </a:cubicBezTo>
                    <a:cubicBezTo>
                      <a:pt x="14" y="0"/>
                      <a:pt x="14" y="0"/>
                      <a:pt x="14" y="0"/>
                    </a:cubicBezTo>
                    <a:cubicBezTo>
                      <a:pt x="14" y="12"/>
                      <a:pt x="14" y="12"/>
                      <a:pt x="14" y="12"/>
                    </a:cubicBezTo>
                    <a:cubicBezTo>
                      <a:pt x="24" y="12"/>
                      <a:pt x="24" y="12"/>
                      <a:pt x="24" y="12"/>
                    </a:cubicBezTo>
                    <a:cubicBezTo>
                      <a:pt x="24" y="15"/>
                      <a:pt x="24" y="15"/>
                      <a:pt x="24" y="15"/>
                    </a:cubicBezTo>
                    <a:cubicBezTo>
                      <a:pt x="14" y="15"/>
                      <a:pt x="14" y="15"/>
                      <a:pt x="14" y="15"/>
                    </a:cubicBezTo>
                    <a:cubicBezTo>
                      <a:pt x="14" y="39"/>
                      <a:pt x="14" y="39"/>
                      <a:pt x="14" y="39"/>
                    </a:cubicBezTo>
                    <a:cubicBezTo>
                      <a:pt x="14" y="43"/>
                      <a:pt x="16" y="44"/>
                      <a:pt x="18" y="44"/>
                    </a:cubicBezTo>
                    <a:cubicBezTo>
                      <a:pt x="20" y="44"/>
                      <a:pt x="21" y="42"/>
                      <a:pt x="23" y="41"/>
                    </a:cubicBezTo>
                    <a:cubicBezTo>
                      <a:pt x="24" y="42"/>
                      <a:pt x="24" y="42"/>
                      <a:pt x="24" y="42"/>
                    </a:cubicBezTo>
                    <a:cubicBezTo>
                      <a:pt x="22" y="45"/>
                      <a:pt x="19" y="48"/>
                      <a:pt x="14" y="48"/>
                    </a:cubicBezTo>
                    <a:cubicBezTo>
                      <a:pt x="9" y="48"/>
                      <a:pt x="6" y="44"/>
                      <a:pt x="6" y="39"/>
                    </a:cubicBezTo>
                    <a:cubicBezTo>
                      <a:pt x="6" y="15"/>
                      <a:pt x="6" y="15"/>
                      <a:pt x="6" y="15"/>
                    </a:cubicBezTo>
                    <a:lnTo>
                      <a:pt x="0" y="15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等线"/>
                  <a:ea typeface="+mn-ea"/>
                  <a:cs typeface="+mn-cs"/>
                </a:endParaRPr>
              </a:p>
            </p:txBody>
          </p:sp>
          <p:sp>
            <p:nvSpPr>
              <p:cNvPr id="73" name="ïṡḻîḑè">
                <a:extLst>
                  <a:ext uri="{FF2B5EF4-FFF2-40B4-BE49-F238E27FC236}">
                    <a16:creationId xmlns:a16="http://schemas.microsoft.com/office/drawing/2014/main" id="{65254C6E-A5A5-09D8-8A97-E97D524A9C37}"/>
                  </a:ext>
                </a:extLst>
              </p:cNvPr>
              <p:cNvSpPr/>
              <p:nvPr/>
            </p:nvSpPr>
            <p:spPr bwMode="auto">
              <a:xfrm>
                <a:off x="8329613" y="4119564"/>
                <a:ext cx="198437" cy="252413"/>
              </a:xfrm>
              <a:custGeom>
                <a:avLst/>
                <a:gdLst>
                  <a:gd name="T0" fmla="*/ 36 w 38"/>
                  <a:gd name="T1" fmla="*/ 3 h 46"/>
                  <a:gd name="T2" fmla="*/ 31 w 38"/>
                  <a:gd name="T3" fmla="*/ 8 h 46"/>
                  <a:gd name="T4" fmla="*/ 19 w 38"/>
                  <a:gd name="T5" fmla="*/ 37 h 46"/>
                  <a:gd name="T6" fmla="*/ 7 w 38"/>
                  <a:gd name="T7" fmla="*/ 46 h 46"/>
                  <a:gd name="T8" fmla="*/ 2 w 38"/>
                  <a:gd name="T9" fmla="*/ 41 h 46"/>
                  <a:gd name="T10" fmla="*/ 7 w 38"/>
                  <a:gd name="T11" fmla="*/ 36 h 46"/>
                  <a:gd name="T12" fmla="*/ 11 w 38"/>
                  <a:gd name="T13" fmla="*/ 40 h 46"/>
                  <a:gd name="T14" fmla="*/ 12 w 38"/>
                  <a:gd name="T15" fmla="*/ 41 h 46"/>
                  <a:gd name="T16" fmla="*/ 17 w 38"/>
                  <a:gd name="T17" fmla="*/ 35 h 46"/>
                  <a:gd name="T18" fmla="*/ 18 w 38"/>
                  <a:gd name="T19" fmla="*/ 34 h 46"/>
                  <a:gd name="T20" fmla="*/ 6 w 38"/>
                  <a:gd name="T21" fmla="*/ 7 h 46"/>
                  <a:gd name="T22" fmla="*/ 1 w 38"/>
                  <a:gd name="T23" fmla="*/ 3 h 46"/>
                  <a:gd name="T24" fmla="*/ 0 w 38"/>
                  <a:gd name="T25" fmla="*/ 3 h 46"/>
                  <a:gd name="T26" fmla="*/ 0 w 38"/>
                  <a:gd name="T27" fmla="*/ 0 h 46"/>
                  <a:gd name="T28" fmla="*/ 18 w 38"/>
                  <a:gd name="T29" fmla="*/ 0 h 46"/>
                  <a:gd name="T30" fmla="*/ 18 w 38"/>
                  <a:gd name="T31" fmla="*/ 3 h 46"/>
                  <a:gd name="T32" fmla="*/ 16 w 38"/>
                  <a:gd name="T33" fmla="*/ 3 h 46"/>
                  <a:gd name="T34" fmla="*/ 14 w 38"/>
                  <a:gd name="T35" fmla="*/ 5 h 46"/>
                  <a:gd name="T36" fmla="*/ 15 w 38"/>
                  <a:gd name="T37" fmla="*/ 8 h 46"/>
                  <a:gd name="T38" fmla="*/ 22 w 38"/>
                  <a:gd name="T39" fmla="*/ 24 h 46"/>
                  <a:gd name="T40" fmla="*/ 28 w 38"/>
                  <a:gd name="T41" fmla="*/ 8 h 46"/>
                  <a:gd name="T42" fmla="*/ 29 w 38"/>
                  <a:gd name="T43" fmla="*/ 5 h 46"/>
                  <a:gd name="T44" fmla="*/ 26 w 38"/>
                  <a:gd name="T45" fmla="*/ 3 h 46"/>
                  <a:gd name="T46" fmla="*/ 23 w 38"/>
                  <a:gd name="T47" fmla="*/ 3 h 46"/>
                  <a:gd name="T48" fmla="*/ 23 w 38"/>
                  <a:gd name="T49" fmla="*/ 0 h 46"/>
                  <a:gd name="T50" fmla="*/ 38 w 38"/>
                  <a:gd name="T51" fmla="*/ 0 h 46"/>
                  <a:gd name="T52" fmla="*/ 38 w 38"/>
                  <a:gd name="T53" fmla="*/ 3 h 46"/>
                  <a:gd name="T54" fmla="*/ 36 w 38"/>
                  <a:gd name="T55" fmla="*/ 3 h 4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</a:cxnLst>
                <a:rect l="0" t="0" r="r" b="b"/>
                <a:pathLst>
                  <a:path w="38" h="46">
                    <a:moveTo>
                      <a:pt x="36" y="3"/>
                    </a:moveTo>
                    <a:cubicBezTo>
                      <a:pt x="33" y="3"/>
                      <a:pt x="32" y="6"/>
                      <a:pt x="31" y="8"/>
                    </a:cubicBezTo>
                    <a:cubicBezTo>
                      <a:pt x="19" y="37"/>
                      <a:pt x="19" y="37"/>
                      <a:pt x="19" y="37"/>
                    </a:cubicBezTo>
                    <a:cubicBezTo>
                      <a:pt x="17" y="42"/>
                      <a:pt x="12" y="46"/>
                      <a:pt x="7" y="46"/>
                    </a:cubicBezTo>
                    <a:cubicBezTo>
                      <a:pt x="4" y="46"/>
                      <a:pt x="2" y="44"/>
                      <a:pt x="2" y="41"/>
                    </a:cubicBezTo>
                    <a:cubicBezTo>
                      <a:pt x="2" y="38"/>
                      <a:pt x="4" y="36"/>
                      <a:pt x="7" y="36"/>
                    </a:cubicBezTo>
                    <a:cubicBezTo>
                      <a:pt x="10" y="36"/>
                      <a:pt x="10" y="38"/>
                      <a:pt x="11" y="40"/>
                    </a:cubicBezTo>
                    <a:cubicBezTo>
                      <a:pt x="12" y="41"/>
                      <a:pt x="12" y="41"/>
                      <a:pt x="12" y="41"/>
                    </a:cubicBezTo>
                    <a:cubicBezTo>
                      <a:pt x="14" y="41"/>
                      <a:pt x="17" y="37"/>
                      <a:pt x="17" y="35"/>
                    </a:cubicBezTo>
                    <a:cubicBezTo>
                      <a:pt x="18" y="34"/>
                      <a:pt x="18" y="34"/>
                      <a:pt x="18" y="34"/>
                    </a:cubicBezTo>
                    <a:cubicBezTo>
                      <a:pt x="6" y="7"/>
                      <a:pt x="6" y="7"/>
                      <a:pt x="6" y="7"/>
                    </a:cubicBezTo>
                    <a:cubicBezTo>
                      <a:pt x="5" y="4"/>
                      <a:pt x="3" y="3"/>
                      <a:pt x="1" y="3"/>
                    </a:cubicBezTo>
                    <a:cubicBezTo>
                      <a:pt x="0" y="3"/>
                      <a:pt x="0" y="3"/>
                      <a:pt x="0" y="3"/>
                    </a:cubicBezTo>
                    <a:cubicBezTo>
                      <a:pt x="0" y="0"/>
                      <a:pt x="0" y="0"/>
                      <a:pt x="0" y="0"/>
                    </a:cubicBezTo>
                    <a:cubicBezTo>
                      <a:pt x="18" y="0"/>
                      <a:pt x="18" y="0"/>
                      <a:pt x="18" y="0"/>
                    </a:cubicBezTo>
                    <a:cubicBezTo>
                      <a:pt x="18" y="3"/>
                      <a:pt x="18" y="3"/>
                      <a:pt x="18" y="3"/>
                    </a:cubicBezTo>
                    <a:cubicBezTo>
                      <a:pt x="16" y="3"/>
                      <a:pt x="16" y="3"/>
                      <a:pt x="16" y="3"/>
                    </a:cubicBezTo>
                    <a:cubicBezTo>
                      <a:pt x="15" y="3"/>
                      <a:pt x="14" y="4"/>
                      <a:pt x="14" y="5"/>
                    </a:cubicBezTo>
                    <a:cubicBezTo>
                      <a:pt x="14" y="6"/>
                      <a:pt x="14" y="7"/>
                      <a:pt x="15" y="8"/>
                    </a:cubicBezTo>
                    <a:cubicBezTo>
                      <a:pt x="22" y="24"/>
                      <a:pt x="22" y="24"/>
                      <a:pt x="22" y="24"/>
                    </a:cubicBezTo>
                    <a:cubicBezTo>
                      <a:pt x="28" y="8"/>
                      <a:pt x="28" y="8"/>
                      <a:pt x="28" y="8"/>
                    </a:cubicBezTo>
                    <a:cubicBezTo>
                      <a:pt x="29" y="7"/>
                      <a:pt x="29" y="6"/>
                      <a:pt x="29" y="5"/>
                    </a:cubicBezTo>
                    <a:cubicBezTo>
                      <a:pt x="29" y="4"/>
                      <a:pt x="27" y="3"/>
                      <a:pt x="26" y="3"/>
                    </a:cubicBezTo>
                    <a:cubicBezTo>
                      <a:pt x="23" y="3"/>
                      <a:pt x="23" y="3"/>
                      <a:pt x="23" y="3"/>
                    </a:cubicBezTo>
                    <a:cubicBezTo>
                      <a:pt x="23" y="0"/>
                      <a:pt x="23" y="0"/>
                      <a:pt x="23" y="0"/>
                    </a:cubicBezTo>
                    <a:cubicBezTo>
                      <a:pt x="38" y="0"/>
                      <a:pt x="38" y="0"/>
                      <a:pt x="38" y="0"/>
                    </a:cubicBezTo>
                    <a:cubicBezTo>
                      <a:pt x="38" y="3"/>
                      <a:pt x="38" y="3"/>
                      <a:pt x="38" y="3"/>
                    </a:cubicBezTo>
                    <a:lnTo>
                      <a:pt x="36" y="3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等线"/>
                  <a:ea typeface="+mn-ea"/>
                  <a:cs typeface="+mn-cs"/>
                </a:endParaRPr>
              </a:p>
            </p:txBody>
          </p:sp>
        </p:grpSp>
        <p:grpSp>
          <p:nvGrpSpPr>
            <p:cNvPr id="46" name="ísḷîḓe">
              <a:extLst>
                <a:ext uri="{FF2B5EF4-FFF2-40B4-BE49-F238E27FC236}">
                  <a16:creationId xmlns:a16="http://schemas.microsoft.com/office/drawing/2014/main" id="{104D019F-9831-10C0-8CB6-770312739AEA}"/>
                </a:ext>
              </a:extLst>
            </p:cNvPr>
            <p:cNvGrpSpPr/>
            <p:nvPr/>
          </p:nvGrpSpPr>
          <p:grpSpPr>
            <a:xfrm>
              <a:off x="5477124" y="2634664"/>
              <a:ext cx="741350" cy="1171206"/>
              <a:chOff x="4718050" y="4784723"/>
              <a:chExt cx="755650" cy="1193799"/>
            </a:xfrm>
            <a:grpFill/>
          </p:grpSpPr>
          <p:sp>
            <p:nvSpPr>
              <p:cNvPr id="57" name="ïṡļîḑê">
                <a:extLst>
                  <a:ext uri="{FF2B5EF4-FFF2-40B4-BE49-F238E27FC236}">
                    <a16:creationId xmlns:a16="http://schemas.microsoft.com/office/drawing/2014/main" id="{87964484-4D6B-267B-7229-6B5B4ECD1324}"/>
                  </a:ext>
                </a:extLst>
              </p:cNvPr>
              <p:cNvSpPr/>
              <p:nvPr/>
            </p:nvSpPr>
            <p:spPr bwMode="auto">
              <a:xfrm>
                <a:off x="4718050" y="4784723"/>
                <a:ext cx="373063" cy="1193799"/>
              </a:xfrm>
              <a:custGeom>
                <a:avLst/>
                <a:gdLst>
                  <a:gd name="T0" fmla="*/ 279 w 367"/>
                  <a:gd name="T1" fmla="*/ 506 h 1171"/>
                  <a:gd name="T2" fmla="*/ 247 w 367"/>
                  <a:gd name="T3" fmla="*/ 408 h 1171"/>
                  <a:gd name="T4" fmla="*/ 207 w 367"/>
                  <a:gd name="T5" fmla="*/ 413 h 1171"/>
                  <a:gd name="T6" fmla="*/ 257 w 367"/>
                  <a:gd name="T7" fmla="*/ 316 h 1171"/>
                  <a:gd name="T8" fmla="*/ 275 w 367"/>
                  <a:gd name="T9" fmla="*/ 282 h 1171"/>
                  <a:gd name="T10" fmla="*/ 295 w 367"/>
                  <a:gd name="T11" fmla="*/ 258 h 1171"/>
                  <a:gd name="T12" fmla="*/ 312 w 367"/>
                  <a:gd name="T13" fmla="*/ 221 h 1171"/>
                  <a:gd name="T14" fmla="*/ 352 w 367"/>
                  <a:gd name="T15" fmla="*/ 167 h 1171"/>
                  <a:gd name="T16" fmla="*/ 365 w 367"/>
                  <a:gd name="T17" fmla="*/ 133 h 1171"/>
                  <a:gd name="T18" fmla="*/ 365 w 367"/>
                  <a:gd name="T19" fmla="*/ 119 h 1171"/>
                  <a:gd name="T20" fmla="*/ 285 w 367"/>
                  <a:gd name="T21" fmla="*/ 1 h 1171"/>
                  <a:gd name="T22" fmla="*/ 277 w 367"/>
                  <a:gd name="T23" fmla="*/ 73 h 1171"/>
                  <a:gd name="T24" fmla="*/ 277 w 367"/>
                  <a:gd name="T25" fmla="*/ 92 h 1171"/>
                  <a:gd name="T26" fmla="*/ 295 w 367"/>
                  <a:gd name="T27" fmla="*/ 149 h 1171"/>
                  <a:gd name="T28" fmla="*/ 199 w 367"/>
                  <a:gd name="T29" fmla="*/ 333 h 1171"/>
                  <a:gd name="T30" fmla="*/ 149 w 367"/>
                  <a:gd name="T31" fmla="*/ 412 h 1171"/>
                  <a:gd name="T32" fmla="*/ 127 w 367"/>
                  <a:gd name="T33" fmla="*/ 499 h 1171"/>
                  <a:gd name="T34" fmla="*/ 196 w 367"/>
                  <a:gd name="T35" fmla="*/ 505 h 1171"/>
                  <a:gd name="T36" fmla="*/ 210 w 367"/>
                  <a:gd name="T37" fmla="*/ 498 h 1171"/>
                  <a:gd name="T38" fmla="*/ 178 w 367"/>
                  <a:gd name="T39" fmla="*/ 591 h 1171"/>
                  <a:gd name="T40" fmla="*/ 159 w 367"/>
                  <a:gd name="T41" fmla="*/ 636 h 1171"/>
                  <a:gd name="T42" fmla="*/ 139 w 367"/>
                  <a:gd name="T43" fmla="*/ 677 h 1171"/>
                  <a:gd name="T44" fmla="*/ 124 w 367"/>
                  <a:gd name="T45" fmla="*/ 701 h 1171"/>
                  <a:gd name="T46" fmla="*/ 77 w 367"/>
                  <a:gd name="T47" fmla="*/ 785 h 1171"/>
                  <a:gd name="T48" fmla="*/ 46 w 367"/>
                  <a:gd name="T49" fmla="*/ 829 h 1171"/>
                  <a:gd name="T50" fmla="*/ 35 w 367"/>
                  <a:gd name="T51" fmla="*/ 857 h 1171"/>
                  <a:gd name="T52" fmla="*/ 11 w 367"/>
                  <a:gd name="T53" fmla="*/ 897 h 1171"/>
                  <a:gd name="T54" fmla="*/ 12 w 367"/>
                  <a:gd name="T55" fmla="*/ 906 h 1171"/>
                  <a:gd name="T56" fmla="*/ 0 w 367"/>
                  <a:gd name="T57" fmla="*/ 948 h 1171"/>
                  <a:gd name="T58" fmla="*/ 10 w 367"/>
                  <a:gd name="T59" fmla="*/ 959 h 1171"/>
                  <a:gd name="T60" fmla="*/ 77 w 367"/>
                  <a:gd name="T61" fmla="*/ 893 h 1171"/>
                  <a:gd name="T62" fmla="*/ 113 w 367"/>
                  <a:gd name="T63" fmla="*/ 854 h 1171"/>
                  <a:gd name="T64" fmla="*/ 138 w 367"/>
                  <a:gd name="T65" fmla="*/ 817 h 1171"/>
                  <a:gd name="T66" fmla="*/ 140 w 367"/>
                  <a:gd name="T67" fmla="*/ 876 h 1171"/>
                  <a:gd name="T68" fmla="*/ 138 w 367"/>
                  <a:gd name="T69" fmla="*/ 913 h 1171"/>
                  <a:gd name="T70" fmla="*/ 140 w 367"/>
                  <a:gd name="T71" fmla="*/ 926 h 1171"/>
                  <a:gd name="T72" fmla="*/ 133 w 367"/>
                  <a:gd name="T73" fmla="*/ 970 h 1171"/>
                  <a:gd name="T74" fmla="*/ 133 w 367"/>
                  <a:gd name="T75" fmla="*/ 994 h 1171"/>
                  <a:gd name="T76" fmla="*/ 128 w 367"/>
                  <a:gd name="T77" fmla="*/ 999 h 1171"/>
                  <a:gd name="T78" fmla="*/ 127 w 367"/>
                  <a:gd name="T79" fmla="*/ 1073 h 1171"/>
                  <a:gd name="T80" fmla="*/ 157 w 367"/>
                  <a:gd name="T81" fmla="*/ 1171 h 1171"/>
                  <a:gd name="T82" fmla="*/ 179 w 367"/>
                  <a:gd name="T83" fmla="*/ 1170 h 1171"/>
                  <a:gd name="T84" fmla="*/ 192 w 367"/>
                  <a:gd name="T85" fmla="*/ 1159 h 1171"/>
                  <a:gd name="T86" fmla="*/ 201 w 367"/>
                  <a:gd name="T87" fmla="*/ 1137 h 1171"/>
                  <a:gd name="T88" fmla="*/ 205 w 367"/>
                  <a:gd name="T89" fmla="*/ 1075 h 1171"/>
                  <a:gd name="T90" fmla="*/ 198 w 367"/>
                  <a:gd name="T91" fmla="*/ 1069 h 1171"/>
                  <a:gd name="T92" fmla="*/ 198 w 367"/>
                  <a:gd name="T93" fmla="*/ 950 h 1171"/>
                  <a:gd name="T94" fmla="*/ 205 w 367"/>
                  <a:gd name="T95" fmla="*/ 935 h 1171"/>
                  <a:gd name="T96" fmla="*/ 205 w 367"/>
                  <a:gd name="T97" fmla="*/ 916 h 1171"/>
                  <a:gd name="T98" fmla="*/ 210 w 367"/>
                  <a:gd name="T99" fmla="*/ 893 h 1171"/>
                  <a:gd name="T100" fmla="*/ 209 w 367"/>
                  <a:gd name="T101" fmla="*/ 878 h 1171"/>
                  <a:gd name="T102" fmla="*/ 220 w 367"/>
                  <a:gd name="T103" fmla="*/ 842 h 1171"/>
                  <a:gd name="T104" fmla="*/ 220 w 367"/>
                  <a:gd name="T105" fmla="*/ 814 h 1171"/>
                  <a:gd name="T106" fmla="*/ 181 w 367"/>
                  <a:gd name="T107" fmla="*/ 711 h 1171"/>
                  <a:gd name="T108" fmla="*/ 210 w 367"/>
                  <a:gd name="T109" fmla="*/ 643 h 1171"/>
                  <a:gd name="T110" fmla="*/ 279 w 367"/>
                  <a:gd name="T111" fmla="*/ 506 h 117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  <a:cxn ang="0">
                    <a:pos x="T90" y="T91"/>
                  </a:cxn>
                  <a:cxn ang="0">
                    <a:pos x="T92" y="T93"/>
                  </a:cxn>
                  <a:cxn ang="0">
                    <a:pos x="T94" y="T95"/>
                  </a:cxn>
                  <a:cxn ang="0">
                    <a:pos x="T96" y="T97"/>
                  </a:cxn>
                  <a:cxn ang="0">
                    <a:pos x="T98" y="T99"/>
                  </a:cxn>
                  <a:cxn ang="0">
                    <a:pos x="T100" y="T101"/>
                  </a:cxn>
                  <a:cxn ang="0">
                    <a:pos x="T102" y="T103"/>
                  </a:cxn>
                  <a:cxn ang="0">
                    <a:pos x="T104" y="T105"/>
                  </a:cxn>
                  <a:cxn ang="0">
                    <a:pos x="T106" y="T107"/>
                  </a:cxn>
                  <a:cxn ang="0">
                    <a:pos x="T108" y="T109"/>
                  </a:cxn>
                  <a:cxn ang="0">
                    <a:pos x="T110" y="T111"/>
                  </a:cxn>
                </a:cxnLst>
                <a:rect l="0" t="0" r="r" b="b"/>
                <a:pathLst>
                  <a:path w="367" h="1171">
                    <a:moveTo>
                      <a:pt x="279" y="506"/>
                    </a:moveTo>
                    <a:cubicBezTo>
                      <a:pt x="298" y="459"/>
                      <a:pt x="292" y="421"/>
                      <a:pt x="247" y="408"/>
                    </a:cubicBezTo>
                    <a:cubicBezTo>
                      <a:pt x="230" y="403"/>
                      <a:pt x="221" y="412"/>
                      <a:pt x="207" y="413"/>
                    </a:cubicBezTo>
                    <a:cubicBezTo>
                      <a:pt x="225" y="375"/>
                      <a:pt x="242" y="350"/>
                      <a:pt x="257" y="316"/>
                    </a:cubicBezTo>
                    <a:cubicBezTo>
                      <a:pt x="261" y="307"/>
                      <a:pt x="278" y="293"/>
                      <a:pt x="275" y="282"/>
                    </a:cubicBezTo>
                    <a:cubicBezTo>
                      <a:pt x="281" y="273"/>
                      <a:pt x="290" y="266"/>
                      <a:pt x="295" y="258"/>
                    </a:cubicBezTo>
                    <a:cubicBezTo>
                      <a:pt x="302" y="245"/>
                      <a:pt x="303" y="232"/>
                      <a:pt x="312" y="221"/>
                    </a:cubicBezTo>
                    <a:cubicBezTo>
                      <a:pt x="321" y="208"/>
                      <a:pt x="345" y="182"/>
                      <a:pt x="352" y="167"/>
                    </a:cubicBezTo>
                    <a:cubicBezTo>
                      <a:pt x="356" y="156"/>
                      <a:pt x="360" y="144"/>
                      <a:pt x="365" y="133"/>
                    </a:cubicBezTo>
                    <a:cubicBezTo>
                      <a:pt x="367" y="126"/>
                      <a:pt x="363" y="122"/>
                      <a:pt x="365" y="119"/>
                    </a:cubicBezTo>
                    <a:cubicBezTo>
                      <a:pt x="365" y="68"/>
                      <a:pt x="339" y="0"/>
                      <a:pt x="285" y="1"/>
                    </a:cubicBezTo>
                    <a:cubicBezTo>
                      <a:pt x="276" y="21"/>
                      <a:pt x="270" y="45"/>
                      <a:pt x="277" y="73"/>
                    </a:cubicBezTo>
                    <a:cubicBezTo>
                      <a:pt x="277" y="79"/>
                      <a:pt x="277" y="85"/>
                      <a:pt x="277" y="92"/>
                    </a:cubicBezTo>
                    <a:cubicBezTo>
                      <a:pt x="280" y="99"/>
                      <a:pt x="299" y="140"/>
                      <a:pt x="295" y="149"/>
                    </a:cubicBezTo>
                    <a:cubicBezTo>
                      <a:pt x="264" y="215"/>
                      <a:pt x="234" y="276"/>
                      <a:pt x="199" y="333"/>
                    </a:cubicBezTo>
                    <a:cubicBezTo>
                      <a:pt x="186" y="354"/>
                      <a:pt x="156" y="390"/>
                      <a:pt x="149" y="412"/>
                    </a:cubicBezTo>
                    <a:cubicBezTo>
                      <a:pt x="142" y="432"/>
                      <a:pt x="105" y="464"/>
                      <a:pt x="127" y="499"/>
                    </a:cubicBezTo>
                    <a:cubicBezTo>
                      <a:pt x="136" y="514"/>
                      <a:pt x="178" y="517"/>
                      <a:pt x="196" y="505"/>
                    </a:cubicBezTo>
                    <a:cubicBezTo>
                      <a:pt x="200" y="503"/>
                      <a:pt x="202" y="499"/>
                      <a:pt x="210" y="498"/>
                    </a:cubicBezTo>
                    <a:cubicBezTo>
                      <a:pt x="204" y="536"/>
                      <a:pt x="195" y="561"/>
                      <a:pt x="178" y="591"/>
                    </a:cubicBezTo>
                    <a:cubicBezTo>
                      <a:pt x="182" y="599"/>
                      <a:pt x="159" y="628"/>
                      <a:pt x="159" y="636"/>
                    </a:cubicBezTo>
                    <a:cubicBezTo>
                      <a:pt x="159" y="642"/>
                      <a:pt x="143" y="669"/>
                      <a:pt x="139" y="677"/>
                    </a:cubicBezTo>
                    <a:cubicBezTo>
                      <a:pt x="142" y="682"/>
                      <a:pt x="125" y="697"/>
                      <a:pt x="124" y="701"/>
                    </a:cubicBezTo>
                    <a:cubicBezTo>
                      <a:pt x="109" y="734"/>
                      <a:pt x="93" y="755"/>
                      <a:pt x="77" y="785"/>
                    </a:cubicBezTo>
                    <a:cubicBezTo>
                      <a:pt x="69" y="801"/>
                      <a:pt x="56" y="815"/>
                      <a:pt x="46" y="829"/>
                    </a:cubicBezTo>
                    <a:cubicBezTo>
                      <a:pt x="40" y="839"/>
                      <a:pt x="41" y="845"/>
                      <a:pt x="35" y="857"/>
                    </a:cubicBezTo>
                    <a:cubicBezTo>
                      <a:pt x="30" y="869"/>
                      <a:pt x="15" y="883"/>
                      <a:pt x="11" y="897"/>
                    </a:cubicBezTo>
                    <a:cubicBezTo>
                      <a:pt x="12" y="900"/>
                      <a:pt x="12" y="903"/>
                      <a:pt x="12" y="906"/>
                    </a:cubicBezTo>
                    <a:cubicBezTo>
                      <a:pt x="7" y="917"/>
                      <a:pt x="0" y="932"/>
                      <a:pt x="0" y="948"/>
                    </a:cubicBezTo>
                    <a:cubicBezTo>
                      <a:pt x="3" y="952"/>
                      <a:pt x="6" y="955"/>
                      <a:pt x="10" y="959"/>
                    </a:cubicBezTo>
                    <a:cubicBezTo>
                      <a:pt x="33" y="957"/>
                      <a:pt x="68" y="913"/>
                      <a:pt x="77" y="893"/>
                    </a:cubicBezTo>
                    <a:cubicBezTo>
                      <a:pt x="84" y="881"/>
                      <a:pt x="104" y="868"/>
                      <a:pt x="113" y="854"/>
                    </a:cubicBezTo>
                    <a:cubicBezTo>
                      <a:pt x="120" y="844"/>
                      <a:pt x="126" y="820"/>
                      <a:pt x="138" y="817"/>
                    </a:cubicBezTo>
                    <a:cubicBezTo>
                      <a:pt x="140" y="821"/>
                      <a:pt x="142" y="869"/>
                      <a:pt x="140" y="876"/>
                    </a:cubicBezTo>
                    <a:cubicBezTo>
                      <a:pt x="140" y="876"/>
                      <a:pt x="138" y="913"/>
                      <a:pt x="138" y="913"/>
                    </a:cubicBezTo>
                    <a:cubicBezTo>
                      <a:pt x="138" y="915"/>
                      <a:pt x="141" y="922"/>
                      <a:pt x="140" y="926"/>
                    </a:cubicBezTo>
                    <a:cubicBezTo>
                      <a:pt x="134" y="939"/>
                      <a:pt x="133" y="949"/>
                      <a:pt x="133" y="970"/>
                    </a:cubicBezTo>
                    <a:cubicBezTo>
                      <a:pt x="133" y="978"/>
                      <a:pt x="133" y="986"/>
                      <a:pt x="133" y="994"/>
                    </a:cubicBezTo>
                    <a:cubicBezTo>
                      <a:pt x="131" y="996"/>
                      <a:pt x="130" y="998"/>
                      <a:pt x="128" y="999"/>
                    </a:cubicBezTo>
                    <a:cubicBezTo>
                      <a:pt x="128" y="1024"/>
                      <a:pt x="127" y="1048"/>
                      <a:pt x="127" y="1073"/>
                    </a:cubicBezTo>
                    <a:cubicBezTo>
                      <a:pt x="113" y="1114"/>
                      <a:pt x="126" y="1161"/>
                      <a:pt x="157" y="1171"/>
                    </a:cubicBezTo>
                    <a:cubicBezTo>
                      <a:pt x="165" y="1171"/>
                      <a:pt x="172" y="1170"/>
                      <a:pt x="179" y="1170"/>
                    </a:cubicBezTo>
                    <a:cubicBezTo>
                      <a:pt x="182" y="1164"/>
                      <a:pt x="188" y="1163"/>
                      <a:pt x="192" y="1159"/>
                    </a:cubicBezTo>
                    <a:cubicBezTo>
                      <a:pt x="195" y="1152"/>
                      <a:pt x="198" y="1144"/>
                      <a:pt x="201" y="1137"/>
                    </a:cubicBezTo>
                    <a:cubicBezTo>
                      <a:pt x="203" y="1131"/>
                      <a:pt x="209" y="1085"/>
                      <a:pt x="205" y="1075"/>
                    </a:cubicBezTo>
                    <a:cubicBezTo>
                      <a:pt x="202" y="1073"/>
                      <a:pt x="200" y="1071"/>
                      <a:pt x="198" y="1069"/>
                    </a:cubicBezTo>
                    <a:cubicBezTo>
                      <a:pt x="198" y="1030"/>
                      <a:pt x="198" y="990"/>
                      <a:pt x="198" y="950"/>
                    </a:cubicBezTo>
                    <a:cubicBezTo>
                      <a:pt x="199" y="943"/>
                      <a:pt x="203" y="941"/>
                      <a:pt x="205" y="935"/>
                    </a:cubicBezTo>
                    <a:cubicBezTo>
                      <a:pt x="205" y="928"/>
                      <a:pt x="205" y="922"/>
                      <a:pt x="205" y="916"/>
                    </a:cubicBezTo>
                    <a:cubicBezTo>
                      <a:pt x="207" y="909"/>
                      <a:pt x="208" y="901"/>
                      <a:pt x="210" y="893"/>
                    </a:cubicBezTo>
                    <a:cubicBezTo>
                      <a:pt x="210" y="888"/>
                      <a:pt x="209" y="883"/>
                      <a:pt x="209" y="878"/>
                    </a:cubicBezTo>
                    <a:cubicBezTo>
                      <a:pt x="213" y="867"/>
                      <a:pt x="217" y="852"/>
                      <a:pt x="220" y="842"/>
                    </a:cubicBezTo>
                    <a:cubicBezTo>
                      <a:pt x="220" y="833"/>
                      <a:pt x="220" y="823"/>
                      <a:pt x="220" y="814"/>
                    </a:cubicBezTo>
                    <a:cubicBezTo>
                      <a:pt x="225" y="779"/>
                      <a:pt x="207" y="725"/>
                      <a:pt x="181" y="711"/>
                    </a:cubicBezTo>
                    <a:cubicBezTo>
                      <a:pt x="181" y="682"/>
                      <a:pt x="201" y="665"/>
                      <a:pt x="210" y="643"/>
                    </a:cubicBezTo>
                    <a:cubicBezTo>
                      <a:pt x="231" y="597"/>
                      <a:pt x="260" y="553"/>
                      <a:pt x="279" y="506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等线"/>
                  <a:ea typeface="+mn-ea"/>
                  <a:cs typeface="+mn-cs"/>
                </a:endParaRPr>
              </a:p>
            </p:txBody>
          </p:sp>
          <p:sp>
            <p:nvSpPr>
              <p:cNvPr id="58" name="iṣľîḑe">
                <a:extLst>
                  <a:ext uri="{FF2B5EF4-FFF2-40B4-BE49-F238E27FC236}">
                    <a16:creationId xmlns:a16="http://schemas.microsoft.com/office/drawing/2014/main" id="{1775041A-F78D-54F2-707D-9140D6893D93}"/>
                  </a:ext>
                </a:extLst>
              </p:cNvPr>
              <p:cNvSpPr/>
              <p:nvPr/>
            </p:nvSpPr>
            <p:spPr bwMode="auto">
              <a:xfrm>
                <a:off x="5000625" y="4865685"/>
                <a:ext cx="473075" cy="1063624"/>
              </a:xfrm>
              <a:custGeom>
                <a:avLst/>
                <a:gdLst>
                  <a:gd name="T0" fmla="*/ 392 w 466"/>
                  <a:gd name="T1" fmla="*/ 857 h 1043"/>
                  <a:gd name="T2" fmla="*/ 253 w 466"/>
                  <a:gd name="T3" fmla="*/ 759 h 1043"/>
                  <a:gd name="T4" fmla="*/ 169 w 466"/>
                  <a:gd name="T5" fmla="*/ 808 h 1043"/>
                  <a:gd name="T6" fmla="*/ 236 w 466"/>
                  <a:gd name="T7" fmla="*/ 670 h 1043"/>
                  <a:gd name="T8" fmla="*/ 319 w 466"/>
                  <a:gd name="T9" fmla="*/ 617 h 1043"/>
                  <a:gd name="T10" fmla="*/ 341 w 466"/>
                  <a:gd name="T11" fmla="*/ 489 h 1043"/>
                  <a:gd name="T12" fmla="*/ 362 w 466"/>
                  <a:gd name="T13" fmla="*/ 400 h 1043"/>
                  <a:gd name="T14" fmla="*/ 283 w 466"/>
                  <a:gd name="T15" fmla="*/ 247 h 1043"/>
                  <a:gd name="T16" fmla="*/ 147 w 466"/>
                  <a:gd name="T17" fmla="*/ 437 h 1043"/>
                  <a:gd name="T18" fmla="*/ 159 w 466"/>
                  <a:gd name="T19" fmla="*/ 389 h 1043"/>
                  <a:gd name="T20" fmla="*/ 325 w 466"/>
                  <a:gd name="T21" fmla="*/ 161 h 1043"/>
                  <a:gd name="T22" fmla="*/ 437 w 466"/>
                  <a:gd name="T23" fmla="*/ 1 h 1043"/>
                  <a:gd name="T24" fmla="*/ 356 w 466"/>
                  <a:gd name="T25" fmla="*/ 43 h 1043"/>
                  <a:gd name="T26" fmla="*/ 194 w 466"/>
                  <a:gd name="T27" fmla="*/ 172 h 1043"/>
                  <a:gd name="T28" fmla="*/ 201 w 466"/>
                  <a:gd name="T29" fmla="*/ 147 h 1043"/>
                  <a:gd name="T30" fmla="*/ 146 w 466"/>
                  <a:gd name="T31" fmla="*/ 23 h 1043"/>
                  <a:gd name="T32" fmla="*/ 96 w 466"/>
                  <a:gd name="T33" fmla="*/ 306 h 1043"/>
                  <a:gd name="T34" fmla="*/ 211 w 466"/>
                  <a:gd name="T35" fmla="*/ 214 h 1043"/>
                  <a:gd name="T36" fmla="*/ 384 w 466"/>
                  <a:gd name="T37" fmla="*/ 56 h 1043"/>
                  <a:gd name="T38" fmla="*/ 352 w 466"/>
                  <a:gd name="T39" fmla="*/ 93 h 1043"/>
                  <a:gd name="T40" fmla="*/ 240 w 466"/>
                  <a:gd name="T41" fmla="*/ 220 h 1043"/>
                  <a:gd name="T42" fmla="*/ 68 w 466"/>
                  <a:gd name="T43" fmla="*/ 555 h 1043"/>
                  <a:gd name="T44" fmla="*/ 110 w 466"/>
                  <a:gd name="T45" fmla="*/ 700 h 1043"/>
                  <a:gd name="T46" fmla="*/ 142 w 466"/>
                  <a:gd name="T47" fmla="*/ 574 h 1043"/>
                  <a:gd name="T48" fmla="*/ 258 w 466"/>
                  <a:gd name="T49" fmla="*/ 344 h 1043"/>
                  <a:gd name="T50" fmla="*/ 341 w 466"/>
                  <a:gd name="T51" fmla="*/ 260 h 1043"/>
                  <a:gd name="T52" fmla="*/ 332 w 466"/>
                  <a:gd name="T53" fmla="*/ 376 h 1043"/>
                  <a:gd name="T54" fmla="*/ 313 w 466"/>
                  <a:gd name="T55" fmla="*/ 503 h 1043"/>
                  <a:gd name="T56" fmla="*/ 293 w 466"/>
                  <a:gd name="T57" fmla="*/ 576 h 1043"/>
                  <a:gd name="T58" fmla="*/ 284 w 466"/>
                  <a:gd name="T59" fmla="*/ 627 h 1043"/>
                  <a:gd name="T60" fmla="*/ 284 w 466"/>
                  <a:gd name="T61" fmla="*/ 455 h 1043"/>
                  <a:gd name="T62" fmla="*/ 201 w 466"/>
                  <a:gd name="T63" fmla="*/ 572 h 1043"/>
                  <a:gd name="T64" fmla="*/ 3 w 466"/>
                  <a:gd name="T65" fmla="*/ 1027 h 1043"/>
                  <a:gd name="T66" fmla="*/ 105 w 466"/>
                  <a:gd name="T67" fmla="*/ 958 h 1043"/>
                  <a:gd name="T68" fmla="*/ 301 w 466"/>
                  <a:gd name="T69" fmla="*/ 768 h 1043"/>
                  <a:gd name="T70" fmla="*/ 378 w 466"/>
                  <a:gd name="T71" fmla="*/ 740 h 1043"/>
                  <a:gd name="T72" fmla="*/ 219 w 466"/>
                  <a:gd name="T73" fmla="*/ 881 h 1043"/>
                  <a:gd name="T74" fmla="*/ 304 w 466"/>
                  <a:gd name="T75" fmla="*/ 979 h 1043"/>
                  <a:gd name="T76" fmla="*/ 435 w 466"/>
                  <a:gd name="T77" fmla="*/ 991 h 1043"/>
                  <a:gd name="T78" fmla="*/ 449 w 466"/>
                  <a:gd name="T79" fmla="*/ 951 h 1043"/>
                  <a:gd name="T80" fmla="*/ 129 w 466"/>
                  <a:gd name="T81" fmla="*/ 467 h 1043"/>
                  <a:gd name="T82" fmla="*/ 134 w 466"/>
                  <a:gd name="T83" fmla="*/ 466 h 1043"/>
                  <a:gd name="T84" fmla="*/ 277 w 466"/>
                  <a:gd name="T85" fmla="*/ 889 h 1043"/>
                  <a:gd name="T86" fmla="*/ 309 w 466"/>
                  <a:gd name="T87" fmla="*/ 910 h 1043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</a:cxnLst>
                <a:rect l="0" t="0" r="r" b="b"/>
                <a:pathLst>
                  <a:path w="466" h="1043">
                    <a:moveTo>
                      <a:pt x="412" y="914"/>
                    </a:moveTo>
                    <a:cubicBezTo>
                      <a:pt x="407" y="911"/>
                      <a:pt x="388" y="899"/>
                      <a:pt x="385" y="893"/>
                    </a:cubicBezTo>
                    <a:cubicBezTo>
                      <a:pt x="379" y="887"/>
                      <a:pt x="392" y="857"/>
                      <a:pt x="392" y="857"/>
                    </a:cubicBezTo>
                    <a:cubicBezTo>
                      <a:pt x="396" y="826"/>
                      <a:pt x="441" y="785"/>
                      <a:pt x="420" y="740"/>
                    </a:cubicBezTo>
                    <a:cubicBezTo>
                      <a:pt x="405" y="709"/>
                      <a:pt x="367" y="710"/>
                      <a:pt x="334" y="722"/>
                    </a:cubicBezTo>
                    <a:cubicBezTo>
                      <a:pt x="307" y="731"/>
                      <a:pt x="277" y="745"/>
                      <a:pt x="253" y="759"/>
                    </a:cubicBezTo>
                    <a:cubicBezTo>
                      <a:pt x="245" y="763"/>
                      <a:pt x="238" y="773"/>
                      <a:pt x="230" y="776"/>
                    </a:cubicBezTo>
                    <a:cubicBezTo>
                      <a:pt x="210" y="786"/>
                      <a:pt x="190" y="795"/>
                      <a:pt x="173" y="808"/>
                    </a:cubicBezTo>
                    <a:cubicBezTo>
                      <a:pt x="171" y="808"/>
                      <a:pt x="170" y="808"/>
                      <a:pt x="169" y="808"/>
                    </a:cubicBezTo>
                    <a:cubicBezTo>
                      <a:pt x="168" y="807"/>
                      <a:pt x="167" y="805"/>
                      <a:pt x="166" y="803"/>
                    </a:cubicBezTo>
                    <a:cubicBezTo>
                      <a:pt x="195" y="763"/>
                      <a:pt x="208" y="713"/>
                      <a:pt x="233" y="670"/>
                    </a:cubicBezTo>
                    <a:cubicBezTo>
                      <a:pt x="234" y="670"/>
                      <a:pt x="235" y="670"/>
                      <a:pt x="236" y="670"/>
                    </a:cubicBezTo>
                    <a:cubicBezTo>
                      <a:pt x="238" y="694"/>
                      <a:pt x="273" y="713"/>
                      <a:pt x="298" y="708"/>
                    </a:cubicBezTo>
                    <a:cubicBezTo>
                      <a:pt x="310" y="691"/>
                      <a:pt x="311" y="654"/>
                      <a:pt x="319" y="634"/>
                    </a:cubicBezTo>
                    <a:cubicBezTo>
                      <a:pt x="319" y="628"/>
                      <a:pt x="319" y="623"/>
                      <a:pt x="319" y="617"/>
                    </a:cubicBezTo>
                    <a:cubicBezTo>
                      <a:pt x="322" y="609"/>
                      <a:pt x="326" y="592"/>
                      <a:pt x="330" y="582"/>
                    </a:cubicBezTo>
                    <a:cubicBezTo>
                      <a:pt x="331" y="567"/>
                      <a:pt x="332" y="552"/>
                      <a:pt x="334" y="537"/>
                    </a:cubicBezTo>
                    <a:cubicBezTo>
                      <a:pt x="338" y="523"/>
                      <a:pt x="344" y="505"/>
                      <a:pt x="341" y="489"/>
                    </a:cubicBezTo>
                    <a:cubicBezTo>
                      <a:pt x="344" y="485"/>
                      <a:pt x="346" y="475"/>
                      <a:pt x="348" y="469"/>
                    </a:cubicBezTo>
                    <a:cubicBezTo>
                      <a:pt x="348" y="463"/>
                      <a:pt x="348" y="458"/>
                      <a:pt x="348" y="453"/>
                    </a:cubicBezTo>
                    <a:cubicBezTo>
                      <a:pt x="353" y="441"/>
                      <a:pt x="361" y="413"/>
                      <a:pt x="362" y="400"/>
                    </a:cubicBezTo>
                    <a:cubicBezTo>
                      <a:pt x="363" y="387"/>
                      <a:pt x="385" y="326"/>
                      <a:pt x="382" y="322"/>
                    </a:cubicBezTo>
                    <a:cubicBezTo>
                      <a:pt x="386" y="291"/>
                      <a:pt x="408" y="244"/>
                      <a:pt x="375" y="223"/>
                    </a:cubicBezTo>
                    <a:cubicBezTo>
                      <a:pt x="343" y="203"/>
                      <a:pt x="305" y="232"/>
                      <a:pt x="283" y="247"/>
                    </a:cubicBezTo>
                    <a:cubicBezTo>
                      <a:pt x="227" y="285"/>
                      <a:pt x="193" y="338"/>
                      <a:pt x="165" y="400"/>
                    </a:cubicBezTo>
                    <a:cubicBezTo>
                      <a:pt x="163" y="402"/>
                      <a:pt x="161" y="404"/>
                      <a:pt x="159" y="406"/>
                    </a:cubicBezTo>
                    <a:cubicBezTo>
                      <a:pt x="153" y="415"/>
                      <a:pt x="151" y="428"/>
                      <a:pt x="147" y="437"/>
                    </a:cubicBezTo>
                    <a:cubicBezTo>
                      <a:pt x="145" y="441"/>
                      <a:pt x="138" y="449"/>
                      <a:pt x="137" y="452"/>
                    </a:cubicBezTo>
                    <a:cubicBezTo>
                      <a:pt x="134" y="450"/>
                      <a:pt x="136" y="450"/>
                      <a:pt x="135" y="447"/>
                    </a:cubicBezTo>
                    <a:cubicBezTo>
                      <a:pt x="147" y="437"/>
                      <a:pt x="149" y="410"/>
                      <a:pt x="159" y="389"/>
                    </a:cubicBezTo>
                    <a:cubicBezTo>
                      <a:pt x="176" y="353"/>
                      <a:pt x="199" y="322"/>
                      <a:pt x="218" y="287"/>
                    </a:cubicBezTo>
                    <a:cubicBezTo>
                      <a:pt x="235" y="253"/>
                      <a:pt x="267" y="226"/>
                      <a:pt x="291" y="193"/>
                    </a:cubicBezTo>
                    <a:cubicBezTo>
                      <a:pt x="300" y="180"/>
                      <a:pt x="316" y="173"/>
                      <a:pt x="325" y="161"/>
                    </a:cubicBezTo>
                    <a:cubicBezTo>
                      <a:pt x="332" y="151"/>
                      <a:pt x="347" y="133"/>
                      <a:pt x="357" y="127"/>
                    </a:cubicBezTo>
                    <a:cubicBezTo>
                      <a:pt x="398" y="100"/>
                      <a:pt x="438" y="61"/>
                      <a:pt x="454" y="13"/>
                    </a:cubicBezTo>
                    <a:cubicBezTo>
                      <a:pt x="448" y="9"/>
                      <a:pt x="442" y="5"/>
                      <a:pt x="437" y="1"/>
                    </a:cubicBezTo>
                    <a:cubicBezTo>
                      <a:pt x="432" y="6"/>
                      <a:pt x="422" y="0"/>
                      <a:pt x="417" y="2"/>
                    </a:cubicBezTo>
                    <a:cubicBezTo>
                      <a:pt x="412" y="4"/>
                      <a:pt x="405" y="12"/>
                      <a:pt x="401" y="15"/>
                    </a:cubicBezTo>
                    <a:cubicBezTo>
                      <a:pt x="386" y="26"/>
                      <a:pt x="371" y="33"/>
                      <a:pt x="356" y="43"/>
                    </a:cubicBezTo>
                    <a:cubicBezTo>
                      <a:pt x="343" y="50"/>
                      <a:pt x="333" y="65"/>
                      <a:pt x="321" y="72"/>
                    </a:cubicBezTo>
                    <a:cubicBezTo>
                      <a:pt x="281" y="99"/>
                      <a:pt x="252" y="129"/>
                      <a:pt x="212" y="155"/>
                    </a:cubicBezTo>
                    <a:cubicBezTo>
                      <a:pt x="206" y="161"/>
                      <a:pt x="200" y="166"/>
                      <a:pt x="194" y="172"/>
                    </a:cubicBezTo>
                    <a:cubicBezTo>
                      <a:pt x="193" y="172"/>
                      <a:pt x="193" y="173"/>
                      <a:pt x="192" y="174"/>
                    </a:cubicBezTo>
                    <a:cubicBezTo>
                      <a:pt x="192" y="172"/>
                      <a:pt x="192" y="171"/>
                      <a:pt x="191" y="170"/>
                    </a:cubicBezTo>
                    <a:cubicBezTo>
                      <a:pt x="197" y="167"/>
                      <a:pt x="196" y="156"/>
                      <a:pt x="201" y="147"/>
                    </a:cubicBezTo>
                    <a:cubicBezTo>
                      <a:pt x="206" y="135"/>
                      <a:pt x="213" y="122"/>
                      <a:pt x="215" y="105"/>
                    </a:cubicBezTo>
                    <a:cubicBezTo>
                      <a:pt x="220" y="69"/>
                      <a:pt x="183" y="22"/>
                      <a:pt x="147" y="23"/>
                    </a:cubicBezTo>
                    <a:cubicBezTo>
                      <a:pt x="146" y="23"/>
                      <a:pt x="146" y="23"/>
                      <a:pt x="146" y="23"/>
                    </a:cubicBezTo>
                    <a:cubicBezTo>
                      <a:pt x="135" y="37"/>
                      <a:pt x="137" y="61"/>
                      <a:pt x="129" y="78"/>
                    </a:cubicBezTo>
                    <a:cubicBezTo>
                      <a:pt x="112" y="117"/>
                      <a:pt x="88" y="163"/>
                      <a:pt x="73" y="211"/>
                    </a:cubicBezTo>
                    <a:cubicBezTo>
                      <a:pt x="63" y="245"/>
                      <a:pt x="76" y="295"/>
                      <a:pt x="96" y="306"/>
                    </a:cubicBezTo>
                    <a:cubicBezTo>
                      <a:pt x="120" y="302"/>
                      <a:pt x="141" y="277"/>
                      <a:pt x="154" y="264"/>
                    </a:cubicBezTo>
                    <a:cubicBezTo>
                      <a:pt x="157" y="260"/>
                      <a:pt x="160" y="256"/>
                      <a:pt x="163" y="253"/>
                    </a:cubicBezTo>
                    <a:cubicBezTo>
                      <a:pt x="183" y="243"/>
                      <a:pt x="194" y="226"/>
                      <a:pt x="211" y="214"/>
                    </a:cubicBezTo>
                    <a:cubicBezTo>
                      <a:pt x="238" y="196"/>
                      <a:pt x="259" y="176"/>
                      <a:pt x="280" y="152"/>
                    </a:cubicBezTo>
                    <a:cubicBezTo>
                      <a:pt x="295" y="134"/>
                      <a:pt x="322" y="117"/>
                      <a:pt x="332" y="98"/>
                    </a:cubicBezTo>
                    <a:cubicBezTo>
                      <a:pt x="341" y="82"/>
                      <a:pt x="377" y="69"/>
                      <a:pt x="384" y="56"/>
                    </a:cubicBezTo>
                    <a:cubicBezTo>
                      <a:pt x="385" y="56"/>
                      <a:pt x="386" y="56"/>
                      <a:pt x="387" y="56"/>
                    </a:cubicBezTo>
                    <a:cubicBezTo>
                      <a:pt x="387" y="56"/>
                      <a:pt x="387" y="57"/>
                      <a:pt x="387" y="58"/>
                    </a:cubicBezTo>
                    <a:cubicBezTo>
                      <a:pt x="377" y="71"/>
                      <a:pt x="363" y="80"/>
                      <a:pt x="352" y="93"/>
                    </a:cubicBezTo>
                    <a:cubicBezTo>
                      <a:pt x="353" y="94"/>
                      <a:pt x="333" y="115"/>
                      <a:pt x="329" y="120"/>
                    </a:cubicBezTo>
                    <a:cubicBezTo>
                      <a:pt x="304" y="147"/>
                      <a:pt x="277" y="172"/>
                      <a:pt x="253" y="201"/>
                    </a:cubicBezTo>
                    <a:cubicBezTo>
                      <a:pt x="255" y="203"/>
                      <a:pt x="243" y="217"/>
                      <a:pt x="240" y="220"/>
                    </a:cubicBezTo>
                    <a:cubicBezTo>
                      <a:pt x="224" y="237"/>
                      <a:pt x="209" y="257"/>
                      <a:pt x="195" y="276"/>
                    </a:cubicBezTo>
                    <a:cubicBezTo>
                      <a:pt x="141" y="351"/>
                      <a:pt x="103" y="443"/>
                      <a:pt x="75" y="534"/>
                    </a:cubicBezTo>
                    <a:cubicBezTo>
                      <a:pt x="73" y="542"/>
                      <a:pt x="70" y="550"/>
                      <a:pt x="68" y="555"/>
                    </a:cubicBezTo>
                    <a:cubicBezTo>
                      <a:pt x="69" y="559"/>
                      <a:pt x="69" y="562"/>
                      <a:pt x="70" y="566"/>
                    </a:cubicBezTo>
                    <a:cubicBezTo>
                      <a:pt x="57" y="602"/>
                      <a:pt x="13" y="739"/>
                      <a:pt x="88" y="738"/>
                    </a:cubicBezTo>
                    <a:cubicBezTo>
                      <a:pt x="102" y="728"/>
                      <a:pt x="105" y="719"/>
                      <a:pt x="110" y="700"/>
                    </a:cubicBezTo>
                    <a:cubicBezTo>
                      <a:pt x="110" y="693"/>
                      <a:pt x="110" y="686"/>
                      <a:pt x="110" y="679"/>
                    </a:cubicBezTo>
                    <a:cubicBezTo>
                      <a:pt x="122" y="655"/>
                      <a:pt x="126" y="615"/>
                      <a:pt x="140" y="589"/>
                    </a:cubicBezTo>
                    <a:cubicBezTo>
                      <a:pt x="141" y="584"/>
                      <a:pt x="141" y="579"/>
                      <a:pt x="142" y="574"/>
                    </a:cubicBezTo>
                    <a:cubicBezTo>
                      <a:pt x="165" y="524"/>
                      <a:pt x="183" y="467"/>
                      <a:pt x="205" y="419"/>
                    </a:cubicBezTo>
                    <a:cubicBezTo>
                      <a:pt x="214" y="398"/>
                      <a:pt x="232" y="380"/>
                      <a:pt x="243" y="359"/>
                    </a:cubicBezTo>
                    <a:cubicBezTo>
                      <a:pt x="248" y="354"/>
                      <a:pt x="253" y="349"/>
                      <a:pt x="258" y="344"/>
                    </a:cubicBezTo>
                    <a:cubicBezTo>
                      <a:pt x="266" y="328"/>
                      <a:pt x="277" y="315"/>
                      <a:pt x="293" y="304"/>
                    </a:cubicBezTo>
                    <a:cubicBezTo>
                      <a:pt x="295" y="301"/>
                      <a:pt x="297" y="298"/>
                      <a:pt x="299" y="295"/>
                    </a:cubicBezTo>
                    <a:cubicBezTo>
                      <a:pt x="312" y="282"/>
                      <a:pt x="324" y="268"/>
                      <a:pt x="341" y="260"/>
                    </a:cubicBezTo>
                    <a:cubicBezTo>
                      <a:pt x="344" y="262"/>
                      <a:pt x="347" y="264"/>
                      <a:pt x="349" y="265"/>
                    </a:cubicBezTo>
                    <a:cubicBezTo>
                      <a:pt x="360" y="282"/>
                      <a:pt x="347" y="312"/>
                      <a:pt x="341" y="324"/>
                    </a:cubicBezTo>
                    <a:cubicBezTo>
                      <a:pt x="345" y="329"/>
                      <a:pt x="334" y="370"/>
                      <a:pt x="332" y="376"/>
                    </a:cubicBezTo>
                    <a:cubicBezTo>
                      <a:pt x="328" y="397"/>
                      <a:pt x="324" y="419"/>
                      <a:pt x="320" y="440"/>
                    </a:cubicBezTo>
                    <a:cubicBezTo>
                      <a:pt x="319" y="458"/>
                      <a:pt x="316" y="463"/>
                      <a:pt x="312" y="476"/>
                    </a:cubicBezTo>
                    <a:cubicBezTo>
                      <a:pt x="314" y="481"/>
                      <a:pt x="314" y="501"/>
                      <a:pt x="313" y="503"/>
                    </a:cubicBezTo>
                    <a:cubicBezTo>
                      <a:pt x="311" y="505"/>
                      <a:pt x="308" y="507"/>
                      <a:pt x="306" y="508"/>
                    </a:cubicBezTo>
                    <a:cubicBezTo>
                      <a:pt x="306" y="516"/>
                      <a:pt x="306" y="525"/>
                      <a:pt x="306" y="533"/>
                    </a:cubicBezTo>
                    <a:cubicBezTo>
                      <a:pt x="301" y="544"/>
                      <a:pt x="296" y="563"/>
                      <a:pt x="293" y="576"/>
                    </a:cubicBezTo>
                    <a:cubicBezTo>
                      <a:pt x="294" y="580"/>
                      <a:pt x="295" y="585"/>
                      <a:pt x="295" y="590"/>
                    </a:cubicBezTo>
                    <a:cubicBezTo>
                      <a:pt x="292" y="599"/>
                      <a:pt x="288" y="614"/>
                      <a:pt x="288" y="625"/>
                    </a:cubicBezTo>
                    <a:cubicBezTo>
                      <a:pt x="286" y="625"/>
                      <a:pt x="285" y="626"/>
                      <a:pt x="284" y="627"/>
                    </a:cubicBezTo>
                    <a:cubicBezTo>
                      <a:pt x="260" y="620"/>
                      <a:pt x="276" y="577"/>
                      <a:pt x="282" y="564"/>
                    </a:cubicBezTo>
                    <a:cubicBezTo>
                      <a:pt x="287" y="551"/>
                      <a:pt x="312" y="507"/>
                      <a:pt x="302" y="480"/>
                    </a:cubicBezTo>
                    <a:cubicBezTo>
                      <a:pt x="298" y="470"/>
                      <a:pt x="290" y="463"/>
                      <a:pt x="284" y="455"/>
                    </a:cubicBezTo>
                    <a:cubicBezTo>
                      <a:pt x="275" y="443"/>
                      <a:pt x="265" y="436"/>
                      <a:pt x="253" y="432"/>
                    </a:cubicBezTo>
                    <a:cubicBezTo>
                      <a:pt x="236" y="426"/>
                      <a:pt x="225" y="439"/>
                      <a:pt x="218" y="444"/>
                    </a:cubicBezTo>
                    <a:cubicBezTo>
                      <a:pt x="187" y="466"/>
                      <a:pt x="191" y="536"/>
                      <a:pt x="201" y="572"/>
                    </a:cubicBezTo>
                    <a:cubicBezTo>
                      <a:pt x="203" y="580"/>
                      <a:pt x="209" y="614"/>
                      <a:pt x="206" y="622"/>
                    </a:cubicBezTo>
                    <a:cubicBezTo>
                      <a:pt x="164" y="721"/>
                      <a:pt x="105" y="809"/>
                      <a:pt x="58" y="908"/>
                    </a:cubicBezTo>
                    <a:cubicBezTo>
                      <a:pt x="40" y="947"/>
                      <a:pt x="0" y="975"/>
                      <a:pt x="3" y="1027"/>
                    </a:cubicBezTo>
                    <a:cubicBezTo>
                      <a:pt x="10" y="1032"/>
                      <a:pt x="17" y="1037"/>
                      <a:pt x="24" y="1043"/>
                    </a:cubicBezTo>
                    <a:cubicBezTo>
                      <a:pt x="58" y="1041"/>
                      <a:pt x="79" y="996"/>
                      <a:pt x="94" y="968"/>
                    </a:cubicBezTo>
                    <a:cubicBezTo>
                      <a:pt x="97" y="965"/>
                      <a:pt x="101" y="962"/>
                      <a:pt x="105" y="958"/>
                    </a:cubicBezTo>
                    <a:cubicBezTo>
                      <a:pt x="115" y="944"/>
                      <a:pt x="122" y="933"/>
                      <a:pt x="132" y="918"/>
                    </a:cubicBezTo>
                    <a:cubicBezTo>
                      <a:pt x="138" y="909"/>
                      <a:pt x="151" y="903"/>
                      <a:pt x="157" y="894"/>
                    </a:cubicBezTo>
                    <a:cubicBezTo>
                      <a:pt x="187" y="846"/>
                      <a:pt x="255" y="801"/>
                      <a:pt x="301" y="768"/>
                    </a:cubicBezTo>
                    <a:cubicBezTo>
                      <a:pt x="308" y="763"/>
                      <a:pt x="338" y="749"/>
                      <a:pt x="347" y="745"/>
                    </a:cubicBezTo>
                    <a:cubicBezTo>
                      <a:pt x="357" y="742"/>
                      <a:pt x="364" y="743"/>
                      <a:pt x="371" y="738"/>
                    </a:cubicBezTo>
                    <a:cubicBezTo>
                      <a:pt x="375" y="739"/>
                      <a:pt x="375" y="739"/>
                      <a:pt x="378" y="740"/>
                    </a:cubicBezTo>
                    <a:cubicBezTo>
                      <a:pt x="390" y="781"/>
                      <a:pt x="348" y="829"/>
                      <a:pt x="342" y="860"/>
                    </a:cubicBezTo>
                    <a:cubicBezTo>
                      <a:pt x="323" y="860"/>
                      <a:pt x="315" y="851"/>
                      <a:pt x="300" y="845"/>
                    </a:cubicBezTo>
                    <a:cubicBezTo>
                      <a:pt x="261" y="831"/>
                      <a:pt x="230" y="846"/>
                      <a:pt x="219" y="881"/>
                    </a:cubicBezTo>
                    <a:cubicBezTo>
                      <a:pt x="218" y="886"/>
                      <a:pt x="223" y="890"/>
                      <a:pt x="224" y="894"/>
                    </a:cubicBezTo>
                    <a:cubicBezTo>
                      <a:pt x="234" y="922"/>
                      <a:pt x="250" y="944"/>
                      <a:pt x="275" y="963"/>
                    </a:cubicBezTo>
                    <a:cubicBezTo>
                      <a:pt x="281" y="967"/>
                      <a:pt x="290" y="984"/>
                      <a:pt x="304" y="979"/>
                    </a:cubicBezTo>
                    <a:cubicBezTo>
                      <a:pt x="331" y="971"/>
                      <a:pt x="343" y="932"/>
                      <a:pt x="360" y="928"/>
                    </a:cubicBezTo>
                    <a:cubicBezTo>
                      <a:pt x="375" y="940"/>
                      <a:pt x="385" y="961"/>
                      <a:pt x="401" y="973"/>
                    </a:cubicBezTo>
                    <a:cubicBezTo>
                      <a:pt x="412" y="980"/>
                      <a:pt x="425" y="986"/>
                      <a:pt x="435" y="991"/>
                    </a:cubicBezTo>
                    <a:cubicBezTo>
                      <a:pt x="441" y="995"/>
                      <a:pt x="446" y="1001"/>
                      <a:pt x="456" y="1001"/>
                    </a:cubicBezTo>
                    <a:cubicBezTo>
                      <a:pt x="460" y="999"/>
                      <a:pt x="465" y="993"/>
                      <a:pt x="466" y="988"/>
                    </a:cubicBezTo>
                    <a:cubicBezTo>
                      <a:pt x="460" y="982"/>
                      <a:pt x="456" y="960"/>
                      <a:pt x="449" y="951"/>
                    </a:cubicBezTo>
                    <a:cubicBezTo>
                      <a:pt x="443" y="942"/>
                      <a:pt x="421" y="919"/>
                      <a:pt x="412" y="914"/>
                    </a:cubicBezTo>
                    <a:close/>
                    <a:moveTo>
                      <a:pt x="134" y="466"/>
                    </a:moveTo>
                    <a:cubicBezTo>
                      <a:pt x="132" y="466"/>
                      <a:pt x="131" y="467"/>
                      <a:pt x="129" y="467"/>
                    </a:cubicBezTo>
                    <a:cubicBezTo>
                      <a:pt x="130" y="465"/>
                      <a:pt x="131" y="462"/>
                      <a:pt x="132" y="460"/>
                    </a:cubicBezTo>
                    <a:cubicBezTo>
                      <a:pt x="133" y="461"/>
                      <a:pt x="134" y="461"/>
                      <a:pt x="134" y="462"/>
                    </a:cubicBezTo>
                    <a:cubicBezTo>
                      <a:pt x="134" y="463"/>
                      <a:pt x="134" y="465"/>
                      <a:pt x="134" y="466"/>
                    </a:cubicBezTo>
                    <a:close/>
                    <a:moveTo>
                      <a:pt x="309" y="910"/>
                    </a:moveTo>
                    <a:cubicBezTo>
                      <a:pt x="303" y="914"/>
                      <a:pt x="300" y="912"/>
                      <a:pt x="291" y="915"/>
                    </a:cubicBezTo>
                    <a:cubicBezTo>
                      <a:pt x="285" y="907"/>
                      <a:pt x="281" y="900"/>
                      <a:pt x="277" y="889"/>
                    </a:cubicBezTo>
                    <a:cubicBezTo>
                      <a:pt x="278" y="888"/>
                      <a:pt x="277" y="889"/>
                      <a:pt x="278" y="888"/>
                    </a:cubicBezTo>
                    <a:cubicBezTo>
                      <a:pt x="290" y="888"/>
                      <a:pt x="297" y="893"/>
                      <a:pt x="306" y="894"/>
                    </a:cubicBezTo>
                    <a:cubicBezTo>
                      <a:pt x="309" y="898"/>
                      <a:pt x="310" y="902"/>
                      <a:pt x="309" y="910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等线"/>
                  <a:ea typeface="+mn-ea"/>
                  <a:cs typeface="+mn-cs"/>
                </a:endParaRPr>
              </a:p>
            </p:txBody>
          </p:sp>
        </p:grpSp>
        <p:grpSp>
          <p:nvGrpSpPr>
            <p:cNvPr id="47" name="íšľïḋê">
              <a:extLst>
                <a:ext uri="{FF2B5EF4-FFF2-40B4-BE49-F238E27FC236}">
                  <a16:creationId xmlns:a16="http://schemas.microsoft.com/office/drawing/2014/main" id="{9B1BECDE-DBA1-1203-37B5-9B3EBDF4AD2F}"/>
                </a:ext>
              </a:extLst>
            </p:cNvPr>
            <p:cNvGrpSpPr/>
            <p:nvPr/>
          </p:nvGrpSpPr>
          <p:grpSpPr>
            <a:xfrm>
              <a:off x="8190759" y="2868968"/>
              <a:ext cx="635165" cy="888620"/>
              <a:chOff x="6813550" y="4995860"/>
              <a:chExt cx="660400" cy="923924"/>
            </a:xfrm>
            <a:grpFill/>
          </p:grpSpPr>
          <p:sp>
            <p:nvSpPr>
              <p:cNvPr id="53" name="ïşḻiḍe">
                <a:extLst>
                  <a:ext uri="{FF2B5EF4-FFF2-40B4-BE49-F238E27FC236}">
                    <a16:creationId xmlns:a16="http://schemas.microsoft.com/office/drawing/2014/main" id="{40A219A3-0679-32C1-0601-B7A3292D7E36}"/>
                  </a:ext>
                </a:extLst>
              </p:cNvPr>
              <p:cNvSpPr/>
              <p:nvPr/>
            </p:nvSpPr>
            <p:spPr bwMode="auto">
              <a:xfrm>
                <a:off x="6813550" y="4995860"/>
                <a:ext cx="660400" cy="923924"/>
              </a:xfrm>
              <a:custGeom>
                <a:avLst/>
                <a:gdLst>
                  <a:gd name="T0" fmla="*/ 467 w 649"/>
                  <a:gd name="T1" fmla="*/ 260 h 907"/>
                  <a:gd name="T2" fmla="*/ 543 w 649"/>
                  <a:gd name="T3" fmla="*/ 120 h 907"/>
                  <a:gd name="T4" fmla="*/ 577 w 649"/>
                  <a:gd name="T5" fmla="*/ 2 h 907"/>
                  <a:gd name="T6" fmla="*/ 462 w 649"/>
                  <a:gd name="T7" fmla="*/ 50 h 907"/>
                  <a:gd name="T8" fmla="*/ 562 w 649"/>
                  <a:gd name="T9" fmla="*/ 49 h 907"/>
                  <a:gd name="T10" fmla="*/ 445 w 649"/>
                  <a:gd name="T11" fmla="*/ 265 h 907"/>
                  <a:gd name="T12" fmla="*/ 433 w 649"/>
                  <a:gd name="T13" fmla="*/ 236 h 907"/>
                  <a:gd name="T14" fmla="*/ 395 w 649"/>
                  <a:gd name="T15" fmla="*/ 120 h 907"/>
                  <a:gd name="T16" fmla="*/ 460 w 649"/>
                  <a:gd name="T17" fmla="*/ 18 h 907"/>
                  <a:gd name="T18" fmla="*/ 294 w 649"/>
                  <a:gd name="T19" fmla="*/ 91 h 907"/>
                  <a:gd name="T20" fmla="*/ 301 w 649"/>
                  <a:gd name="T21" fmla="*/ 122 h 907"/>
                  <a:gd name="T22" fmla="*/ 283 w 649"/>
                  <a:gd name="T23" fmla="*/ 157 h 907"/>
                  <a:gd name="T24" fmla="*/ 315 w 649"/>
                  <a:gd name="T25" fmla="*/ 202 h 907"/>
                  <a:gd name="T26" fmla="*/ 193 w 649"/>
                  <a:gd name="T27" fmla="*/ 266 h 907"/>
                  <a:gd name="T28" fmla="*/ 231 w 649"/>
                  <a:gd name="T29" fmla="*/ 330 h 907"/>
                  <a:gd name="T30" fmla="*/ 308 w 649"/>
                  <a:gd name="T31" fmla="*/ 264 h 907"/>
                  <a:gd name="T32" fmla="*/ 362 w 649"/>
                  <a:gd name="T33" fmla="*/ 332 h 907"/>
                  <a:gd name="T34" fmla="*/ 175 w 649"/>
                  <a:gd name="T35" fmla="*/ 395 h 907"/>
                  <a:gd name="T36" fmla="*/ 177 w 649"/>
                  <a:gd name="T37" fmla="*/ 277 h 907"/>
                  <a:gd name="T38" fmla="*/ 155 w 649"/>
                  <a:gd name="T39" fmla="*/ 258 h 907"/>
                  <a:gd name="T40" fmla="*/ 165 w 649"/>
                  <a:gd name="T41" fmla="*/ 428 h 907"/>
                  <a:gd name="T42" fmla="*/ 246 w 649"/>
                  <a:gd name="T43" fmla="*/ 406 h 907"/>
                  <a:gd name="T44" fmla="*/ 278 w 649"/>
                  <a:gd name="T45" fmla="*/ 393 h 907"/>
                  <a:gd name="T46" fmla="*/ 384 w 649"/>
                  <a:gd name="T47" fmla="*/ 399 h 907"/>
                  <a:gd name="T48" fmla="*/ 366 w 649"/>
                  <a:gd name="T49" fmla="*/ 494 h 907"/>
                  <a:gd name="T50" fmla="*/ 199 w 649"/>
                  <a:gd name="T51" fmla="*/ 615 h 907"/>
                  <a:gd name="T52" fmla="*/ 93 w 649"/>
                  <a:gd name="T53" fmla="*/ 660 h 907"/>
                  <a:gd name="T54" fmla="*/ 20 w 649"/>
                  <a:gd name="T55" fmla="*/ 679 h 907"/>
                  <a:gd name="T56" fmla="*/ 75 w 649"/>
                  <a:gd name="T57" fmla="*/ 751 h 907"/>
                  <a:gd name="T58" fmla="*/ 158 w 649"/>
                  <a:gd name="T59" fmla="*/ 718 h 907"/>
                  <a:gd name="T60" fmla="*/ 303 w 649"/>
                  <a:gd name="T61" fmla="*/ 847 h 907"/>
                  <a:gd name="T62" fmla="*/ 74 w 649"/>
                  <a:gd name="T63" fmla="*/ 775 h 907"/>
                  <a:gd name="T64" fmla="*/ 143 w 649"/>
                  <a:gd name="T65" fmla="*/ 847 h 907"/>
                  <a:gd name="T66" fmla="*/ 329 w 649"/>
                  <a:gd name="T67" fmla="*/ 906 h 907"/>
                  <a:gd name="T68" fmla="*/ 342 w 649"/>
                  <a:gd name="T69" fmla="*/ 787 h 907"/>
                  <a:gd name="T70" fmla="*/ 374 w 649"/>
                  <a:gd name="T71" fmla="*/ 641 h 907"/>
                  <a:gd name="T72" fmla="*/ 426 w 649"/>
                  <a:gd name="T73" fmla="*/ 624 h 907"/>
                  <a:gd name="T74" fmla="*/ 444 w 649"/>
                  <a:gd name="T75" fmla="*/ 561 h 907"/>
                  <a:gd name="T76" fmla="*/ 331 w 649"/>
                  <a:gd name="T77" fmla="*/ 570 h 907"/>
                  <a:gd name="T78" fmla="*/ 434 w 649"/>
                  <a:gd name="T79" fmla="*/ 481 h 907"/>
                  <a:gd name="T80" fmla="*/ 300 w 649"/>
                  <a:gd name="T81" fmla="*/ 473 h 907"/>
                  <a:gd name="T82" fmla="*/ 353 w 649"/>
                  <a:gd name="T83" fmla="*/ 434 h 907"/>
                  <a:gd name="T84" fmla="*/ 474 w 649"/>
                  <a:gd name="T85" fmla="*/ 401 h 907"/>
                  <a:gd name="T86" fmla="*/ 244 w 649"/>
                  <a:gd name="T87" fmla="*/ 294 h 907"/>
                  <a:gd name="T88" fmla="*/ 336 w 649"/>
                  <a:gd name="T89" fmla="*/ 238 h 907"/>
                  <a:gd name="T90" fmla="*/ 349 w 649"/>
                  <a:gd name="T91" fmla="*/ 250 h 907"/>
                  <a:gd name="T92" fmla="*/ 412 w 649"/>
                  <a:gd name="T93" fmla="*/ 129 h 907"/>
                  <a:gd name="T94" fmla="*/ 411 w 649"/>
                  <a:gd name="T95" fmla="*/ 138 h 907"/>
                  <a:gd name="T96" fmla="*/ 390 w 649"/>
                  <a:gd name="T97" fmla="*/ 272 h 907"/>
                  <a:gd name="T98" fmla="*/ 433 w 649"/>
                  <a:gd name="T99" fmla="*/ 353 h 907"/>
                  <a:gd name="T100" fmla="*/ 470 w 649"/>
                  <a:gd name="T101" fmla="*/ 334 h 907"/>
                  <a:gd name="T102" fmla="*/ 626 w 649"/>
                  <a:gd name="T103" fmla="*/ 306 h 90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  <a:cxn ang="0">
                    <a:pos x="T90" y="T91"/>
                  </a:cxn>
                  <a:cxn ang="0">
                    <a:pos x="T92" y="T93"/>
                  </a:cxn>
                  <a:cxn ang="0">
                    <a:pos x="T94" y="T95"/>
                  </a:cxn>
                  <a:cxn ang="0">
                    <a:pos x="T96" y="T97"/>
                  </a:cxn>
                  <a:cxn ang="0">
                    <a:pos x="T98" y="T99"/>
                  </a:cxn>
                  <a:cxn ang="0">
                    <a:pos x="T100" y="T101"/>
                  </a:cxn>
                  <a:cxn ang="0">
                    <a:pos x="T102" y="T103"/>
                  </a:cxn>
                </a:cxnLst>
                <a:rect l="0" t="0" r="r" b="b"/>
                <a:pathLst>
                  <a:path w="649" h="907">
                    <a:moveTo>
                      <a:pt x="513" y="305"/>
                    </a:moveTo>
                    <a:cubicBezTo>
                      <a:pt x="507" y="305"/>
                      <a:pt x="501" y="305"/>
                      <a:pt x="496" y="305"/>
                    </a:cubicBezTo>
                    <a:cubicBezTo>
                      <a:pt x="482" y="309"/>
                      <a:pt x="468" y="309"/>
                      <a:pt x="455" y="315"/>
                    </a:cubicBezTo>
                    <a:cubicBezTo>
                      <a:pt x="439" y="314"/>
                      <a:pt x="463" y="267"/>
                      <a:pt x="467" y="260"/>
                    </a:cubicBezTo>
                    <a:cubicBezTo>
                      <a:pt x="484" y="234"/>
                      <a:pt x="495" y="199"/>
                      <a:pt x="508" y="170"/>
                    </a:cubicBezTo>
                    <a:cubicBezTo>
                      <a:pt x="514" y="159"/>
                      <a:pt x="524" y="151"/>
                      <a:pt x="530" y="141"/>
                    </a:cubicBezTo>
                    <a:cubicBezTo>
                      <a:pt x="531" y="138"/>
                      <a:pt x="531" y="135"/>
                      <a:pt x="532" y="132"/>
                    </a:cubicBezTo>
                    <a:cubicBezTo>
                      <a:pt x="536" y="128"/>
                      <a:pt x="539" y="124"/>
                      <a:pt x="543" y="120"/>
                    </a:cubicBezTo>
                    <a:cubicBezTo>
                      <a:pt x="543" y="118"/>
                      <a:pt x="543" y="115"/>
                      <a:pt x="543" y="113"/>
                    </a:cubicBezTo>
                    <a:cubicBezTo>
                      <a:pt x="547" y="110"/>
                      <a:pt x="551" y="106"/>
                      <a:pt x="556" y="103"/>
                    </a:cubicBezTo>
                    <a:cubicBezTo>
                      <a:pt x="561" y="92"/>
                      <a:pt x="566" y="85"/>
                      <a:pt x="571" y="77"/>
                    </a:cubicBezTo>
                    <a:cubicBezTo>
                      <a:pt x="577" y="66"/>
                      <a:pt x="598" y="13"/>
                      <a:pt x="577" y="2"/>
                    </a:cubicBezTo>
                    <a:cubicBezTo>
                      <a:pt x="575" y="0"/>
                      <a:pt x="546" y="2"/>
                      <a:pt x="540" y="4"/>
                    </a:cubicBezTo>
                    <a:cubicBezTo>
                      <a:pt x="513" y="13"/>
                      <a:pt x="488" y="28"/>
                      <a:pt x="465" y="37"/>
                    </a:cubicBezTo>
                    <a:cubicBezTo>
                      <a:pt x="463" y="40"/>
                      <a:pt x="462" y="43"/>
                      <a:pt x="462" y="49"/>
                    </a:cubicBezTo>
                    <a:cubicBezTo>
                      <a:pt x="462" y="49"/>
                      <a:pt x="462" y="50"/>
                      <a:pt x="462" y="50"/>
                    </a:cubicBezTo>
                    <a:cubicBezTo>
                      <a:pt x="476" y="59"/>
                      <a:pt x="513" y="35"/>
                      <a:pt x="527" y="30"/>
                    </a:cubicBezTo>
                    <a:cubicBezTo>
                      <a:pt x="539" y="25"/>
                      <a:pt x="540" y="32"/>
                      <a:pt x="551" y="23"/>
                    </a:cubicBezTo>
                    <a:cubicBezTo>
                      <a:pt x="555" y="23"/>
                      <a:pt x="558" y="24"/>
                      <a:pt x="561" y="25"/>
                    </a:cubicBezTo>
                    <a:cubicBezTo>
                      <a:pt x="561" y="33"/>
                      <a:pt x="561" y="41"/>
                      <a:pt x="562" y="49"/>
                    </a:cubicBezTo>
                    <a:cubicBezTo>
                      <a:pt x="549" y="75"/>
                      <a:pt x="534" y="104"/>
                      <a:pt x="520" y="126"/>
                    </a:cubicBezTo>
                    <a:cubicBezTo>
                      <a:pt x="507" y="146"/>
                      <a:pt x="490" y="164"/>
                      <a:pt x="481" y="185"/>
                    </a:cubicBezTo>
                    <a:cubicBezTo>
                      <a:pt x="474" y="200"/>
                      <a:pt x="465" y="217"/>
                      <a:pt x="458" y="232"/>
                    </a:cubicBezTo>
                    <a:cubicBezTo>
                      <a:pt x="454" y="243"/>
                      <a:pt x="449" y="254"/>
                      <a:pt x="445" y="265"/>
                    </a:cubicBezTo>
                    <a:cubicBezTo>
                      <a:pt x="437" y="277"/>
                      <a:pt x="422" y="303"/>
                      <a:pt x="417" y="319"/>
                    </a:cubicBezTo>
                    <a:cubicBezTo>
                      <a:pt x="412" y="322"/>
                      <a:pt x="407" y="323"/>
                      <a:pt x="397" y="323"/>
                    </a:cubicBezTo>
                    <a:cubicBezTo>
                      <a:pt x="396" y="321"/>
                      <a:pt x="397" y="323"/>
                      <a:pt x="395" y="321"/>
                    </a:cubicBezTo>
                    <a:cubicBezTo>
                      <a:pt x="396" y="286"/>
                      <a:pt x="450" y="279"/>
                      <a:pt x="433" y="236"/>
                    </a:cubicBezTo>
                    <a:cubicBezTo>
                      <a:pt x="429" y="228"/>
                      <a:pt x="432" y="226"/>
                      <a:pt x="425" y="221"/>
                    </a:cubicBezTo>
                    <a:cubicBezTo>
                      <a:pt x="425" y="194"/>
                      <a:pt x="460" y="111"/>
                      <a:pt x="422" y="99"/>
                    </a:cubicBezTo>
                    <a:cubicBezTo>
                      <a:pt x="418" y="103"/>
                      <a:pt x="415" y="102"/>
                      <a:pt x="409" y="106"/>
                    </a:cubicBezTo>
                    <a:cubicBezTo>
                      <a:pt x="404" y="110"/>
                      <a:pt x="399" y="115"/>
                      <a:pt x="395" y="120"/>
                    </a:cubicBezTo>
                    <a:cubicBezTo>
                      <a:pt x="386" y="115"/>
                      <a:pt x="378" y="109"/>
                      <a:pt x="368" y="109"/>
                    </a:cubicBezTo>
                    <a:cubicBezTo>
                      <a:pt x="366" y="107"/>
                      <a:pt x="364" y="104"/>
                      <a:pt x="362" y="102"/>
                    </a:cubicBezTo>
                    <a:cubicBezTo>
                      <a:pt x="380" y="87"/>
                      <a:pt x="432" y="33"/>
                      <a:pt x="454" y="31"/>
                    </a:cubicBezTo>
                    <a:cubicBezTo>
                      <a:pt x="458" y="27"/>
                      <a:pt x="460" y="26"/>
                      <a:pt x="460" y="18"/>
                    </a:cubicBezTo>
                    <a:cubicBezTo>
                      <a:pt x="454" y="10"/>
                      <a:pt x="444" y="2"/>
                      <a:pt x="434" y="2"/>
                    </a:cubicBezTo>
                    <a:cubicBezTo>
                      <a:pt x="411" y="19"/>
                      <a:pt x="396" y="51"/>
                      <a:pt x="373" y="65"/>
                    </a:cubicBezTo>
                    <a:cubicBezTo>
                      <a:pt x="363" y="71"/>
                      <a:pt x="346" y="82"/>
                      <a:pt x="343" y="90"/>
                    </a:cubicBezTo>
                    <a:cubicBezTo>
                      <a:pt x="327" y="90"/>
                      <a:pt x="308" y="86"/>
                      <a:pt x="294" y="91"/>
                    </a:cubicBezTo>
                    <a:cubicBezTo>
                      <a:pt x="288" y="94"/>
                      <a:pt x="285" y="100"/>
                      <a:pt x="277" y="102"/>
                    </a:cubicBezTo>
                    <a:cubicBezTo>
                      <a:pt x="274" y="106"/>
                      <a:pt x="273" y="108"/>
                      <a:pt x="273" y="117"/>
                    </a:cubicBezTo>
                    <a:cubicBezTo>
                      <a:pt x="273" y="117"/>
                      <a:pt x="273" y="117"/>
                      <a:pt x="273" y="117"/>
                    </a:cubicBezTo>
                    <a:cubicBezTo>
                      <a:pt x="280" y="122"/>
                      <a:pt x="299" y="118"/>
                      <a:pt x="301" y="122"/>
                    </a:cubicBezTo>
                    <a:cubicBezTo>
                      <a:pt x="303" y="124"/>
                      <a:pt x="302" y="123"/>
                      <a:pt x="303" y="126"/>
                    </a:cubicBezTo>
                    <a:cubicBezTo>
                      <a:pt x="295" y="129"/>
                      <a:pt x="290" y="137"/>
                      <a:pt x="282" y="138"/>
                    </a:cubicBezTo>
                    <a:cubicBezTo>
                      <a:pt x="279" y="142"/>
                      <a:pt x="279" y="146"/>
                      <a:pt x="279" y="153"/>
                    </a:cubicBezTo>
                    <a:cubicBezTo>
                      <a:pt x="281" y="154"/>
                      <a:pt x="282" y="156"/>
                      <a:pt x="283" y="157"/>
                    </a:cubicBezTo>
                    <a:cubicBezTo>
                      <a:pt x="304" y="153"/>
                      <a:pt x="320" y="142"/>
                      <a:pt x="331" y="126"/>
                    </a:cubicBezTo>
                    <a:cubicBezTo>
                      <a:pt x="340" y="126"/>
                      <a:pt x="348" y="126"/>
                      <a:pt x="354" y="127"/>
                    </a:cubicBezTo>
                    <a:cubicBezTo>
                      <a:pt x="357" y="131"/>
                      <a:pt x="359" y="132"/>
                      <a:pt x="360" y="138"/>
                    </a:cubicBezTo>
                    <a:cubicBezTo>
                      <a:pt x="345" y="158"/>
                      <a:pt x="330" y="179"/>
                      <a:pt x="315" y="202"/>
                    </a:cubicBezTo>
                    <a:cubicBezTo>
                      <a:pt x="305" y="202"/>
                      <a:pt x="299" y="198"/>
                      <a:pt x="293" y="194"/>
                    </a:cubicBezTo>
                    <a:cubicBezTo>
                      <a:pt x="285" y="194"/>
                      <a:pt x="238" y="255"/>
                      <a:pt x="237" y="263"/>
                    </a:cubicBezTo>
                    <a:cubicBezTo>
                      <a:pt x="231" y="269"/>
                      <a:pt x="225" y="274"/>
                      <a:pt x="219" y="280"/>
                    </a:cubicBezTo>
                    <a:cubicBezTo>
                      <a:pt x="212" y="273"/>
                      <a:pt x="205" y="266"/>
                      <a:pt x="193" y="266"/>
                    </a:cubicBezTo>
                    <a:cubicBezTo>
                      <a:pt x="181" y="284"/>
                      <a:pt x="184" y="320"/>
                      <a:pt x="208" y="325"/>
                    </a:cubicBezTo>
                    <a:cubicBezTo>
                      <a:pt x="214" y="320"/>
                      <a:pt x="220" y="320"/>
                      <a:pt x="224" y="314"/>
                    </a:cubicBezTo>
                    <a:cubicBezTo>
                      <a:pt x="228" y="314"/>
                      <a:pt x="228" y="314"/>
                      <a:pt x="229" y="315"/>
                    </a:cubicBezTo>
                    <a:cubicBezTo>
                      <a:pt x="232" y="314"/>
                      <a:pt x="231" y="326"/>
                      <a:pt x="231" y="330"/>
                    </a:cubicBezTo>
                    <a:cubicBezTo>
                      <a:pt x="235" y="333"/>
                      <a:pt x="236" y="334"/>
                      <a:pt x="243" y="334"/>
                    </a:cubicBezTo>
                    <a:cubicBezTo>
                      <a:pt x="250" y="328"/>
                      <a:pt x="253" y="321"/>
                      <a:pt x="257" y="315"/>
                    </a:cubicBezTo>
                    <a:cubicBezTo>
                      <a:pt x="270" y="295"/>
                      <a:pt x="289" y="281"/>
                      <a:pt x="302" y="264"/>
                    </a:cubicBezTo>
                    <a:cubicBezTo>
                      <a:pt x="304" y="264"/>
                      <a:pt x="306" y="264"/>
                      <a:pt x="308" y="264"/>
                    </a:cubicBezTo>
                    <a:cubicBezTo>
                      <a:pt x="315" y="274"/>
                      <a:pt x="318" y="287"/>
                      <a:pt x="325" y="296"/>
                    </a:cubicBezTo>
                    <a:cubicBezTo>
                      <a:pt x="318" y="300"/>
                      <a:pt x="305" y="306"/>
                      <a:pt x="293" y="306"/>
                    </a:cubicBezTo>
                    <a:cubicBezTo>
                      <a:pt x="293" y="308"/>
                      <a:pt x="293" y="310"/>
                      <a:pt x="293" y="312"/>
                    </a:cubicBezTo>
                    <a:cubicBezTo>
                      <a:pt x="300" y="317"/>
                      <a:pt x="352" y="332"/>
                      <a:pt x="362" y="332"/>
                    </a:cubicBezTo>
                    <a:cubicBezTo>
                      <a:pt x="362" y="333"/>
                      <a:pt x="362" y="335"/>
                      <a:pt x="362" y="336"/>
                    </a:cubicBezTo>
                    <a:cubicBezTo>
                      <a:pt x="337" y="347"/>
                      <a:pt x="304" y="350"/>
                      <a:pt x="276" y="358"/>
                    </a:cubicBezTo>
                    <a:cubicBezTo>
                      <a:pt x="248" y="367"/>
                      <a:pt x="220" y="375"/>
                      <a:pt x="191" y="385"/>
                    </a:cubicBezTo>
                    <a:cubicBezTo>
                      <a:pt x="186" y="388"/>
                      <a:pt x="181" y="391"/>
                      <a:pt x="175" y="395"/>
                    </a:cubicBezTo>
                    <a:cubicBezTo>
                      <a:pt x="174" y="393"/>
                      <a:pt x="175" y="394"/>
                      <a:pt x="174" y="393"/>
                    </a:cubicBezTo>
                    <a:cubicBezTo>
                      <a:pt x="176" y="377"/>
                      <a:pt x="179" y="362"/>
                      <a:pt x="181" y="346"/>
                    </a:cubicBezTo>
                    <a:cubicBezTo>
                      <a:pt x="176" y="329"/>
                      <a:pt x="179" y="300"/>
                      <a:pt x="175" y="285"/>
                    </a:cubicBezTo>
                    <a:cubicBezTo>
                      <a:pt x="176" y="282"/>
                      <a:pt x="177" y="279"/>
                      <a:pt x="177" y="277"/>
                    </a:cubicBezTo>
                    <a:cubicBezTo>
                      <a:pt x="172" y="265"/>
                      <a:pt x="172" y="249"/>
                      <a:pt x="172" y="232"/>
                    </a:cubicBezTo>
                    <a:cubicBezTo>
                      <a:pt x="169" y="230"/>
                      <a:pt x="165" y="227"/>
                      <a:pt x="164" y="224"/>
                    </a:cubicBezTo>
                    <a:cubicBezTo>
                      <a:pt x="162" y="224"/>
                      <a:pt x="160" y="224"/>
                      <a:pt x="158" y="224"/>
                    </a:cubicBezTo>
                    <a:cubicBezTo>
                      <a:pt x="151" y="235"/>
                      <a:pt x="160" y="244"/>
                      <a:pt x="155" y="258"/>
                    </a:cubicBezTo>
                    <a:cubicBezTo>
                      <a:pt x="150" y="274"/>
                      <a:pt x="151" y="293"/>
                      <a:pt x="148" y="309"/>
                    </a:cubicBezTo>
                    <a:cubicBezTo>
                      <a:pt x="149" y="315"/>
                      <a:pt x="150" y="322"/>
                      <a:pt x="150" y="328"/>
                    </a:cubicBezTo>
                    <a:cubicBezTo>
                      <a:pt x="143" y="347"/>
                      <a:pt x="144" y="382"/>
                      <a:pt x="150" y="400"/>
                    </a:cubicBezTo>
                    <a:cubicBezTo>
                      <a:pt x="156" y="414"/>
                      <a:pt x="151" y="424"/>
                      <a:pt x="165" y="428"/>
                    </a:cubicBezTo>
                    <a:cubicBezTo>
                      <a:pt x="182" y="434"/>
                      <a:pt x="210" y="418"/>
                      <a:pt x="219" y="413"/>
                    </a:cubicBezTo>
                    <a:cubicBezTo>
                      <a:pt x="223" y="413"/>
                      <a:pt x="226" y="413"/>
                      <a:pt x="229" y="413"/>
                    </a:cubicBezTo>
                    <a:cubicBezTo>
                      <a:pt x="232" y="411"/>
                      <a:pt x="234" y="409"/>
                      <a:pt x="237" y="407"/>
                    </a:cubicBezTo>
                    <a:cubicBezTo>
                      <a:pt x="240" y="406"/>
                      <a:pt x="243" y="406"/>
                      <a:pt x="246" y="406"/>
                    </a:cubicBezTo>
                    <a:cubicBezTo>
                      <a:pt x="248" y="404"/>
                      <a:pt x="249" y="402"/>
                      <a:pt x="250" y="401"/>
                    </a:cubicBezTo>
                    <a:cubicBezTo>
                      <a:pt x="254" y="401"/>
                      <a:pt x="258" y="401"/>
                      <a:pt x="261" y="401"/>
                    </a:cubicBezTo>
                    <a:cubicBezTo>
                      <a:pt x="263" y="398"/>
                      <a:pt x="265" y="396"/>
                      <a:pt x="266" y="394"/>
                    </a:cubicBezTo>
                    <a:cubicBezTo>
                      <a:pt x="270" y="394"/>
                      <a:pt x="274" y="393"/>
                      <a:pt x="278" y="393"/>
                    </a:cubicBezTo>
                    <a:cubicBezTo>
                      <a:pt x="280" y="392"/>
                      <a:pt x="282" y="389"/>
                      <a:pt x="283" y="388"/>
                    </a:cubicBezTo>
                    <a:cubicBezTo>
                      <a:pt x="288" y="388"/>
                      <a:pt x="292" y="387"/>
                      <a:pt x="296" y="387"/>
                    </a:cubicBezTo>
                    <a:cubicBezTo>
                      <a:pt x="318" y="376"/>
                      <a:pt x="352" y="357"/>
                      <a:pt x="379" y="362"/>
                    </a:cubicBezTo>
                    <a:cubicBezTo>
                      <a:pt x="379" y="378"/>
                      <a:pt x="381" y="391"/>
                      <a:pt x="384" y="399"/>
                    </a:cubicBezTo>
                    <a:cubicBezTo>
                      <a:pt x="365" y="402"/>
                      <a:pt x="348" y="416"/>
                      <a:pt x="333" y="425"/>
                    </a:cubicBezTo>
                    <a:cubicBezTo>
                      <a:pt x="301" y="444"/>
                      <a:pt x="241" y="466"/>
                      <a:pt x="239" y="511"/>
                    </a:cubicBezTo>
                    <a:cubicBezTo>
                      <a:pt x="258" y="523"/>
                      <a:pt x="333" y="507"/>
                      <a:pt x="349" y="502"/>
                    </a:cubicBezTo>
                    <a:cubicBezTo>
                      <a:pt x="355" y="500"/>
                      <a:pt x="360" y="494"/>
                      <a:pt x="366" y="494"/>
                    </a:cubicBezTo>
                    <a:cubicBezTo>
                      <a:pt x="367" y="493"/>
                      <a:pt x="369" y="491"/>
                      <a:pt x="370" y="490"/>
                    </a:cubicBezTo>
                    <a:cubicBezTo>
                      <a:pt x="371" y="492"/>
                      <a:pt x="371" y="491"/>
                      <a:pt x="373" y="493"/>
                    </a:cubicBezTo>
                    <a:cubicBezTo>
                      <a:pt x="367" y="511"/>
                      <a:pt x="304" y="556"/>
                      <a:pt x="303" y="579"/>
                    </a:cubicBezTo>
                    <a:cubicBezTo>
                      <a:pt x="277" y="597"/>
                      <a:pt x="230" y="604"/>
                      <a:pt x="199" y="615"/>
                    </a:cubicBezTo>
                    <a:cubicBezTo>
                      <a:pt x="195" y="614"/>
                      <a:pt x="191" y="613"/>
                      <a:pt x="187" y="611"/>
                    </a:cubicBezTo>
                    <a:cubicBezTo>
                      <a:pt x="173" y="616"/>
                      <a:pt x="163" y="631"/>
                      <a:pt x="154" y="635"/>
                    </a:cubicBezTo>
                    <a:cubicBezTo>
                      <a:pt x="149" y="635"/>
                      <a:pt x="145" y="635"/>
                      <a:pt x="141" y="635"/>
                    </a:cubicBezTo>
                    <a:cubicBezTo>
                      <a:pt x="125" y="641"/>
                      <a:pt x="107" y="653"/>
                      <a:pt x="93" y="660"/>
                    </a:cubicBezTo>
                    <a:cubicBezTo>
                      <a:pt x="86" y="655"/>
                      <a:pt x="64" y="669"/>
                      <a:pt x="60" y="671"/>
                    </a:cubicBezTo>
                    <a:cubicBezTo>
                      <a:pt x="56" y="671"/>
                      <a:pt x="52" y="671"/>
                      <a:pt x="47" y="670"/>
                    </a:cubicBezTo>
                    <a:cubicBezTo>
                      <a:pt x="46" y="673"/>
                      <a:pt x="44" y="675"/>
                      <a:pt x="42" y="677"/>
                    </a:cubicBezTo>
                    <a:cubicBezTo>
                      <a:pt x="34" y="681"/>
                      <a:pt x="27" y="672"/>
                      <a:pt x="20" y="679"/>
                    </a:cubicBezTo>
                    <a:cubicBezTo>
                      <a:pt x="13" y="680"/>
                      <a:pt x="0" y="692"/>
                      <a:pt x="6" y="704"/>
                    </a:cubicBezTo>
                    <a:cubicBezTo>
                      <a:pt x="14" y="720"/>
                      <a:pt x="26" y="740"/>
                      <a:pt x="43" y="747"/>
                    </a:cubicBezTo>
                    <a:cubicBezTo>
                      <a:pt x="49" y="750"/>
                      <a:pt x="55" y="746"/>
                      <a:pt x="62" y="750"/>
                    </a:cubicBezTo>
                    <a:cubicBezTo>
                      <a:pt x="64" y="750"/>
                      <a:pt x="71" y="753"/>
                      <a:pt x="75" y="751"/>
                    </a:cubicBezTo>
                    <a:cubicBezTo>
                      <a:pt x="85" y="747"/>
                      <a:pt x="97" y="747"/>
                      <a:pt x="109" y="742"/>
                    </a:cubicBezTo>
                    <a:cubicBezTo>
                      <a:pt x="117" y="738"/>
                      <a:pt x="128" y="729"/>
                      <a:pt x="138" y="725"/>
                    </a:cubicBezTo>
                    <a:cubicBezTo>
                      <a:pt x="142" y="725"/>
                      <a:pt x="147" y="725"/>
                      <a:pt x="151" y="725"/>
                    </a:cubicBezTo>
                    <a:cubicBezTo>
                      <a:pt x="153" y="724"/>
                      <a:pt x="156" y="719"/>
                      <a:pt x="158" y="718"/>
                    </a:cubicBezTo>
                    <a:cubicBezTo>
                      <a:pt x="177" y="710"/>
                      <a:pt x="199" y="703"/>
                      <a:pt x="217" y="691"/>
                    </a:cubicBezTo>
                    <a:cubicBezTo>
                      <a:pt x="233" y="680"/>
                      <a:pt x="277" y="652"/>
                      <a:pt x="299" y="657"/>
                    </a:cubicBezTo>
                    <a:cubicBezTo>
                      <a:pt x="307" y="669"/>
                      <a:pt x="299" y="690"/>
                      <a:pt x="303" y="707"/>
                    </a:cubicBezTo>
                    <a:cubicBezTo>
                      <a:pt x="311" y="741"/>
                      <a:pt x="303" y="804"/>
                      <a:pt x="303" y="847"/>
                    </a:cubicBezTo>
                    <a:cubicBezTo>
                      <a:pt x="294" y="845"/>
                      <a:pt x="283" y="862"/>
                      <a:pt x="266" y="854"/>
                    </a:cubicBezTo>
                    <a:cubicBezTo>
                      <a:pt x="248" y="846"/>
                      <a:pt x="223" y="841"/>
                      <a:pt x="204" y="835"/>
                    </a:cubicBezTo>
                    <a:cubicBezTo>
                      <a:pt x="201" y="835"/>
                      <a:pt x="198" y="835"/>
                      <a:pt x="195" y="836"/>
                    </a:cubicBezTo>
                    <a:cubicBezTo>
                      <a:pt x="154" y="814"/>
                      <a:pt x="114" y="794"/>
                      <a:pt x="74" y="775"/>
                    </a:cubicBezTo>
                    <a:cubicBezTo>
                      <a:pt x="71" y="775"/>
                      <a:pt x="69" y="776"/>
                      <a:pt x="66" y="777"/>
                    </a:cubicBezTo>
                    <a:cubicBezTo>
                      <a:pt x="65" y="778"/>
                      <a:pt x="64" y="779"/>
                      <a:pt x="63" y="780"/>
                    </a:cubicBezTo>
                    <a:cubicBezTo>
                      <a:pt x="64" y="797"/>
                      <a:pt x="107" y="820"/>
                      <a:pt x="121" y="829"/>
                    </a:cubicBezTo>
                    <a:cubicBezTo>
                      <a:pt x="129" y="833"/>
                      <a:pt x="135" y="842"/>
                      <a:pt x="143" y="847"/>
                    </a:cubicBezTo>
                    <a:cubicBezTo>
                      <a:pt x="146" y="843"/>
                      <a:pt x="160" y="852"/>
                      <a:pt x="164" y="854"/>
                    </a:cubicBezTo>
                    <a:cubicBezTo>
                      <a:pt x="186" y="867"/>
                      <a:pt x="210" y="875"/>
                      <a:pt x="233" y="885"/>
                    </a:cubicBezTo>
                    <a:cubicBezTo>
                      <a:pt x="233" y="885"/>
                      <a:pt x="277" y="894"/>
                      <a:pt x="281" y="895"/>
                    </a:cubicBezTo>
                    <a:cubicBezTo>
                      <a:pt x="295" y="901"/>
                      <a:pt x="312" y="907"/>
                      <a:pt x="329" y="906"/>
                    </a:cubicBezTo>
                    <a:cubicBezTo>
                      <a:pt x="329" y="906"/>
                      <a:pt x="329" y="906"/>
                      <a:pt x="330" y="906"/>
                    </a:cubicBezTo>
                    <a:cubicBezTo>
                      <a:pt x="332" y="903"/>
                      <a:pt x="332" y="897"/>
                      <a:pt x="333" y="895"/>
                    </a:cubicBezTo>
                    <a:cubicBezTo>
                      <a:pt x="338" y="885"/>
                      <a:pt x="350" y="876"/>
                      <a:pt x="354" y="866"/>
                    </a:cubicBezTo>
                    <a:cubicBezTo>
                      <a:pt x="358" y="856"/>
                      <a:pt x="347" y="799"/>
                      <a:pt x="342" y="787"/>
                    </a:cubicBezTo>
                    <a:cubicBezTo>
                      <a:pt x="343" y="775"/>
                      <a:pt x="343" y="763"/>
                      <a:pt x="343" y="751"/>
                    </a:cubicBezTo>
                    <a:cubicBezTo>
                      <a:pt x="335" y="722"/>
                      <a:pt x="334" y="678"/>
                      <a:pt x="333" y="654"/>
                    </a:cubicBezTo>
                    <a:cubicBezTo>
                      <a:pt x="338" y="650"/>
                      <a:pt x="343" y="645"/>
                      <a:pt x="348" y="643"/>
                    </a:cubicBezTo>
                    <a:cubicBezTo>
                      <a:pt x="357" y="642"/>
                      <a:pt x="365" y="641"/>
                      <a:pt x="374" y="641"/>
                    </a:cubicBezTo>
                    <a:cubicBezTo>
                      <a:pt x="375" y="639"/>
                      <a:pt x="376" y="637"/>
                      <a:pt x="378" y="635"/>
                    </a:cubicBezTo>
                    <a:cubicBezTo>
                      <a:pt x="384" y="632"/>
                      <a:pt x="402" y="633"/>
                      <a:pt x="412" y="629"/>
                    </a:cubicBezTo>
                    <a:cubicBezTo>
                      <a:pt x="414" y="628"/>
                      <a:pt x="416" y="623"/>
                      <a:pt x="418" y="622"/>
                    </a:cubicBezTo>
                    <a:cubicBezTo>
                      <a:pt x="421" y="621"/>
                      <a:pt x="425" y="624"/>
                      <a:pt x="426" y="624"/>
                    </a:cubicBezTo>
                    <a:cubicBezTo>
                      <a:pt x="434" y="626"/>
                      <a:pt x="442" y="619"/>
                      <a:pt x="445" y="616"/>
                    </a:cubicBezTo>
                    <a:cubicBezTo>
                      <a:pt x="469" y="623"/>
                      <a:pt x="503" y="644"/>
                      <a:pt x="530" y="633"/>
                    </a:cubicBezTo>
                    <a:cubicBezTo>
                      <a:pt x="551" y="625"/>
                      <a:pt x="571" y="584"/>
                      <a:pt x="544" y="567"/>
                    </a:cubicBezTo>
                    <a:cubicBezTo>
                      <a:pt x="513" y="547"/>
                      <a:pt x="481" y="550"/>
                      <a:pt x="444" y="561"/>
                    </a:cubicBezTo>
                    <a:cubicBezTo>
                      <a:pt x="425" y="566"/>
                      <a:pt x="403" y="564"/>
                      <a:pt x="385" y="570"/>
                    </a:cubicBezTo>
                    <a:cubicBezTo>
                      <a:pt x="378" y="570"/>
                      <a:pt x="370" y="570"/>
                      <a:pt x="363" y="570"/>
                    </a:cubicBezTo>
                    <a:cubicBezTo>
                      <a:pt x="353" y="573"/>
                      <a:pt x="342" y="576"/>
                      <a:pt x="331" y="574"/>
                    </a:cubicBezTo>
                    <a:cubicBezTo>
                      <a:pt x="331" y="573"/>
                      <a:pt x="331" y="571"/>
                      <a:pt x="331" y="570"/>
                    </a:cubicBezTo>
                    <a:cubicBezTo>
                      <a:pt x="337" y="566"/>
                      <a:pt x="342" y="560"/>
                      <a:pt x="348" y="557"/>
                    </a:cubicBezTo>
                    <a:cubicBezTo>
                      <a:pt x="355" y="557"/>
                      <a:pt x="362" y="556"/>
                      <a:pt x="369" y="556"/>
                    </a:cubicBezTo>
                    <a:cubicBezTo>
                      <a:pt x="388" y="547"/>
                      <a:pt x="412" y="528"/>
                      <a:pt x="422" y="509"/>
                    </a:cubicBezTo>
                    <a:cubicBezTo>
                      <a:pt x="425" y="503"/>
                      <a:pt x="439" y="492"/>
                      <a:pt x="434" y="481"/>
                    </a:cubicBezTo>
                    <a:cubicBezTo>
                      <a:pt x="434" y="479"/>
                      <a:pt x="406" y="461"/>
                      <a:pt x="402" y="460"/>
                    </a:cubicBezTo>
                    <a:cubicBezTo>
                      <a:pt x="379" y="462"/>
                      <a:pt x="355" y="465"/>
                      <a:pt x="331" y="467"/>
                    </a:cubicBezTo>
                    <a:cubicBezTo>
                      <a:pt x="323" y="467"/>
                      <a:pt x="315" y="467"/>
                      <a:pt x="306" y="467"/>
                    </a:cubicBezTo>
                    <a:cubicBezTo>
                      <a:pt x="304" y="468"/>
                      <a:pt x="303" y="472"/>
                      <a:pt x="300" y="473"/>
                    </a:cubicBezTo>
                    <a:cubicBezTo>
                      <a:pt x="299" y="472"/>
                      <a:pt x="297" y="471"/>
                      <a:pt x="296" y="471"/>
                    </a:cubicBezTo>
                    <a:cubicBezTo>
                      <a:pt x="296" y="469"/>
                      <a:pt x="296" y="468"/>
                      <a:pt x="296" y="467"/>
                    </a:cubicBezTo>
                    <a:cubicBezTo>
                      <a:pt x="313" y="460"/>
                      <a:pt x="327" y="443"/>
                      <a:pt x="342" y="436"/>
                    </a:cubicBezTo>
                    <a:cubicBezTo>
                      <a:pt x="346" y="435"/>
                      <a:pt x="350" y="435"/>
                      <a:pt x="353" y="434"/>
                    </a:cubicBezTo>
                    <a:cubicBezTo>
                      <a:pt x="357" y="432"/>
                      <a:pt x="364" y="424"/>
                      <a:pt x="368" y="423"/>
                    </a:cubicBezTo>
                    <a:cubicBezTo>
                      <a:pt x="370" y="424"/>
                      <a:pt x="373" y="425"/>
                      <a:pt x="375" y="426"/>
                    </a:cubicBezTo>
                    <a:cubicBezTo>
                      <a:pt x="398" y="416"/>
                      <a:pt x="434" y="410"/>
                      <a:pt x="459" y="401"/>
                    </a:cubicBezTo>
                    <a:cubicBezTo>
                      <a:pt x="464" y="401"/>
                      <a:pt x="469" y="401"/>
                      <a:pt x="474" y="401"/>
                    </a:cubicBezTo>
                    <a:cubicBezTo>
                      <a:pt x="510" y="389"/>
                      <a:pt x="552" y="379"/>
                      <a:pt x="586" y="364"/>
                    </a:cubicBezTo>
                    <a:cubicBezTo>
                      <a:pt x="616" y="350"/>
                      <a:pt x="649" y="340"/>
                      <a:pt x="648" y="299"/>
                    </a:cubicBezTo>
                    <a:cubicBezTo>
                      <a:pt x="622" y="273"/>
                      <a:pt x="543" y="293"/>
                      <a:pt x="513" y="305"/>
                    </a:cubicBezTo>
                    <a:close/>
                    <a:moveTo>
                      <a:pt x="244" y="294"/>
                    </a:moveTo>
                    <a:cubicBezTo>
                      <a:pt x="258" y="272"/>
                      <a:pt x="266" y="246"/>
                      <a:pt x="279" y="228"/>
                    </a:cubicBezTo>
                    <a:cubicBezTo>
                      <a:pt x="294" y="236"/>
                      <a:pt x="252" y="291"/>
                      <a:pt x="244" y="294"/>
                    </a:cubicBezTo>
                    <a:close/>
                    <a:moveTo>
                      <a:pt x="349" y="250"/>
                    </a:moveTo>
                    <a:cubicBezTo>
                      <a:pt x="345" y="246"/>
                      <a:pt x="341" y="242"/>
                      <a:pt x="336" y="238"/>
                    </a:cubicBezTo>
                    <a:cubicBezTo>
                      <a:pt x="326" y="215"/>
                      <a:pt x="352" y="193"/>
                      <a:pt x="362" y="178"/>
                    </a:cubicBezTo>
                    <a:cubicBezTo>
                      <a:pt x="363" y="178"/>
                      <a:pt x="363" y="178"/>
                      <a:pt x="364" y="178"/>
                    </a:cubicBezTo>
                    <a:cubicBezTo>
                      <a:pt x="361" y="199"/>
                      <a:pt x="359" y="255"/>
                      <a:pt x="365" y="272"/>
                    </a:cubicBezTo>
                    <a:cubicBezTo>
                      <a:pt x="356" y="271"/>
                      <a:pt x="353" y="256"/>
                      <a:pt x="349" y="250"/>
                    </a:cubicBezTo>
                    <a:close/>
                    <a:moveTo>
                      <a:pt x="385" y="229"/>
                    </a:moveTo>
                    <a:cubicBezTo>
                      <a:pt x="385" y="210"/>
                      <a:pt x="385" y="192"/>
                      <a:pt x="385" y="174"/>
                    </a:cubicBezTo>
                    <a:cubicBezTo>
                      <a:pt x="387" y="172"/>
                      <a:pt x="389" y="170"/>
                      <a:pt x="391" y="168"/>
                    </a:cubicBezTo>
                    <a:cubicBezTo>
                      <a:pt x="398" y="153"/>
                      <a:pt x="399" y="137"/>
                      <a:pt x="412" y="129"/>
                    </a:cubicBezTo>
                    <a:cubicBezTo>
                      <a:pt x="411" y="129"/>
                      <a:pt x="411" y="128"/>
                      <a:pt x="411" y="127"/>
                    </a:cubicBezTo>
                    <a:cubicBezTo>
                      <a:pt x="414" y="128"/>
                      <a:pt x="414" y="127"/>
                      <a:pt x="416" y="129"/>
                    </a:cubicBezTo>
                    <a:cubicBezTo>
                      <a:pt x="416" y="129"/>
                      <a:pt x="417" y="129"/>
                      <a:pt x="417" y="128"/>
                    </a:cubicBezTo>
                    <a:cubicBezTo>
                      <a:pt x="415" y="132"/>
                      <a:pt x="413" y="135"/>
                      <a:pt x="411" y="138"/>
                    </a:cubicBezTo>
                    <a:cubicBezTo>
                      <a:pt x="410" y="142"/>
                      <a:pt x="412" y="147"/>
                      <a:pt x="413" y="149"/>
                    </a:cubicBezTo>
                    <a:cubicBezTo>
                      <a:pt x="405" y="157"/>
                      <a:pt x="397" y="234"/>
                      <a:pt x="410" y="246"/>
                    </a:cubicBezTo>
                    <a:cubicBezTo>
                      <a:pt x="410" y="257"/>
                      <a:pt x="398" y="268"/>
                      <a:pt x="389" y="270"/>
                    </a:cubicBezTo>
                    <a:cubicBezTo>
                      <a:pt x="389" y="271"/>
                      <a:pt x="389" y="271"/>
                      <a:pt x="390" y="272"/>
                    </a:cubicBezTo>
                    <a:cubicBezTo>
                      <a:pt x="381" y="265"/>
                      <a:pt x="385" y="243"/>
                      <a:pt x="385" y="229"/>
                    </a:cubicBezTo>
                    <a:close/>
                    <a:moveTo>
                      <a:pt x="584" y="329"/>
                    </a:moveTo>
                    <a:cubicBezTo>
                      <a:pt x="538" y="360"/>
                      <a:pt x="476" y="375"/>
                      <a:pt x="414" y="388"/>
                    </a:cubicBezTo>
                    <a:cubicBezTo>
                      <a:pt x="407" y="369"/>
                      <a:pt x="428" y="364"/>
                      <a:pt x="433" y="353"/>
                    </a:cubicBezTo>
                    <a:cubicBezTo>
                      <a:pt x="433" y="351"/>
                      <a:pt x="433" y="348"/>
                      <a:pt x="433" y="346"/>
                    </a:cubicBezTo>
                    <a:cubicBezTo>
                      <a:pt x="433" y="346"/>
                      <a:pt x="434" y="346"/>
                      <a:pt x="434" y="347"/>
                    </a:cubicBezTo>
                    <a:cubicBezTo>
                      <a:pt x="434" y="346"/>
                      <a:pt x="434" y="346"/>
                      <a:pt x="434" y="345"/>
                    </a:cubicBezTo>
                    <a:cubicBezTo>
                      <a:pt x="435" y="344"/>
                      <a:pt x="468" y="333"/>
                      <a:pt x="470" y="334"/>
                    </a:cubicBezTo>
                    <a:cubicBezTo>
                      <a:pt x="476" y="337"/>
                      <a:pt x="493" y="329"/>
                      <a:pt x="500" y="326"/>
                    </a:cubicBezTo>
                    <a:cubicBezTo>
                      <a:pt x="505" y="329"/>
                      <a:pt x="562" y="313"/>
                      <a:pt x="569" y="310"/>
                    </a:cubicBezTo>
                    <a:cubicBezTo>
                      <a:pt x="579" y="307"/>
                      <a:pt x="586" y="310"/>
                      <a:pt x="592" y="305"/>
                    </a:cubicBezTo>
                    <a:cubicBezTo>
                      <a:pt x="600" y="304"/>
                      <a:pt x="625" y="305"/>
                      <a:pt x="626" y="306"/>
                    </a:cubicBezTo>
                    <a:cubicBezTo>
                      <a:pt x="627" y="306"/>
                      <a:pt x="628" y="306"/>
                      <a:pt x="629" y="306"/>
                    </a:cubicBezTo>
                    <a:cubicBezTo>
                      <a:pt x="622" y="316"/>
                      <a:pt x="595" y="322"/>
                      <a:pt x="584" y="329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等线"/>
                  <a:ea typeface="+mn-ea"/>
                  <a:cs typeface="+mn-cs"/>
                </a:endParaRPr>
              </a:p>
            </p:txBody>
          </p:sp>
          <p:sp>
            <p:nvSpPr>
              <p:cNvPr id="54" name="iṩḷîḑé">
                <a:extLst>
                  <a:ext uri="{FF2B5EF4-FFF2-40B4-BE49-F238E27FC236}">
                    <a16:creationId xmlns:a16="http://schemas.microsoft.com/office/drawing/2014/main" id="{FA6CD286-D9BA-C8DD-E478-724BD7123806}"/>
                  </a:ext>
                </a:extLst>
              </p:cNvPr>
              <p:cNvSpPr/>
              <p:nvPr/>
            </p:nvSpPr>
            <p:spPr bwMode="auto">
              <a:xfrm>
                <a:off x="6967538" y="4999035"/>
                <a:ext cx="112713" cy="184150"/>
              </a:xfrm>
              <a:custGeom>
                <a:avLst/>
                <a:gdLst>
                  <a:gd name="T0" fmla="*/ 4 w 111"/>
                  <a:gd name="T1" fmla="*/ 181 h 181"/>
                  <a:gd name="T2" fmla="*/ 16 w 111"/>
                  <a:gd name="T3" fmla="*/ 163 h 181"/>
                  <a:gd name="T4" fmla="*/ 87 w 111"/>
                  <a:gd name="T5" fmla="*/ 91 h 181"/>
                  <a:gd name="T6" fmla="*/ 106 w 111"/>
                  <a:gd name="T7" fmla="*/ 60 h 181"/>
                  <a:gd name="T8" fmla="*/ 93 w 111"/>
                  <a:gd name="T9" fmla="*/ 0 h 181"/>
                  <a:gd name="T10" fmla="*/ 90 w 111"/>
                  <a:gd name="T11" fmla="*/ 0 h 181"/>
                  <a:gd name="T12" fmla="*/ 46 w 111"/>
                  <a:gd name="T13" fmla="*/ 94 h 181"/>
                  <a:gd name="T14" fmla="*/ 0 w 111"/>
                  <a:gd name="T15" fmla="*/ 177 h 181"/>
                  <a:gd name="T16" fmla="*/ 3 w 111"/>
                  <a:gd name="T17" fmla="*/ 181 h 181"/>
                  <a:gd name="T18" fmla="*/ 4 w 111"/>
                  <a:gd name="T19" fmla="*/ 181 h 18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</a:cxnLst>
                <a:rect l="0" t="0" r="r" b="b"/>
                <a:pathLst>
                  <a:path w="111" h="181">
                    <a:moveTo>
                      <a:pt x="4" y="181"/>
                    </a:moveTo>
                    <a:cubicBezTo>
                      <a:pt x="10" y="176"/>
                      <a:pt x="11" y="168"/>
                      <a:pt x="16" y="163"/>
                    </a:cubicBezTo>
                    <a:cubicBezTo>
                      <a:pt x="40" y="141"/>
                      <a:pt x="63" y="115"/>
                      <a:pt x="87" y="91"/>
                    </a:cubicBezTo>
                    <a:cubicBezTo>
                      <a:pt x="91" y="87"/>
                      <a:pt x="108" y="64"/>
                      <a:pt x="106" y="60"/>
                    </a:cubicBezTo>
                    <a:cubicBezTo>
                      <a:pt x="111" y="37"/>
                      <a:pt x="108" y="12"/>
                      <a:pt x="93" y="0"/>
                    </a:cubicBezTo>
                    <a:cubicBezTo>
                      <a:pt x="92" y="0"/>
                      <a:pt x="91" y="0"/>
                      <a:pt x="90" y="0"/>
                    </a:cubicBezTo>
                    <a:cubicBezTo>
                      <a:pt x="70" y="27"/>
                      <a:pt x="59" y="65"/>
                      <a:pt x="46" y="94"/>
                    </a:cubicBezTo>
                    <a:cubicBezTo>
                      <a:pt x="32" y="124"/>
                      <a:pt x="11" y="143"/>
                      <a:pt x="0" y="177"/>
                    </a:cubicBezTo>
                    <a:cubicBezTo>
                      <a:pt x="1" y="179"/>
                      <a:pt x="2" y="180"/>
                      <a:pt x="3" y="181"/>
                    </a:cubicBezTo>
                    <a:cubicBezTo>
                      <a:pt x="3" y="181"/>
                      <a:pt x="4" y="181"/>
                      <a:pt x="4" y="181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等线"/>
                  <a:ea typeface="+mn-ea"/>
                  <a:cs typeface="+mn-cs"/>
                </a:endParaRPr>
              </a:p>
            </p:txBody>
          </p:sp>
          <p:sp>
            <p:nvSpPr>
              <p:cNvPr id="55" name="ïṧlïḋè">
                <a:extLst>
                  <a:ext uri="{FF2B5EF4-FFF2-40B4-BE49-F238E27FC236}">
                    <a16:creationId xmlns:a16="http://schemas.microsoft.com/office/drawing/2014/main" id="{16015419-26EA-2CF3-EB60-7779F7CC70EA}"/>
                  </a:ext>
                </a:extLst>
              </p:cNvPr>
              <p:cNvSpPr/>
              <p:nvPr/>
            </p:nvSpPr>
            <p:spPr bwMode="auto">
              <a:xfrm>
                <a:off x="7018338" y="5157785"/>
                <a:ext cx="57150" cy="71437"/>
              </a:xfrm>
              <a:custGeom>
                <a:avLst/>
                <a:gdLst>
                  <a:gd name="T0" fmla="*/ 1 w 56"/>
                  <a:gd name="T1" fmla="*/ 65 h 70"/>
                  <a:gd name="T2" fmla="*/ 5 w 56"/>
                  <a:gd name="T3" fmla="*/ 70 h 70"/>
                  <a:gd name="T4" fmla="*/ 52 w 56"/>
                  <a:gd name="T5" fmla="*/ 48 h 70"/>
                  <a:gd name="T6" fmla="*/ 55 w 56"/>
                  <a:gd name="T7" fmla="*/ 26 h 70"/>
                  <a:gd name="T8" fmla="*/ 11 w 56"/>
                  <a:gd name="T9" fmla="*/ 0 h 70"/>
                  <a:gd name="T10" fmla="*/ 4 w 56"/>
                  <a:gd name="T11" fmla="*/ 30 h 70"/>
                  <a:gd name="T12" fmla="*/ 6 w 56"/>
                  <a:gd name="T13" fmla="*/ 46 h 70"/>
                  <a:gd name="T14" fmla="*/ 1 w 56"/>
                  <a:gd name="T15" fmla="*/ 65 h 7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</a:cxnLst>
                <a:rect l="0" t="0" r="r" b="b"/>
                <a:pathLst>
                  <a:path w="56" h="70">
                    <a:moveTo>
                      <a:pt x="1" y="65"/>
                    </a:moveTo>
                    <a:cubicBezTo>
                      <a:pt x="2" y="67"/>
                      <a:pt x="3" y="68"/>
                      <a:pt x="5" y="70"/>
                    </a:cubicBezTo>
                    <a:cubicBezTo>
                      <a:pt x="23" y="67"/>
                      <a:pt x="36" y="52"/>
                      <a:pt x="52" y="48"/>
                    </a:cubicBezTo>
                    <a:cubicBezTo>
                      <a:pt x="56" y="41"/>
                      <a:pt x="55" y="33"/>
                      <a:pt x="55" y="26"/>
                    </a:cubicBezTo>
                    <a:cubicBezTo>
                      <a:pt x="42" y="15"/>
                      <a:pt x="31" y="1"/>
                      <a:pt x="11" y="0"/>
                    </a:cubicBezTo>
                    <a:cubicBezTo>
                      <a:pt x="7" y="4"/>
                      <a:pt x="0" y="19"/>
                      <a:pt x="4" y="30"/>
                    </a:cubicBezTo>
                    <a:cubicBezTo>
                      <a:pt x="5" y="32"/>
                      <a:pt x="8" y="41"/>
                      <a:pt x="6" y="46"/>
                    </a:cubicBezTo>
                    <a:cubicBezTo>
                      <a:pt x="4" y="50"/>
                      <a:pt x="1" y="59"/>
                      <a:pt x="1" y="65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等线"/>
                  <a:ea typeface="+mn-ea"/>
                  <a:cs typeface="+mn-cs"/>
                </a:endParaRPr>
              </a:p>
            </p:txBody>
          </p:sp>
          <p:sp>
            <p:nvSpPr>
              <p:cNvPr id="56" name="íṩḷïdè">
                <a:extLst>
                  <a:ext uri="{FF2B5EF4-FFF2-40B4-BE49-F238E27FC236}">
                    <a16:creationId xmlns:a16="http://schemas.microsoft.com/office/drawing/2014/main" id="{15F24395-1234-D92A-8713-C5082BE530C2}"/>
                  </a:ext>
                </a:extLst>
              </p:cNvPr>
              <p:cNvSpPr/>
              <p:nvPr/>
            </p:nvSpPr>
            <p:spPr bwMode="auto">
              <a:xfrm>
                <a:off x="6881813" y="5394322"/>
                <a:ext cx="50800" cy="155575"/>
              </a:xfrm>
              <a:custGeom>
                <a:avLst/>
                <a:gdLst>
                  <a:gd name="T0" fmla="*/ 31 w 50"/>
                  <a:gd name="T1" fmla="*/ 148 h 154"/>
                  <a:gd name="T2" fmla="*/ 40 w 50"/>
                  <a:gd name="T3" fmla="*/ 89 h 154"/>
                  <a:gd name="T4" fmla="*/ 39 w 50"/>
                  <a:gd name="T5" fmla="*/ 58 h 154"/>
                  <a:gd name="T6" fmla="*/ 48 w 50"/>
                  <a:gd name="T7" fmla="*/ 3 h 154"/>
                  <a:gd name="T8" fmla="*/ 42 w 50"/>
                  <a:gd name="T9" fmla="*/ 0 h 154"/>
                  <a:gd name="T10" fmla="*/ 11 w 50"/>
                  <a:gd name="T11" fmla="*/ 56 h 154"/>
                  <a:gd name="T12" fmla="*/ 12 w 50"/>
                  <a:gd name="T13" fmla="*/ 70 h 154"/>
                  <a:gd name="T14" fmla="*/ 6 w 50"/>
                  <a:gd name="T15" fmla="*/ 79 h 154"/>
                  <a:gd name="T16" fmla="*/ 6 w 50"/>
                  <a:gd name="T17" fmla="*/ 102 h 154"/>
                  <a:gd name="T18" fmla="*/ 10 w 50"/>
                  <a:gd name="T19" fmla="*/ 154 h 154"/>
                  <a:gd name="T20" fmla="*/ 31 w 50"/>
                  <a:gd name="T21" fmla="*/ 148 h 15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</a:cxnLst>
                <a:rect l="0" t="0" r="r" b="b"/>
                <a:pathLst>
                  <a:path w="50" h="154">
                    <a:moveTo>
                      <a:pt x="31" y="148"/>
                    </a:moveTo>
                    <a:cubicBezTo>
                      <a:pt x="39" y="134"/>
                      <a:pt x="40" y="109"/>
                      <a:pt x="40" y="89"/>
                    </a:cubicBezTo>
                    <a:cubicBezTo>
                      <a:pt x="40" y="78"/>
                      <a:pt x="40" y="68"/>
                      <a:pt x="39" y="58"/>
                    </a:cubicBezTo>
                    <a:cubicBezTo>
                      <a:pt x="48" y="47"/>
                      <a:pt x="50" y="22"/>
                      <a:pt x="48" y="3"/>
                    </a:cubicBezTo>
                    <a:cubicBezTo>
                      <a:pt x="45" y="1"/>
                      <a:pt x="46" y="1"/>
                      <a:pt x="42" y="0"/>
                    </a:cubicBezTo>
                    <a:cubicBezTo>
                      <a:pt x="34" y="19"/>
                      <a:pt x="20" y="36"/>
                      <a:pt x="11" y="56"/>
                    </a:cubicBezTo>
                    <a:cubicBezTo>
                      <a:pt x="12" y="61"/>
                      <a:pt x="12" y="66"/>
                      <a:pt x="12" y="70"/>
                    </a:cubicBezTo>
                    <a:cubicBezTo>
                      <a:pt x="11" y="73"/>
                      <a:pt x="7" y="76"/>
                      <a:pt x="6" y="79"/>
                    </a:cubicBezTo>
                    <a:cubicBezTo>
                      <a:pt x="6" y="86"/>
                      <a:pt x="6" y="94"/>
                      <a:pt x="6" y="102"/>
                    </a:cubicBezTo>
                    <a:cubicBezTo>
                      <a:pt x="0" y="114"/>
                      <a:pt x="0" y="139"/>
                      <a:pt x="10" y="154"/>
                    </a:cubicBezTo>
                    <a:cubicBezTo>
                      <a:pt x="22" y="154"/>
                      <a:pt x="23" y="150"/>
                      <a:pt x="31" y="148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等线"/>
                  <a:ea typeface="+mn-ea"/>
                  <a:cs typeface="+mn-cs"/>
                </a:endParaRPr>
              </a:p>
            </p:txBody>
          </p:sp>
        </p:grpSp>
        <p:grpSp>
          <p:nvGrpSpPr>
            <p:cNvPr id="48" name="iṩ1ídè">
              <a:extLst>
                <a:ext uri="{FF2B5EF4-FFF2-40B4-BE49-F238E27FC236}">
                  <a16:creationId xmlns:a16="http://schemas.microsoft.com/office/drawing/2014/main" id="{E628BA34-CFDC-760C-220B-1EDEF0D62E66}"/>
                </a:ext>
              </a:extLst>
            </p:cNvPr>
            <p:cNvGrpSpPr/>
            <p:nvPr/>
          </p:nvGrpSpPr>
          <p:grpSpPr>
            <a:xfrm>
              <a:off x="7273918" y="2792408"/>
              <a:ext cx="599342" cy="855718"/>
              <a:chOff x="6115050" y="4976810"/>
              <a:chExt cx="560388" cy="800100"/>
            </a:xfrm>
            <a:grpFill/>
          </p:grpSpPr>
          <p:sp>
            <p:nvSpPr>
              <p:cNvPr id="51" name="íśḷíďê">
                <a:extLst>
                  <a:ext uri="{FF2B5EF4-FFF2-40B4-BE49-F238E27FC236}">
                    <a16:creationId xmlns:a16="http://schemas.microsoft.com/office/drawing/2014/main" id="{5F74675F-F4F1-6D4E-AD2D-7A17A695C188}"/>
                  </a:ext>
                </a:extLst>
              </p:cNvPr>
              <p:cNvSpPr/>
              <p:nvPr/>
            </p:nvSpPr>
            <p:spPr bwMode="auto">
              <a:xfrm>
                <a:off x="6115050" y="4976810"/>
                <a:ext cx="477838" cy="792162"/>
              </a:xfrm>
              <a:custGeom>
                <a:avLst/>
                <a:gdLst>
                  <a:gd name="T0" fmla="*/ 471 w 471"/>
                  <a:gd name="T1" fmla="*/ 354 h 778"/>
                  <a:gd name="T2" fmla="*/ 358 w 471"/>
                  <a:gd name="T3" fmla="*/ 323 h 778"/>
                  <a:gd name="T4" fmla="*/ 351 w 471"/>
                  <a:gd name="T5" fmla="*/ 337 h 778"/>
                  <a:gd name="T6" fmla="*/ 384 w 471"/>
                  <a:gd name="T7" fmla="*/ 358 h 778"/>
                  <a:gd name="T8" fmla="*/ 366 w 471"/>
                  <a:gd name="T9" fmla="*/ 387 h 778"/>
                  <a:gd name="T10" fmla="*/ 288 w 471"/>
                  <a:gd name="T11" fmla="*/ 435 h 778"/>
                  <a:gd name="T12" fmla="*/ 288 w 471"/>
                  <a:gd name="T13" fmla="*/ 418 h 778"/>
                  <a:gd name="T14" fmla="*/ 288 w 471"/>
                  <a:gd name="T15" fmla="*/ 403 h 778"/>
                  <a:gd name="T16" fmla="*/ 305 w 471"/>
                  <a:gd name="T17" fmla="*/ 352 h 778"/>
                  <a:gd name="T18" fmla="*/ 305 w 471"/>
                  <a:gd name="T19" fmla="*/ 336 h 778"/>
                  <a:gd name="T20" fmla="*/ 315 w 471"/>
                  <a:gd name="T21" fmla="*/ 315 h 778"/>
                  <a:gd name="T22" fmla="*/ 316 w 471"/>
                  <a:gd name="T23" fmla="*/ 291 h 778"/>
                  <a:gd name="T24" fmla="*/ 326 w 471"/>
                  <a:gd name="T25" fmla="*/ 223 h 778"/>
                  <a:gd name="T26" fmla="*/ 329 w 471"/>
                  <a:gd name="T27" fmla="*/ 170 h 778"/>
                  <a:gd name="T28" fmla="*/ 346 w 471"/>
                  <a:gd name="T29" fmla="*/ 98 h 778"/>
                  <a:gd name="T30" fmla="*/ 356 w 471"/>
                  <a:gd name="T31" fmla="*/ 26 h 778"/>
                  <a:gd name="T32" fmla="*/ 303 w 471"/>
                  <a:gd name="T33" fmla="*/ 0 h 778"/>
                  <a:gd name="T34" fmla="*/ 288 w 471"/>
                  <a:gd name="T35" fmla="*/ 47 h 778"/>
                  <a:gd name="T36" fmla="*/ 292 w 471"/>
                  <a:gd name="T37" fmla="*/ 60 h 778"/>
                  <a:gd name="T38" fmla="*/ 288 w 471"/>
                  <a:gd name="T39" fmla="*/ 135 h 778"/>
                  <a:gd name="T40" fmla="*/ 281 w 471"/>
                  <a:gd name="T41" fmla="*/ 178 h 778"/>
                  <a:gd name="T42" fmla="*/ 283 w 471"/>
                  <a:gd name="T43" fmla="*/ 191 h 778"/>
                  <a:gd name="T44" fmla="*/ 276 w 471"/>
                  <a:gd name="T45" fmla="*/ 215 h 778"/>
                  <a:gd name="T46" fmla="*/ 277 w 471"/>
                  <a:gd name="T47" fmla="*/ 245 h 778"/>
                  <a:gd name="T48" fmla="*/ 246 w 471"/>
                  <a:gd name="T49" fmla="*/ 391 h 778"/>
                  <a:gd name="T50" fmla="*/ 247 w 471"/>
                  <a:gd name="T51" fmla="*/ 405 h 778"/>
                  <a:gd name="T52" fmla="*/ 240 w 471"/>
                  <a:gd name="T53" fmla="*/ 414 h 778"/>
                  <a:gd name="T54" fmla="*/ 224 w 471"/>
                  <a:gd name="T55" fmla="*/ 470 h 778"/>
                  <a:gd name="T56" fmla="*/ 141 w 471"/>
                  <a:gd name="T57" fmla="*/ 533 h 778"/>
                  <a:gd name="T58" fmla="*/ 106 w 471"/>
                  <a:gd name="T59" fmla="*/ 563 h 778"/>
                  <a:gd name="T60" fmla="*/ 63 w 471"/>
                  <a:gd name="T61" fmla="*/ 583 h 778"/>
                  <a:gd name="T62" fmla="*/ 57 w 471"/>
                  <a:gd name="T63" fmla="*/ 591 h 778"/>
                  <a:gd name="T64" fmla="*/ 71 w 471"/>
                  <a:gd name="T65" fmla="*/ 619 h 778"/>
                  <a:gd name="T66" fmla="*/ 78 w 471"/>
                  <a:gd name="T67" fmla="*/ 623 h 778"/>
                  <a:gd name="T68" fmla="*/ 117 w 471"/>
                  <a:gd name="T69" fmla="*/ 598 h 778"/>
                  <a:gd name="T70" fmla="*/ 140 w 471"/>
                  <a:gd name="T71" fmla="*/ 577 h 778"/>
                  <a:gd name="T72" fmla="*/ 152 w 471"/>
                  <a:gd name="T73" fmla="*/ 563 h 778"/>
                  <a:gd name="T74" fmla="*/ 169 w 471"/>
                  <a:gd name="T75" fmla="*/ 554 h 778"/>
                  <a:gd name="T76" fmla="*/ 181 w 471"/>
                  <a:gd name="T77" fmla="*/ 539 h 778"/>
                  <a:gd name="T78" fmla="*/ 192 w 471"/>
                  <a:gd name="T79" fmla="*/ 537 h 778"/>
                  <a:gd name="T80" fmla="*/ 206 w 471"/>
                  <a:gd name="T81" fmla="*/ 522 h 778"/>
                  <a:gd name="T82" fmla="*/ 211 w 471"/>
                  <a:gd name="T83" fmla="*/ 524 h 778"/>
                  <a:gd name="T84" fmla="*/ 186 w 471"/>
                  <a:gd name="T85" fmla="*/ 584 h 778"/>
                  <a:gd name="T86" fmla="*/ 86 w 471"/>
                  <a:gd name="T87" fmla="*/ 703 h 778"/>
                  <a:gd name="T88" fmla="*/ 77 w 471"/>
                  <a:gd name="T89" fmla="*/ 703 h 778"/>
                  <a:gd name="T90" fmla="*/ 35 w 471"/>
                  <a:gd name="T91" fmla="*/ 720 h 778"/>
                  <a:gd name="T92" fmla="*/ 10 w 471"/>
                  <a:gd name="T93" fmla="*/ 720 h 778"/>
                  <a:gd name="T94" fmla="*/ 0 w 471"/>
                  <a:gd name="T95" fmla="*/ 728 h 778"/>
                  <a:gd name="T96" fmla="*/ 11 w 471"/>
                  <a:gd name="T97" fmla="*/ 746 h 778"/>
                  <a:gd name="T98" fmla="*/ 143 w 471"/>
                  <a:gd name="T99" fmla="*/ 731 h 778"/>
                  <a:gd name="T100" fmla="*/ 235 w 471"/>
                  <a:gd name="T101" fmla="*/ 584 h 778"/>
                  <a:gd name="T102" fmla="*/ 270 w 471"/>
                  <a:gd name="T103" fmla="*/ 489 h 778"/>
                  <a:gd name="T104" fmla="*/ 327 w 471"/>
                  <a:gd name="T105" fmla="*/ 452 h 778"/>
                  <a:gd name="T106" fmla="*/ 471 w 471"/>
                  <a:gd name="T107" fmla="*/ 354 h 77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  <a:cxn ang="0">
                    <a:pos x="T90" y="T91"/>
                  </a:cxn>
                  <a:cxn ang="0">
                    <a:pos x="T92" y="T93"/>
                  </a:cxn>
                  <a:cxn ang="0">
                    <a:pos x="T94" y="T95"/>
                  </a:cxn>
                  <a:cxn ang="0">
                    <a:pos x="T96" y="T97"/>
                  </a:cxn>
                  <a:cxn ang="0">
                    <a:pos x="T98" y="T99"/>
                  </a:cxn>
                  <a:cxn ang="0">
                    <a:pos x="T100" y="T101"/>
                  </a:cxn>
                  <a:cxn ang="0">
                    <a:pos x="T102" y="T103"/>
                  </a:cxn>
                  <a:cxn ang="0">
                    <a:pos x="T104" y="T105"/>
                  </a:cxn>
                  <a:cxn ang="0">
                    <a:pos x="T106" y="T107"/>
                  </a:cxn>
                </a:cxnLst>
                <a:rect l="0" t="0" r="r" b="b"/>
                <a:pathLst>
                  <a:path w="471" h="778">
                    <a:moveTo>
                      <a:pt x="471" y="354"/>
                    </a:moveTo>
                    <a:cubicBezTo>
                      <a:pt x="467" y="329"/>
                      <a:pt x="390" y="322"/>
                      <a:pt x="358" y="323"/>
                    </a:cubicBezTo>
                    <a:cubicBezTo>
                      <a:pt x="355" y="327"/>
                      <a:pt x="351" y="330"/>
                      <a:pt x="351" y="337"/>
                    </a:cubicBezTo>
                    <a:cubicBezTo>
                      <a:pt x="362" y="342"/>
                      <a:pt x="370" y="356"/>
                      <a:pt x="384" y="358"/>
                    </a:cubicBezTo>
                    <a:cubicBezTo>
                      <a:pt x="396" y="375"/>
                      <a:pt x="379" y="381"/>
                      <a:pt x="366" y="387"/>
                    </a:cubicBezTo>
                    <a:cubicBezTo>
                      <a:pt x="358" y="391"/>
                      <a:pt x="288" y="433"/>
                      <a:pt x="288" y="435"/>
                    </a:cubicBezTo>
                    <a:cubicBezTo>
                      <a:pt x="276" y="432"/>
                      <a:pt x="287" y="422"/>
                      <a:pt x="288" y="418"/>
                    </a:cubicBezTo>
                    <a:cubicBezTo>
                      <a:pt x="288" y="413"/>
                      <a:pt x="288" y="408"/>
                      <a:pt x="288" y="403"/>
                    </a:cubicBezTo>
                    <a:cubicBezTo>
                      <a:pt x="296" y="386"/>
                      <a:pt x="299" y="370"/>
                      <a:pt x="305" y="352"/>
                    </a:cubicBezTo>
                    <a:cubicBezTo>
                      <a:pt x="305" y="347"/>
                      <a:pt x="305" y="341"/>
                      <a:pt x="305" y="336"/>
                    </a:cubicBezTo>
                    <a:cubicBezTo>
                      <a:pt x="308" y="331"/>
                      <a:pt x="313" y="321"/>
                      <a:pt x="315" y="315"/>
                    </a:cubicBezTo>
                    <a:cubicBezTo>
                      <a:pt x="316" y="307"/>
                      <a:pt x="316" y="299"/>
                      <a:pt x="316" y="291"/>
                    </a:cubicBezTo>
                    <a:cubicBezTo>
                      <a:pt x="323" y="271"/>
                      <a:pt x="319" y="240"/>
                      <a:pt x="326" y="223"/>
                    </a:cubicBezTo>
                    <a:cubicBezTo>
                      <a:pt x="326" y="223"/>
                      <a:pt x="327" y="173"/>
                      <a:pt x="329" y="170"/>
                    </a:cubicBezTo>
                    <a:cubicBezTo>
                      <a:pt x="337" y="151"/>
                      <a:pt x="340" y="120"/>
                      <a:pt x="346" y="98"/>
                    </a:cubicBezTo>
                    <a:cubicBezTo>
                      <a:pt x="350" y="82"/>
                      <a:pt x="363" y="37"/>
                      <a:pt x="356" y="26"/>
                    </a:cubicBezTo>
                    <a:cubicBezTo>
                      <a:pt x="345" y="9"/>
                      <a:pt x="322" y="5"/>
                      <a:pt x="303" y="0"/>
                    </a:cubicBezTo>
                    <a:cubicBezTo>
                      <a:pt x="295" y="12"/>
                      <a:pt x="287" y="27"/>
                      <a:pt x="288" y="47"/>
                    </a:cubicBezTo>
                    <a:cubicBezTo>
                      <a:pt x="289" y="52"/>
                      <a:pt x="294" y="54"/>
                      <a:pt x="292" y="60"/>
                    </a:cubicBezTo>
                    <a:cubicBezTo>
                      <a:pt x="286" y="78"/>
                      <a:pt x="284" y="111"/>
                      <a:pt x="288" y="135"/>
                    </a:cubicBezTo>
                    <a:cubicBezTo>
                      <a:pt x="284" y="143"/>
                      <a:pt x="283" y="165"/>
                      <a:pt x="281" y="178"/>
                    </a:cubicBezTo>
                    <a:cubicBezTo>
                      <a:pt x="281" y="182"/>
                      <a:pt x="282" y="186"/>
                      <a:pt x="283" y="191"/>
                    </a:cubicBezTo>
                    <a:cubicBezTo>
                      <a:pt x="280" y="198"/>
                      <a:pt x="278" y="209"/>
                      <a:pt x="276" y="215"/>
                    </a:cubicBezTo>
                    <a:cubicBezTo>
                      <a:pt x="276" y="225"/>
                      <a:pt x="276" y="235"/>
                      <a:pt x="277" y="245"/>
                    </a:cubicBezTo>
                    <a:cubicBezTo>
                      <a:pt x="263" y="290"/>
                      <a:pt x="265" y="349"/>
                      <a:pt x="246" y="391"/>
                    </a:cubicBezTo>
                    <a:cubicBezTo>
                      <a:pt x="247" y="396"/>
                      <a:pt x="247" y="400"/>
                      <a:pt x="247" y="405"/>
                    </a:cubicBezTo>
                    <a:cubicBezTo>
                      <a:pt x="246" y="407"/>
                      <a:pt x="241" y="411"/>
                      <a:pt x="240" y="414"/>
                    </a:cubicBezTo>
                    <a:cubicBezTo>
                      <a:pt x="235" y="430"/>
                      <a:pt x="236" y="460"/>
                      <a:pt x="224" y="470"/>
                    </a:cubicBezTo>
                    <a:cubicBezTo>
                      <a:pt x="200" y="491"/>
                      <a:pt x="168" y="515"/>
                      <a:pt x="141" y="533"/>
                    </a:cubicBezTo>
                    <a:cubicBezTo>
                      <a:pt x="129" y="541"/>
                      <a:pt x="118" y="556"/>
                      <a:pt x="106" y="563"/>
                    </a:cubicBezTo>
                    <a:cubicBezTo>
                      <a:pt x="95" y="570"/>
                      <a:pt x="65" y="570"/>
                      <a:pt x="63" y="583"/>
                    </a:cubicBezTo>
                    <a:cubicBezTo>
                      <a:pt x="58" y="584"/>
                      <a:pt x="58" y="585"/>
                      <a:pt x="57" y="591"/>
                    </a:cubicBezTo>
                    <a:cubicBezTo>
                      <a:pt x="62" y="597"/>
                      <a:pt x="69" y="610"/>
                      <a:pt x="71" y="619"/>
                    </a:cubicBezTo>
                    <a:cubicBezTo>
                      <a:pt x="73" y="621"/>
                      <a:pt x="75" y="622"/>
                      <a:pt x="78" y="623"/>
                    </a:cubicBezTo>
                    <a:cubicBezTo>
                      <a:pt x="94" y="623"/>
                      <a:pt x="108" y="607"/>
                      <a:pt x="117" y="598"/>
                    </a:cubicBezTo>
                    <a:cubicBezTo>
                      <a:pt x="124" y="591"/>
                      <a:pt x="132" y="584"/>
                      <a:pt x="140" y="577"/>
                    </a:cubicBezTo>
                    <a:cubicBezTo>
                      <a:pt x="143" y="574"/>
                      <a:pt x="147" y="566"/>
                      <a:pt x="152" y="563"/>
                    </a:cubicBezTo>
                    <a:cubicBezTo>
                      <a:pt x="158" y="560"/>
                      <a:pt x="163" y="557"/>
                      <a:pt x="169" y="554"/>
                    </a:cubicBezTo>
                    <a:cubicBezTo>
                      <a:pt x="173" y="549"/>
                      <a:pt x="177" y="544"/>
                      <a:pt x="181" y="539"/>
                    </a:cubicBezTo>
                    <a:cubicBezTo>
                      <a:pt x="185" y="538"/>
                      <a:pt x="188" y="537"/>
                      <a:pt x="192" y="537"/>
                    </a:cubicBezTo>
                    <a:cubicBezTo>
                      <a:pt x="195" y="534"/>
                      <a:pt x="203" y="526"/>
                      <a:pt x="206" y="522"/>
                    </a:cubicBezTo>
                    <a:cubicBezTo>
                      <a:pt x="208" y="523"/>
                      <a:pt x="209" y="523"/>
                      <a:pt x="211" y="524"/>
                    </a:cubicBezTo>
                    <a:cubicBezTo>
                      <a:pt x="211" y="549"/>
                      <a:pt x="195" y="565"/>
                      <a:pt x="186" y="584"/>
                    </a:cubicBezTo>
                    <a:cubicBezTo>
                      <a:pt x="168" y="625"/>
                      <a:pt x="122" y="683"/>
                      <a:pt x="86" y="703"/>
                    </a:cubicBezTo>
                    <a:cubicBezTo>
                      <a:pt x="83" y="703"/>
                      <a:pt x="80" y="703"/>
                      <a:pt x="77" y="703"/>
                    </a:cubicBezTo>
                    <a:cubicBezTo>
                      <a:pt x="66" y="707"/>
                      <a:pt x="47" y="714"/>
                      <a:pt x="35" y="720"/>
                    </a:cubicBezTo>
                    <a:cubicBezTo>
                      <a:pt x="27" y="720"/>
                      <a:pt x="18" y="720"/>
                      <a:pt x="10" y="720"/>
                    </a:cubicBezTo>
                    <a:cubicBezTo>
                      <a:pt x="7" y="722"/>
                      <a:pt x="4" y="725"/>
                      <a:pt x="0" y="728"/>
                    </a:cubicBezTo>
                    <a:cubicBezTo>
                      <a:pt x="0" y="739"/>
                      <a:pt x="6" y="740"/>
                      <a:pt x="11" y="746"/>
                    </a:cubicBezTo>
                    <a:cubicBezTo>
                      <a:pt x="42" y="778"/>
                      <a:pt x="124" y="759"/>
                      <a:pt x="143" y="731"/>
                    </a:cubicBezTo>
                    <a:cubicBezTo>
                      <a:pt x="175" y="683"/>
                      <a:pt x="208" y="637"/>
                      <a:pt x="235" y="584"/>
                    </a:cubicBezTo>
                    <a:cubicBezTo>
                      <a:pt x="250" y="552"/>
                      <a:pt x="254" y="521"/>
                      <a:pt x="270" y="489"/>
                    </a:cubicBezTo>
                    <a:cubicBezTo>
                      <a:pt x="275" y="480"/>
                      <a:pt x="317" y="460"/>
                      <a:pt x="327" y="452"/>
                    </a:cubicBezTo>
                    <a:cubicBezTo>
                      <a:pt x="374" y="417"/>
                      <a:pt x="424" y="388"/>
                      <a:pt x="471" y="35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等线"/>
                  <a:ea typeface="+mn-ea"/>
                  <a:cs typeface="+mn-cs"/>
                </a:endParaRPr>
              </a:p>
            </p:txBody>
          </p:sp>
          <p:sp>
            <p:nvSpPr>
              <p:cNvPr id="52" name="íšľíḑê">
                <a:extLst>
                  <a:ext uri="{FF2B5EF4-FFF2-40B4-BE49-F238E27FC236}">
                    <a16:creationId xmlns:a16="http://schemas.microsoft.com/office/drawing/2014/main" id="{30107B18-439A-A1FA-4173-10EEBC1D15EF}"/>
                  </a:ext>
                </a:extLst>
              </p:cNvPr>
              <p:cNvSpPr/>
              <p:nvPr/>
            </p:nvSpPr>
            <p:spPr bwMode="auto">
              <a:xfrm>
                <a:off x="6384925" y="5484810"/>
                <a:ext cx="290513" cy="292100"/>
              </a:xfrm>
              <a:custGeom>
                <a:avLst/>
                <a:gdLst>
                  <a:gd name="T0" fmla="*/ 229 w 286"/>
                  <a:gd name="T1" fmla="*/ 216 h 287"/>
                  <a:gd name="T2" fmla="*/ 225 w 286"/>
                  <a:gd name="T3" fmla="*/ 211 h 287"/>
                  <a:gd name="T4" fmla="*/ 210 w 286"/>
                  <a:gd name="T5" fmla="*/ 210 h 287"/>
                  <a:gd name="T6" fmla="*/ 206 w 286"/>
                  <a:gd name="T7" fmla="*/ 205 h 287"/>
                  <a:gd name="T8" fmla="*/ 194 w 286"/>
                  <a:gd name="T9" fmla="*/ 205 h 287"/>
                  <a:gd name="T10" fmla="*/ 171 w 286"/>
                  <a:gd name="T11" fmla="*/ 192 h 287"/>
                  <a:gd name="T12" fmla="*/ 151 w 286"/>
                  <a:gd name="T13" fmla="*/ 169 h 287"/>
                  <a:gd name="T14" fmla="*/ 117 w 286"/>
                  <a:gd name="T15" fmla="*/ 142 h 287"/>
                  <a:gd name="T16" fmla="*/ 107 w 286"/>
                  <a:gd name="T17" fmla="*/ 120 h 287"/>
                  <a:gd name="T18" fmla="*/ 66 w 286"/>
                  <a:gd name="T19" fmla="*/ 56 h 287"/>
                  <a:gd name="T20" fmla="*/ 14 w 286"/>
                  <a:gd name="T21" fmla="*/ 0 h 287"/>
                  <a:gd name="T22" fmla="*/ 40 w 286"/>
                  <a:gd name="T23" fmla="*/ 118 h 287"/>
                  <a:gd name="T24" fmla="*/ 65 w 286"/>
                  <a:gd name="T25" fmla="*/ 182 h 287"/>
                  <a:gd name="T26" fmla="*/ 66 w 286"/>
                  <a:gd name="T27" fmla="*/ 204 h 287"/>
                  <a:gd name="T28" fmla="*/ 88 w 286"/>
                  <a:gd name="T29" fmla="*/ 257 h 287"/>
                  <a:gd name="T30" fmla="*/ 103 w 286"/>
                  <a:gd name="T31" fmla="*/ 268 h 287"/>
                  <a:gd name="T32" fmla="*/ 151 w 286"/>
                  <a:gd name="T33" fmla="*/ 276 h 287"/>
                  <a:gd name="T34" fmla="*/ 172 w 286"/>
                  <a:gd name="T35" fmla="*/ 276 h 287"/>
                  <a:gd name="T36" fmla="*/ 183 w 286"/>
                  <a:gd name="T37" fmla="*/ 270 h 287"/>
                  <a:gd name="T38" fmla="*/ 232 w 286"/>
                  <a:gd name="T39" fmla="*/ 269 h 287"/>
                  <a:gd name="T40" fmla="*/ 286 w 286"/>
                  <a:gd name="T41" fmla="*/ 238 h 287"/>
                  <a:gd name="T42" fmla="*/ 229 w 286"/>
                  <a:gd name="T43" fmla="*/ 216 h 28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</a:cxnLst>
                <a:rect l="0" t="0" r="r" b="b"/>
                <a:pathLst>
                  <a:path w="286" h="287">
                    <a:moveTo>
                      <a:pt x="229" y="216"/>
                    </a:moveTo>
                    <a:cubicBezTo>
                      <a:pt x="228" y="214"/>
                      <a:pt x="226" y="212"/>
                      <a:pt x="225" y="211"/>
                    </a:cubicBezTo>
                    <a:cubicBezTo>
                      <a:pt x="220" y="210"/>
                      <a:pt x="215" y="210"/>
                      <a:pt x="210" y="210"/>
                    </a:cubicBezTo>
                    <a:cubicBezTo>
                      <a:pt x="209" y="208"/>
                      <a:pt x="208" y="206"/>
                      <a:pt x="206" y="205"/>
                    </a:cubicBezTo>
                    <a:cubicBezTo>
                      <a:pt x="202" y="205"/>
                      <a:pt x="198" y="205"/>
                      <a:pt x="194" y="205"/>
                    </a:cubicBezTo>
                    <a:cubicBezTo>
                      <a:pt x="201" y="202"/>
                      <a:pt x="175" y="194"/>
                      <a:pt x="171" y="192"/>
                    </a:cubicBezTo>
                    <a:cubicBezTo>
                      <a:pt x="164" y="184"/>
                      <a:pt x="157" y="177"/>
                      <a:pt x="151" y="169"/>
                    </a:cubicBezTo>
                    <a:cubicBezTo>
                      <a:pt x="142" y="158"/>
                      <a:pt x="125" y="155"/>
                      <a:pt x="117" y="142"/>
                    </a:cubicBezTo>
                    <a:cubicBezTo>
                      <a:pt x="119" y="141"/>
                      <a:pt x="109" y="123"/>
                      <a:pt x="107" y="120"/>
                    </a:cubicBezTo>
                    <a:cubicBezTo>
                      <a:pt x="94" y="107"/>
                      <a:pt x="75" y="72"/>
                      <a:pt x="66" y="56"/>
                    </a:cubicBezTo>
                    <a:cubicBezTo>
                      <a:pt x="55" y="37"/>
                      <a:pt x="41" y="2"/>
                      <a:pt x="14" y="0"/>
                    </a:cubicBezTo>
                    <a:cubicBezTo>
                      <a:pt x="0" y="23"/>
                      <a:pt x="32" y="95"/>
                      <a:pt x="40" y="118"/>
                    </a:cubicBezTo>
                    <a:cubicBezTo>
                      <a:pt x="48" y="141"/>
                      <a:pt x="55" y="165"/>
                      <a:pt x="65" y="182"/>
                    </a:cubicBezTo>
                    <a:cubicBezTo>
                      <a:pt x="65" y="189"/>
                      <a:pt x="66" y="197"/>
                      <a:pt x="66" y="204"/>
                    </a:cubicBezTo>
                    <a:cubicBezTo>
                      <a:pt x="74" y="223"/>
                      <a:pt x="78" y="242"/>
                      <a:pt x="88" y="257"/>
                    </a:cubicBezTo>
                    <a:cubicBezTo>
                      <a:pt x="93" y="261"/>
                      <a:pt x="98" y="264"/>
                      <a:pt x="103" y="268"/>
                    </a:cubicBezTo>
                    <a:cubicBezTo>
                      <a:pt x="122" y="278"/>
                      <a:pt x="128" y="287"/>
                      <a:pt x="151" y="276"/>
                    </a:cubicBezTo>
                    <a:cubicBezTo>
                      <a:pt x="158" y="276"/>
                      <a:pt x="165" y="276"/>
                      <a:pt x="172" y="276"/>
                    </a:cubicBezTo>
                    <a:cubicBezTo>
                      <a:pt x="175" y="274"/>
                      <a:pt x="179" y="272"/>
                      <a:pt x="183" y="270"/>
                    </a:cubicBezTo>
                    <a:cubicBezTo>
                      <a:pt x="199" y="269"/>
                      <a:pt x="216" y="269"/>
                      <a:pt x="232" y="269"/>
                    </a:cubicBezTo>
                    <a:cubicBezTo>
                      <a:pt x="258" y="256"/>
                      <a:pt x="267" y="261"/>
                      <a:pt x="286" y="238"/>
                    </a:cubicBezTo>
                    <a:cubicBezTo>
                      <a:pt x="272" y="217"/>
                      <a:pt x="250" y="226"/>
                      <a:pt x="229" y="216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等线"/>
                  <a:ea typeface="+mn-ea"/>
                  <a:cs typeface="+mn-cs"/>
                </a:endParaRPr>
              </a:p>
            </p:txBody>
          </p:sp>
        </p:grpSp>
        <p:sp>
          <p:nvSpPr>
            <p:cNvPr id="49" name="ïšḻîḍe">
              <a:extLst>
                <a:ext uri="{FF2B5EF4-FFF2-40B4-BE49-F238E27FC236}">
                  <a16:creationId xmlns:a16="http://schemas.microsoft.com/office/drawing/2014/main" id="{BBC111B9-49DF-A1F0-4765-8B2EF9A65425}"/>
                </a:ext>
              </a:extLst>
            </p:cNvPr>
            <p:cNvSpPr/>
            <p:nvPr/>
          </p:nvSpPr>
          <p:spPr bwMode="auto">
            <a:xfrm>
              <a:off x="6615743" y="3000099"/>
              <a:ext cx="425964" cy="517912"/>
            </a:xfrm>
            <a:custGeom>
              <a:avLst/>
              <a:gdLst>
                <a:gd name="T0" fmla="*/ 20 w 354"/>
                <a:gd name="T1" fmla="*/ 276 h 430"/>
                <a:gd name="T2" fmla="*/ 22 w 354"/>
                <a:gd name="T3" fmla="*/ 302 h 430"/>
                <a:gd name="T4" fmla="*/ 27 w 354"/>
                <a:gd name="T5" fmla="*/ 307 h 430"/>
                <a:gd name="T6" fmla="*/ 25 w 354"/>
                <a:gd name="T7" fmla="*/ 328 h 430"/>
                <a:gd name="T8" fmla="*/ 49 w 354"/>
                <a:gd name="T9" fmla="*/ 418 h 430"/>
                <a:gd name="T10" fmla="*/ 68 w 354"/>
                <a:gd name="T11" fmla="*/ 408 h 430"/>
                <a:gd name="T12" fmla="*/ 70 w 354"/>
                <a:gd name="T13" fmla="*/ 387 h 430"/>
                <a:gd name="T14" fmla="*/ 83 w 354"/>
                <a:gd name="T15" fmla="*/ 331 h 430"/>
                <a:gd name="T16" fmla="*/ 50 w 354"/>
                <a:gd name="T17" fmla="*/ 251 h 430"/>
                <a:gd name="T18" fmla="*/ 50 w 354"/>
                <a:gd name="T19" fmla="*/ 237 h 430"/>
                <a:gd name="T20" fmla="*/ 44 w 354"/>
                <a:gd name="T21" fmla="*/ 232 h 430"/>
                <a:gd name="T22" fmla="*/ 50 w 354"/>
                <a:gd name="T23" fmla="*/ 196 h 430"/>
                <a:gd name="T24" fmla="*/ 79 w 354"/>
                <a:gd name="T25" fmla="*/ 177 h 430"/>
                <a:gd name="T26" fmla="*/ 85 w 354"/>
                <a:gd name="T27" fmla="*/ 169 h 430"/>
                <a:gd name="T28" fmla="*/ 111 w 354"/>
                <a:gd name="T29" fmla="*/ 152 h 430"/>
                <a:gd name="T30" fmla="*/ 168 w 354"/>
                <a:gd name="T31" fmla="*/ 99 h 430"/>
                <a:gd name="T32" fmla="*/ 193 w 354"/>
                <a:gd name="T33" fmla="*/ 85 h 430"/>
                <a:gd name="T34" fmla="*/ 293 w 354"/>
                <a:gd name="T35" fmla="*/ 47 h 430"/>
                <a:gd name="T36" fmla="*/ 272 w 354"/>
                <a:gd name="T37" fmla="*/ 101 h 430"/>
                <a:gd name="T38" fmla="*/ 241 w 354"/>
                <a:gd name="T39" fmla="*/ 177 h 430"/>
                <a:gd name="T40" fmla="*/ 241 w 354"/>
                <a:gd name="T41" fmla="*/ 190 h 430"/>
                <a:gd name="T42" fmla="*/ 230 w 354"/>
                <a:gd name="T43" fmla="*/ 208 h 430"/>
                <a:gd name="T44" fmla="*/ 230 w 354"/>
                <a:gd name="T45" fmla="*/ 225 h 430"/>
                <a:gd name="T46" fmla="*/ 218 w 354"/>
                <a:gd name="T47" fmla="*/ 245 h 430"/>
                <a:gd name="T48" fmla="*/ 218 w 354"/>
                <a:gd name="T49" fmla="*/ 263 h 430"/>
                <a:gd name="T50" fmla="*/ 213 w 354"/>
                <a:gd name="T51" fmla="*/ 267 h 430"/>
                <a:gd name="T52" fmla="*/ 210 w 354"/>
                <a:gd name="T53" fmla="*/ 279 h 430"/>
                <a:gd name="T54" fmla="*/ 210 w 354"/>
                <a:gd name="T55" fmla="*/ 281 h 430"/>
                <a:gd name="T56" fmla="*/ 193 w 354"/>
                <a:gd name="T57" fmla="*/ 248 h 430"/>
                <a:gd name="T58" fmla="*/ 106 w 354"/>
                <a:gd name="T59" fmla="*/ 189 h 430"/>
                <a:gd name="T60" fmla="*/ 103 w 354"/>
                <a:gd name="T61" fmla="*/ 267 h 430"/>
                <a:gd name="T62" fmla="*/ 131 w 354"/>
                <a:gd name="T63" fmla="*/ 332 h 430"/>
                <a:gd name="T64" fmla="*/ 112 w 354"/>
                <a:gd name="T65" fmla="*/ 365 h 430"/>
                <a:gd name="T66" fmla="*/ 90 w 354"/>
                <a:gd name="T67" fmla="*/ 396 h 430"/>
                <a:gd name="T68" fmla="*/ 85 w 354"/>
                <a:gd name="T69" fmla="*/ 407 h 430"/>
                <a:gd name="T70" fmla="*/ 89 w 354"/>
                <a:gd name="T71" fmla="*/ 412 h 430"/>
                <a:gd name="T72" fmla="*/ 143 w 354"/>
                <a:gd name="T73" fmla="*/ 366 h 430"/>
                <a:gd name="T74" fmla="*/ 154 w 354"/>
                <a:gd name="T75" fmla="*/ 366 h 430"/>
                <a:gd name="T76" fmla="*/ 208 w 354"/>
                <a:gd name="T77" fmla="*/ 430 h 430"/>
                <a:gd name="T78" fmla="*/ 213 w 354"/>
                <a:gd name="T79" fmla="*/ 430 h 430"/>
                <a:gd name="T80" fmla="*/ 260 w 354"/>
                <a:gd name="T81" fmla="*/ 289 h 430"/>
                <a:gd name="T82" fmla="*/ 282 w 354"/>
                <a:gd name="T83" fmla="*/ 224 h 430"/>
                <a:gd name="T84" fmla="*/ 281 w 354"/>
                <a:gd name="T85" fmla="*/ 214 h 430"/>
                <a:gd name="T86" fmla="*/ 292 w 354"/>
                <a:gd name="T87" fmla="*/ 186 h 430"/>
                <a:gd name="T88" fmla="*/ 294 w 354"/>
                <a:gd name="T89" fmla="*/ 170 h 430"/>
                <a:gd name="T90" fmla="*/ 311 w 354"/>
                <a:gd name="T91" fmla="*/ 138 h 430"/>
                <a:gd name="T92" fmla="*/ 317 w 354"/>
                <a:gd name="T93" fmla="*/ 111 h 430"/>
                <a:gd name="T94" fmla="*/ 330 w 354"/>
                <a:gd name="T95" fmla="*/ 92 h 430"/>
                <a:gd name="T96" fmla="*/ 343 w 354"/>
                <a:gd name="T97" fmla="*/ 40 h 430"/>
                <a:gd name="T98" fmla="*/ 291 w 354"/>
                <a:gd name="T99" fmla="*/ 0 h 430"/>
                <a:gd name="T100" fmla="*/ 272 w 354"/>
                <a:gd name="T101" fmla="*/ 8 h 430"/>
                <a:gd name="T102" fmla="*/ 210 w 354"/>
                <a:gd name="T103" fmla="*/ 31 h 430"/>
                <a:gd name="T104" fmla="*/ 176 w 354"/>
                <a:gd name="T105" fmla="*/ 53 h 430"/>
                <a:gd name="T106" fmla="*/ 168 w 354"/>
                <a:gd name="T107" fmla="*/ 52 h 430"/>
                <a:gd name="T108" fmla="*/ 162 w 354"/>
                <a:gd name="T109" fmla="*/ 59 h 430"/>
                <a:gd name="T110" fmla="*/ 143 w 354"/>
                <a:gd name="T111" fmla="*/ 65 h 430"/>
                <a:gd name="T112" fmla="*/ 75 w 354"/>
                <a:gd name="T113" fmla="*/ 109 h 430"/>
                <a:gd name="T114" fmla="*/ 26 w 354"/>
                <a:gd name="T115" fmla="*/ 155 h 430"/>
                <a:gd name="T116" fmla="*/ 25 w 354"/>
                <a:gd name="T117" fmla="*/ 222 h 430"/>
                <a:gd name="T118" fmla="*/ 7 w 354"/>
                <a:gd name="T119" fmla="*/ 227 h 430"/>
                <a:gd name="T120" fmla="*/ 15 w 354"/>
                <a:gd name="T121" fmla="*/ 269 h 430"/>
                <a:gd name="T122" fmla="*/ 20 w 354"/>
                <a:gd name="T123" fmla="*/ 276 h 43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  <a:cxn ang="0">
                  <a:pos x="T118" y="T119"/>
                </a:cxn>
                <a:cxn ang="0">
                  <a:pos x="T120" y="T121"/>
                </a:cxn>
                <a:cxn ang="0">
                  <a:pos x="T122" y="T123"/>
                </a:cxn>
              </a:cxnLst>
              <a:rect l="0" t="0" r="r" b="b"/>
              <a:pathLst>
                <a:path w="354" h="430">
                  <a:moveTo>
                    <a:pt x="20" y="276"/>
                  </a:moveTo>
                  <a:cubicBezTo>
                    <a:pt x="21" y="285"/>
                    <a:pt x="22" y="293"/>
                    <a:pt x="22" y="302"/>
                  </a:cubicBezTo>
                  <a:cubicBezTo>
                    <a:pt x="24" y="304"/>
                    <a:pt x="25" y="305"/>
                    <a:pt x="27" y="307"/>
                  </a:cubicBezTo>
                  <a:cubicBezTo>
                    <a:pt x="27" y="314"/>
                    <a:pt x="26" y="321"/>
                    <a:pt x="25" y="328"/>
                  </a:cubicBezTo>
                  <a:cubicBezTo>
                    <a:pt x="33" y="356"/>
                    <a:pt x="27" y="403"/>
                    <a:pt x="49" y="418"/>
                  </a:cubicBezTo>
                  <a:cubicBezTo>
                    <a:pt x="56" y="425"/>
                    <a:pt x="65" y="412"/>
                    <a:pt x="68" y="408"/>
                  </a:cubicBezTo>
                  <a:cubicBezTo>
                    <a:pt x="68" y="401"/>
                    <a:pt x="69" y="394"/>
                    <a:pt x="70" y="387"/>
                  </a:cubicBezTo>
                  <a:cubicBezTo>
                    <a:pt x="76" y="375"/>
                    <a:pt x="86" y="354"/>
                    <a:pt x="83" y="331"/>
                  </a:cubicBezTo>
                  <a:cubicBezTo>
                    <a:pt x="78" y="299"/>
                    <a:pt x="61" y="276"/>
                    <a:pt x="50" y="251"/>
                  </a:cubicBezTo>
                  <a:cubicBezTo>
                    <a:pt x="50" y="246"/>
                    <a:pt x="50" y="242"/>
                    <a:pt x="50" y="237"/>
                  </a:cubicBezTo>
                  <a:cubicBezTo>
                    <a:pt x="48" y="235"/>
                    <a:pt x="46" y="234"/>
                    <a:pt x="44" y="232"/>
                  </a:cubicBezTo>
                  <a:cubicBezTo>
                    <a:pt x="39" y="222"/>
                    <a:pt x="50" y="209"/>
                    <a:pt x="50" y="196"/>
                  </a:cubicBezTo>
                  <a:cubicBezTo>
                    <a:pt x="59" y="186"/>
                    <a:pt x="66" y="184"/>
                    <a:pt x="79" y="177"/>
                  </a:cubicBezTo>
                  <a:cubicBezTo>
                    <a:pt x="81" y="174"/>
                    <a:pt x="83" y="172"/>
                    <a:pt x="85" y="169"/>
                  </a:cubicBezTo>
                  <a:cubicBezTo>
                    <a:pt x="94" y="164"/>
                    <a:pt x="102" y="158"/>
                    <a:pt x="111" y="152"/>
                  </a:cubicBezTo>
                  <a:cubicBezTo>
                    <a:pt x="126" y="142"/>
                    <a:pt x="158" y="112"/>
                    <a:pt x="168" y="99"/>
                  </a:cubicBezTo>
                  <a:cubicBezTo>
                    <a:pt x="169" y="101"/>
                    <a:pt x="188" y="88"/>
                    <a:pt x="193" y="85"/>
                  </a:cubicBezTo>
                  <a:cubicBezTo>
                    <a:pt x="222" y="70"/>
                    <a:pt x="248" y="46"/>
                    <a:pt x="293" y="47"/>
                  </a:cubicBezTo>
                  <a:cubicBezTo>
                    <a:pt x="292" y="59"/>
                    <a:pt x="278" y="86"/>
                    <a:pt x="272" y="101"/>
                  </a:cubicBezTo>
                  <a:cubicBezTo>
                    <a:pt x="259" y="128"/>
                    <a:pt x="255" y="152"/>
                    <a:pt x="241" y="177"/>
                  </a:cubicBezTo>
                  <a:cubicBezTo>
                    <a:pt x="241" y="181"/>
                    <a:pt x="241" y="186"/>
                    <a:pt x="241" y="190"/>
                  </a:cubicBezTo>
                  <a:cubicBezTo>
                    <a:pt x="239" y="194"/>
                    <a:pt x="232" y="203"/>
                    <a:pt x="230" y="208"/>
                  </a:cubicBezTo>
                  <a:cubicBezTo>
                    <a:pt x="230" y="213"/>
                    <a:pt x="230" y="219"/>
                    <a:pt x="230" y="225"/>
                  </a:cubicBezTo>
                  <a:cubicBezTo>
                    <a:pt x="228" y="232"/>
                    <a:pt x="221" y="238"/>
                    <a:pt x="218" y="245"/>
                  </a:cubicBezTo>
                  <a:cubicBezTo>
                    <a:pt x="218" y="251"/>
                    <a:pt x="218" y="257"/>
                    <a:pt x="218" y="263"/>
                  </a:cubicBezTo>
                  <a:cubicBezTo>
                    <a:pt x="216" y="265"/>
                    <a:pt x="214" y="266"/>
                    <a:pt x="213" y="267"/>
                  </a:cubicBezTo>
                  <a:cubicBezTo>
                    <a:pt x="212" y="270"/>
                    <a:pt x="213" y="276"/>
                    <a:pt x="210" y="279"/>
                  </a:cubicBezTo>
                  <a:cubicBezTo>
                    <a:pt x="210" y="280"/>
                    <a:pt x="210" y="280"/>
                    <a:pt x="210" y="281"/>
                  </a:cubicBezTo>
                  <a:cubicBezTo>
                    <a:pt x="201" y="277"/>
                    <a:pt x="199" y="257"/>
                    <a:pt x="193" y="248"/>
                  </a:cubicBezTo>
                  <a:cubicBezTo>
                    <a:pt x="175" y="223"/>
                    <a:pt x="147" y="190"/>
                    <a:pt x="106" y="189"/>
                  </a:cubicBezTo>
                  <a:cubicBezTo>
                    <a:pt x="89" y="206"/>
                    <a:pt x="93" y="245"/>
                    <a:pt x="103" y="267"/>
                  </a:cubicBezTo>
                  <a:cubicBezTo>
                    <a:pt x="106" y="275"/>
                    <a:pt x="133" y="322"/>
                    <a:pt x="131" y="332"/>
                  </a:cubicBezTo>
                  <a:cubicBezTo>
                    <a:pt x="128" y="344"/>
                    <a:pt x="118" y="357"/>
                    <a:pt x="112" y="365"/>
                  </a:cubicBezTo>
                  <a:cubicBezTo>
                    <a:pt x="106" y="374"/>
                    <a:pt x="102" y="394"/>
                    <a:pt x="90" y="396"/>
                  </a:cubicBezTo>
                  <a:cubicBezTo>
                    <a:pt x="85" y="402"/>
                    <a:pt x="86" y="401"/>
                    <a:pt x="85" y="407"/>
                  </a:cubicBezTo>
                  <a:cubicBezTo>
                    <a:pt x="86" y="409"/>
                    <a:pt x="88" y="410"/>
                    <a:pt x="89" y="412"/>
                  </a:cubicBezTo>
                  <a:cubicBezTo>
                    <a:pt x="106" y="411"/>
                    <a:pt x="136" y="378"/>
                    <a:pt x="143" y="366"/>
                  </a:cubicBezTo>
                  <a:cubicBezTo>
                    <a:pt x="147" y="366"/>
                    <a:pt x="151" y="366"/>
                    <a:pt x="154" y="366"/>
                  </a:cubicBezTo>
                  <a:cubicBezTo>
                    <a:pt x="173" y="387"/>
                    <a:pt x="194" y="406"/>
                    <a:pt x="208" y="430"/>
                  </a:cubicBezTo>
                  <a:cubicBezTo>
                    <a:pt x="209" y="430"/>
                    <a:pt x="211" y="430"/>
                    <a:pt x="213" y="430"/>
                  </a:cubicBezTo>
                  <a:cubicBezTo>
                    <a:pt x="249" y="405"/>
                    <a:pt x="244" y="337"/>
                    <a:pt x="260" y="289"/>
                  </a:cubicBezTo>
                  <a:cubicBezTo>
                    <a:pt x="266" y="271"/>
                    <a:pt x="275" y="244"/>
                    <a:pt x="282" y="224"/>
                  </a:cubicBezTo>
                  <a:cubicBezTo>
                    <a:pt x="281" y="221"/>
                    <a:pt x="281" y="217"/>
                    <a:pt x="281" y="214"/>
                  </a:cubicBezTo>
                  <a:cubicBezTo>
                    <a:pt x="284" y="206"/>
                    <a:pt x="290" y="191"/>
                    <a:pt x="292" y="186"/>
                  </a:cubicBezTo>
                  <a:cubicBezTo>
                    <a:pt x="292" y="181"/>
                    <a:pt x="293" y="176"/>
                    <a:pt x="294" y="170"/>
                  </a:cubicBezTo>
                  <a:cubicBezTo>
                    <a:pt x="298" y="161"/>
                    <a:pt x="309" y="149"/>
                    <a:pt x="311" y="138"/>
                  </a:cubicBezTo>
                  <a:cubicBezTo>
                    <a:pt x="313" y="130"/>
                    <a:pt x="313" y="122"/>
                    <a:pt x="317" y="111"/>
                  </a:cubicBezTo>
                  <a:cubicBezTo>
                    <a:pt x="318" y="114"/>
                    <a:pt x="329" y="94"/>
                    <a:pt x="330" y="92"/>
                  </a:cubicBezTo>
                  <a:cubicBezTo>
                    <a:pt x="337" y="75"/>
                    <a:pt x="337" y="57"/>
                    <a:pt x="343" y="40"/>
                  </a:cubicBezTo>
                  <a:cubicBezTo>
                    <a:pt x="354" y="9"/>
                    <a:pt x="317" y="0"/>
                    <a:pt x="291" y="0"/>
                  </a:cubicBezTo>
                  <a:cubicBezTo>
                    <a:pt x="287" y="8"/>
                    <a:pt x="280" y="5"/>
                    <a:pt x="272" y="8"/>
                  </a:cubicBezTo>
                  <a:cubicBezTo>
                    <a:pt x="261" y="12"/>
                    <a:pt x="217" y="31"/>
                    <a:pt x="210" y="31"/>
                  </a:cubicBezTo>
                  <a:cubicBezTo>
                    <a:pt x="200" y="37"/>
                    <a:pt x="187" y="48"/>
                    <a:pt x="176" y="53"/>
                  </a:cubicBezTo>
                  <a:cubicBezTo>
                    <a:pt x="173" y="53"/>
                    <a:pt x="170" y="53"/>
                    <a:pt x="168" y="52"/>
                  </a:cubicBezTo>
                  <a:cubicBezTo>
                    <a:pt x="166" y="55"/>
                    <a:pt x="164" y="57"/>
                    <a:pt x="162" y="59"/>
                  </a:cubicBezTo>
                  <a:cubicBezTo>
                    <a:pt x="155" y="63"/>
                    <a:pt x="149" y="61"/>
                    <a:pt x="143" y="65"/>
                  </a:cubicBezTo>
                  <a:cubicBezTo>
                    <a:pt x="122" y="78"/>
                    <a:pt x="97" y="95"/>
                    <a:pt x="75" y="109"/>
                  </a:cubicBezTo>
                  <a:cubicBezTo>
                    <a:pt x="58" y="120"/>
                    <a:pt x="34" y="135"/>
                    <a:pt x="26" y="155"/>
                  </a:cubicBezTo>
                  <a:cubicBezTo>
                    <a:pt x="20" y="173"/>
                    <a:pt x="24" y="201"/>
                    <a:pt x="25" y="222"/>
                  </a:cubicBezTo>
                  <a:cubicBezTo>
                    <a:pt x="22" y="224"/>
                    <a:pt x="10" y="224"/>
                    <a:pt x="7" y="227"/>
                  </a:cubicBezTo>
                  <a:cubicBezTo>
                    <a:pt x="0" y="233"/>
                    <a:pt x="11" y="261"/>
                    <a:pt x="15" y="269"/>
                  </a:cubicBezTo>
                  <a:cubicBezTo>
                    <a:pt x="16" y="271"/>
                    <a:pt x="18" y="274"/>
                    <a:pt x="20" y="276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/>
                <a:ea typeface="+mn-ea"/>
                <a:cs typeface="+mn-cs"/>
              </a:endParaRPr>
            </a:p>
          </p:txBody>
        </p:sp>
        <p:sp>
          <p:nvSpPr>
            <p:cNvPr id="50" name="î$ḷiďê">
              <a:extLst>
                <a:ext uri="{FF2B5EF4-FFF2-40B4-BE49-F238E27FC236}">
                  <a16:creationId xmlns:a16="http://schemas.microsoft.com/office/drawing/2014/main" id="{F0188B67-DCFD-00F6-BA6C-893A3823D5E8}"/>
                </a:ext>
              </a:extLst>
            </p:cNvPr>
            <p:cNvSpPr/>
            <p:nvPr/>
          </p:nvSpPr>
          <p:spPr bwMode="auto">
            <a:xfrm>
              <a:off x="6527548" y="3450476"/>
              <a:ext cx="514159" cy="247697"/>
            </a:xfrm>
            <a:custGeom>
              <a:avLst/>
              <a:gdLst>
                <a:gd name="T0" fmla="*/ 365 w 428"/>
                <a:gd name="T1" fmla="*/ 1 h 206"/>
                <a:gd name="T2" fmla="*/ 278 w 428"/>
                <a:gd name="T3" fmla="*/ 25 h 206"/>
                <a:gd name="T4" fmla="*/ 257 w 428"/>
                <a:gd name="T5" fmla="*/ 24 h 206"/>
                <a:gd name="T6" fmla="*/ 249 w 428"/>
                <a:gd name="T7" fmla="*/ 30 h 206"/>
                <a:gd name="T8" fmla="*/ 233 w 428"/>
                <a:gd name="T9" fmla="*/ 30 h 206"/>
                <a:gd name="T10" fmla="*/ 225 w 428"/>
                <a:gd name="T11" fmla="*/ 36 h 206"/>
                <a:gd name="T12" fmla="*/ 213 w 428"/>
                <a:gd name="T13" fmla="*/ 36 h 206"/>
                <a:gd name="T14" fmla="*/ 206 w 428"/>
                <a:gd name="T15" fmla="*/ 43 h 206"/>
                <a:gd name="T16" fmla="*/ 196 w 428"/>
                <a:gd name="T17" fmla="*/ 42 h 206"/>
                <a:gd name="T18" fmla="*/ 178 w 428"/>
                <a:gd name="T19" fmla="*/ 54 h 206"/>
                <a:gd name="T20" fmla="*/ 163 w 428"/>
                <a:gd name="T21" fmla="*/ 55 h 206"/>
                <a:gd name="T22" fmla="*/ 157 w 428"/>
                <a:gd name="T23" fmla="*/ 62 h 206"/>
                <a:gd name="T24" fmla="*/ 131 w 428"/>
                <a:gd name="T25" fmla="*/ 68 h 206"/>
                <a:gd name="T26" fmla="*/ 111 w 428"/>
                <a:gd name="T27" fmla="*/ 80 h 206"/>
                <a:gd name="T28" fmla="*/ 104 w 428"/>
                <a:gd name="T29" fmla="*/ 78 h 206"/>
                <a:gd name="T30" fmla="*/ 77 w 428"/>
                <a:gd name="T31" fmla="*/ 91 h 206"/>
                <a:gd name="T32" fmla="*/ 57 w 428"/>
                <a:gd name="T33" fmla="*/ 96 h 206"/>
                <a:gd name="T34" fmla="*/ 7 w 428"/>
                <a:gd name="T35" fmla="*/ 106 h 206"/>
                <a:gd name="T36" fmla="*/ 5 w 428"/>
                <a:gd name="T37" fmla="*/ 144 h 206"/>
                <a:gd name="T38" fmla="*/ 51 w 428"/>
                <a:gd name="T39" fmla="*/ 206 h 206"/>
                <a:gd name="T40" fmla="*/ 103 w 428"/>
                <a:gd name="T41" fmla="*/ 170 h 206"/>
                <a:gd name="T42" fmla="*/ 122 w 428"/>
                <a:gd name="T43" fmla="*/ 154 h 206"/>
                <a:gd name="T44" fmla="*/ 141 w 428"/>
                <a:gd name="T45" fmla="*/ 136 h 206"/>
                <a:gd name="T46" fmla="*/ 216 w 428"/>
                <a:gd name="T47" fmla="*/ 95 h 206"/>
                <a:gd name="T48" fmla="*/ 312 w 428"/>
                <a:gd name="T49" fmla="*/ 68 h 206"/>
                <a:gd name="T50" fmla="*/ 315 w 428"/>
                <a:gd name="T51" fmla="*/ 69 h 206"/>
                <a:gd name="T52" fmla="*/ 318 w 428"/>
                <a:gd name="T53" fmla="*/ 69 h 206"/>
                <a:gd name="T54" fmla="*/ 282 w 428"/>
                <a:gd name="T55" fmla="*/ 97 h 206"/>
                <a:gd name="T56" fmla="*/ 278 w 428"/>
                <a:gd name="T57" fmla="*/ 110 h 206"/>
                <a:gd name="T58" fmla="*/ 320 w 428"/>
                <a:gd name="T59" fmla="*/ 95 h 206"/>
                <a:gd name="T60" fmla="*/ 335 w 428"/>
                <a:gd name="T61" fmla="*/ 95 h 206"/>
                <a:gd name="T62" fmla="*/ 427 w 428"/>
                <a:gd name="T63" fmla="*/ 42 h 206"/>
                <a:gd name="T64" fmla="*/ 365 w 428"/>
                <a:gd name="T65" fmla="*/ 1 h 20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</a:cxnLst>
              <a:rect l="0" t="0" r="r" b="b"/>
              <a:pathLst>
                <a:path w="428" h="206">
                  <a:moveTo>
                    <a:pt x="365" y="1"/>
                  </a:moveTo>
                  <a:cubicBezTo>
                    <a:pt x="356" y="12"/>
                    <a:pt x="297" y="17"/>
                    <a:pt x="278" y="25"/>
                  </a:cubicBezTo>
                  <a:cubicBezTo>
                    <a:pt x="271" y="24"/>
                    <a:pt x="264" y="24"/>
                    <a:pt x="257" y="24"/>
                  </a:cubicBezTo>
                  <a:cubicBezTo>
                    <a:pt x="254" y="26"/>
                    <a:pt x="252" y="28"/>
                    <a:pt x="249" y="30"/>
                  </a:cubicBezTo>
                  <a:cubicBezTo>
                    <a:pt x="244" y="30"/>
                    <a:pt x="238" y="30"/>
                    <a:pt x="233" y="30"/>
                  </a:cubicBezTo>
                  <a:cubicBezTo>
                    <a:pt x="230" y="32"/>
                    <a:pt x="227" y="34"/>
                    <a:pt x="225" y="36"/>
                  </a:cubicBezTo>
                  <a:cubicBezTo>
                    <a:pt x="221" y="36"/>
                    <a:pt x="217" y="36"/>
                    <a:pt x="213" y="36"/>
                  </a:cubicBezTo>
                  <a:cubicBezTo>
                    <a:pt x="211" y="39"/>
                    <a:pt x="208" y="41"/>
                    <a:pt x="206" y="43"/>
                  </a:cubicBezTo>
                  <a:cubicBezTo>
                    <a:pt x="202" y="43"/>
                    <a:pt x="199" y="43"/>
                    <a:pt x="196" y="42"/>
                  </a:cubicBezTo>
                  <a:cubicBezTo>
                    <a:pt x="192" y="44"/>
                    <a:pt x="183" y="50"/>
                    <a:pt x="178" y="54"/>
                  </a:cubicBezTo>
                  <a:cubicBezTo>
                    <a:pt x="173" y="54"/>
                    <a:pt x="168" y="55"/>
                    <a:pt x="163" y="55"/>
                  </a:cubicBezTo>
                  <a:cubicBezTo>
                    <a:pt x="161" y="57"/>
                    <a:pt x="159" y="59"/>
                    <a:pt x="157" y="62"/>
                  </a:cubicBezTo>
                  <a:cubicBezTo>
                    <a:pt x="147" y="66"/>
                    <a:pt x="140" y="64"/>
                    <a:pt x="131" y="68"/>
                  </a:cubicBezTo>
                  <a:cubicBezTo>
                    <a:pt x="123" y="71"/>
                    <a:pt x="117" y="78"/>
                    <a:pt x="111" y="80"/>
                  </a:cubicBezTo>
                  <a:cubicBezTo>
                    <a:pt x="109" y="80"/>
                    <a:pt x="106" y="79"/>
                    <a:pt x="104" y="78"/>
                  </a:cubicBezTo>
                  <a:cubicBezTo>
                    <a:pt x="96" y="82"/>
                    <a:pt x="85" y="88"/>
                    <a:pt x="77" y="91"/>
                  </a:cubicBezTo>
                  <a:cubicBezTo>
                    <a:pt x="67" y="95"/>
                    <a:pt x="63" y="90"/>
                    <a:pt x="57" y="96"/>
                  </a:cubicBezTo>
                  <a:cubicBezTo>
                    <a:pt x="48" y="90"/>
                    <a:pt x="15" y="98"/>
                    <a:pt x="7" y="106"/>
                  </a:cubicBezTo>
                  <a:cubicBezTo>
                    <a:pt x="0" y="113"/>
                    <a:pt x="2" y="136"/>
                    <a:pt x="5" y="144"/>
                  </a:cubicBezTo>
                  <a:cubicBezTo>
                    <a:pt x="14" y="168"/>
                    <a:pt x="36" y="185"/>
                    <a:pt x="51" y="206"/>
                  </a:cubicBezTo>
                  <a:cubicBezTo>
                    <a:pt x="61" y="205"/>
                    <a:pt x="97" y="178"/>
                    <a:pt x="103" y="170"/>
                  </a:cubicBezTo>
                  <a:cubicBezTo>
                    <a:pt x="105" y="166"/>
                    <a:pt x="117" y="158"/>
                    <a:pt x="122" y="154"/>
                  </a:cubicBezTo>
                  <a:cubicBezTo>
                    <a:pt x="129" y="148"/>
                    <a:pt x="135" y="142"/>
                    <a:pt x="141" y="136"/>
                  </a:cubicBezTo>
                  <a:cubicBezTo>
                    <a:pt x="164" y="121"/>
                    <a:pt x="189" y="105"/>
                    <a:pt x="216" y="95"/>
                  </a:cubicBezTo>
                  <a:cubicBezTo>
                    <a:pt x="231" y="90"/>
                    <a:pt x="308" y="72"/>
                    <a:pt x="312" y="68"/>
                  </a:cubicBezTo>
                  <a:cubicBezTo>
                    <a:pt x="315" y="68"/>
                    <a:pt x="314" y="67"/>
                    <a:pt x="315" y="69"/>
                  </a:cubicBezTo>
                  <a:cubicBezTo>
                    <a:pt x="316" y="69"/>
                    <a:pt x="317" y="69"/>
                    <a:pt x="318" y="69"/>
                  </a:cubicBezTo>
                  <a:cubicBezTo>
                    <a:pt x="313" y="77"/>
                    <a:pt x="292" y="95"/>
                    <a:pt x="282" y="97"/>
                  </a:cubicBezTo>
                  <a:cubicBezTo>
                    <a:pt x="279" y="101"/>
                    <a:pt x="278" y="102"/>
                    <a:pt x="278" y="110"/>
                  </a:cubicBezTo>
                  <a:cubicBezTo>
                    <a:pt x="291" y="119"/>
                    <a:pt x="309" y="101"/>
                    <a:pt x="320" y="95"/>
                  </a:cubicBezTo>
                  <a:cubicBezTo>
                    <a:pt x="325" y="95"/>
                    <a:pt x="330" y="95"/>
                    <a:pt x="335" y="95"/>
                  </a:cubicBezTo>
                  <a:cubicBezTo>
                    <a:pt x="364" y="76"/>
                    <a:pt x="411" y="71"/>
                    <a:pt x="427" y="42"/>
                  </a:cubicBezTo>
                  <a:cubicBezTo>
                    <a:pt x="428" y="16"/>
                    <a:pt x="390" y="0"/>
                    <a:pt x="365" y="1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/>
                <a:ea typeface="+mn-ea"/>
                <a:cs typeface="+mn-cs"/>
              </a:endParaRPr>
            </a:p>
          </p:txBody>
        </p:sp>
      </p:grpSp>
      <p:sp>
        <p:nvSpPr>
          <p:cNvPr id="101" name="矩形 100">
            <a:extLst>
              <a:ext uri="{FF2B5EF4-FFF2-40B4-BE49-F238E27FC236}">
                <a16:creationId xmlns:a16="http://schemas.microsoft.com/office/drawing/2014/main" id="{B6BDBDB8-FC9E-5CF0-4F62-6F2639CC5031}"/>
              </a:ext>
            </a:extLst>
          </p:cNvPr>
          <p:cNvSpPr/>
          <p:nvPr/>
        </p:nvSpPr>
        <p:spPr>
          <a:xfrm>
            <a:off x="528705" y="2153287"/>
            <a:ext cx="11158793" cy="945982"/>
          </a:xfrm>
          <a:prstGeom prst="rect">
            <a:avLst/>
          </a:prstGeom>
          <a:noFill/>
          <a:ln>
            <a:solidFill>
              <a:srgbClr val="1B4489"/>
            </a:solidFill>
            <a:prstDash val="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等线"/>
              <a:ea typeface="等线" panose="02010600030101010101" pitchFamily="2" charset="-122"/>
              <a:cs typeface="+mn-cs"/>
            </a:endParaRPr>
          </a:p>
        </p:txBody>
      </p:sp>
      <p:sp>
        <p:nvSpPr>
          <p:cNvPr id="103" name="矩形 102">
            <a:extLst>
              <a:ext uri="{FF2B5EF4-FFF2-40B4-BE49-F238E27FC236}">
                <a16:creationId xmlns:a16="http://schemas.microsoft.com/office/drawing/2014/main" id="{C17CAAA2-A39A-1FBE-26C3-AA79F2ADB7F3}"/>
              </a:ext>
            </a:extLst>
          </p:cNvPr>
          <p:cNvSpPr/>
          <p:nvPr/>
        </p:nvSpPr>
        <p:spPr>
          <a:xfrm>
            <a:off x="528705" y="3429000"/>
            <a:ext cx="11158793" cy="2561010"/>
          </a:xfrm>
          <a:prstGeom prst="rect">
            <a:avLst/>
          </a:prstGeom>
          <a:noFill/>
          <a:ln>
            <a:solidFill>
              <a:srgbClr val="1B4489"/>
            </a:solidFill>
            <a:prstDash val="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等线"/>
              <a:ea typeface="等线" panose="02010600030101010101" pitchFamily="2" charset="-122"/>
              <a:cs typeface="+mn-cs"/>
            </a:endParaRPr>
          </a:p>
        </p:txBody>
      </p:sp>
      <p:cxnSp>
        <p:nvCxnSpPr>
          <p:cNvPr id="105" name="直接连接符 104">
            <a:extLst>
              <a:ext uri="{FF2B5EF4-FFF2-40B4-BE49-F238E27FC236}">
                <a16:creationId xmlns:a16="http://schemas.microsoft.com/office/drawing/2014/main" id="{C7E071F5-4126-724A-156B-D45399D07BFD}"/>
              </a:ext>
            </a:extLst>
          </p:cNvPr>
          <p:cNvCxnSpPr/>
          <p:nvPr/>
        </p:nvCxnSpPr>
        <p:spPr>
          <a:xfrm>
            <a:off x="1795170" y="2329092"/>
            <a:ext cx="0" cy="671295"/>
          </a:xfrm>
          <a:prstGeom prst="line">
            <a:avLst/>
          </a:prstGeom>
          <a:ln>
            <a:solidFill>
              <a:srgbClr val="1B4489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7" name="直接连接符 106">
            <a:extLst>
              <a:ext uri="{FF2B5EF4-FFF2-40B4-BE49-F238E27FC236}">
                <a16:creationId xmlns:a16="http://schemas.microsoft.com/office/drawing/2014/main" id="{C8007D1C-C1AC-8B2B-3E7A-E546970A0D04}"/>
              </a:ext>
            </a:extLst>
          </p:cNvPr>
          <p:cNvCxnSpPr>
            <a:cxnSpLocks/>
          </p:cNvCxnSpPr>
          <p:nvPr/>
        </p:nvCxnSpPr>
        <p:spPr>
          <a:xfrm>
            <a:off x="1824310" y="3657600"/>
            <a:ext cx="0" cy="2059073"/>
          </a:xfrm>
          <a:prstGeom prst="line">
            <a:avLst/>
          </a:prstGeom>
          <a:ln>
            <a:solidFill>
              <a:srgbClr val="1B4489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9" name="文本框 108">
            <a:extLst>
              <a:ext uri="{FF2B5EF4-FFF2-40B4-BE49-F238E27FC236}">
                <a16:creationId xmlns:a16="http://schemas.microsoft.com/office/drawing/2014/main" id="{3B03D82A-B8E8-9451-228B-93A074E92A3E}"/>
              </a:ext>
            </a:extLst>
          </p:cNvPr>
          <p:cNvSpPr txBox="1"/>
          <p:nvPr/>
        </p:nvSpPr>
        <p:spPr>
          <a:xfrm>
            <a:off x="809898" y="2313660"/>
            <a:ext cx="1014412" cy="7078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4000" b="1" i="1" u="none" strike="noStrike" kern="1200" cap="none" spc="0" normalizeH="0" baseline="0" noProof="0" dirty="0">
                <a:ln>
                  <a:noFill/>
                </a:ln>
                <a:solidFill>
                  <a:srgbClr val="1B4489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01</a:t>
            </a:r>
            <a:endParaRPr kumimoji="0" lang="zh-CN" altLang="en-US" sz="4000" b="0" i="1" u="none" strike="noStrike" kern="1200" cap="none" spc="0" normalizeH="0" baseline="0" noProof="0" dirty="0">
              <a:ln>
                <a:noFill/>
              </a:ln>
              <a:solidFill>
                <a:srgbClr val="1B4489"/>
              </a:solidFill>
              <a:effectLst/>
              <a:uLnTx/>
              <a:uFillTx/>
              <a:latin typeface="等线"/>
              <a:ea typeface="等线" panose="02010600030101010101" pitchFamily="2" charset="-122"/>
              <a:cs typeface="+mn-cs"/>
            </a:endParaRPr>
          </a:p>
        </p:txBody>
      </p:sp>
      <p:sp>
        <p:nvSpPr>
          <p:cNvPr id="111" name="文本框 110">
            <a:extLst>
              <a:ext uri="{FF2B5EF4-FFF2-40B4-BE49-F238E27FC236}">
                <a16:creationId xmlns:a16="http://schemas.microsoft.com/office/drawing/2014/main" id="{2FBE60A8-38D3-498E-562C-419C7AA2D2F2}"/>
              </a:ext>
            </a:extLst>
          </p:cNvPr>
          <p:cNvSpPr txBox="1"/>
          <p:nvPr/>
        </p:nvSpPr>
        <p:spPr>
          <a:xfrm>
            <a:off x="823562" y="4355562"/>
            <a:ext cx="1014412" cy="7078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4000" b="1" i="1" u="none" strike="noStrike" kern="1200" cap="none" spc="0" normalizeH="0" baseline="0" noProof="0" dirty="0">
                <a:ln>
                  <a:noFill/>
                </a:ln>
                <a:solidFill>
                  <a:srgbClr val="1B4489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02</a:t>
            </a:r>
            <a:endParaRPr kumimoji="0" lang="zh-CN" altLang="en-US" sz="4000" b="1" i="1" u="none" strike="noStrike" kern="1200" cap="none" spc="0" normalizeH="0" baseline="0" noProof="0" dirty="0">
              <a:ln>
                <a:noFill/>
              </a:ln>
              <a:solidFill>
                <a:srgbClr val="1B4489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cs"/>
            </a:endParaRPr>
          </a:p>
        </p:txBody>
      </p:sp>
      <p:sp>
        <p:nvSpPr>
          <p:cNvPr id="113" name="矩形: 圆角 112">
            <a:extLst>
              <a:ext uri="{FF2B5EF4-FFF2-40B4-BE49-F238E27FC236}">
                <a16:creationId xmlns:a16="http://schemas.microsoft.com/office/drawing/2014/main" id="{28195070-AACC-F017-400A-D7EE9AA728A4}"/>
              </a:ext>
            </a:extLst>
          </p:cNvPr>
          <p:cNvSpPr/>
          <p:nvPr/>
        </p:nvSpPr>
        <p:spPr>
          <a:xfrm rot="5400000" flipV="1">
            <a:off x="5688166" y="-4018133"/>
            <a:ext cx="839873" cy="11158794"/>
          </a:xfrm>
          <a:prstGeom prst="roundRect">
            <a:avLst>
              <a:gd name="adj" fmla="val 2148"/>
            </a:avLst>
          </a:prstGeom>
          <a:solidFill>
            <a:schemeClr val="bg1"/>
          </a:solidFill>
          <a:ln>
            <a:noFill/>
          </a:ln>
          <a:effectLst>
            <a:outerShdw blurRad="381000" algn="ctr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等线"/>
              <a:ea typeface="等线" panose="02010600030101010101" pitchFamily="2" charset="-122"/>
              <a:cs typeface="+mn-cs"/>
            </a:endParaRPr>
          </a:p>
        </p:txBody>
      </p:sp>
      <p:sp>
        <p:nvSpPr>
          <p:cNvPr id="88" name="文本框 87">
            <a:extLst>
              <a:ext uri="{FF2B5EF4-FFF2-40B4-BE49-F238E27FC236}">
                <a16:creationId xmlns:a16="http://schemas.microsoft.com/office/drawing/2014/main" id="{0D1A7DE9-A5AB-933B-565D-D9557B7A736A}"/>
              </a:ext>
            </a:extLst>
          </p:cNvPr>
          <p:cNvSpPr txBox="1"/>
          <p:nvPr/>
        </p:nvSpPr>
        <p:spPr>
          <a:xfrm>
            <a:off x="566806" y="1408663"/>
            <a:ext cx="10579008" cy="37446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0" algn="just">
              <a:lnSpc>
                <a:spcPts val="2200"/>
              </a:lnSpc>
            </a:pPr>
            <a:r>
              <a:rPr lang="zh-CN" altLang="en-US" sz="2000" dirty="0"/>
              <a:t>预期将首次证实：区分“生理性睡眠紊乱”与“感知到的睡眠差”在健康不平等中具有不同作用</a:t>
            </a:r>
            <a:endParaRPr kumimoji="0" lang="zh-CN" altLang="en-US" sz="2000" b="0" i="0" u="none" strike="noStrike" kern="1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cs"/>
            </a:endParaRPr>
          </a:p>
        </p:txBody>
      </p:sp>
      <p:sp>
        <p:nvSpPr>
          <p:cNvPr id="129" name="文本框 128">
            <a:extLst>
              <a:ext uri="{FF2B5EF4-FFF2-40B4-BE49-F238E27FC236}">
                <a16:creationId xmlns:a16="http://schemas.microsoft.com/office/drawing/2014/main" id="{29739263-7AC9-BA3F-E283-FD4F14B0E8FE}"/>
              </a:ext>
            </a:extLst>
          </p:cNvPr>
          <p:cNvSpPr txBox="1"/>
          <p:nvPr/>
        </p:nvSpPr>
        <p:spPr>
          <a:xfrm>
            <a:off x="2001939" y="2411269"/>
            <a:ext cx="9359668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0"/>
            <a:r>
              <a:rPr lang="zh-CN" altLang="en-US" sz="2000" b="1" kern="100" dirty="0">
                <a:solidFill>
                  <a:srgbClr val="1B448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理论贡献：</a:t>
            </a:r>
            <a:r>
              <a:rPr lang="zh-CN" altLang="en-US" sz="2000" kern="1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解析“贫困致痛”的生理 </a:t>
            </a:r>
            <a:r>
              <a:rPr lang="en-US" altLang="zh-CN" sz="2000" kern="1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vs </a:t>
            </a:r>
            <a:r>
              <a:rPr lang="zh-CN" altLang="en-US" sz="2000" kern="1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心理双路径</a:t>
            </a:r>
            <a:endParaRPr kumimoji="0" lang="zh-CN" altLang="en-US" sz="2000" i="0" u="none" strike="noStrike" kern="100" cap="none" spc="0" normalizeH="0" baseline="0" noProof="0" dirty="0">
              <a:ln>
                <a:noFill/>
              </a:ln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cs"/>
            </a:endParaRPr>
          </a:p>
        </p:txBody>
      </p:sp>
      <p:sp>
        <p:nvSpPr>
          <p:cNvPr id="133" name="文本框 132">
            <a:extLst>
              <a:ext uri="{FF2B5EF4-FFF2-40B4-BE49-F238E27FC236}">
                <a16:creationId xmlns:a16="http://schemas.microsoft.com/office/drawing/2014/main" id="{72A43435-E0AF-3276-C771-53133CCB5743}"/>
              </a:ext>
            </a:extLst>
          </p:cNvPr>
          <p:cNvSpPr txBox="1"/>
          <p:nvPr/>
        </p:nvSpPr>
        <p:spPr>
          <a:xfrm>
            <a:off x="1987581" y="3777681"/>
            <a:ext cx="9483493" cy="19389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0"/>
            <a:r>
              <a:rPr lang="zh-CN" altLang="en-US" sz="2000" b="1" kern="100" dirty="0">
                <a:solidFill>
                  <a:srgbClr val="1B448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实践意义：</a:t>
            </a:r>
            <a:endParaRPr lang="en-US" altLang="zh-CN" sz="2000" b="1" kern="100" dirty="0">
              <a:solidFill>
                <a:srgbClr val="1B4489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lvl="0"/>
            <a:endParaRPr lang="en-US" altLang="zh-CN" sz="2000" b="1" kern="100" dirty="0">
              <a:solidFill>
                <a:srgbClr val="1B4489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lvl="0"/>
            <a:r>
              <a:rPr lang="en-US" altLang="zh-CN" sz="2000" kern="1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• </a:t>
            </a:r>
            <a:r>
              <a:rPr lang="zh-CN" altLang="en-US" sz="2000" kern="1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如果 </a:t>
            </a:r>
            <a:r>
              <a:rPr lang="en-US" altLang="zh-CN" sz="2000" kern="1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RCT </a:t>
            </a:r>
            <a:r>
              <a:rPr lang="zh-CN" altLang="en-US" sz="2000" kern="1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成功，将证明 </a:t>
            </a:r>
            <a:r>
              <a:rPr lang="en-US" altLang="zh-CN" sz="2000" kern="1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CBT-I </a:t>
            </a:r>
            <a:r>
              <a:rPr lang="zh-CN" altLang="en-US" sz="2000" kern="1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是缓解健康不平等的高性价比工具 ￼。</a:t>
            </a:r>
            <a:endParaRPr lang="en-US" altLang="zh-CN" sz="2000" kern="1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lvl="0"/>
            <a:r>
              <a:rPr lang="en-US" altLang="zh-CN" sz="2000" kern="1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• </a:t>
            </a:r>
            <a:r>
              <a:rPr lang="zh-CN" altLang="en-US" sz="2000" kern="1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响应论文结论：干预需双管齐下</a:t>
            </a:r>
            <a:r>
              <a:rPr lang="en-US" altLang="zh-CN" sz="2000" kern="1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——</a:t>
            </a:r>
            <a:r>
              <a:rPr lang="zh-CN" altLang="en-US" sz="2000" kern="1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既要改善睡眠，也要解决根源的社会经济劣势 ￼，本计划将提示干预政策不能仅停留在睡眠卫生教育，而必须优先解决低 </a:t>
            </a:r>
            <a:r>
              <a:rPr lang="en-US" altLang="zh-CN" sz="2000" kern="1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SES </a:t>
            </a:r>
            <a:r>
              <a:rPr lang="zh-CN" altLang="en-US" sz="2000" kern="1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人群的生活不稳定性。</a:t>
            </a:r>
          </a:p>
        </p:txBody>
      </p:sp>
    </p:spTree>
    <p:extLst>
      <p:ext uri="{BB962C8B-B14F-4D97-AF65-F5344CB8AC3E}">
        <p14:creationId xmlns:p14="http://schemas.microsoft.com/office/powerpoint/2010/main" val="4256447160"/>
      </p:ext>
    </p:extLst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xmlns:p14="http://schemas.microsoft.com/office/powerpoint/2010/main" spd="slow" p14:dur="1250">
        <p15:prstTrans prst="peelOff"/>
      </p:transition>
    </mc:Choice>
    <mc:Fallback xmlns="">
      <p:transition spd="slow">
        <p:fade/>
      </p:transition>
    </mc:Fallback>
  </mc:AlternateContent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椭圆 29"/>
          <p:cNvSpPr/>
          <p:nvPr/>
        </p:nvSpPr>
        <p:spPr>
          <a:xfrm>
            <a:off x="3302000" y="635000"/>
            <a:ext cx="5588000" cy="5588000"/>
          </a:xfrm>
          <a:prstGeom prst="ellipse">
            <a:avLst/>
          </a:prstGeom>
          <a:solidFill>
            <a:schemeClr val="bg1"/>
          </a:solidFill>
          <a:ln>
            <a:noFill/>
          </a:ln>
          <a:effectLst>
            <a:outerShdw blurRad="355600" sx="101000" sy="101000" algn="ctr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noAutofit/>
          </a:bodyPr>
          <a:lstStyle/>
          <a:p>
            <a:pPr algn="ctr"/>
            <a:endParaRPr lang="zh-CN" altLang="en-US" dirty="0"/>
          </a:p>
        </p:txBody>
      </p:sp>
      <p:sp>
        <p:nvSpPr>
          <p:cNvPr id="31" name="圆: 空心 4"/>
          <p:cNvSpPr/>
          <p:nvPr/>
        </p:nvSpPr>
        <p:spPr>
          <a:xfrm>
            <a:off x="1574800" y="-1092200"/>
            <a:ext cx="9042400" cy="9042400"/>
          </a:xfrm>
          <a:prstGeom prst="donut">
            <a:avLst>
              <a:gd name="adj" fmla="val 6774"/>
            </a:avLst>
          </a:prstGeom>
          <a:gradFill>
            <a:gsLst>
              <a:gs pos="43000">
                <a:srgbClr val="2257AE"/>
              </a:gs>
              <a:gs pos="100000">
                <a:schemeClr val="bg1">
                  <a:alpha val="0"/>
                </a:schemeClr>
              </a:gs>
            </a:gsLst>
            <a:lin ang="5400000" scaled="1"/>
          </a:gra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" name="文本框 2"/>
          <p:cNvSpPr txBox="1"/>
          <p:nvPr/>
        </p:nvSpPr>
        <p:spPr>
          <a:xfrm>
            <a:off x="4055861" y="3635288"/>
            <a:ext cx="4020820" cy="7914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lnSpc>
                <a:spcPct val="125000"/>
              </a:lnSpc>
              <a:defRPr/>
            </a:pPr>
            <a:r>
              <a:rPr lang="zh-CN" altLang="en-US" sz="4000" dirty="0">
                <a:solidFill>
                  <a:srgbClr val="1B4489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成员贡献</a:t>
            </a:r>
            <a:endParaRPr lang="zh-CN" altLang="en-US" sz="4000" dirty="0">
              <a:solidFill>
                <a:srgbClr val="1B4489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cxnSp>
        <p:nvCxnSpPr>
          <p:cNvPr id="4" name="直接连接符 3"/>
          <p:cNvCxnSpPr/>
          <p:nvPr/>
        </p:nvCxnSpPr>
        <p:spPr>
          <a:xfrm>
            <a:off x="4637521" y="3422072"/>
            <a:ext cx="2857500" cy="0"/>
          </a:xfrm>
          <a:prstGeom prst="line">
            <a:avLst/>
          </a:prstGeom>
          <a:ln>
            <a:solidFill>
              <a:srgbClr val="1B4489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5" name="组合 4"/>
          <p:cNvGrpSpPr/>
          <p:nvPr/>
        </p:nvGrpSpPr>
        <p:grpSpPr>
          <a:xfrm>
            <a:off x="5383915" y="1777042"/>
            <a:ext cx="1424169" cy="1425586"/>
            <a:chOff x="4800275" y="1947706"/>
            <a:chExt cx="810699" cy="811505"/>
          </a:xfrm>
        </p:grpSpPr>
        <p:sp>
          <p:nvSpPr>
            <p:cNvPr id="6" name="iSḻîďê"/>
            <p:cNvSpPr/>
            <p:nvPr/>
          </p:nvSpPr>
          <p:spPr bwMode="auto">
            <a:xfrm>
              <a:off x="4934048" y="2082286"/>
              <a:ext cx="542347" cy="542346"/>
            </a:xfrm>
            <a:custGeom>
              <a:avLst/>
              <a:gdLst>
                <a:gd name="T0" fmla="*/ 429 w 858"/>
                <a:gd name="T1" fmla="*/ 0 h 857"/>
                <a:gd name="T2" fmla="*/ 858 w 858"/>
                <a:gd name="T3" fmla="*/ 428 h 857"/>
                <a:gd name="T4" fmla="*/ 429 w 858"/>
                <a:gd name="T5" fmla="*/ 857 h 857"/>
                <a:gd name="T6" fmla="*/ 0 w 858"/>
                <a:gd name="T7" fmla="*/ 428 h 857"/>
                <a:gd name="T8" fmla="*/ 429 w 858"/>
                <a:gd name="T9" fmla="*/ 0 h 857"/>
                <a:gd name="T10" fmla="*/ 429 w 858"/>
                <a:gd name="T11" fmla="*/ 24 h 857"/>
                <a:gd name="T12" fmla="*/ 25 w 858"/>
                <a:gd name="T13" fmla="*/ 428 h 857"/>
                <a:gd name="T14" fmla="*/ 429 w 858"/>
                <a:gd name="T15" fmla="*/ 833 h 857"/>
                <a:gd name="T16" fmla="*/ 834 w 858"/>
                <a:gd name="T17" fmla="*/ 428 h 857"/>
                <a:gd name="T18" fmla="*/ 429 w 858"/>
                <a:gd name="T19" fmla="*/ 24 h 85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858" h="857">
                  <a:moveTo>
                    <a:pt x="429" y="0"/>
                  </a:moveTo>
                  <a:cubicBezTo>
                    <a:pt x="665" y="0"/>
                    <a:pt x="858" y="192"/>
                    <a:pt x="858" y="428"/>
                  </a:cubicBezTo>
                  <a:cubicBezTo>
                    <a:pt x="858" y="665"/>
                    <a:pt x="665" y="857"/>
                    <a:pt x="429" y="857"/>
                  </a:cubicBezTo>
                  <a:cubicBezTo>
                    <a:pt x="193" y="857"/>
                    <a:pt x="0" y="665"/>
                    <a:pt x="0" y="428"/>
                  </a:cubicBezTo>
                  <a:cubicBezTo>
                    <a:pt x="0" y="192"/>
                    <a:pt x="193" y="0"/>
                    <a:pt x="429" y="0"/>
                  </a:cubicBezTo>
                  <a:close/>
                  <a:moveTo>
                    <a:pt x="429" y="24"/>
                  </a:moveTo>
                  <a:cubicBezTo>
                    <a:pt x="207" y="24"/>
                    <a:pt x="25" y="206"/>
                    <a:pt x="25" y="428"/>
                  </a:cubicBezTo>
                  <a:cubicBezTo>
                    <a:pt x="25" y="651"/>
                    <a:pt x="207" y="833"/>
                    <a:pt x="429" y="833"/>
                  </a:cubicBezTo>
                  <a:cubicBezTo>
                    <a:pt x="652" y="833"/>
                    <a:pt x="834" y="651"/>
                    <a:pt x="834" y="428"/>
                  </a:cubicBezTo>
                  <a:cubicBezTo>
                    <a:pt x="834" y="206"/>
                    <a:pt x="652" y="24"/>
                    <a:pt x="429" y="24"/>
                  </a:cubicBezTo>
                  <a:close/>
                </a:path>
              </a:pathLst>
            </a:custGeom>
            <a:solidFill>
              <a:srgbClr val="2257AE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7" name="iśliḍê"/>
            <p:cNvSpPr/>
            <p:nvPr/>
          </p:nvSpPr>
          <p:spPr bwMode="auto">
            <a:xfrm>
              <a:off x="4800275" y="1947706"/>
              <a:ext cx="810699" cy="811505"/>
            </a:xfrm>
            <a:custGeom>
              <a:avLst/>
              <a:gdLst>
                <a:gd name="T0" fmla="*/ 641 w 1283"/>
                <a:gd name="T1" fmla="*/ 0 h 1283"/>
                <a:gd name="T2" fmla="*/ 1283 w 1283"/>
                <a:gd name="T3" fmla="*/ 641 h 1283"/>
                <a:gd name="T4" fmla="*/ 641 w 1283"/>
                <a:gd name="T5" fmla="*/ 1283 h 1283"/>
                <a:gd name="T6" fmla="*/ 0 w 1283"/>
                <a:gd name="T7" fmla="*/ 641 h 1283"/>
                <a:gd name="T8" fmla="*/ 641 w 1283"/>
                <a:gd name="T9" fmla="*/ 0 h 1283"/>
                <a:gd name="T10" fmla="*/ 641 w 1283"/>
                <a:gd name="T11" fmla="*/ 24 h 1283"/>
                <a:gd name="T12" fmla="*/ 24 w 1283"/>
                <a:gd name="T13" fmla="*/ 641 h 1283"/>
                <a:gd name="T14" fmla="*/ 641 w 1283"/>
                <a:gd name="T15" fmla="*/ 1259 h 1283"/>
                <a:gd name="T16" fmla="*/ 1258 w 1283"/>
                <a:gd name="T17" fmla="*/ 641 h 1283"/>
                <a:gd name="T18" fmla="*/ 641 w 1283"/>
                <a:gd name="T19" fmla="*/ 24 h 128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1283" h="1283">
                  <a:moveTo>
                    <a:pt x="641" y="0"/>
                  </a:moveTo>
                  <a:cubicBezTo>
                    <a:pt x="995" y="0"/>
                    <a:pt x="1283" y="288"/>
                    <a:pt x="1283" y="641"/>
                  </a:cubicBezTo>
                  <a:cubicBezTo>
                    <a:pt x="1283" y="995"/>
                    <a:pt x="995" y="1283"/>
                    <a:pt x="641" y="1283"/>
                  </a:cubicBezTo>
                  <a:cubicBezTo>
                    <a:pt x="288" y="1283"/>
                    <a:pt x="0" y="995"/>
                    <a:pt x="0" y="641"/>
                  </a:cubicBezTo>
                  <a:cubicBezTo>
                    <a:pt x="0" y="288"/>
                    <a:pt x="288" y="0"/>
                    <a:pt x="641" y="0"/>
                  </a:cubicBezTo>
                  <a:close/>
                  <a:moveTo>
                    <a:pt x="641" y="24"/>
                  </a:moveTo>
                  <a:cubicBezTo>
                    <a:pt x="301" y="24"/>
                    <a:pt x="24" y="302"/>
                    <a:pt x="24" y="641"/>
                  </a:cubicBezTo>
                  <a:cubicBezTo>
                    <a:pt x="24" y="981"/>
                    <a:pt x="301" y="1259"/>
                    <a:pt x="641" y="1259"/>
                  </a:cubicBezTo>
                  <a:cubicBezTo>
                    <a:pt x="981" y="1259"/>
                    <a:pt x="1258" y="981"/>
                    <a:pt x="1258" y="641"/>
                  </a:cubicBezTo>
                  <a:cubicBezTo>
                    <a:pt x="1258" y="302"/>
                    <a:pt x="981" y="24"/>
                    <a:pt x="641" y="24"/>
                  </a:cubicBezTo>
                  <a:close/>
                </a:path>
              </a:pathLst>
            </a:custGeom>
            <a:solidFill>
              <a:srgbClr val="2257AE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8" name="ïšlîḋè"/>
            <p:cNvSpPr/>
            <p:nvPr/>
          </p:nvSpPr>
          <p:spPr bwMode="auto">
            <a:xfrm>
              <a:off x="4832510" y="1979941"/>
              <a:ext cx="747036" cy="508500"/>
            </a:xfrm>
            <a:custGeom>
              <a:avLst/>
              <a:gdLst>
                <a:gd name="T0" fmla="*/ 46 w 1182"/>
                <a:gd name="T1" fmla="*/ 693 h 803"/>
                <a:gd name="T2" fmla="*/ 46 w 1182"/>
                <a:gd name="T3" fmla="*/ 715 h 803"/>
                <a:gd name="T4" fmla="*/ 139 w 1182"/>
                <a:gd name="T5" fmla="*/ 703 h 803"/>
                <a:gd name="T6" fmla="*/ 51 w 1182"/>
                <a:gd name="T7" fmla="*/ 781 h 803"/>
                <a:gd name="T8" fmla="*/ 82 w 1182"/>
                <a:gd name="T9" fmla="*/ 547 h 803"/>
                <a:gd name="T10" fmla="*/ 22 w 1182"/>
                <a:gd name="T11" fmla="*/ 647 h 803"/>
                <a:gd name="T12" fmla="*/ 22 w 1182"/>
                <a:gd name="T13" fmla="*/ 616 h 803"/>
                <a:gd name="T14" fmla="*/ 4 w 1182"/>
                <a:gd name="T15" fmla="*/ 574 h 803"/>
                <a:gd name="T16" fmla="*/ 136 w 1182"/>
                <a:gd name="T17" fmla="*/ 477 h 803"/>
                <a:gd name="T18" fmla="*/ 143 w 1182"/>
                <a:gd name="T19" fmla="*/ 477 h 803"/>
                <a:gd name="T20" fmla="*/ 24 w 1182"/>
                <a:gd name="T21" fmla="*/ 490 h 803"/>
                <a:gd name="T22" fmla="*/ 156 w 1182"/>
                <a:gd name="T23" fmla="*/ 330 h 803"/>
                <a:gd name="T24" fmla="*/ 193 w 1182"/>
                <a:gd name="T25" fmla="*/ 355 h 803"/>
                <a:gd name="T26" fmla="*/ 143 w 1182"/>
                <a:gd name="T27" fmla="*/ 368 h 803"/>
                <a:gd name="T28" fmla="*/ 159 w 1182"/>
                <a:gd name="T29" fmla="*/ 414 h 803"/>
                <a:gd name="T30" fmla="*/ 186 w 1182"/>
                <a:gd name="T31" fmla="*/ 304 h 803"/>
                <a:gd name="T32" fmla="*/ 228 w 1182"/>
                <a:gd name="T33" fmla="*/ 266 h 803"/>
                <a:gd name="T34" fmla="*/ 236 w 1182"/>
                <a:gd name="T35" fmla="*/ 121 h 803"/>
                <a:gd name="T36" fmla="*/ 271 w 1182"/>
                <a:gd name="T37" fmla="*/ 193 h 803"/>
                <a:gd name="T38" fmla="*/ 224 w 1182"/>
                <a:gd name="T39" fmla="*/ 274 h 803"/>
                <a:gd name="T40" fmla="*/ 500 w 1182"/>
                <a:gd name="T41" fmla="*/ 26 h 803"/>
                <a:gd name="T42" fmla="*/ 417 w 1182"/>
                <a:gd name="T43" fmla="*/ 112 h 803"/>
                <a:gd name="T44" fmla="*/ 447 w 1182"/>
                <a:gd name="T45" fmla="*/ 21 h 803"/>
                <a:gd name="T46" fmla="*/ 492 w 1182"/>
                <a:gd name="T47" fmla="*/ 31 h 803"/>
                <a:gd name="T48" fmla="*/ 532 w 1182"/>
                <a:gd name="T49" fmla="*/ 125 h 803"/>
                <a:gd name="T50" fmla="*/ 573 w 1182"/>
                <a:gd name="T51" fmla="*/ 0 h 803"/>
                <a:gd name="T52" fmla="*/ 662 w 1182"/>
                <a:gd name="T53" fmla="*/ 0 h 803"/>
                <a:gd name="T54" fmla="*/ 557 w 1182"/>
                <a:gd name="T55" fmla="*/ 29 h 803"/>
                <a:gd name="T56" fmla="*/ 727 w 1182"/>
                <a:gd name="T57" fmla="*/ 143 h 803"/>
                <a:gd name="T58" fmla="*/ 753 w 1182"/>
                <a:gd name="T59" fmla="*/ 22 h 803"/>
                <a:gd name="T60" fmla="*/ 662 w 1182"/>
                <a:gd name="T61" fmla="*/ 130 h 803"/>
                <a:gd name="T62" fmla="*/ 892 w 1182"/>
                <a:gd name="T63" fmla="*/ 83 h 803"/>
                <a:gd name="T64" fmla="*/ 773 w 1182"/>
                <a:gd name="T65" fmla="*/ 30 h 803"/>
                <a:gd name="T66" fmla="*/ 812 w 1182"/>
                <a:gd name="T67" fmla="*/ 74 h 803"/>
                <a:gd name="T68" fmla="*/ 855 w 1182"/>
                <a:gd name="T69" fmla="*/ 67 h 803"/>
                <a:gd name="T70" fmla="*/ 864 w 1182"/>
                <a:gd name="T71" fmla="*/ 193 h 803"/>
                <a:gd name="T72" fmla="*/ 951 w 1182"/>
                <a:gd name="T73" fmla="*/ 241 h 803"/>
                <a:gd name="T74" fmla="*/ 924 w 1182"/>
                <a:gd name="T75" fmla="*/ 226 h 803"/>
                <a:gd name="T76" fmla="*/ 965 w 1182"/>
                <a:gd name="T77" fmla="*/ 144 h 803"/>
                <a:gd name="T78" fmla="*/ 920 w 1182"/>
                <a:gd name="T79" fmla="*/ 102 h 803"/>
                <a:gd name="T80" fmla="*/ 1051 w 1182"/>
                <a:gd name="T81" fmla="*/ 244 h 803"/>
                <a:gd name="T82" fmla="*/ 1007 w 1182"/>
                <a:gd name="T83" fmla="*/ 277 h 803"/>
                <a:gd name="T84" fmla="*/ 934 w 1182"/>
                <a:gd name="T85" fmla="*/ 272 h 803"/>
                <a:gd name="T86" fmla="*/ 1070 w 1182"/>
                <a:gd name="T87" fmla="*/ 246 h 803"/>
                <a:gd name="T88" fmla="*/ 1121 w 1182"/>
                <a:gd name="T89" fmla="*/ 427 h 803"/>
                <a:gd name="T90" fmla="*/ 1143 w 1182"/>
                <a:gd name="T91" fmla="*/ 373 h 803"/>
                <a:gd name="T92" fmla="*/ 1024 w 1182"/>
                <a:gd name="T93" fmla="*/ 422 h 803"/>
                <a:gd name="T94" fmla="*/ 1011 w 1182"/>
                <a:gd name="T95" fmla="*/ 391 h 803"/>
                <a:gd name="T96" fmla="*/ 1099 w 1182"/>
                <a:gd name="T97" fmla="*/ 389 h 803"/>
                <a:gd name="T98" fmla="*/ 1055 w 1182"/>
                <a:gd name="T99" fmla="*/ 527 h 803"/>
                <a:gd name="T100" fmla="*/ 1146 w 1182"/>
                <a:gd name="T101" fmla="*/ 454 h 803"/>
                <a:gd name="T102" fmla="*/ 1171 w 1182"/>
                <a:gd name="T103" fmla="*/ 496 h 803"/>
                <a:gd name="T104" fmla="*/ 1075 w 1182"/>
                <a:gd name="T105" fmla="*/ 597 h 803"/>
                <a:gd name="T106" fmla="*/ 1180 w 1182"/>
                <a:gd name="T107" fmla="*/ 523 h 803"/>
                <a:gd name="T108" fmla="*/ 1056 w 1182"/>
                <a:gd name="T109" fmla="*/ 548 h 803"/>
                <a:gd name="T110" fmla="*/ 1146 w 1182"/>
                <a:gd name="T111" fmla="*/ 793 h 803"/>
                <a:gd name="T112" fmla="*/ 1036 w 1182"/>
                <a:gd name="T113" fmla="*/ 737 h 803"/>
                <a:gd name="T114" fmla="*/ 1091 w 1182"/>
                <a:gd name="T115" fmla="*/ 699 h 803"/>
                <a:gd name="T116" fmla="*/ 1160 w 1182"/>
                <a:gd name="T117" fmla="*/ 728 h 803"/>
                <a:gd name="T118" fmla="*/ 1128 w 1182"/>
                <a:gd name="T119" fmla="*/ 755 h 80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  <a:cxn ang="0">
                  <a:pos x="T118" y="T119"/>
                </a:cxn>
              </a:cxnLst>
              <a:rect l="0" t="0" r="r" b="b"/>
              <a:pathLst>
                <a:path w="1182" h="803">
                  <a:moveTo>
                    <a:pt x="42" y="801"/>
                  </a:moveTo>
                  <a:cubicBezTo>
                    <a:pt x="38" y="803"/>
                    <a:pt x="38" y="803"/>
                    <a:pt x="38" y="803"/>
                  </a:cubicBezTo>
                  <a:cubicBezTo>
                    <a:pt x="8" y="699"/>
                    <a:pt x="8" y="699"/>
                    <a:pt x="8" y="699"/>
                  </a:cubicBezTo>
                  <a:cubicBezTo>
                    <a:pt x="45" y="688"/>
                    <a:pt x="45" y="688"/>
                    <a:pt x="45" y="688"/>
                  </a:cubicBezTo>
                  <a:cubicBezTo>
                    <a:pt x="46" y="693"/>
                    <a:pt x="46" y="693"/>
                    <a:pt x="46" y="693"/>
                  </a:cubicBezTo>
                  <a:cubicBezTo>
                    <a:pt x="25" y="701"/>
                    <a:pt x="19" y="717"/>
                    <a:pt x="27" y="741"/>
                  </a:cubicBezTo>
                  <a:cubicBezTo>
                    <a:pt x="29" y="752"/>
                    <a:pt x="34" y="755"/>
                    <a:pt x="40" y="753"/>
                  </a:cubicBezTo>
                  <a:cubicBezTo>
                    <a:pt x="82" y="740"/>
                    <a:pt x="82" y="740"/>
                    <a:pt x="82" y="740"/>
                  </a:cubicBezTo>
                  <a:cubicBezTo>
                    <a:pt x="79" y="723"/>
                    <a:pt x="67" y="716"/>
                    <a:pt x="47" y="720"/>
                  </a:cubicBezTo>
                  <a:cubicBezTo>
                    <a:pt x="46" y="715"/>
                    <a:pt x="46" y="715"/>
                    <a:pt x="46" y="715"/>
                  </a:cubicBezTo>
                  <a:cubicBezTo>
                    <a:pt x="107" y="698"/>
                    <a:pt x="107" y="698"/>
                    <a:pt x="107" y="698"/>
                  </a:cubicBezTo>
                  <a:cubicBezTo>
                    <a:pt x="109" y="703"/>
                    <a:pt x="109" y="703"/>
                    <a:pt x="109" y="703"/>
                  </a:cubicBezTo>
                  <a:cubicBezTo>
                    <a:pt x="89" y="709"/>
                    <a:pt x="83" y="721"/>
                    <a:pt x="89" y="739"/>
                  </a:cubicBezTo>
                  <a:cubicBezTo>
                    <a:pt x="131" y="726"/>
                    <a:pt x="131" y="726"/>
                    <a:pt x="131" y="726"/>
                  </a:cubicBezTo>
                  <a:cubicBezTo>
                    <a:pt x="141" y="725"/>
                    <a:pt x="143" y="717"/>
                    <a:pt x="139" y="703"/>
                  </a:cubicBezTo>
                  <a:cubicBezTo>
                    <a:pt x="143" y="701"/>
                    <a:pt x="143" y="701"/>
                    <a:pt x="143" y="701"/>
                  </a:cubicBezTo>
                  <a:cubicBezTo>
                    <a:pt x="162" y="767"/>
                    <a:pt x="162" y="767"/>
                    <a:pt x="162" y="767"/>
                  </a:cubicBezTo>
                  <a:cubicBezTo>
                    <a:pt x="158" y="768"/>
                    <a:pt x="158" y="768"/>
                    <a:pt x="158" y="768"/>
                  </a:cubicBezTo>
                  <a:cubicBezTo>
                    <a:pt x="154" y="757"/>
                    <a:pt x="148" y="752"/>
                    <a:pt x="139" y="756"/>
                  </a:cubicBezTo>
                  <a:cubicBezTo>
                    <a:pt x="51" y="781"/>
                    <a:pt x="51" y="781"/>
                    <a:pt x="51" y="781"/>
                  </a:cubicBezTo>
                  <a:cubicBezTo>
                    <a:pt x="42" y="783"/>
                    <a:pt x="39" y="790"/>
                    <a:pt x="42" y="801"/>
                  </a:cubicBezTo>
                  <a:close/>
                  <a:moveTo>
                    <a:pt x="0" y="532"/>
                  </a:moveTo>
                  <a:cubicBezTo>
                    <a:pt x="4" y="532"/>
                    <a:pt x="4" y="532"/>
                    <a:pt x="4" y="532"/>
                  </a:cubicBezTo>
                  <a:cubicBezTo>
                    <a:pt x="5" y="543"/>
                    <a:pt x="10" y="548"/>
                    <a:pt x="21" y="547"/>
                  </a:cubicBezTo>
                  <a:cubicBezTo>
                    <a:pt x="82" y="547"/>
                    <a:pt x="82" y="547"/>
                    <a:pt x="82" y="547"/>
                  </a:cubicBezTo>
                  <a:cubicBezTo>
                    <a:pt x="99" y="547"/>
                    <a:pt x="111" y="551"/>
                    <a:pt x="118" y="557"/>
                  </a:cubicBezTo>
                  <a:cubicBezTo>
                    <a:pt x="126" y="566"/>
                    <a:pt x="131" y="578"/>
                    <a:pt x="131" y="594"/>
                  </a:cubicBezTo>
                  <a:cubicBezTo>
                    <a:pt x="131" y="611"/>
                    <a:pt x="128" y="624"/>
                    <a:pt x="121" y="633"/>
                  </a:cubicBezTo>
                  <a:cubicBezTo>
                    <a:pt x="114" y="643"/>
                    <a:pt x="102" y="647"/>
                    <a:pt x="86" y="647"/>
                  </a:cubicBezTo>
                  <a:cubicBezTo>
                    <a:pt x="22" y="647"/>
                    <a:pt x="22" y="647"/>
                    <a:pt x="22" y="647"/>
                  </a:cubicBezTo>
                  <a:cubicBezTo>
                    <a:pt x="10" y="646"/>
                    <a:pt x="4" y="651"/>
                    <a:pt x="4" y="662"/>
                  </a:cubicBezTo>
                  <a:cubicBezTo>
                    <a:pt x="0" y="662"/>
                    <a:pt x="0" y="662"/>
                    <a:pt x="0" y="662"/>
                  </a:cubicBezTo>
                  <a:cubicBezTo>
                    <a:pt x="0" y="597"/>
                    <a:pt x="0" y="597"/>
                    <a:pt x="0" y="597"/>
                  </a:cubicBezTo>
                  <a:cubicBezTo>
                    <a:pt x="4" y="597"/>
                    <a:pt x="4" y="597"/>
                    <a:pt x="4" y="597"/>
                  </a:cubicBezTo>
                  <a:cubicBezTo>
                    <a:pt x="3" y="611"/>
                    <a:pt x="9" y="617"/>
                    <a:pt x="22" y="616"/>
                  </a:cubicBezTo>
                  <a:cubicBezTo>
                    <a:pt x="86" y="616"/>
                    <a:pt x="86" y="616"/>
                    <a:pt x="86" y="616"/>
                  </a:cubicBezTo>
                  <a:cubicBezTo>
                    <a:pt x="110" y="616"/>
                    <a:pt x="123" y="607"/>
                    <a:pt x="123" y="588"/>
                  </a:cubicBezTo>
                  <a:cubicBezTo>
                    <a:pt x="123" y="565"/>
                    <a:pt x="109" y="554"/>
                    <a:pt x="82" y="555"/>
                  </a:cubicBezTo>
                  <a:cubicBezTo>
                    <a:pt x="24" y="555"/>
                    <a:pt x="24" y="555"/>
                    <a:pt x="24" y="555"/>
                  </a:cubicBezTo>
                  <a:cubicBezTo>
                    <a:pt x="11" y="554"/>
                    <a:pt x="4" y="560"/>
                    <a:pt x="4" y="574"/>
                  </a:cubicBezTo>
                  <a:cubicBezTo>
                    <a:pt x="0" y="574"/>
                    <a:pt x="0" y="574"/>
                    <a:pt x="0" y="574"/>
                  </a:cubicBezTo>
                  <a:cubicBezTo>
                    <a:pt x="0" y="532"/>
                    <a:pt x="0" y="532"/>
                    <a:pt x="0" y="532"/>
                  </a:cubicBezTo>
                  <a:close/>
                  <a:moveTo>
                    <a:pt x="31" y="461"/>
                  </a:moveTo>
                  <a:cubicBezTo>
                    <a:pt x="123" y="485"/>
                    <a:pt x="123" y="485"/>
                    <a:pt x="123" y="485"/>
                  </a:cubicBezTo>
                  <a:cubicBezTo>
                    <a:pt x="130" y="488"/>
                    <a:pt x="135" y="485"/>
                    <a:pt x="136" y="477"/>
                  </a:cubicBezTo>
                  <a:cubicBezTo>
                    <a:pt x="144" y="453"/>
                    <a:pt x="128" y="435"/>
                    <a:pt x="90" y="426"/>
                  </a:cubicBezTo>
                  <a:cubicBezTo>
                    <a:pt x="53" y="417"/>
                    <a:pt x="32" y="424"/>
                    <a:pt x="25" y="447"/>
                  </a:cubicBezTo>
                  <a:cubicBezTo>
                    <a:pt x="23" y="455"/>
                    <a:pt x="25" y="460"/>
                    <a:pt x="31" y="461"/>
                  </a:cubicBezTo>
                  <a:close/>
                  <a:moveTo>
                    <a:pt x="128" y="535"/>
                  </a:moveTo>
                  <a:cubicBezTo>
                    <a:pt x="143" y="477"/>
                    <a:pt x="143" y="477"/>
                    <a:pt x="143" y="477"/>
                  </a:cubicBezTo>
                  <a:cubicBezTo>
                    <a:pt x="153" y="433"/>
                    <a:pt x="137" y="405"/>
                    <a:pt x="97" y="393"/>
                  </a:cubicBezTo>
                  <a:cubicBezTo>
                    <a:pt x="58" y="384"/>
                    <a:pt x="31" y="402"/>
                    <a:pt x="19" y="445"/>
                  </a:cubicBezTo>
                  <a:cubicBezTo>
                    <a:pt x="4" y="501"/>
                    <a:pt x="4" y="501"/>
                    <a:pt x="4" y="501"/>
                  </a:cubicBezTo>
                  <a:cubicBezTo>
                    <a:pt x="8" y="502"/>
                    <a:pt x="8" y="502"/>
                    <a:pt x="8" y="502"/>
                  </a:cubicBezTo>
                  <a:cubicBezTo>
                    <a:pt x="11" y="492"/>
                    <a:pt x="17" y="488"/>
                    <a:pt x="24" y="490"/>
                  </a:cubicBezTo>
                  <a:cubicBezTo>
                    <a:pt x="116" y="515"/>
                    <a:pt x="116" y="515"/>
                    <a:pt x="116" y="515"/>
                  </a:cubicBezTo>
                  <a:cubicBezTo>
                    <a:pt x="124" y="517"/>
                    <a:pt x="126" y="523"/>
                    <a:pt x="124" y="533"/>
                  </a:cubicBezTo>
                  <a:cubicBezTo>
                    <a:pt x="128" y="535"/>
                    <a:pt x="128" y="535"/>
                    <a:pt x="128" y="535"/>
                  </a:cubicBezTo>
                  <a:close/>
                  <a:moveTo>
                    <a:pt x="137" y="362"/>
                  </a:moveTo>
                  <a:cubicBezTo>
                    <a:pt x="156" y="330"/>
                    <a:pt x="156" y="330"/>
                    <a:pt x="156" y="330"/>
                  </a:cubicBezTo>
                  <a:cubicBezTo>
                    <a:pt x="106" y="323"/>
                    <a:pt x="106" y="323"/>
                    <a:pt x="106" y="323"/>
                  </a:cubicBezTo>
                  <a:cubicBezTo>
                    <a:pt x="137" y="362"/>
                    <a:pt x="137" y="362"/>
                    <a:pt x="137" y="362"/>
                  </a:cubicBezTo>
                  <a:close/>
                  <a:moveTo>
                    <a:pt x="220" y="300"/>
                  </a:moveTo>
                  <a:cubicBezTo>
                    <a:pt x="224" y="302"/>
                    <a:pt x="224" y="302"/>
                    <a:pt x="224" y="302"/>
                  </a:cubicBezTo>
                  <a:cubicBezTo>
                    <a:pt x="193" y="355"/>
                    <a:pt x="193" y="355"/>
                    <a:pt x="193" y="355"/>
                  </a:cubicBezTo>
                  <a:cubicBezTo>
                    <a:pt x="189" y="353"/>
                    <a:pt x="189" y="353"/>
                    <a:pt x="189" y="353"/>
                  </a:cubicBezTo>
                  <a:cubicBezTo>
                    <a:pt x="189" y="353"/>
                    <a:pt x="189" y="352"/>
                    <a:pt x="190" y="351"/>
                  </a:cubicBezTo>
                  <a:cubicBezTo>
                    <a:pt x="194" y="342"/>
                    <a:pt x="195" y="337"/>
                    <a:pt x="190" y="336"/>
                  </a:cubicBezTo>
                  <a:cubicBezTo>
                    <a:pt x="186" y="334"/>
                    <a:pt x="177" y="332"/>
                    <a:pt x="164" y="331"/>
                  </a:cubicBezTo>
                  <a:cubicBezTo>
                    <a:pt x="143" y="368"/>
                    <a:pt x="143" y="368"/>
                    <a:pt x="143" y="368"/>
                  </a:cubicBezTo>
                  <a:cubicBezTo>
                    <a:pt x="151" y="380"/>
                    <a:pt x="157" y="387"/>
                    <a:pt x="159" y="388"/>
                  </a:cubicBezTo>
                  <a:cubicBezTo>
                    <a:pt x="163" y="390"/>
                    <a:pt x="168" y="387"/>
                    <a:pt x="174" y="379"/>
                  </a:cubicBezTo>
                  <a:cubicBezTo>
                    <a:pt x="174" y="378"/>
                    <a:pt x="174" y="378"/>
                    <a:pt x="174" y="378"/>
                  </a:cubicBezTo>
                  <a:cubicBezTo>
                    <a:pt x="178" y="380"/>
                    <a:pt x="178" y="380"/>
                    <a:pt x="178" y="380"/>
                  </a:cubicBezTo>
                  <a:cubicBezTo>
                    <a:pt x="159" y="414"/>
                    <a:pt x="159" y="414"/>
                    <a:pt x="159" y="414"/>
                  </a:cubicBezTo>
                  <a:cubicBezTo>
                    <a:pt x="155" y="412"/>
                    <a:pt x="155" y="412"/>
                    <a:pt x="155" y="412"/>
                  </a:cubicBezTo>
                  <a:cubicBezTo>
                    <a:pt x="159" y="405"/>
                    <a:pt x="156" y="396"/>
                    <a:pt x="145" y="385"/>
                  </a:cubicBezTo>
                  <a:cubicBezTo>
                    <a:pt x="75" y="295"/>
                    <a:pt x="75" y="295"/>
                    <a:pt x="75" y="295"/>
                  </a:cubicBezTo>
                  <a:cubicBezTo>
                    <a:pt x="78" y="291"/>
                    <a:pt x="78" y="291"/>
                    <a:pt x="78" y="291"/>
                  </a:cubicBezTo>
                  <a:cubicBezTo>
                    <a:pt x="186" y="304"/>
                    <a:pt x="186" y="304"/>
                    <a:pt x="186" y="304"/>
                  </a:cubicBezTo>
                  <a:cubicBezTo>
                    <a:pt x="208" y="308"/>
                    <a:pt x="219" y="306"/>
                    <a:pt x="220" y="300"/>
                  </a:cubicBezTo>
                  <a:close/>
                  <a:moveTo>
                    <a:pt x="225" y="301"/>
                  </a:moveTo>
                  <a:cubicBezTo>
                    <a:pt x="257" y="271"/>
                    <a:pt x="257" y="271"/>
                    <a:pt x="257" y="271"/>
                  </a:cubicBezTo>
                  <a:cubicBezTo>
                    <a:pt x="254" y="268"/>
                    <a:pt x="254" y="268"/>
                    <a:pt x="254" y="268"/>
                  </a:cubicBezTo>
                  <a:cubicBezTo>
                    <a:pt x="244" y="277"/>
                    <a:pt x="236" y="276"/>
                    <a:pt x="228" y="266"/>
                  </a:cubicBezTo>
                  <a:cubicBezTo>
                    <a:pt x="176" y="211"/>
                    <a:pt x="176" y="211"/>
                    <a:pt x="176" y="211"/>
                  </a:cubicBezTo>
                  <a:cubicBezTo>
                    <a:pt x="308" y="227"/>
                    <a:pt x="308" y="227"/>
                    <a:pt x="308" y="227"/>
                  </a:cubicBezTo>
                  <a:cubicBezTo>
                    <a:pt x="311" y="224"/>
                    <a:pt x="311" y="224"/>
                    <a:pt x="311" y="224"/>
                  </a:cubicBezTo>
                  <a:cubicBezTo>
                    <a:pt x="236" y="143"/>
                    <a:pt x="236" y="143"/>
                    <a:pt x="236" y="143"/>
                  </a:cubicBezTo>
                  <a:cubicBezTo>
                    <a:pt x="228" y="136"/>
                    <a:pt x="229" y="129"/>
                    <a:pt x="236" y="121"/>
                  </a:cubicBezTo>
                  <a:cubicBezTo>
                    <a:pt x="233" y="118"/>
                    <a:pt x="233" y="118"/>
                    <a:pt x="233" y="118"/>
                  </a:cubicBezTo>
                  <a:cubicBezTo>
                    <a:pt x="203" y="146"/>
                    <a:pt x="203" y="146"/>
                    <a:pt x="203" y="146"/>
                  </a:cubicBezTo>
                  <a:cubicBezTo>
                    <a:pt x="206" y="149"/>
                    <a:pt x="206" y="149"/>
                    <a:pt x="206" y="149"/>
                  </a:cubicBezTo>
                  <a:cubicBezTo>
                    <a:pt x="216" y="140"/>
                    <a:pt x="224" y="141"/>
                    <a:pt x="232" y="151"/>
                  </a:cubicBezTo>
                  <a:cubicBezTo>
                    <a:pt x="271" y="193"/>
                    <a:pt x="271" y="193"/>
                    <a:pt x="271" y="193"/>
                  </a:cubicBezTo>
                  <a:cubicBezTo>
                    <a:pt x="167" y="179"/>
                    <a:pt x="167" y="179"/>
                    <a:pt x="167" y="179"/>
                  </a:cubicBezTo>
                  <a:cubicBezTo>
                    <a:pt x="138" y="206"/>
                    <a:pt x="138" y="206"/>
                    <a:pt x="138" y="206"/>
                  </a:cubicBezTo>
                  <a:cubicBezTo>
                    <a:pt x="141" y="209"/>
                    <a:pt x="141" y="209"/>
                    <a:pt x="141" y="209"/>
                  </a:cubicBezTo>
                  <a:cubicBezTo>
                    <a:pt x="143" y="207"/>
                    <a:pt x="150" y="207"/>
                    <a:pt x="163" y="208"/>
                  </a:cubicBezTo>
                  <a:cubicBezTo>
                    <a:pt x="224" y="274"/>
                    <a:pt x="224" y="274"/>
                    <a:pt x="224" y="274"/>
                  </a:cubicBezTo>
                  <a:cubicBezTo>
                    <a:pt x="232" y="281"/>
                    <a:pt x="231" y="289"/>
                    <a:pt x="222" y="298"/>
                  </a:cubicBezTo>
                  <a:cubicBezTo>
                    <a:pt x="225" y="301"/>
                    <a:pt x="225" y="301"/>
                    <a:pt x="225" y="301"/>
                  </a:cubicBezTo>
                  <a:close/>
                  <a:moveTo>
                    <a:pt x="509" y="2"/>
                  </a:moveTo>
                  <a:cubicBezTo>
                    <a:pt x="510" y="7"/>
                    <a:pt x="510" y="7"/>
                    <a:pt x="510" y="7"/>
                  </a:cubicBezTo>
                  <a:cubicBezTo>
                    <a:pt x="500" y="10"/>
                    <a:pt x="496" y="16"/>
                    <a:pt x="500" y="26"/>
                  </a:cubicBezTo>
                  <a:cubicBezTo>
                    <a:pt x="513" y="86"/>
                    <a:pt x="513" y="86"/>
                    <a:pt x="513" y="86"/>
                  </a:cubicBezTo>
                  <a:cubicBezTo>
                    <a:pt x="517" y="103"/>
                    <a:pt x="516" y="115"/>
                    <a:pt x="511" y="123"/>
                  </a:cubicBezTo>
                  <a:cubicBezTo>
                    <a:pt x="505" y="133"/>
                    <a:pt x="494" y="140"/>
                    <a:pt x="478" y="144"/>
                  </a:cubicBezTo>
                  <a:cubicBezTo>
                    <a:pt x="461" y="148"/>
                    <a:pt x="448" y="147"/>
                    <a:pt x="438" y="143"/>
                  </a:cubicBezTo>
                  <a:cubicBezTo>
                    <a:pt x="427" y="138"/>
                    <a:pt x="420" y="128"/>
                    <a:pt x="417" y="112"/>
                  </a:cubicBezTo>
                  <a:cubicBezTo>
                    <a:pt x="403" y="50"/>
                    <a:pt x="403" y="50"/>
                    <a:pt x="403" y="50"/>
                  </a:cubicBezTo>
                  <a:cubicBezTo>
                    <a:pt x="401" y="38"/>
                    <a:pt x="394" y="33"/>
                    <a:pt x="383" y="36"/>
                  </a:cubicBezTo>
                  <a:cubicBezTo>
                    <a:pt x="382" y="32"/>
                    <a:pt x="382" y="32"/>
                    <a:pt x="382" y="32"/>
                  </a:cubicBezTo>
                  <a:cubicBezTo>
                    <a:pt x="446" y="17"/>
                    <a:pt x="446" y="17"/>
                    <a:pt x="446" y="17"/>
                  </a:cubicBezTo>
                  <a:cubicBezTo>
                    <a:pt x="447" y="21"/>
                    <a:pt x="447" y="21"/>
                    <a:pt x="447" y="21"/>
                  </a:cubicBezTo>
                  <a:cubicBezTo>
                    <a:pt x="433" y="23"/>
                    <a:pt x="428" y="30"/>
                    <a:pt x="432" y="43"/>
                  </a:cubicBezTo>
                  <a:cubicBezTo>
                    <a:pt x="447" y="105"/>
                    <a:pt x="447" y="105"/>
                    <a:pt x="447" y="105"/>
                  </a:cubicBezTo>
                  <a:cubicBezTo>
                    <a:pt x="452" y="129"/>
                    <a:pt x="463" y="139"/>
                    <a:pt x="482" y="135"/>
                  </a:cubicBezTo>
                  <a:cubicBezTo>
                    <a:pt x="505" y="130"/>
                    <a:pt x="512" y="114"/>
                    <a:pt x="505" y="87"/>
                  </a:cubicBezTo>
                  <a:cubicBezTo>
                    <a:pt x="492" y="31"/>
                    <a:pt x="492" y="31"/>
                    <a:pt x="492" y="31"/>
                  </a:cubicBezTo>
                  <a:cubicBezTo>
                    <a:pt x="490" y="18"/>
                    <a:pt x="483" y="13"/>
                    <a:pt x="470" y="16"/>
                  </a:cubicBezTo>
                  <a:cubicBezTo>
                    <a:pt x="469" y="12"/>
                    <a:pt x="469" y="12"/>
                    <a:pt x="469" y="12"/>
                  </a:cubicBezTo>
                  <a:cubicBezTo>
                    <a:pt x="509" y="2"/>
                    <a:pt x="509" y="2"/>
                    <a:pt x="509" y="2"/>
                  </a:cubicBezTo>
                  <a:close/>
                  <a:moveTo>
                    <a:pt x="532" y="129"/>
                  </a:moveTo>
                  <a:cubicBezTo>
                    <a:pt x="532" y="125"/>
                    <a:pt x="532" y="125"/>
                    <a:pt x="532" y="125"/>
                  </a:cubicBezTo>
                  <a:cubicBezTo>
                    <a:pt x="544" y="124"/>
                    <a:pt x="550" y="119"/>
                    <a:pt x="549" y="109"/>
                  </a:cubicBezTo>
                  <a:cubicBezTo>
                    <a:pt x="549" y="19"/>
                    <a:pt x="549" y="19"/>
                    <a:pt x="549" y="19"/>
                  </a:cubicBezTo>
                  <a:cubicBezTo>
                    <a:pt x="541" y="9"/>
                    <a:pt x="535" y="4"/>
                    <a:pt x="533" y="5"/>
                  </a:cubicBezTo>
                  <a:cubicBezTo>
                    <a:pt x="533" y="0"/>
                    <a:pt x="533" y="0"/>
                    <a:pt x="533" y="0"/>
                  </a:cubicBezTo>
                  <a:cubicBezTo>
                    <a:pt x="573" y="0"/>
                    <a:pt x="573" y="0"/>
                    <a:pt x="573" y="0"/>
                  </a:cubicBezTo>
                  <a:cubicBezTo>
                    <a:pt x="639" y="82"/>
                    <a:pt x="639" y="82"/>
                    <a:pt x="639" y="82"/>
                  </a:cubicBezTo>
                  <a:cubicBezTo>
                    <a:pt x="639" y="24"/>
                    <a:pt x="639" y="24"/>
                    <a:pt x="639" y="24"/>
                  </a:cubicBezTo>
                  <a:cubicBezTo>
                    <a:pt x="640" y="12"/>
                    <a:pt x="634" y="5"/>
                    <a:pt x="621" y="5"/>
                  </a:cubicBezTo>
                  <a:cubicBezTo>
                    <a:pt x="621" y="0"/>
                    <a:pt x="621" y="0"/>
                    <a:pt x="621" y="0"/>
                  </a:cubicBezTo>
                  <a:cubicBezTo>
                    <a:pt x="662" y="0"/>
                    <a:pt x="662" y="0"/>
                    <a:pt x="662" y="0"/>
                  </a:cubicBezTo>
                  <a:cubicBezTo>
                    <a:pt x="662" y="5"/>
                    <a:pt x="662" y="5"/>
                    <a:pt x="662" y="5"/>
                  </a:cubicBezTo>
                  <a:cubicBezTo>
                    <a:pt x="651" y="6"/>
                    <a:pt x="646" y="11"/>
                    <a:pt x="647" y="21"/>
                  </a:cubicBezTo>
                  <a:cubicBezTo>
                    <a:pt x="647" y="132"/>
                    <a:pt x="647" y="132"/>
                    <a:pt x="647" y="132"/>
                  </a:cubicBezTo>
                  <a:cubicBezTo>
                    <a:pt x="642" y="132"/>
                    <a:pt x="642" y="132"/>
                    <a:pt x="642" y="132"/>
                  </a:cubicBezTo>
                  <a:cubicBezTo>
                    <a:pt x="557" y="29"/>
                    <a:pt x="557" y="29"/>
                    <a:pt x="557" y="29"/>
                  </a:cubicBezTo>
                  <a:cubicBezTo>
                    <a:pt x="557" y="105"/>
                    <a:pt x="557" y="105"/>
                    <a:pt x="557" y="105"/>
                  </a:cubicBezTo>
                  <a:cubicBezTo>
                    <a:pt x="556" y="118"/>
                    <a:pt x="562" y="125"/>
                    <a:pt x="575" y="125"/>
                  </a:cubicBezTo>
                  <a:cubicBezTo>
                    <a:pt x="575" y="129"/>
                    <a:pt x="575" y="129"/>
                    <a:pt x="575" y="129"/>
                  </a:cubicBezTo>
                  <a:cubicBezTo>
                    <a:pt x="532" y="129"/>
                    <a:pt x="532" y="129"/>
                    <a:pt x="532" y="129"/>
                  </a:cubicBezTo>
                  <a:close/>
                  <a:moveTo>
                    <a:pt x="727" y="143"/>
                  </a:moveTo>
                  <a:cubicBezTo>
                    <a:pt x="714" y="141"/>
                    <a:pt x="709" y="135"/>
                    <a:pt x="712" y="126"/>
                  </a:cubicBezTo>
                  <a:cubicBezTo>
                    <a:pt x="731" y="36"/>
                    <a:pt x="731" y="36"/>
                    <a:pt x="731" y="36"/>
                  </a:cubicBezTo>
                  <a:cubicBezTo>
                    <a:pt x="732" y="27"/>
                    <a:pt x="739" y="23"/>
                    <a:pt x="751" y="26"/>
                  </a:cubicBezTo>
                  <a:cubicBezTo>
                    <a:pt x="751" y="26"/>
                    <a:pt x="752" y="26"/>
                    <a:pt x="752" y="26"/>
                  </a:cubicBezTo>
                  <a:cubicBezTo>
                    <a:pt x="753" y="22"/>
                    <a:pt x="753" y="22"/>
                    <a:pt x="753" y="22"/>
                  </a:cubicBezTo>
                  <a:cubicBezTo>
                    <a:pt x="687" y="8"/>
                    <a:pt x="687" y="8"/>
                    <a:pt x="687" y="8"/>
                  </a:cubicBezTo>
                  <a:cubicBezTo>
                    <a:pt x="686" y="12"/>
                    <a:pt x="686" y="12"/>
                    <a:pt x="686" y="12"/>
                  </a:cubicBezTo>
                  <a:cubicBezTo>
                    <a:pt x="699" y="15"/>
                    <a:pt x="703" y="21"/>
                    <a:pt x="701" y="30"/>
                  </a:cubicBezTo>
                  <a:cubicBezTo>
                    <a:pt x="682" y="119"/>
                    <a:pt x="682" y="119"/>
                    <a:pt x="682" y="119"/>
                  </a:cubicBezTo>
                  <a:cubicBezTo>
                    <a:pt x="681" y="128"/>
                    <a:pt x="674" y="132"/>
                    <a:pt x="662" y="130"/>
                  </a:cubicBezTo>
                  <a:cubicBezTo>
                    <a:pt x="661" y="134"/>
                    <a:pt x="661" y="134"/>
                    <a:pt x="661" y="134"/>
                  </a:cubicBezTo>
                  <a:cubicBezTo>
                    <a:pt x="726" y="148"/>
                    <a:pt x="726" y="148"/>
                    <a:pt x="726" y="148"/>
                  </a:cubicBezTo>
                  <a:cubicBezTo>
                    <a:pt x="727" y="143"/>
                    <a:pt x="727" y="143"/>
                    <a:pt x="727" y="143"/>
                  </a:cubicBezTo>
                  <a:close/>
                  <a:moveTo>
                    <a:pt x="894" y="79"/>
                  </a:moveTo>
                  <a:cubicBezTo>
                    <a:pt x="892" y="83"/>
                    <a:pt x="892" y="83"/>
                    <a:pt x="892" y="83"/>
                  </a:cubicBezTo>
                  <a:cubicBezTo>
                    <a:pt x="885" y="80"/>
                    <a:pt x="878" y="82"/>
                    <a:pt x="870" y="91"/>
                  </a:cubicBezTo>
                  <a:cubicBezTo>
                    <a:pt x="786" y="174"/>
                    <a:pt x="786" y="174"/>
                    <a:pt x="786" y="174"/>
                  </a:cubicBezTo>
                  <a:cubicBezTo>
                    <a:pt x="781" y="172"/>
                    <a:pt x="781" y="172"/>
                    <a:pt x="781" y="172"/>
                  </a:cubicBezTo>
                  <a:cubicBezTo>
                    <a:pt x="783" y="49"/>
                    <a:pt x="783" y="49"/>
                    <a:pt x="783" y="49"/>
                  </a:cubicBezTo>
                  <a:cubicBezTo>
                    <a:pt x="783" y="40"/>
                    <a:pt x="780" y="33"/>
                    <a:pt x="773" y="30"/>
                  </a:cubicBezTo>
                  <a:cubicBezTo>
                    <a:pt x="775" y="26"/>
                    <a:pt x="775" y="26"/>
                    <a:pt x="775" y="26"/>
                  </a:cubicBezTo>
                  <a:cubicBezTo>
                    <a:pt x="833" y="52"/>
                    <a:pt x="833" y="52"/>
                    <a:pt x="833" y="52"/>
                  </a:cubicBezTo>
                  <a:cubicBezTo>
                    <a:pt x="832" y="56"/>
                    <a:pt x="832" y="56"/>
                    <a:pt x="832" y="56"/>
                  </a:cubicBezTo>
                  <a:cubicBezTo>
                    <a:pt x="820" y="51"/>
                    <a:pt x="814" y="52"/>
                    <a:pt x="813" y="57"/>
                  </a:cubicBezTo>
                  <a:cubicBezTo>
                    <a:pt x="812" y="60"/>
                    <a:pt x="812" y="66"/>
                    <a:pt x="812" y="74"/>
                  </a:cubicBezTo>
                  <a:cubicBezTo>
                    <a:pt x="810" y="140"/>
                    <a:pt x="810" y="140"/>
                    <a:pt x="810" y="140"/>
                  </a:cubicBezTo>
                  <a:cubicBezTo>
                    <a:pt x="858" y="92"/>
                    <a:pt x="858" y="92"/>
                    <a:pt x="858" y="92"/>
                  </a:cubicBezTo>
                  <a:cubicBezTo>
                    <a:pt x="858" y="92"/>
                    <a:pt x="859" y="91"/>
                    <a:pt x="860" y="90"/>
                  </a:cubicBezTo>
                  <a:cubicBezTo>
                    <a:pt x="864" y="86"/>
                    <a:pt x="866" y="84"/>
                    <a:pt x="867" y="82"/>
                  </a:cubicBezTo>
                  <a:cubicBezTo>
                    <a:pt x="870" y="77"/>
                    <a:pt x="866" y="72"/>
                    <a:pt x="855" y="67"/>
                  </a:cubicBezTo>
                  <a:cubicBezTo>
                    <a:pt x="857" y="63"/>
                    <a:pt x="857" y="63"/>
                    <a:pt x="857" y="63"/>
                  </a:cubicBezTo>
                  <a:cubicBezTo>
                    <a:pt x="894" y="79"/>
                    <a:pt x="894" y="79"/>
                    <a:pt x="894" y="79"/>
                  </a:cubicBezTo>
                  <a:close/>
                  <a:moveTo>
                    <a:pt x="920" y="102"/>
                  </a:moveTo>
                  <a:cubicBezTo>
                    <a:pt x="929" y="110"/>
                    <a:pt x="930" y="117"/>
                    <a:pt x="924" y="124"/>
                  </a:cubicBezTo>
                  <a:cubicBezTo>
                    <a:pt x="864" y="193"/>
                    <a:pt x="864" y="193"/>
                    <a:pt x="864" y="193"/>
                  </a:cubicBezTo>
                  <a:cubicBezTo>
                    <a:pt x="859" y="201"/>
                    <a:pt x="851" y="200"/>
                    <a:pt x="842" y="193"/>
                  </a:cubicBezTo>
                  <a:cubicBezTo>
                    <a:pt x="839" y="196"/>
                    <a:pt x="839" y="196"/>
                    <a:pt x="839" y="196"/>
                  </a:cubicBezTo>
                  <a:cubicBezTo>
                    <a:pt x="923" y="269"/>
                    <a:pt x="923" y="269"/>
                    <a:pt x="923" y="269"/>
                  </a:cubicBezTo>
                  <a:cubicBezTo>
                    <a:pt x="954" y="244"/>
                    <a:pt x="954" y="244"/>
                    <a:pt x="954" y="244"/>
                  </a:cubicBezTo>
                  <a:cubicBezTo>
                    <a:pt x="951" y="241"/>
                    <a:pt x="951" y="241"/>
                    <a:pt x="951" y="241"/>
                  </a:cubicBezTo>
                  <a:cubicBezTo>
                    <a:pt x="928" y="252"/>
                    <a:pt x="909" y="250"/>
                    <a:pt x="891" y="234"/>
                  </a:cubicBezTo>
                  <a:cubicBezTo>
                    <a:pt x="882" y="226"/>
                    <a:pt x="880" y="220"/>
                    <a:pt x="885" y="215"/>
                  </a:cubicBezTo>
                  <a:cubicBezTo>
                    <a:pt x="916" y="180"/>
                    <a:pt x="916" y="180"/>
                    <a:pt x="916" y="180"/>
                  </a:cubicBezTo>
                  <a:cubicBezTo>
                    <a:pt x="931" y="192"/>
                    <a:pt x="933" y="206"/>
                    <a:pt x="920" y="223"/>
                  </a:cubicBezTo>
                  <a:cubicBezTo>
                    <a:pt x="924" y="226"/>
                    <a:pt x="924" y="226"/>
                    <a:pt x="924" y="226"/>
                  </a:cubicBezTo>
                  <a:cubicBezTo>
                    <a:pt x="966" y="177"/>
                    <a:pt x="966" y="177"/>
                    <a:pt x="966" y="177"/>
                  </a:cubicBezTo>
                  <a:cubicBezTo>
                    <a:pt x="962" y="174"/>
                    <a:pt x="962" y="174"/>
                    <a:pt x="962" y="174"/>
                  </a:cubicBezTo>
                  <a:cubicBezTo>
                    <a:pt x="948" y="189"/>
                    <a:pt x="934" y="189"/>
                    <a:pt x="920" y="175"/>
                  </a:cubicBezTo>
                  <a:cubicBezTo>
                    <a:pt x="949" y="142"/>
                    <a:pt x="949" y="142"/>
                    <a:pt x="949" y="142"/>
                  </a:cubicBezTo>
                  <a:cubicBezTo>
                    <a:pt x="953" y="136"/>
                    <a:pt x="958" y="137"/>
                    <a:pt x="965" y="144"/>
                  </a:cubicBezTo>
                  <a:cubicBezTo>
                    <a:pt x="987" y="161"/>
                    <a:pt x="991" y="179"/>
                    <a:pt x="978" y="196"/>
                  </a:cubicBezTo>
                  <a:cubicBezTo>
                    <a:pt x="981" y="200"/>
                    <a:pt x="981" y="200"/>
                    <a:pt x="981" y="200"/>
                  </a:cubicBezTo>
                  <a:cubicBezTo>
                    <a:pt x="1006" y="171"/>
                    <a:pt x="1006" y="171"/>
                    <a:pt x="1006" y="171"/>
                  </a:cubicBezTo>
                  <a:cubicBezTo>
                    <a:pt x="923" y="99"/>
                    <a:pt x="923" y="99"/>
                    <a:pt x="923" y="99"/>
                  </a:cubicBezTo>
                  <a:cubicBezTo>
                    <a:pt x="920" y="102"/>
                    <a:pt x="920" y="102"/>
                    <a:pt x="920" y="102"/>
                  </a:cubicBezTo>
                  <a:close/>
                  <a:moveTo>
                    <a:pt x="1051" y="244"/>
                  </a:moveTo>
                  <a:cubicBezTo>
                    <a:pt x="1011" y="273"/>
                    <a:pt x="1011" y="273"/>
                    <a:pt x="1011" y="273"/>
                  </a:cubicBezTo>
                  <a:cubicBezTo>
                    <a:pt x="1026" y="294"/>
                    <a:pt x="1040" y="298"/>
                    <a:pt x="1056" y="284"/>
                  </a:cubicBezTo>
                  <a:cubicBezTo>
                    <a:pt x="1070" y="273"/>
                    <a:pt x="1073" y="261"/>
                    <a:pt x="1064" y="249"/>
                  </a:cubicBezTo>
                  <a:cubicBezTo>
                    <a:pt x="1059" y="241"/>
                    <a:pt x="1055" y="239"/>
                    <a:pt x="1051" y="244"/>
                  </a:cubicBezTo>
                  <a:close/>
                  <a:moveTo>
                    <a:pt x="1013" y="377"/>
                  </a:moveTo>
                  <a:cubicBezTo>
                    <a:pt x="1009" y="379"/>
                    <a:pt x="1009" y="379"/>
                    <a:pt x="1009" y="379"/>
                  </a:cubicBezTo>
                  <a:cubicBezTo>
                    <a:pt x="986" y="348"/>
                    <a:pt x="986" y="348"/>
                    <a:pt x="986" y="348"/>
                  </a:cubicBezTo>
                  <a:cubicBezTo>
                    <a:pt x="1010" y="281"/>
                    <a:pt x="1010" y="281"/>
                    <a:pt x="1010" y="281"/>
                  </a:cubicBezTo>
                  <a:cubicBezTo>
                    <a:pt x="1007" y="277"/>
                    <a:pt x="1007" y="277"/>
                    <a:pt x="1007" y="277"/>
                  </a:cubicBezTo>
                  <a:cubicBezTo>
                    <a:pt x="977" y="299"/>
                    <a:pt x="977" y="299"/>
                    <a:pt x="977" y="299"/>
                  </a:cubicBezTo>
                  <a:cubicBezTo>
                    <a:pt x="967" y="305"/>
                    <a:pt x="965" y="313"/>
                    <a:pt x="973" y="323"/>
                  </a:cubicBezTo>
                  <a:cubicBezTo>
                    <a:pt x="969" y="326"/>
                    <a:pt x="969" y="326"/>
                    <a:pt x="969" y="326"/>
                  </a:cubicBezTo>
                  <a:cubicBezTo>
                    <a:pt x="930" y="275"/>
                    <a:pt x="930" y="275"/>
                    <a:pt x="930" y="275"/>
                  </a:cubicBezTo>
                  <a:cubicBezTo>
                    <a:pt x="934" y="272"/>
                    <a:pt x="934" y="272"/>
                    <a:pt x="934" y="272"/>
                  </a:cubicBezTo>
                  <a:cubicBezTo>
                    <a:pt x="941" y="282"/>
                    <a:pt x="949" y="283"/>
                    <a:pt x="958" y="274"/>
                  </a:cubicBezTo>
                  <a:cubicBezTo>
                    <a:pt x="1025" y="224"/>
                    <a:pt x="1025" y="224"/>
                    <a:pt x="1025" y="224"/>
                  </a:cubicBezTo>
                  <a:cubicBezTo>
                    <a:pt x="1036" y="217"/>
                    <a:pt x="1038" y="209"/>
                    <a:pt x="1030" y="200"/>
                  </a:cubicBezTo>
                  <a:cubicBezTo>
                    <a:pt x="1033" y="197"/>
                    <a:pt x="1033" y="197"/>
                    <a:pt x="1033" y="197"/>
                  </a:cubicBezTo>
                  <a:cubicBezTo>
                    <a:pt x="1070" y="246"/>
                    <a:pt x="1070" y="246"/>
                    <a:pt x="1070" y="246"/>
                  </a:cubicBezTo>
                  <a:cubicBezTo>
                    <a:pt x="1091" y="274"/>
                    <a:pt x="1093" y="295"/>
                    <a:pt x="1076" y="309"/>
                  </a:cubicBezTo>
                  <a:cubicBezTo>
                    <a:pt x="1063" y="319"/>
                    <a:pt x="1049" y="317"/>
                    <a:pt x="1032" y="305"/>
                  </a:cubicBezTo>
                  <a:cubicBezTo>
                    <a:pt x="1011" y="368"/>
                    <a:pt x="1011" y="368"/>
                    <a:pt x="1011" y="368"/>
                  </a:cubicBezTo>
                  <a:cubicBezTo>
                    <a:pt x="1011" y="372"/>
                    <a:pt x="1011" y="375"/>
                    <a:pt x="1013" y="377"/>
                  </a:cubicBezTo>
                  <a:close/>
                  <a:moveTo>
                    <a:pt x="1121" y="427"/>
                  </a:moveTo>
                  <a:cubicBezTo>
                    <a:pt x="1159" y="412"/>
                    <a:pt x="1159" y="412"/>
                    <a:pt x="1159" y="412"/>
                  </a:cubicBezTo>
                  <a:cubicBezTo>
                    <a:pt x="1157" y="406"/>
                    <a:pt x="1157" y="406"/>
                    <a:pt x="1157" y="406"/>
                  </a:cubicBezTo>
                  <a:cubicBezTo>
                    <a:pt x="1152" y="407"/>
                    <a:pt x="1149" y="406"/>
                    <a:pt x="1148" y="403"/>
                  </a:cubicBezTo>
                  <a:cubicBezTo>
                    <a:pt x="1148" y="402"/>
                    <a:pt x="1147" y="399"/>
                    <a:pt x="1147" y="395"/>
                  </a:cubicBezTo>
                  <a:cubicBezTo>
                    <a:pt x="1147" y="386"/>
                    <a:pt x="1145" y="378"/>
                    <a:pt x="1143" y="373"/>
                  </a:cubicBezTo>
                  <a:cubicBezTo>
                    <a:pt x="1133" y="348"/>
                    <a:pt x="1116" y="340"/>
                    <a:pt x="1092" y="348"/>
                  </a:cubicBezTo>
                  <a:cubicBezTo>
                    <a:pt x="1077" y="353"/>
                    <a:pt x="1069" y="368"/>
                    <a:pt x="1067" y="393"/>
                  </a:cubicBezTo>
                  <a:cubicBezTo>
                    <a:pt x="1066" y="407"/>
                    <a:pt x="1066" y="407"/>
                    <a:pt x="1066" y="407"/>
                  </a:cubicBezTo>
                  <a:cubicBezTo>
                    <a:pt x="1066" y="423"/>
                    <a:pt x="1062" y="433"/>
                    <a:pt x="1052" y="436"/>
                  </a:cubicBezTo>
                  <a:cubicBezTo>
                    <a:pt x="1039" y="440"/>
                    <a:pt x="1030" y="435"/>
                    <a:pt x="1024" y="422"/>
                  </a:cubicBezTo>
                  <a:cubicBezTo>
                    <a:pt x="1017" y="403"/>
                    <a:pt x="1024" y="386"/>
                    <a:pt x="1046" y="370"/>
                  </a:cubicBezTo>
                  <a:cubicBezTo>
                    <a:pt x="1045" y="365"/>
                    <a:pt x="1045" y="365"/>
                    <a:pt x="1045" y="365"/>
                  </a:cubicBezTo>
                  <a:cubicBezTo>
                    <a:pt x="1002" y="382"/>
                    <a:pt x="1002" y="382"/>
                    <a:pt x="1002" y="382"/>
                  </a:cubicBezTo>
                  <a:cubicBezTo>
                    <a:pt x="1004" y="387"/>
                    <a:pt x="1004" y="387"/>
                    <a:pt x="1004" y="387"/>
                  </a:cubicBezTo>
                  <a:cubicBezTo>
                    <a:pt x="1008" y="387"/>
                    <a:pt x="1010" y="388"/>
                    <a:pt x="1011" y="391"/>
                  </a:cubicBezTo>
                  <a:cubicBezTo>
                    <a:pt x="1012" y="392"/>
                    <a:pt x="1013" y="395"/>
                    <a:pt x="1013" y="399"/>
                  </a:cubicBezTo>
                  <a:cubicBezTo>
                    <a:pt x="1014" y="408"/>
                    <a:pt x="1016" y="416"/>
                    <a:pt x="1019" y="423"/>
                  </a:cubicBezTo>
                  <a:cubicBezTo>
                    <a:pt x="1031" y="450"/>
                    <a:pt x="1049" y="460"/>
                    <a:pt x="1072" y="452"/>
                  </a:cubicBezTo>
                  <a:cubicBezTo>
                    <a:pt x="1087" y="446"/>
                    <a:pt x="1095" y="436"/>
                    <a:pt x="1097" y="420"/>
                  </a:cubicBezTo>
                  <a:cubicBezTo>
                    <a:pt x="1099" y="389"/>
                    <a:pt x="1099" y="389"/>
                    <a:pt x="1099" y="389"/>
                  </a:cubicBezTo>
                  <a:cubicBezTo>
                    <a:pt x="1100" y="373"/>
                    <a:pt x="1104" y="364"/>
                    <a:pt x="1113" y="362"/>
                  </a:cubicBezTo>
                  <a:cubicBezTo>
                    <a:pt x="1123" y="358"/>
                    <a:pt x="1131" y="362"/>
                    <a:pt x="1137" y="374"/>
                  </a:cubicBezTo>
                  <a:cubicBezTo>
                    <a:pt x="1143" y="391"/>
                    <a:pt x="1137" y="407"/>
                    <a:pt x="1119" y="422"/>
                  </a:cubicBezTo>
                  <a:cubicBezTo>
                    <a:pt x="1121" y="427"/>
                    <a:pt x="1121" y="427"/>
                    <a:pt x="1121" y="427"/>
                  </a:cubicBezTo>
                  <a:close/>
                  <a:moveTo>
                    <a:pt x="1055" y="527"/>
                  </a:moveTo>
                  <a:cubicBezTo>
                    <a:pt x="1051" y="528"/>
                    <a:pt x="1051" y="528"/>
                    <a:pt x="1051" y="528"/>
                  </a:cubicBezTo>
                  <a:cubicBezTo>
                    <a:pt x="1035" y="463"/>
                    <a:pt x="1035" y="463"/>
                    <a:pt x="1035" y="463"/>
                  </a:cubicBezTo>
                  <a:cubicBezTo>
                    <a:pt x="1039" y="462"/>
                    <a:pt x="1039" y="462"/>
                    <a:pt x="1039" y="462"/>
                  </a:cubicBezTo>
                  <a:cubicBezTo>
                    <a:pt x="1043" y="474"/>
                    <a:pt x="1049" y="479"/>
                    <a:pt x="1057" y="476"/>
                  </a:cubicBezTo>
                  <a:cubicBezTo>
                    <a:pt x="1146" y="454"/>
                    <a:pt x="1146" y="454"/>
                    <a:pt x="1146" y="454"/>
                  </a:cubicBezTo>
                  <a:cubicBezTo>
                    <a:pt x="1155" y="452"/>
                    <a:pt x="1159" y="445"/>
                    <a:pt x="1155" y="433"/>
                  </a:cubicBezTo>
                  <a:cubicBezTo>
                    <a:pt x="1160" y="432"/>
                    <a:pt x="1160" y="432"/>
                    <a:pt x="1160" y="432"/>
                  </a:cubicBezTo>
                  <a:cubicBezTo>
                    <a:pt x="1176" y="497"/>
                    <a:pt x="1176" y="497"/>
                    <a:pt x="1176" y="497"/>
                  </a:cubicBezTo>
                  <a:cubicBezTo>
                    <a:pt x="1172" y="498"/>
                    <a:pt x="1172" y="498"/>
                    <a:pt x="1172" y="498"/>
                  </a:cubicBezTo>
                  <a:cubicBezTo>
                    <a:pt x="1172" y="497"/>
                    <a:pt x="1171" y="497"/>
                    <a:pt x="1171" y="496"/>
                  </a:cubicBezTo>
                  <a:cubicBezTo>
                    <a:pt x="1168" y="485"/>
                    <a:pt x="1163" y="480"/>
                    <a:pt x="1153" y="483"/>
                  </a:cubicBezTo>
                  <a:cubicBezTo>
                    <a:pt x="1065" y="505"/>
                    <a:pt x="1065" y="505"/>
                    <a:pt x="1065" y="505"/>
                  </a:cubicBezTo>
                  <a:cubicBezTo>
                    <a:pt x="1055" y="507"/>
                    <a:pt x="1052" y="514"/>
                    <a:pt x="1055" y="527"/>
                  </a:cubicBezTo>
                  <a:close/>
                  <a:moveTo>
                    <a:pt x="1057" y="616"/>
                  </a:moveTo>
                  <a:cubicBezTo>
                    <a:pt x="1056" y="602"/>
                    <a:pt x="1062" y="596"/>
                    <a:pt x="1075" y="597"/>
                  </a:cubicBezTo>
                  <a:cubicBezTo>
                    <a:pt x="1175" y="595"/>
                    <a:pt x="1175" y="595"/>
                    <a:pt x="1175" y="595"/>
                  </a:cubicBezTo>
                  <a:cubicBezTo>
                    <a:pt x="1176" y="617"/>
                    <a:pt x="1166" y="630"/>
                    <a:pt x="1144" y="632"/>
                  </a:cubicBezTo>
                  <a:cubicBezTo>
                    <a:pt x="1144" y="638"/>
                    <a:pt x="1144" y="638"/>
                    <a:pt x="1144" y="638"/>
                  </a:cubicBezTo>
                  <a:cubicBezTo>
                    <a:pt x="1182" y="637"/>
                    <a:pt x="1182" y="637"/>
                    <a:pt x="1182" y="637"/>
                  </a:cubicBezTo>
                  <a:cubicBezTo>
                    <a:pt x="1180" y="523"/>
                    <a:pt x="1180" y="523"/>
                    <a:pt x="1180" y="523"/>
                  </a:cubicBezTo>
                  <a:cubicBezTo>
                    <a:pt x="1142" y="523"/>
                    <a:pt x="1142" y="523"/>
                    <a:pt x="1142" y="523"/>
                  </a:cubicBezTo>
                  <a:cubicBezTo>
                    <a:pt x="1142" y="528"/>
                    <a:pt x="1142" y="528"/>
                    <a:pt x="1142" y="528"/>
                  </a:cubicBezTo>
                  <a:cubicBezTo>
                    <a:pt x="1164" y="530"/>
                    <a:pt x="1175" y="542"/>
                    <a:pt x="1175" y="565"/>
                  </a:cubicBezTo>
                  <a:cubicBezTo>
                    <a:pt x="1074" y="566"/>
                    <a:pt x="1074" y="566"/>
                    <a:pt x="1074" y="566"/>
                  </a:cubicBezTo>
                  <a:cubicBezTo>
                    <a:pt x="1061" y="568"/>
                    <a:pt x="1055" y="562"/>
                    <a:pt x="1056" y="548"/>
                  </a:cubicBezTo>
                  <a:cubicBezTo>
                    <a:pt x="1051" y="548"/>
                    <a:pt x="1051" y="548"/>
                    <a:pt x="1051" y="548"/>
                  </a:cubicBezTo>
                  <a:cubicBezTo>
                    <a:pt x="1053" y="616"/>
                    <a:pt x="1053" y="616"/>
                    <a:pt x="1053" y="616"/>
                  </a:cubicBezTo>
                  <a:cubicBezTo>
                    <a:pt x="1057" y="616"/>
                    <a:pt x="1057" y="616"/>
                    <a:pt x="1057" y="616"/>
                  </a:cubicBezTo>
                  <a:close/>
                  <a:moveTo>
                    <a:pt x="1151" y="794"/>
                  </a:moveTo>
                  <a:cubicBezTo>
                    <a:pt x="1146" y="793"/>
                    <a:pt x="1146" y="793"/>
                    <a:pt x="1146" y="793"/>
                  </a:cubicBezTo>
                  <a:cubicBezTo>
                    <a:pt x="1146" y="793"/>
                    <a:pt x="1146" y="793"/>
                    <a:pt x="1146" y="792"/>
                  </a:cubicBezTo>
                  <a:cubicBezTo>
                    <a:pt x="1147" y="787"/>
                    <a:pt x="1145" y="782"/>
                    <a:pt x="1142" y="779"/>
                  </a:cubicBezTo>
                  <a:cubicBezTo>
                    <a:pt x="1091" y="731"/>
                    <a:pt x="1091" y="731"/>
                    <a:pt x="1091" y="731"/>
                  </a:cubicBezTo>
                  <a:cubicBezTo>
                    <a:pt x="1057" y="724"/>
                    <a:pt x="1057" y="724"/>
                    <a:pt x="1057" y="724"/>
                  </a:cubicBezTo>
                  <a:cubicBezTo>
                    <a:pt x="1045" y="720"/>
                    <a:pt x="1038" y="724"/>
                    <a:pt x="1036" y="737"/>
                  </a:cubicBezTo>
                  <a:cubicBezTo>
                    <a:pt x="1031" y="736"/>
                    <a:pt x="1031" y="736"/>
                    <a:pt x="1031" y="736"/>
                  </a:cubicBezTo>
                  <a:cubicBezTo>
                    <a:pt x="1045" y="671"/>
                    <a:pt x="1045" y="671"/>
                    <a:pt x="1045" y="671"/>
                  </a:cubicBezTo>
                  <a:cubicBezTo>
                    <a:pt x="1049" y="672"/>
                    <a:pt x="1049" y="672"/>
                    <a:pt x="1049" y="672"/>
                  </a:cubicBezTo>
                  <a:cubicBezTo>
                    <a:pt x="1046" y="685"/>
                    <a:pt x="1051" y="692"/>
                    <a:pt x="1063" y="693"/>
                  </a:cubicBezTo>
                  <a:cubicBezTo>
                    <a:pt x="1091" y="699"/>
                    <a:pt x="1091" y="699"/>
                    <a:pt x="1091" y="699"/>
                  </a:cubicBezTo>
                  <a:cubicBezTo>
                    <a:pt x="1160" y="678"/>
                    <a:pt x="1160" y="678"/>
                    <a:pt x="1160" y="678"/>
                  </a:cubicBezTo>
                  <a:cubicBezTo>
                    <a:pt x="1167" y="676"/>
                    <a:pt x="1171" y="672"/>
                    <a:pt x="1173" y="665"/>
                  </a:cubicBezTo>
                  <a:cubicBezTo>
                    <a:pt x="1178" y="666"/>
                    <a:pt x="1178" y="666"/>
                    <a:pt x="1178" y="666"/>
                  </a:cubicBezTo>
                  <a:cubicBezTo>
                    <a:pt x="1164" y="729"/>
                    <a:pt x="1164" y="729"/>
                    <a:pt x="1164" y="729"/>
                  </a:cubicBezTo>
                  <a:cubicBezTo>
                    <a:pt x="1160" y="728"/>
                    <a:pt x="1160" y="728"/>
                    <a:pt x="1160" y="728"/>
                  </a:cubicBezTo>
                  <a:cubicBezTo>
                    <a:pt x="1163" y="716"/>
                    <a:pt x="1162" y="711"/>
                    <a:pt x="1157" y="711"/>
                  </a:cubicBezTo>
                  <a:cubicBezTo>
                    <a:pt x="1155" y="711"/>
                    <a:pt x="1152" y="711"/>
                    <a:pt x="1148" y="713"/>
                  </a:cubicBezTo>
                  <a:cubicBezTo>
                    <a:pt x="1147" y="713"/>
                    <a:pt x="1146" y="714"/>
                    <a:pt x="1146" y="714"/>
                  </a:cubicBezTo>
                  <a:cubicBezTo>
                    <a:pt x="1097" y="727"/>
                    <a:pt x="1097" y="727"/>
                    <a:pt x="1097" y="727"/>
                  </a:cubicBezTo>
                  <a:cubicBezTo>
                    <a:pt x="1128" y="755"/>
                    <a:pt x="1128" y="755"/>
                    <a:pt x="1128" y="755"/>
                  </a:cubicBezTo>
                  <a:cubicBezTo>
                    <a:pt x="1133" y="760"/>
                    <a:pt x="1138" y="764"/>
                    <a:pt x="1143" y="765"/>
                  </a:cubicBezTo>
                  <a:cubicBezTo>
                    <a:pt x="1148" y="767"/>
                    <a:pt x="1152" y="763"/>
                    <a:pt x="1155" y="752"/>
                  </a:cubicBezTo>
                  <a:cubicBezTo>
                    <a:pt x="1159" y="753"/>
                    <a:pt x="1159" y="753"/>
                    <a:pt x="1159" y="753"/>
                  </a:cubicBezTo>
                  <a:lnTo>
                    <a:pt x="1151" y="794"/>
                  </a:lnTo>
                  <a:close/>
                </a:path>
              </a:pathLst>
            </a:custGeom>
            <a:solidFill>
              <a:srgbClr val="2257AE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9" name="íṥļiďè"/>
            <p:cNvSpPr/>
            <p:nvPr/>
          </p:nvSpPr>
          <p:spPr bwMode="auto">
            <a:xfrm>
              <a:off x="5224965" y="2643167"/>
              <a:ext cx="70111" cy="84616"/>
            </a:xfrm>
            <a:custGeom>
              <a:avLst/>
              <a:gdLst>
                <a:gd name="T0" fmla="*/ 4 w 111"/>
                <a:gd name="T1" fmla="*/ 78 h 133"/>
                <a:gd name="T2" fmla="*/ 1 w 111"/>
                <a:gd name="T3" fmla="*/ 41 h 133"/>
                <a:gd name="T4" fmla="*/ 14 w 111"/>
                <a:gd name="T5" fmla="*/ 16 h 133"/>
                <a:gd name="T6" fmla="*/ 40 w 111"/>
                <a:gd name="T7" fmla="*/ 3 h 133"/>
                <a:gd name="T8" fmla="*/ 63 w 111"/>
                <a:gd name="T9" fmla="*/ 1 h 133"/>
                <a:gd name="T10" fmla="*/ 82 w 111"/>
                <a:gd name="T11" fmla="*/ 9 h 133"/>
                <a:gd name="T12" fmla="*/ 96 w 111"/>
                <a:gd name="T13" fmla="*/ 26 h 133"/>
                <a:gd name="T14" fmla="*/ 106 w 111"/>
                <a:gd name="T15" fmla="*/ 54 h 133"/>
                <a:gd name="T16" fmla="*/ 109 w 111"/>
                <a:gd name="T17" fmla="*/ 91 h 133"/>
                <a:gd name="T18" fmla="*/ 97 w 111"/>
                <a:gd name="T19" fmla="*/ 115 h 133"/>
                <a:gd name="T20" fmla="*/ 70 w 111"/>
                <a:gd name="T21" fmla="*/ 129 h 133"/>
                <a:gd name="T22" fmla="*/ 31 w 111"/>
                <a:gd name="T23" fmla="*/ 125 h 133"/>
                <a:gd name="T24" fmla="*/ 4 w 111"/>
                <a:gd name="T25" fmla="*/ 78 h 133"/>
                <a:gd name="T26" fmla="*/ 24 w 111"/>
                <a:gd name="T27" fmla="*/ 73 h 133"/>
                <a:gd name="T28" fmla="*/ 42 w 111"/>
                <a:gd name="T29" fmla="*/ 112 h 133"/>
                <a:gd name="T30" fmla="*/ 67 w 111"/>
                <a:gd name="T31" fmla="*/ 117 h 133"/>
                <a:gd name="T32" fmla="*/ 87 w 111"/>
                <a:gd name="T33" fmla="*/ 101 h 133"/>
                <a:gd name="T34" fmla="*/ 87 w 111"/>
                <a:gd name="T35" fmla="*/ 59 h 133"/>
                <a:gd name="T36" fmla="*/ 68 w 111"/>
                <a:gd name="T37" fmla="*/ 20 h 133"/>
                <a:gd name="T38" fmla="*/ 43 w 111"/>
                <a:gd name="T39" fmla="*/ 15 h 133"/>
                <a:gd name="T40" fmla="*/ 24 w 111"/>
                <a:gd name="T41" fmla="*/ 29 h 133"/>
                <a:gd name="T42" fmla="*/ 24 w 111"/>
                <a:gd name="T43" fmla="*/ 73 h 13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</a:cxnLst>
              <a:rect l="0" t="0" r="r" b="b"/>
              <a:pathLst>
                <a:path w="111" h="133">
                  <a:moveTo>
                    <a:pt x="4" y="78"/>
                  </a:moveTo>
                  <a:cubicBezTo>
                    <a:pt x="0" y="63"/>
                    <a:pt x="0" y="51"/>
                    <a:pt x="1" y="41"/>
                  </a:cubicBezTo>
                  <a:cubicBezTo>
                    <a:pt x="3" y="31"/>
                    <a:pt x="7" y="23"/>
                    <a:pt x="14" y="16"/>
                  </a:cubicBezTo>
                  <a:cubicBezTo>
                    <a:pt x="20" y="10"/>
                    <a:pt x="29" y="5"/>
                    <a:pt x="40" y="3"/>
                  </a:cubicBezTo>
                  <a:cubicBezTo>
                    <a:pt x="49" y="1"/>
                    <a:pt x="56" y="0"/>
                    <a:pt x="63" y="1"/>
                  </a:cubicBezTo>
                  <a:cubicBezTo>
                    <a:pt x="70" y="3"/>
                    <a:pt x="77" y="5"/>
                    <a:pt x="82" y="9"/>
                  </a:cubicBezTo>
                  <a:cubicBezTo>
                    <a:pt x="87" y="13"/>
                    <a:pt x="92" y="19"/>
                    <a:pt x="96" y="26"/>
                  </a:cubicBezTo>
                  <a:cubicBezTo>
                    <a:pt x="100" y="32"/>
                    <a:pt x="104" y="42"/>
                    <a:pt x="106" y="54"/>
                  </a:cubicBezTo>
                  <a:cubicBezTo>
                    <a:pt x="110" y="69"/>
                    <a:pt x="111" y="81"/>
                    <a:pt x="109" y="91"/>
                  </a:cubicBezTo>
                  <a:cubicBezTo>
                    <a:pt x="107" y="101"/>
                    <a:pt x="103" y="109"/>
                    <a:pt x="97" y="115"/>
                  </a:cubicBezTo>
                  <a:cubicBezTo>
                    <a:pt x="90" y="122"/>
                    <a:pt x="81" y="127"/>
                    <a:pt x="70" y="129"/>
                  </a:cubicBezTo>
                  <a:cubicBezTo>
                    <a:pt x="55" y="133"/>
                    <a:pt x="42" y="131"/>
                    <a:pt x="31" y="125"/>
                  </a:cubicBezTo>
                  <a:cubicBezTo>
                    <a:pt x="18" y="117"/>
                    <a:pt x="9" y="101"/>
                    <a:pt x="4" y="78"/>
                  </a:cubicBezTo>
                  <a:close/>
                  <a:moveTo>
                    <a:pt x="24" y="73"/>
                  </a:moveTo>
                  <a:cubicBezTo>
                    <a:pt x="28" y="94"/>
                    <a:pt x="35" y="106"/>
                    <a:pt x="42" y="112"/>
                  </a:cubicBezTo>
                  <a:cubicBezTo>
                    <a:pt x="50" y="117"/>
                    <a:pt x="58" y="119"/>
                    <a:pt x="67" y="117"/>
                  </a:cubicBezTo>
                  <a:cubicBezTo>
                    <a:pt x="76" y="115"/>
                    <a:pt x="82" y="110"/>
                    <a:pt x="87" y="101"/>
                  </a:cubicBezTo>
                  <a:cubicBezTo>
                    <a:pt x="91" y="93"/>
                    <a:pt x="91" y="79"/>
                    <a:pt x="87" y="59"/>
                  </a:cubicBezTo>
                  <a:cubicBezTo>
                    <a:pt x="82" y="38"/>
                    <a:pt x="76" y="25"/>
                    <a:pt x="68" y="20"/>
                  </a:cubicBezTo>
                  <a:cubicBezTo>
                    <a:pt x="60" y="15"/>
                    <a:pt x="52" y="13"/>
                    <a:pt x="43" y="15"/>
                  </a:cubicBezTo>
                  <a:cubicBezTo>
                    <a:pt x="34" y="17"/>
                    <a:pt x="28" y="22"/>
                    <a:pt x="24" y="29"/>
                  </a:cubicBezTo>
                  <a:cubicBezTo>
                    <a:pt x="19" y="38"/>
                    <a:pt x="19" y="53"/>
                    <a:pt x="24" y="73"/>
                  </a:cubicBezTo>
                  <a:close/>
                </a:path>
              </a:pathLst>
            </a:custGeom>
            <a:solidFill>
              <a:srgbClr val="2257AE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0" name="ïşḻiḋe"/>
            <p:cNvSpPr/>
            <p:nvPr/>
          </p:nvSpPr>
          <p:spPr bwMode="auto">
            <a:xfrm>
              <a:off x="5357933" y="2585950"/>
              <a:ext cx="77363" cy="91063"/>
            </a:xfrm>
            <a:custGeom>
              <a:avLst/>
              <a:gdLst>
                <a:gd name="T0" fmla="*/ 21 w 123"/>
                <a:gd name="T1" fmla="*/ 125 h 144"/>
                <a:gd name="T2" fmla="*/ 40 w 123"/>
                <a:gd name="T3" fmla="*/ 115 h 144"/>
                <a:gd name="T4" fmla="*/ 58 w 123"/>
                <a:gd name="T5" fmla="*/ 127 h 144"/>
                <a:gd name="T6" fmla="*/ 79 w 123"/>
                <a:gd name="T7" fmla="*/ 125 h 144"/>
                <a:gd name="T8" fmla="*/ 99 w 123"/>
                <a:gd name="T9" fmla="*/ 107 h 144"/>
                <a:gd name="T10" fmla="*/ 99 w 123"/>
                <a:gd name="T11" fmla="*/ 82 h 144"/>
                <a:gd name="T12" fmla="*/ 81 w 123"/>
                <a:gd name="T13" fmla="*/ 67 h 144"/>
                <a:gd name="T14" fmla="*/ 54 w 123"/>
                <a:gd name="T15" fmla="*/ 70 h 144"/>
                <a:gd name="T16" fmla="*/ 39 w 123"/>
                <a:gd name="T17" fmla="*/ 80 h 144"/>
                <a:gd name="T18" fmla="*/ 31 w 123"/>
                <a:gd name="T19" fmla="*/ 93 h 144"/>
                <a:gd name="T20" fmla="*/ 13 w 123"/>
                <a:gd name="T21" fmla="*/ 99 h 144"/>
                <a:gd name="T22" fmla="*/ 0 w 123"/>
                <a:gd name="T23" fmla="*/ 33 h 144"/>
                <a:gd name="T24" fmla="*/ 76 w 123"/>
                <a:gd name="T25" fmla="*/ 0 h 144"/>
                <a:gd name="T26" fmla="*/ 83 w 123"/>
                <a:gd name="T27" fmla="*/ 14 h 144"/>
                <a:gd name="T28" fmla="*/ 22 w 123"/>
                <a:gd name="T29" fmla="*/ 40 h 144"/>
                <a:gd name="T30" fmla="*/ 28 w 123"/>
                <a:gd name="T31" fmla="*/ 75 h 144"/>
                <a:gd name="T32" fmla="*/ 53 w 123"/>
                <a:gd name="T33" fmla="*/ 55 h 144"/>
                <a:gd name="T34" fmla="*/ 92 w 123"/>
                <a:gd name="T35" fmla="*/ 51 h 144"/>
                <a:gd name="T36" fmla="*/ 118 w 123"/>
                <a:gd name="T37" fmla="*/ 73 h 144"/>
                <a:gd name="T38" fmla="*/ 119 w 123"/>
                <a:gd name="T39" fmla="*/ 105 h 144"/>
                <a:gd name="T40" fmla="*/ 85 w 123"/>
                <a:gd name="T41" fmla="*/ 136 h 144"/>
                <a:gd name="T42" fmla="*/ 47 w 123"/>
                <a:gd name="T43" fmla="*/ 142 h 144"/>
                <a:gd name="T44" fmla="*/ 21 w 123"/>
                <a:gd name="T45" fmla="*/ 125 h 14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</a:cxnLst>
              <a:rect l="0" t="0" r="r" b="b"/>
              <a:pathLst>
                <a:path w="123" h="144">
                  <a:moveTo>
                    <a:pt x="21" y="125"/>
                  </a:moveTo>
                  <a:cubicBezTo>
                    <a:pt x="40" y="115"/>
                    <a:pt x="40" y="115"/>
                    <a:pt x="40" y="115"/>
                  </a:cubicBezTo>
                  <a:cubicBezTo>
                    <a:pt x="45" y="122"/>
                    <a:pt x="51" y="126"/>
                    <a:pt x="58" y="127"/>
                  </a:cubicBezTo>
                  <a:cubicBezTo>
                    <a:pt x="65" y="129"/>
                    <a:pt x="72" y="128"/>
                    <a:pt x="79" y="125"/>
                  </a:cubicBezTo>
                  <a:cubicBezTo>
                    <a:pt x="89" y="121"/>
                    <a:pt x="95" y="115"/>
                    <a:pt x="99" y="107"/>
                  </a:cubicBezTo>
                  <a:cubicBezTo>
                    <a:pt x="103" y="99"/>
                    <a:pt x="103" y="91"/>
                    <a:pt x="99" y="82"/>
                  </a:cubicBezTo>
                  <a:cubicBezTo>
                    <a:pt x="95" y="74"/>
                    <a:pt x="89" y="69"/>
                    <a:pt x="81" y="67"/>
                  </a:cubicBezTo>
                  <a:cubicBezTo>
                    <a:pt x="73" y="65"/>
                    <a:pt x="64" y="66"/>
                    <a:pt x="54" y="70"/>
                  </a:cubicBezTo>
                  <a:cubicBezTo>
                    <a:pt x="48" y="72"/>
                    <a:pt x="43" y="76"/>
                    <a:pt x="39" y="80"/>
                  </a:cubicBezTo>
                  <a:cubicBezTo>
                    <a:pt x="35" y="84"/>
                    <a:pt x="33" y="89"/>
                    <a:pt x="31" y="93"/>
                  </a:cubicBezTo>
                  <a:cubicBezTo>
                    <a:pt x="13" y="99"/>
                    <a:pt x="13" y="99"/>
                    <a:pt x="13" y="99"/>
                  </a:cubicBezTo>
                  <a:cubicBezTo>
                    <a:pt x="0" y="33"/>
                    <a:pt x="0" y="33"/>
                    <a:pt x="0" y="33"/>
                  </a:cubicBezTo>
                  <a:cubicBezTo>
                    <a:pt x="76" y="0"/>
                    <a:pt x="76" y="0"/>
                    <a:pt x="76" y="0"/>
                  </a:cubicBezTo>
                  <a:cubicBezTo>
                    <a:pt x="83" y="14"/>
                    <a:pt x="83" y="14"/>
                    <a:pt x="83" y="14"/>
                  </a:cubicBezTo>
                  <a:cubicBezTo>
                    <a:pt x="22" y="40"/>
                    <a:pt x="22" y="40"/>
                    <a:pt x="22" y="40"/>
                  </a:cubicBezTo>
                  <a:cubicBezTo>
                    <a:pt x="28" y="75"/>
                    <a:pt x="28" y="75"/>
                    <a:pt x="28" y="75"/>
                  </a:cubicBezTo>
                  <a:cubicBezTo>
                    <a:pt x="35" y="66"/>
                    <a:pt x="43" y="59"/>
                    <a:pt x="53" y="55"/>
                  </a:cubicBezTo>
                  <a:cubicBezTo>
                    <a:pt x="67" y="49"/>
                    <a:pt x="79" y="48"/>
                    <a:pt x="92" y="51"/>
                  </a:cubicBezTo>
                  <a:cubicBezTo>
                    <a:pt x="104" y="54"/>
                    <a:pt x="113" y="62"/>
                    <a:pt x="118" y="73"/>
                  </a:cubicBezTo>
                  <a:cubicBezTo>
                    <a:pt x="123" y="83"/>
                    <a:pt x="123" y="94"/>
                    <a:pt x="119" y="105"/>
                  </a:cubicBezTo>
                  <a:cubicBezTo>
                    <a:pt x="113" y="119"/>
                    <a:pt x="102" y="129"/>
                    <a:pt x="85" y="136"/>
                  </a:cubicBezTo>
                  <a:cubicBezTo>
                    <a:pt x="71" y="142"/>
                    <a:pt x="58" y="144"/>
                    <a:pt x="47" y="142"/>
                  </a:cubicBezTo>
                  <a:cubicBezTo>
                    <a:pt x="35" y="140"/>
                    <a:pt x="27" y="134"/>
                    <a:pt x="21" y="125"/>
                  </a:cubicBezTo>
                  <a:close/>
                </a:path>
              </a:pathLst>
            </a:custGeom>
            <a:solidFill>
              <a:srgbClr val="2257AE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1" name="iśḷiḍê"/>
            <p:cNvSpPr/>
            <p:nvPr/>
          </p:nvSpPr>
          <p:spPr bwMode="auto">
            <a:xfrm>
              <a:off x="5079104" y="2633496"/>
              <a:ext cx="74139" cy="83810"/>
            </a:xfrm>
            <a:custGeom>
              <a:avLst/>
              <a:gdLst>
                <a:gd name="T0" fmla="*/ 1 w 117"/>
                <a:gd name="T1" fmla="*/ 84 h 132"/>
                <a:gd name="T2" fmla="*/ 20 w 117"/>
                <a:gd name="T3" fmla="*/ 88 h 132"/>
                <a:gd name="T4" fmla="*/ 25 w 117"/>
                <a:gd name="T5" fmla="*/ 106 h 132"/>
                <a:gd name="T6" fmla="*/ 40 w 117"/>
                <a:gd name="T7" fmla="*/ 115 h 132"/>
                <a:gd name="T8" fmla="*/ 57 w 117"/>
                <a:gd name="T9" fmla="*/ 117 h 132"/>
                <a:gd name="T10" fmla="*/ 70 w 117"/>
                <a:gd name="T11" fmla="*/ 112 h 132"/>
                <a:gd name="T12" fmla="*/ 81 w 117"/>
                <a:gd name="T13" fmla="*/ 100 h 132"/>
                <a:gd name="T14" fmla="*/ 90 w 117"/>
                <a:gd name="T15" fmla="*/ 82 h 132"/>
                <a:gd name="T16" fmla="*/ 91 w 117"/>
                <a:gd name="T17" fmla="*/ 79 h 132"/>
                <a:gd name="T18" fmla="*/ 71 w 117"/>
                <a:gd name="T19" fmla="*/ 86 h 132"/>
                <a:gd name="T20" fmla="*/ 49 w 117"/>
                <a:gd name="T21" fmla="*/ 84 h 132"/>
                <a:gd name="T22" fmla="*/ 19 w 117"/>
                <a:gd name="T23" fmla="*/ 63 h 132"/>
                <a:gd name="T24" fmla="*/ 15 w 117"/>
                <a:gd name="T25" fmla="*/ 30 h 132"/>
                <a:gd name="T26" fmla="*/ 38 w 117"/>
                <a:gd name="T27" fmla="*/ 5 h 132"/>
                <a:gd name="T28" fmla="*/ 76 w 117"/>
                <a:gd name="T29" fmla="*/ 4 h 132"/>
                <a:gd name="T30" fmla="*/ 102 w 117"/>
                <a:gd name="T31" fmla="*/ 19 h 132"/>
                <a:gd name="T32" fmla="*/ 115 w 117"/>
                <a:gd name="T33" fmla="*/ 43 h 132"/>
                <a:gd name="T34" fmla="*/ 112 w 117"/>
                <a:gd name="T35" fmla="*/ 79 h 132"/>
                <a:gd name="T36" fmla="*/ 94 w 117"/>
                <a:gd name="T37" fmla="*/ 114 h 132"/>
                <a:gd name="T38" fmla="*/ 68 w 117"/>
                <a:gd name="T39" fmla="*/ 129 h 132"/>
                <a:gd name="T40" fmla="*/ 36 w 117"/>
                <a:gd name="T41" fmla="*/ 128 h 132"/>
                <a:gd name="T42" fmla="*/ 9 w 117"/>
                <a:gd name="T43" fmla="*/ 111 h 132"/>
                <a:gd name="T44" fmla="*/ 1 w 117"/>
                <a:gd name="T45" fmla="*/ 84 h 132"/>
                <a:gd name="T46" fmla="*/ 96 w 117"/>
                <a:gd name="T47" fmla="*/ 54 h 132"/>
                <a:gd name="T48" fmla="*/ 93 w 117"/>
                <a:gd name="T49" fmla="*/ 31 h 132"/>
                <a:gd name="T50" fmla="*/ 75 w 117"/>
                <a:gd name="T51" fmla="*/ 17 h 132"/>
                <a:gd name="T52" fmla="*/ 50 w 117"/>
                <a:gd name="T53" fmla="*/ 18 h 132"/>
                <a:gd name="T54" fmla="*/ 34 w 117"/>
                <a:gd name="T55" fmla="*/ 37 h 132"/>
                <a:gd name="T56" fmla="*/ 37 w 117"/>
                <a:gd name="T57" fmla="*/ 58 h 132"/>
                <a:gd name="T58" fmla="*/ 57 w 117"/>
                <a:gd name="T59" fmla="*/ 72 h 132"/>
                <a:gd name="T60" fmla="*/ 81 w 117"/>
                <a:gd name="T61" fmla="*/ 72 h 132"/>
                <a:gd name="T62" fmla="*/ 96 w 117"/>
                <a:gd name="T63" fmla="*/ 54 h 13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</a:cxnLst>
              <a:rect l="0" t="0" r="r" b="b"/>
              <a:pathLst>
                <a:path w="117" h="132">
                  <a:moveTo>
                    <a:pt x="1" y="84"/>
                  </a:moveTo>
                  <a:cubicBezTo>
                    <a:pt x="20" y="88"/>
                    <a:pt x="20" y="88"/>
                    <a:pt x="20" y="88"/>
                  </a:cubicBezTo>
                  <a:cubicBezTo>
                    <a:pt x="20" y="96"/>
                    <a:pt x="21" y="101"/>
                    <a:pt x="25" y="106"/>
                  </a:cubicBezTo>
                  <a:cubicBezTo>
                    <a:pt x="28" y="110"/>
                    <a:pt x="33" y="113"/>
                    <a:pt x="40" y="115"/>
                  </a:cubicBezTo>
                  <a:cubicBezTo>
                    <a:pt x="46" y="117"/>
                    <a:pt x="51" y="118"/>
                    <a:pt x="57" y="117"/>
                  </a:cubicBezTo>
                  <a:cubicBezTo>
                    <a:pt x="62" y="116"/>
                    <a:pt x="66" y="114"/>
                    <a:pt x="70" y="112"/>
                  </a:cubicBezTo>
                  <a:cubicBezTo>
                    <a:pt x="74" y="109"/>
                    <a:pt x="78" y="105"/>
                    <a:pt x="81" y="100"/>
                  </a:cubicBezTo>
                  <a:cubicBezTo>
                    <a:pt x="85" y="94"/>
                    <a:pt x="88" y="88"/>
                    <a:pt x="90" y="82"/>
                  </a:cubicBezTo>
                  <a:cubicBezTo>
                    <a:pt x="90" y="82"/>
                    <a:pt x="90" y="81"/>
                    <a:pt x="91" y="79"/>
                  </a:cubicBezTo>
                  <a:cubicBezTo>
                    <a:pt x="85" y="83"/>
                    <a:pt x="79" y="85"/>
                    <a:pt x="71" y="86"/>
                  </a:cubicBezTo>
                  <a:cubicBezTo>
                    <a:pt x="64" y="87"/>
                    <a:pt x="56" y="86"/>
                    <a:pt x="49" y="84"/>
                  </a:cubicBezTo>
                  <a:cubicBezTo>
                    <a:pt x="36" y="80"/>
                    <a:pt x="26" y="73"/>
                    <a:pt x="19" y="63"/>
                  </a:cubicBezTo>
                  <a:cubicBezTo>
                    <a:pt x="12" y="53"/>
                    <a:pt x="11" y="42"/>
                    <a:pt x="15" y="30"/>
                  </a:cubicBezTo>
                  <a:cubicBezTo>
                    <a:pt x="18" y="18"/>
                    <a:pt x="26" y="9"/>
                    <a:pt x="38" y="5"/>
                  </a:cubicBezTo>
                  <a:cubicBezTo>
                    <a:pt x="49" y="0"/>
                    <a:pt x="62" y="0"/>
                    <a:pt x="76" y="4"/>
                  </a:cubicBezTo>
                  <a:cubicBezTo>
                    <a:pt x="86" y="7"/>
                    <a:pt x="95" y="12"/>
                    <a:pt x="102" y="19"/>
                  </a:cubicBezTo>
                  <a:cubicBezTo>
                    <a:pt x="109" y="25"/>
                    <a:pt x="113" y="33"/>
                    <a:pt x="115" y="43"/>
                  </a:cubicBezTo>
                  <a:cubicBezTo>
                    <a:pt x="117" y="52"/>
                    <a:pt x="116" y="64"/>
                    <a:pt x="112" y="79"/>
                  </a:cubicBezTo>
                  <a:cubicBezTo>
                    <a:pt x="107" y="94"/>
                    <a:pt x="101" y="106"/>
                    <a:pt x="94" y="114"/>
                  </a:cubicBezTo>
                  <a:cubicBezTo>
                    <a:pt x="87" y="122"/>
                    <a:pt x="78" y="127"/>
                    <a:pt x="68" y="129"/>
                  </a:cubicBezTo>
                  <a:cubicBezTo>
                    <a:pt x="58" y="132"/>
                    <a:pt x="47" y="131"/>
                    <a:pt x="36" y="128"/>
                  </a:cubicBezTo>
                  <a:cubicBezTo>
                    <a:pt x="24" y="124"/>
                    <a:pt x="15" y="118"/>
                    <a:pt x="9" y="111"/>
                  </a:cubicBezTo>
                  <a:cubicBezTo>
                    <a:pt x="2" y="103"/>
                    <a:pt x="0" y="94"/>
                    <a:pt x="1" y="84"/>
                  </a:cubicBezTo>
                  <a:close/>
                  <a:moveTo>
                    <a:pt x="96" y="54"/>
                  </a:moveTo>
                  <a:cubicBezTo>
                    <a:pt x="98" y="45"/>
                    <a:pt x="98" y="38"/>
                    <a:pt x="93" y="31"/>
                  </a:cubicBezTo>
                  <a:cubicBezTo>
                    <a:pt x="89" y="24"/>
                    <a:pt x="83" y="19"/>
                    <a:pt x="75" y="17"/>
                  </a:cubicBezTo>
                  <a:cubicBezTo>
                    <a:pt x="66" y="14"/>
                    <a:pt x="58" y="15"/>
                    <a:pt x="50" y="18"/>
                  </a:cubicBezTo>
                  <a:cubicBezTo>
                    <a:pt x="42" y="22"/>
                    <a:pt x="37" y="28"/>
                    <a:pt x="34" y="37"/>
                  </a:cubicBezTo>
                  <a:cubicBezTo>
                    <a:pt x="32" y="44"/>
                    <a:pt x="33" y="52"/>
                    <a:pt x="37" y="58"/>
                  </a:cubicBezTo>
                  <a:cubicBezTo>
                    <a:pt x="42" y="65"/>
                    <a:pt x="48" y="70"/>
                    <a:pt x="57" y="72"/>
                  </a:cubicBezTo>
                  <a:cubicBezTo>
                    <a:pt x="66" y="75"/>
                    <a:pt x="74" y="75"/>
                    <a:pt x="81" y="72"/>
                  </a:cubicBezTo>
                  <a:cubicBezTo>
                    <a:pt x="88" y="68"/>
                    <a:pt x="93" y="63"/>
                    <a:pt x="96" y="54"/>
                  </a:cubicBezTo>
                  <a:close/>
                </a:path>
              </a:pathLst>
            </a:custGeom>
            <a:solidFill>
              <a:srgbClr val="2257AE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2" name="ïŝļíďê"/>
            <p:cNvSpPr/>
            <p:nvPr/>
          </p:nvSpPr>
          <p:spPr bwMode="auto">
            <a:xfrm>
              <a:off x="4973536" y="2589174"/>
              <a:ext cx="54799" cy="71722"/>
            </a:xfrm>
            <a:custGeom>
              <a:avLst/>
              <a:gdLst>
                <a:gd name="T0" fmla="*/ 16 w 87"/>
                <a:gd name="T1" fmla="*/ 114 h 114"/>
                <a:gd name="T2" fmla="*/ 0 w 87"/>
                <a:gd name="T3" fmla="*/ 103 h 114"/>
                <a:gd name="T4" fmla="*/ 55 w 87"/>
                <a:gd name="T5" fmla="*/ 20 h 114"/>
                <a:gd name="T6" fmla="*/ 34 w 87"/>
                <a:gd name="T7" fmla="*/ 18 h 114"/>
                <a:gd name="T8" fmla="*/ 12 w 87"/>
                <a:gd name="T9" fmla="*/ 13 h 114"/>
                <a:gd name="T10" fmla="*/ 20 w 87"/>
                <a:gd name="T11" fmla="*/ 1 h 114"/>
                <a:gd name="T12" fmla="*/ 52 w 87"/>
                <a:gd name="T13" fmla="*/ 4 h 114"/>
                <a:gd name="T14" fmla="*/ 77 w 87"/>
                <a:gd name="T15" fmla="*/ 0 h 114"/>
                <a:gd name="T16" fmla="*/ 87 w 87"/>
                <a:gd name="T17" fmla="*/ 7 h 114"/>
                <a:gd name="T18" fmla="*/ 16 w 87"/>
                <a:gd name="T19" fmla="*/ 114 h 11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87" h="114">
                  <a:moveTo>
                    <a:pt x="16" y="114"/>
                  </a:moveTo>
                  <a:cubicBezTo>
                    <a:pt x="0" y="103"/>
                    <a:pt x="0" y="103"/>
                    <a:pt x="0" y="103"/>
                  </a:cubicBezTo>
                  <a:cubicBezTo>
                    <a:pt x="55" y="20"/>
                    <a:pt x="55" y="20"/>
                    <a:pt x="55" y="20"/>
                  </a:cubicBezTo>
                  <a:cubicBezTo>
                    <a:pt x="49" y="20"/>
                    <a:pt x="42" y="19"/>
                    <a:pt x="34" y="18"/>
                  </a:cubicBezTo>
                  <a:cubicBezTo>
                    <a:pt x="25" y="17"/>
                    <a:pt x="18" y="15"/>
                    <a:pt x="12" y="13"/>
                  </a:cubicBezTo>
                  <a:cubicBezTo>
                    <a:pt x="20" y="1"/>
                    <a:pt x="20" y="1"/>
                    <a:pt x="20" y="1"/>
                  </a:cubicBezTo>
                  <a:cubicBezTo>
                    <a:pt x="32" y="3"/>
                    <a:pt x="42" y="5"/>
                    <a:pt x="52" y="4"/>
                  </a:cubicBezTo>
                  <a:cubicBezTo>
                    <a:pt x="63" y="4"/>
                    <a:pt x="71" y="3"/>
                    <a:pt x="77" y="0"/>
                  </a:cubicBezTo>
                  <a:cubicBezTo>
                    <a:pt x="87" y="7"/>
                    <a:pt x="87" y="7"/>
                    <a:pt x="87" y="7"/>
                  </a:cubicBezTo>
                  <a:lnTo>
                    <a:pt x="16" y="114"/>
                  </a:lnTo>
                  <a:close/>
                </a:path>
              </a:pathLst>
            </a:custGeom>
            <a:solidFill>
              <a:srgbClr val="2257AE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3" name="ïšľîdê"/>
            <p:cNvSpPr/>
            <p:nvPr/>
          </p:nvSpPr>
          <p:spPr bwMode="auto">
            <a:xfrm>
              <a:off x="4968701" y="2091150"/>
              <a:ext cx="440002" cy="507694"/>
            </a:xfrm>
            <a:custGeom>
              <a:avLst/>
              <a:gdLst>
                <a:gd name="T0" fmla="*/ 278 w 696"/>
                <a:gd name="T1" fmla="*/ 294 h 802"/>
                <a:gd name="T2" fmla="*/ 355 w 696"/>
                <a:gd name="T3" fmla="*/ 253 h 802"/>
                <a:gd name="T4" fmla="*/ 351 w 696"/>
                <a:gd name="T5" fmla="*/ 199 h 802"/>
                <a:gd name="T6" fmla="*/ 293 w 696"/>
                <a:gd name="T7" fmla="*/ 184 h 802"/>
                <a:gd name="T8" fmla="*/ 402 w 696"/>
                <a:gd name="T9" fmla="*/ 0 h 802"/>
                <a:gd name="T10" fmla="*/ 425 w 696"/>
                <a:gd name="T11" fmla="*/ 167 h 802"/>
                <a:gd name="T12" fmla="*/ 690 w 696"/>
                <a:gd name="T13" fmla="*/ 189 h 802"/>
                <a:gd name="T14" fmla="*/ 453 w 696"/>
                <a:gd name="T15" fmla="*/ 208 h 802"/>
                <a:gd name="T16" fmla="*/ 405 w 696"/>
                <a:gd name="T17" fmla="*/ 353 h 802"/>
                <a:gd name="T18" fmla="*/ 365 w 696"/>
                <a:gd name="T19" fmla="*/ 493 h 802"/>
                <a:gd name="T20" fmla="*/ 359 w 696"/>
                <a:gd name="T21" fmla="*/ 724 h 802"/>
                <a:gd name="T22" fmla="*/ 342 w 696"/>
                <a:gd name="T23" fmla="*/ 799 h 802"/>
                <a:gd name="T24" fmla="*/ 298 w 696"/>
                <a:gd name="T25" fmla="*/ 622 h 802"/>
                <a:gd name="T26" fmla="*/ 51 w 696"/>
                <a:gd name="T27" fmla="*/ 588 h 802"/>
                <a:gd name="T28" fmla="*/ 0 w 696"/>
                <a:gd name="T29" fmla="*/ 586 h 802"/>
                <a:gd name="T30" fmla="*/ 306 w 696"/>
                <a:gd name="T31" fmla="*/ 546 h 802"/>
                <a:gd name="T32" fmla="*/ 361 w 696"/>
                <a:gd name="T33" fmla="*/ 325 h 802"/>
                <a:gd name="T34" fmla="*/ 302 w 696"/>
                <a:gd name="T35" fmla="*/ 364 h 802"/>
                <a:gd name="T36" fmla="*/ 283 w 696"/>
                <a:gd name="T37" fmla="*/ 417 h 802"/>
                <a:gd name="T38" fmla="*/ 104 w 696"/>
                <a:gd name="T39" fmla="*/ 502 h 802"/>
                <a:gd name="T40" fmla="*/ 23 w 696"/>
                <a:gd name="T41" fmla="*/ 325 h 802"/>
                <a:gd name="T42" fmla="*/ 239 w 696"/>
                <a:gd name="T43" fmla="*/ 204 h 802"/>
                <a:gd name="T44" fmla="*/ 453 w 696"/>
                <a:gd name="T45" fmla="*/ 491 h 802"/>
                <a:gd name="T46" fmla="*/ 500 w 696"/>
                <a:gd name="T47" fmla="*/ 530 h 802"/>
                <a:gd name="T48" fmla="*/ 395 w 696"/>
                <a:gd name="T49" fmla="*/ 572 h 802"/>
                <a:gd name="T50" fmla="*/ 502 w 696"/>
                <a:gd name="T51" fmla="*/ 587 h 802"/>
                <a:gd name="T52" fmla="*/ 513 w 696"/>
                <a:gd name="T53" fmla="*/ 616 h 802"/>
                <a:gd name="T54" fmla="*/ 406 w 696"/>
                <a:gd name="T55" fmla="*/ 690 h 802"/>
                <a:gd name="T56" fmla="*/ 560 w 696"/>
                <a:gd name="T57" fmla="*/ 745 h 802"/>
                <a:gd name="T58" fmla="*/ 559 w 696"/>
                <a:gd name="T59" fmla="*/ 667 h 802"/>
                <a:gd name="T60" fmla="*/ 608 w 696"/>
                <a:gd name="T61" fmla="*/ 646 h 802"/>
                <a:gd name="T62" fmla="*/ 663 w 696"/>
                <a:gd name="T63" fmla="*/ 601 h 802"/>
                <a:gd name="T64" fmla="*/ 668 w 696"/>
                <a:gd name="T65" fmla="*/ 557 h 802"/>
                <a:gd name="T66" fmla="*/ 667 w 696"/>
                <a:gd name="T67" fmla="*/ 489 h 802"/>
                <a:gd name="T68" fmla="*/ 639 w 696"/>
                <a:gd name="T69" fmla="*/ 514 h 802"/>
                <a:gd name="T70" fmla="*/ 572 w 696"/>
                <a:gd name="T71" fmla="*/ 517 h 802"/>
                <a:gd name="T72" fmla="*/ 533 w 696"/>
                <a:gd name="T73" fmla="*/ 490 h 802"/>
                <a:gd name="T74" fmla="*/ 453 w 696"/>
                <a:gd name="T75" fmla="*/ 491 h 802"/>
                <a:gd name="T76" fmla="*/ 556 w 696"/>
                <a:gd name="T77" fmla="*/ 584 h 802"/>
                <a:gd name="T78" fmla="*/ 624 w 696"/>
                <a:gd name="T79" fmla="*/ 584 h 802"/>
                <a:gd name="T80" fmla="*/ 513 w 696"/>
                <a:gd name="T81" fmla="*/ 357 h 802"/>
                <a:gd name="T82" fmla="*/ 488 w 696"/>
                <a:gd name="T83" fmla="*/ 461 h 802"/>
                <a:gd name="T84" fmla="*/ 679 w 696"/>
                <a:gd name="T85" fmla="*/ 422 h 802"/>
                <a:gd name="T86" fmla="*/ 513 w 696"/>
                <a:gd name="T87" fmla="*/ 357 h 802"/>
                <a:gd name="T88" fmla="*/ 480 w 696"/>
                <a:gd name="T89" fmla="*/ 410 h 802"/>
                <a:gd name="T90" fmla="*/ 575 w 696"/>
                <a:gd name="T91" fmla="*/ 433 h 802"/>
                <a:gd name="T92" fmla="*/ 581 w 696"/>
                <a:gd name="T93" fmla="*/ 389 h 802"/>
                <a:gd name="T94" fmla="*/ 524 w 696"/>
                <a:gd name="T95" fmla="*/ 234 h 802"/>
                <a:gd name="T96" fmla="*/ 493 w 696"/>
                <a:gd name="T97" fmla="*/ 341 h 802"/>
                <a:gd name="T98" fmla="*/ 694 w 696"/>
                <a:gd name="T99" fmla="*/ 293 h 802"/>
                <a:gd name="T100" fmla="*/ 524 w 696"/>
                <a:gd name="T101" fmla="*/ 234 h 802"/>
                <a:gd name="T102" fmla="*/ 492 w 696"/>
                <a:gd name="T103" fmla="*/ 291 h 802"/>
                <a:gd name="T104" fmla="*/ 587 w 696"/>
                <a:gd name="T105" fmla="*/ 311 h 802"/>
                <a:gd name="T106" fmla="*/ 593 w 696"/>
                <a:gd name="T107" fmla="*/ 270 h 802"/>
                <a:gd name="T108" fmla="*/ 87 w 696"/>
                <a:gd name="T109" fmla="*/ 375 h 802"/>
                <a:gd name="T110" fmla="*/ 106 w 696"/>
                <a:gd name="T111" fmla="*/ 443 h 802"/>
                <a:gd name="T112" fmla="*/ 199 w 696"/>
                <a:gd name="T113" fmla="*/ 455 h 802"/>
                <a:gd name="T114" fmla="*/ 225 w 696"/>
                <a:gd name="T115" fmla="*/ 371 h 802"/>
                <a:gd name="T116" fmla="*/ 225 w 696"/>
                <a:gd name="T117" fmla="*/ 322 h 802"/>
                <a:gd name="T118" fmla="*/ 170 w 696"/>
                <a:gd name="T119" fmla="*/ 241 h 802"/>
                <a:gd name="T120" fmla="*/ 76 w 696"/>
                <a:gd name="T121" fmla="*/ 327 h 80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  <a:cxn ang="0">
                  <a:pos x="T118" y="T119"/>
                </a:cxn>
                <a:cxn ang="0">
                  <a:pos x="T120" y="T121"/>
                </a:cxn>
              </a:cxnLst>
              <a:rect l="0" t="0" r="r" b="b"/>
              <a:pathLst>
                <a:path w="696" h="802">
                  <a:moveTo>
                    <a:pt x="274" y="278"/>
                  </a:moveTo>
                  <a:cubicBezTo>
                    <a:pt x="276" y="283"/>
                    <a:pt x="277" y="289"/>
                    <a:pt x="278" y="294"/>
                  </a:cubicBezTo>
                  <a:cubicBezTo>
                    <a:pt x="285" y="301"/>
                    <a:pt x="295" y="302"/>
                    <a:pt x="309" y="295"/>
                  </a:cubicBezTo>
                  <a:cubicBezTo>
                    <a:pt x="329" y="282"/>
                    <a:pt x="343" y="268"/>
                    <a:pt x="355" y="253"/>
                  </a:cubicBezTo>
                  <a:cubicBezTo>
                    <a:pt x="367" y="234"/>
                    <a:pt x="370" y="216"/>
                    <a:pt x="362" y="197"/>
                  </a:cubicBezTo>
                  <a:cubicBezTo>
                    <a:pt x="360" y="196"/>
                    <a:pt x="356" y="196"/>
                    <a:pt x="351" y="199"/>
                  </a:cubicBezTo>
                  <a:cubicBezTo>
                    <a:pt x="343" y="204"/>
                    <a:pt x="336" y="210"/>
                    <a:pt x="328" y="216"/>
                  </a:cubicBezTo>
                  <a:cubicBezTo>
                    <a:pt x="303" y="235"/>
                    <a:pt x="269" y="211"/>
                    <a:pt x="293" y="184"/>
                  </a:cubicBezTo>
                  <a:cubicBezTo>
                    <a:pt x="293" y="184"/>
                    <a:pt x="344" y="134"/>
                    <a:pt x="366" y="113"/>
                  </a:cubicBezTo>
                  <a:cubicBezTo>
                    <a:pt x="387" y="92"/>
                    <a:pt x="402" y="0"/>
                    <a:pt x="402" y="0"/>
                  </a:cubicBezTo>
                  <a:cubicBezTo>
                    <a:pt x="434" y="7"/>
                    <a:pt x="457" y="58"/>
                    <a:pt x="394" y="131"/>
                  </a:cubicBezTo>
                  <a:cubicBezTo>
                    <a:pt x="404" y="143"/>
                    <a:pt x="415" y="155"/>
                    <a:pt x="425" y="167"/>
                  </a:cubicBezTo>
                  <a:cubicBezTo>
                    <a:pt x="477" y="161"/>
                    <a:pt x="523" y="155"/>
                    <a:pt x="572" y="155"/>
                  </a:cubicBezTo>
                  <a:cubicBezTo>
                    <a:pt x="646" y="154"/>
                    <a:pt x="682" y="167"/>
                    <a:pt x="690" y="189"/>
                  </a:cubicBezTo>
                  <a:cubicBezTo>
                    <a:pt x="696" y="206"/>
                    <a:pt x="683" y="206"/>
                    <a:pt x="669" y="206"/>
                  </a:cubicBezTo>
                  <a:cubicBezTo>
                    <a:pt x="603" y="207"/>
                    <a:pt x="530" y="208"/>
                    <a:pt x="453" y="208"/>
                  </a:cubicBezTo>
                  <a:cubicBezTo>
                    <a:pt x="437" y="208"/>
                    <a:pt x="409" y="206"/>
                    <a:pt x="409" y="235"/>
                  </a:cubicBezTo>
                  <a:cubicBezTo>
                    <a:pt x="414" y="276"/>
                    <a:pt x="414" y="311"/>
                    <a:pt x="405" y="353"/>
                  </a:cubicBezTo>
                  <a:cubicBezTo>
                    <a:pt x="399" y="380"/>
                    <a:pt x="390" y="407"/>
                    <a:pt x="377" y="441"/>
                  </a:cubicBezTo>
                  <a:cubicBezTo>
                    <a:pt x="371" y="457"/>
                    <a:pt x="366" y="476"/>
                    <a:pt x="365" y="493"/>
                  </a:cubicBezTo>
                  <a:cubicBezTo>
                    <a:pt x="364" y="503"/>
                    <a:pt x="362" y="517"/>
                    <a:pt x="360" y="527"/>
                  </a:cubicBezTo>
                  <a:cubicBezTo>
                    <a:pt x="348" y="597"/>
                    <a:pt x="349" y="662"/>
                    <a:pt x="359" y="724"/>
                  </a:cubicBezTo>
                  <a:cubicBezTo>
                    <a:pt x="364" y="759"/>
                    <a:pt x="366" y="786"/>
                    <a:pt x="357" y="796"/>
                  </a:cubicBezTo>
                  <a:cubicBezTo>
                    <a:pt x="352" y="801"/>
                    <a:pt x="348" y="802"/>
                    <a:pt x="342" y="799"/>
                  </a:cubicBezTo>
                  <a:cubicBezTo>
                    <a:pt x="325" y="790"/>
                    <a:pt x="306" y="751"/>
                    <a:pt x="304" y="726"/>
                  </a:cubicBezTo>
                  <a:cubicBezTo>
                    <a:pt x="302" y="691"/>
                    <a:pt x="300" y="657"/>
                    <a:pt x="298" y="622"/>
                  </a:cubicBezTo>
                  <a:cubicBezTo>
                    <a:pt x="299" y="603"/>
                    <a:pt x="294" y="596"/>
                    <a:pt x="278" y="595"/>
                  </a:cubicBezTo>
                  <a:cubicBezTo>
                    <a:pt x="203" y="592"/>
                    <a:pt x="127" y="591"/>
                    <a:pt x="51" y="588"/>
                  </a:cubicBezTo>
                  <a:cubicBezTo>
                    <a:pt x="31" y="587"/>
                    <a:pt x="19" y="599"/>
                    <a:pt x="7" y="614"/>
                  </a:cubicBezTo>
                  <a:cubicBezTo>
                    <a:pt x="5" y="604"/>
                    <a:pt x="3" y="595"/>
                    <a:pt x="0" y="586"/>
                  </a:cubicBezTo>
                  <a:cubicBezTo>
                    <a:pt x="23" y="569"/>
                    <a:pt x="42" y="551"/>
                    <a:pt x="75" y="551"/>
                  </a:cubicBezTo>
                  <a:cubicBezTo>
                    <a:pt x="152" y="549"/>
                    <a:pt x="229" y="548"/>
                    <a:pt x="306" y="546"/>
                  </a:cubicBezTo>
                  <a:cubicBezTo>
                    <a:pt x="315" y="507"/>
                    <a:pt x="324" y="469"/>
                    <a:pt x="333" y="430"/>
                  </a:cubicBezTo>
                  <a:cubicBezTo>
                    <a:pt x="343" y="395"/>
                    <a:pt x="352" y="360"/>
                    <a:pt x="361" y="325"/>
                  </a:cubicBezTo>
                  <a:cubicBezTo>
                    <a:pt x="358" y="321"/>
                    <a:pt x="355" y="318"/>
                    <a:pt x="352" y="314"/>
                  </a:cubicBezTo>
                  <a:cubicBezTo>
                    <a:pt x="335" y="331"/>
                    <a:pt x="319" y="347"/>
                    <a:pt x="302" y="364"/>
                  </a:cubicBezTo>
                  <a:cubicBezTo>
                    <a:pt x="296" y="377"/>
                    <a:pt x="290" y="390"/>
                    <a:pt x="284" y="403"/>
                  </a:cubicBezTo>
                  <a:cubicBezTo>
                    <a:pt x="284" y="408"/>
                    <a:pt x="284" y="412"/>
                    <a:pt x="283" y="417"/>
                  </a:cubicBezTo>
                  <a:cubicBezTo>
                    <a:pt x="276" y="474"/>
                    <a:pt x="259" y="498"/>
                    <a:pt x="217" y="504"/>
                  </a:cubicBezTo>
                  <a:cubicBezTo>
                    <a:pt x="180" y="509"/>
                    <a:pt x="144" y="506"/>
                    <a:pt x="104" y="502"/>
                  </a:cubicBezTo>
                  <a:cubicBezTo>
                    <a:pt x="61" y="497"/>
                    <a:pt x="37" y="466"/>
                    <a:pt x="28" y="425"/>
                  </a:cubicBezTo>
                  <a:cubicBezTo>
                    <a:pt x="21" y="390"/>
                    <a:pt x="23" y="359"/>
                    <a:pt x="23" y="325"/>
                  </a:cubicBezTo>
                  <a:cubicBezTo>
                    <a:pt x="23" y="292"/>
                    <a:pt x="60" y="214"/>
                    <a:pt x="108" y="199"/>
                  </a:cubicBezTo>
                  <a:cubicBezTo>
                    <a:pt x="152" y="185"/>
                    <a:pt x="207" y="180"/>
                    <a:pt x="239" y="204"/>
                  </a:cubicBezTo>
                  <a:cubicBezTo>
                    <a:pt x="252" y="216"/>
                    <a:pt x="266" y="242"/>
                    <a:pt x="274" y="278"/>
                  </a:cubicBezTo>
                  <a:close/>
                  <a:moveTo>
                    <a:pt x="453" y="491"/>
                  </a:moveTo>
                  <a:cubicBezTo>
                    <a:pt x="439" y="497"/>
                    <a:pt x="428" y="508"/>
                    <a:pt x="427" y="515"/>
                  </a:cubicBezTo>
                  <a:cubicBezTo>
                    <a:pt x="420" y="536"/>
                    <a:pt x="464" y="528"/>
                    <a:pt x="500" y="530"/>
                  </a:cubicBezTo>
                  <a:cubicBezTo>
                    <a:pt x="521" y="530"/>
                    <a:pt x="531" y="547"/>
                    <a:pt x="507" y="556"/>
                  </a:cubicBezTo>
                  <a:cubicBezTo>
                    <a:pt x="470" y="561"/>
                    <a:pt x="432" y="567"/>
                    <a:pt x="395" y="572"/>
                  </a:cubicBezTo>
                  <a:cubicBezTo>
                    <a:pt x="377" y="574"/>
                    <a:pt x="362" y="604"/>
                    <a:pt x="390" y="606"/>
                  </a:cubicBezTo>
                  <a:cubicBezTo>
                    <a:pt x="411" y="607"/>
                    <a:pt x="457" y="597"/>
                    <a:pt x="502" y="587"/>
                  </a:cubicBezTo>
                  <a:cubicBezTo>
                    <a:pt x="507" y="586"/>
                    <a:pt x="513" y="587"/>
                    <a:pt x="514" y="592"/>
                  </a:cubicBezTo>
                  <a:cubicBezTo>
                    <a:pt x="515" y="601"/>
                    <a:pt x="514" y="610"/>
                    <a:pt x="513" y="616"/>
                  </a:cubicBezTo>
                  <a:cubicBezTo>
                    <a:pt x="493" y="622"/>
                    <a:pt x="405" y="655"/>
                    <a:pt x="387" y="662"/>
                  </a:cubicBezTo>
                  <a:cubicBezTo>
                    <a:pt x="372" y="668"/>
                    <a:pt x="368" y="692"/>
                    <a:pt x="406" y="690"/>
                  </a:cubicBezTo>
                  <a:cubicBezTo>
                    <a:pt x="439" y="686"/>
                    <a:pt x="476" y="675"/>
                    <a:pt x="514" y="663"/>
                  </a:cubicBezTo>
                  <a:cubicBezTo>
                    <a:pt x="520" y="699"/>
                    <a:pt x="533" y="726"/>
                    <a:pt x="560" y="745"/>
                  </a:cubicBezTo>
                  <a:cubicBezTo>
                    <a:pt x="574" y="751"/>
                    <a:pt x="585" y="748"/>
                    <a:pt x="582" y="722"/>
                  </a:cubicBezTo>
                  <a:cubicBezTo>
                    <a:pt x="568" y="693"/>
                    <a:pt x="560" y="678"/>
                    <a:pt x="559" y="667"/>
                  </a:cubicBezTo>
                  <a:cubicBezTo>
                    <a:pt x="556" y="654"/>
                    <a:pt x="561" y="648"/>
                    <a:pt x="576" y="648"/>
                  </a:cubicBezTo>
                  <a:cubicBezTo>
                    <a:pt x="587" y="647"/>
                    <a:pt x="598" y="647"/>
                    <a:pt x="608" y="646"/>
                  </a:cubicBezTo>
                  <a:cubicBezTo>
                    <a:pt x="614" y="647"/>
                    <a:pt x="621" y="646"/>
                    <a:pt x="627" y="642"/>
                  </a:cubicBezTo>
                  <a:cubicBezTo>
                    <a:pt x="637" y="635"/>
                    <a:pt x="658" y="610"/>
                    <a:pt x="663" y="601"/>
                  </a:cubicBezTo>
                  <a:cubicBezTo>
                    <a:pt x="664" y="589"/>
                    <a:pt x="662" y="586"/>
                    <a:pt x="663" y="575"/>
                  </a:cubicBezTo>
                  <a:cubicBezTo>
                    <a:pt x="664" y="569"/>
                    <a:pt x="665" y="563"/>
                    <a:pt x="668" y="557"/>
                  </a:cubicBezTo>
                  <a:cubicBezTo>
                    <a:pt x="670" y="553"/>
                    <a:pt x="674" y="552"/>
                    <a:pt x="675" y="546"/>
                  </a:cubicBezTo>
                  <a:cubicBezTo>
                    <a:pt x="670" y="528"/>
                    <a:pt x="669" y="509"/>
                    <a:pt x="667" y="489"/>
                  </a:cubicBezTo>
                  <a:cubicBezTo>
                    <a:pt x="664" y="473"/>
                    <a:pt x="643" y="474"/>
                    <a:pt x="640" y="487"/>
                  </a:cubicBezTo>
                  <a:cubicBezTo>
                    <a:pt x="639" y="496"/>
                    <a:pt x="640" y="505"/>
                    <a:pt x="639" y="514"/>
                  </a:cubicBezTo>
                  <a:cubicBezTo>
                    <a:pt x="635" y="536"/>
                    <a:pt x="618" y="537"/>
                    <a:pt x="603" y="537"/>
                  </a:cubicBezTo>
                  <a:cubicBezTo>
                    <a:pt x="590" y="537"/>
                    <a:pt x="562" y="537"/>
                    <a:pt x="572" y="517"/>
                  </a:cubicBezTo>
                  <a:cubicBezTo>
                    <a:pt x="585" y="498"/>
                    <a:pt x="581" y="483"/>
                    <a:pt x="561" y="485"/>
                  </a:cubicBezTo>
                  <a:cubicBezTo>
                    <a:pt x="552" y="486"/>
                    <a:pt x="543" y="489"/>
                    <a:pt x="533" y="490"/>
                  </a:cubicBezTo>
                  <a:cubicBezTo>
                    <a:pt x="522" y="491"/>
                    <a:pt x="492" y="486"/>
                    <a:pt x="475" y="487"/>
                  </a:cubicBezTo>
                  <a:cubicBezTo>
                    <a:pt x="466" y="487"/>
                    <a:pt x="464" y="486"/>
                    <a:pt x="453" y="491"/>
                  </a:cubicBezTo>
                  <a:close/>
                  <a:moveTo>
                    <a:pt x="591" y="563"/>
                  </a:moveTo>
                  <a:cubicBezTo>
                    <a:pt x="572" y="563"/>
                    <a:pt x="559" y="573"/>
                    <a:pt x="556" y="584"/>
                  </a:cubicBezTo>
                  <a:cubicBezTo>
                    <a:pt x="553" y="597"/>
                    <a:pt x="563" y="607"/>
                    <a:pt x="591" y="603"/>
                  </a:cubicBezTo>
                  <a:cubicBezTo>
                    <a:pt x="615" y="600"/>
                    <a:pt x="623" y="596"/>
                    <a:pt x="624" y="584"/>
                  </a:cubicBezTo>
                  <a:cubicBezTo>
                    <a:pt x="624" y="569"/>
                    <a:pt x="610" y="563"/>
                    <a:pt x="591" y="563"/>
                  </a:cubicBezTo>
                  <a:close/>
                  <a:moveTo>
                    <a:pt x="513" y="357"/>
                  </a:moveTo>
                  <a:cubicBezTo>
                    <a:pt x="468" y="353"/>
                    <a:pt x="427" y="380"/>
                    <a:pt x="427" y="411"/>
                  </a:cubicBezTo>
                  <a:cubicBezTo>
                    <a:pt x="426" y="438"/>
                    <a:pt x="447" y="455"/>
                    <a:pt x="488" y="461"/>
                  </a:cubicBezTo>
                  <a:cubicBezTo>
                    <a:pt x="533" y="467"/>
                    <a:pt x="560" y="469"/>
                    <a:pt x="604" y="470"/>
                  </a:cubicBezTo>
                  <a:cubicBezTo>
                    <a:pt x="640" y="470"/>
                    <a:pt x="678" y="453"/>
                    <a:pt x="679" y="422"/>
                  </a:cubicBezTo>
                  <a:cubicBezTo>
                    <a:pt x="681" y="376"/>
                    <a:pt x="647" y="365"/>
                    <a:pt x="603" y="361"/>
                  </a:cubicBezTo>
                  <a:cubicBezTo>
                    <a:pt x="603" y="361"/>
                    <a:pt x="513" y="357"/>
                    <a:pt x="513" y="357"/>
                  </a:cubicBezTo>
                  <a:close/>
                  <a:moveTo>
                    <a:pt x="530" y="389"/>
                  </a:moveTo>
                  <a:cubicBezTo>
                    <a:pt x="488" y="388"/>
                    <a:pt x="480" y="399"/>
                    <a:pt x="480" y="410"/>
                  </a:cubicBezTo>
                  <a:cubicBezTo>
                    <a:pt x="479" y="420"/>
                    <a:pt x="490" y="427"/>
                    <a:pt x="513" y="430"/>
                  </a:cubicBezTo>
                  <a:cubicBezTo>
                    <a:pt x="537" y="433"/>
                    <a:pt x="550" y="434"/>
                    <a:pt x="575" y="433"/>
                  </a:cubicBezTo>
                  <a:cubicBezTo>
                    <a:pt x="595" y="433"/>
                    <a:pt x="637" y="425"/>
                    <a:pt x="638" y="410"/>
                  </a:cubicBezTo>
                  <a:cubicBezTo>
                    <a:pt x="640" y="392"/>
                    <a:pt x="605" y="390"/>
                    <a:pt x="581" y="389"/>
                  </a:cubicBezTo>
                  <a:cubicBezTo>
                    <a:pt x="581" y="389"/>
                    <a:pt x="530" y="389"/>
                    <a:pt x="530" y="389"/>
                  </a:cubicBezTo>
                  <a:close/>
                  <a:moveTo>
                    <a:pt x="524" y="234"/>
                  </a:moveTo>
                  <a:cubicBezTo>
                    <a:pt x="462" y="235"/>
                    <a:pt x="439" y="261"/>
                    <a:pt x="438" y="292"/>
                  </a:cubicBezTo>
                  <a:cubicBezTo>
                    <a:pt x="437" y="319"/>
                    <a:pt x="452" y="337"/>
                    <a:pt x="493" y="341"/>
                  </a:cubicBezTo>
                  <a:cubicBezTo>
                    <a:pt x="537" y="341"/>
                    <a:pt x="582" y="342"/>
                    <a:pt x="626" y="341"/>
                  </a:cubicBezTo>
                  <a:cubicBezTo>
                    <a:pt x="662" y="340"/>
                    <a:pt x="694" y="324"/>
                    <a:pt x="694" y="293"/>
                  </a:cubicBezTo>
                  <a:cubicBezTo>
                    <a:pt x="694" y="244"/>
                    <a:pt x="658" y="237"/>
                    <a:pt x="615" y="235"/>
                  </a:cubicBezTo>
                  <a:cubicBezTo>
                    <a:pt x="615" y="235"/>
                    <a:pt x="525" y="235"/>
                    <a:pt x="524" y="234"/>
                  </a:cubicBezTo>
                  <a:close/>
                  <a:moveTo>
                    <a:pt x="543" y="270"/>
                  </a:moveTo>
                  <a:cubicBezTo>
                    <a:pt x="501" y="269"/>
                    <a:pt x="493" y="280"/>
                    <a:pt x="492" y="291"/>
                  </a:cubicBezTo>
                  <a:cubicBezTo>
                    <a:pt x="492" y="301"/>
                    <a:pt x="502" y="310"/>
                    <a:pt x="525" y="311"/>
                  </a:cubicBezTo>
                  <a:cubicBezTo>
                    <a:pt x="550" y="311"/>
                    <a:pt x="562" y="311"/>
                    <a:pt x="587" y="311"/>
                  </a:cubicBezTo>
                  <a:cubicBezTo>
                    <a:pt x="607" y="311"/>
                    <a:pt x="635" y="299"/>
                    <a:pt x="635" y="288"/>
                  </a:cubicBezTo>
                  <a:cubicBezTo>
                    <a:pt x="635" y="270"/>
                    <a:pt x="618" y="271"/>
                    <a:pt x="593" y="270"/>
                  </a:cubicBezTo>
                  <a:cubicBezTo>
                    <a:pt x="593" y="270"/>
                    <a:pt x="543" y="270"/>
                    <a:pt x="543" y="270"/>
                  </a:cubicBezTo>
                  <a:close/>
                  <a:moveTo>
                    <a:pt x="87" y="375"/>
                  </a:moveTo>
                  <a:cubicBezTo>
                    <a:pt x="73" y="376"/>
                    <a:pt x="70" y="379"/>
                    <a:pt x="72" y="390"/>
                  </a:cubicBezTo>
                  <a:cubicBezTo>
                    <a:pt x="80" y="408"/>
                    <a:pt x="86" y="428"/>
                    <a:pt x="106" y="443"/>
                  </a:cubicBezTo>
                  <a:cubicBezTo>
                    <a:pt x="123" y="456"/>
                    <a:pt x="134" y="458"/>
                    <a:pt x="155" y="458"/>
                  </a:cubicBezTo>
                  <a:cubicBezTo>
                    <a:pt x="174" y="458"/>
                    <a:pt x="187" y="457"/>
                    <a:pt x="199" y="455"/>
                  </a:cubicBezTo>
                  <a:cubicBezTo>
                    <a:pt x="213" y="452"/>
                    <a:pt x="224" y="442"/>
                    <a:pt x="227" y="425"/>
                  </a:cubicBezTo>
                  <a:cubicBezTo>
                    <a:pt x="229" y="407"/>
                    <a:pt x="228" y="382"/>
                    <a:pt x="225" y="371"/>
                  </a:cubicBezTo>
                  <a:cubicBezTo>
                    <a:pt x="177" y="372"/>
                    <a:pt x="135" y="373"/>
                    <a:pt x="87" y="375"/>
                  </a:cubicBezTo>
                  <a:close/>
                  <a:moveTo>
                    <a:pt x="225" y="322"/>
                  </a:moveTo>
                  <a:cubicBezTo>
                    <a:pt x="225" y="307"/>
                    <a:pt x="225" y="298"/>
                    <a:pt x="224" y="283"/>
                  </a:cubicBezTo>
                  <a:cubicBezTo>
                    <a:pt x="222" y="255"/>
                    <a:pt x="195" y="240"/>
                    <a:pt x="170" y="241"/>
                  </a:cubicBezTo>
                  <a:cubicBezTo>
                    <a:pt x="132" y="241"/>
                    <a:pt x="98" y="248"/>
                    <a:pt x="88" y="269"/>
                  </a:cubicBezTo>
                  <a:cubicBezTo>
                    <a:pt x="80" y="286"/>
                    <a:pt x="76" y="303"/>
                    <a:pt x="76" y="327"/>
                  </a:cubicBezTo>
                  <a:cubicBezTo>
                    <a:pt x="127" y="323"/>
                    <a:pt x="176" y="321"/>
                    <a:pt x="225" y="322"/>
                  </a:cubicBezTo>
                  <a:close/>
                </a:path>
              </a:pathLst>
            </a:custGeom>
            <a:solidFill>
              <a:srgbClr val="2257AE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</p:grpSp>
    </p:spTree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xmlns:p14="http://schemas.microsoft.com/office/powerpoint/2010/main" spd="slow" p14:dur="1250">
        <p15:prstTrans prst="peelOff"/>
      </p:transition>
    </mc:Choice>
    <mc:Fallback xmlns="">
      <p:transition spd="slow">
        <p:fade/>
      </p:transition>
    </mc:Fallback>
  </mc:AlternateContent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2" name="组合 31"/>
          <p:cNvGrpSpPr/>
          <p:nvPr/>
        </p:nvGrpSpPr>
        <p:grpSpPr>
          <a:xfrm>
            <a:off x="528706" y="867990"/>
            <a:ext cx="11158794" cy="0"/>
            <a:chOff x="528706" y="867990"/>
            <a:chExt cx="11158794" cy="0"/>
          </a:xfrm>
        </p:grpSpPr>
        <p:cxnSp>
          <p:nvCxnSpPr>
            <p:cNvPr id="33" name="直接连接符 32"/>
            <p:cNvCxnSpPr/>
            <p:nvPr/>
          </p:nvCxnSpPr>
          <p:spPr>
            <a:xfrm>
              <a:off x="528706" y="867990"/>
              <a:ext cx="11158794" cy="0"/>
            </a:xfrm>
            <a:prstGeom prst="line">
              <a:avLst/>
            </a:prstGeom>
            <a:ln>
              <a:solidFill>
                <a:schemeClr val="bg1">
                  <a:lumMod val="6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4" name="直接连接符 33"/>
            <p:cNvCxnSpPr/>
            <p:nvPr/>
          </p:nvCxnSpPr>
          <p:spPr>
            <a:xfrm>
              <a:off x="528706" y="867990"/>
              <a:ext cx="589713" cy="0"/>
            </a:xfrm>
            <a:prstGeom prst="line">
              <a:avLst/>
            </a:prstGeom>
            <a:ln w="38100">
              <a:solidFill>
                <a:srgbClr val="2257AE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35" name="文本占位符 43"/>
          <p:cNvSpPr txBox="1"/>
          <p:nvPr/>
        </p:nvSpPr>
        <p:spPr>
          <a:xfrm>
            <a:off x="0" y="360756"/>
            <a:ext cx="5835015" cy="379784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lang="zh-CN" altLang="en-US" sz="2000" b="1" kern="1200" dirty="0">
                <a:solidFill>
                  <a:schemeClr val="accent2"/>
                </a:solidFill>
                <a:latin typeface="思源宋体 CN Heavy" panose="02020900000000000000" pitchFamily="18" charset="-122"/>
                <a:ea typeface="思源宋体 CN Heavy" panose="02020900000000000000" pitchFamily="18" charset="-122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indent="459105" algn="just">
              <a:lnSpc>
                <a:spcPts val="2100"/>
              </a:lnSpc>
              <a:spcBef>
                <a:spcPts val="0"/>
              </a:spcBef>
              <a:spcAft>
                <a:spcPts val="0"/>
              </a:spcAft>
            </a:pPr>
            <a:r>
              <a:rPr lang="zh-CN" altLang="en-US" sz="2800" b="0" dirty="0">
                <a:solidFill>
                  <a:schemeClr val="tx1">
                    <a:lumMod val="85000"/>
                    <a:lumOff val="1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成员贡献</a:t>
            </a:r>
          </a:p>
        </p:txBody>
      </p:sp>
      <p:grpSp>
        <p:nvGrpSpPr>
          <p:cNvPr id="36" name="组合 35" descr="本素材由iSlide™ 提供&#10;iSlide™尊重知识产权并注重保护用户享有的各项权利。郑重提醒您：&#10;iSlide™插件中提供的任何信息内容的所有权、知识产权归其原始权利人或权利受让人所有，您免费/购买获得的是信息内容的使用权，并受下述条款的约束；&#10;1. 您仅可以个人非商业用途使用该等信息内容，不可将信息内容的全部或部分用于出售，或以出租、出借、转让、分销、发布等其他任何方式供他人使用；&#10;2. 禁止在接入互联网或移动互联网的任何网站、平台、应用或程序上以任何方式为他人提供iSlide™插件资源内容的下载。&#10;The resource is supplied by iSlide™.&#10;iSlide™ respects all intellectual property rights and protects all the rights its users acquired.Solemnly remind you:&#10;The ownership and intellectual property of the resources supplied in iSlide Add-in belongs to its owner or the assignee of this ownership.you only acquired the usage of the resources supplied in iSlide Add-in, as well as respected the following restrain terms:&#10;1.You are only allowed to use such resource for personal and non-commercial aim, not allowed to use such resource or part of it for the sale; or rent, lend, transfer to others; or distribution or release it in any way.&#10;2.You are not permitted to provide the resource of iSlide Add-in in any website, platform, application access to the Internet or mobile Internet." title="iSlide™ 版权声明  COPYRIGHT NOTICE"/>
          <p:cNvGrpSpPr/>
          <p:nvPr/>
        </p:nvGrpSpPr>
        <p:grpSpPr>
          <a:xfrm>
            <a:off x="10057711" y="318848"/>
            <a:ext cx="1455743" cy="455862"/>
            <a:chOff x="3366076" y="2566750"/>
            <a:chExt cx="5459848" cy="1709738"/>
          </a:xfrm>
          <a:solidFill>
            <a:srgbClr val="2257AE"/>
          </a:solidFill>
        </p:grpSpPr>
        <p:sp>
          <p:nvSpPr>
            <p:cNvPr id="37" name="iSḻîďê"/>
            <p:cNvSpPr/>
            <p:nvPr/>
          </p:nvSpPr>
          <p:spPr bwMode="auto">
            <a:xfrm>
              <a:off x="3647919" y="2850292"/>
              <a:ext cx="1142655" cy="1142655"/>
            </a:xfrm>
            <a:custGeom>
              <a:avLst/>
              <a:gdLst>
                <a:gd name="T0" fmla="*/ 429 w 858"/>
                <a:gd name="T1" fmla="*/ 0 h 857"/>
                <a:gd name="T2" fmla="*/ 858 w 858"/>
                <a:gd name="T3" fmla="*/ 428 h 857"/>
                <a:gd name="T4" fmla="*/ 429 w 858"/>
                <a:gd name="T5" fmla="*/ 857 h 857"/>
                <a:gd name="T6" fmla="*/ 0 w 858"/>
                <a:gd name="T7" fmla="*/ 428 h 857"/>
                <a:gd name="T8" fmla="*/ 429 w 858"/>
                <a:gd name="T9" fmla="*/ 0 h 857"/>
                <a:gd name="T10" fmla="*/ 429 w 858"/>
                <a:gd name="T11" fmla="*/ 24 h 857"/>
                <a:gd name="T12" fmla="*/ 25 w 858"/>
                <a:gd name="T13" fmla="*/ 428 h 857"/>
                <a:gd name="T14" fmla="*/ 429 w 858"/>
                <a:gd name="T15" fmla="*/ 833 h 857"/>
                <a:gd name="T16" fmla="*/ 834 w 858"/>
                <a:gd name="T17" fmla="*/ 428 h 857"/>
                <a:gd name="T18" fmla="*/ 429 w 858"/>
                <a:gd name="T19" fmla="*/ 24 h 85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858" h="857">
                  <a:moveTo>
                    <a:pt x="429" y="0"/>
                  </a:moveTo>
                  <a:cubicBezTo>
                    <a:pt x="665" y="0"/>
                    <a:pt x="858" y="192"/>
                    <a:pt x="858" y="428"/>
                  </a:cubicBezTo>
                  <a:cubicBezTo>
                    <a:pt x="858" y="665"/>
                    <a:pt x="665" y="857"/>
                    <a:pt x="429" y="857"/>
                  </a:cubicBezTo>
                  <a:cubicBezTo>
                    <a:pt x="193" y="857"/>
                    <a:pt x="0" y="665"/>
                    <a:pt x="0" y="428"/>
                  </a:cubicBezTo>
                  <a:cubicBezTo>
                    <a:pt x="0" y="192"/>
                    <a:pt x="193" y="0"/>
                    <a:pt x="429" y="0"/>
                  </a:cubicBezTo>
                  <a:close/>
                  <a:moveTo>
                    <a:pt x="429" y="24"/>
                  </a:moveTo>
                  <a:cubicBezTo>
                    <a:pt x="207" y="24"/>
                    <a:pt x="25" y="206"/>
                    <a:pt x="25" y="428"/>
                  </a:cubicBezTo>
                  <a:cubicBezTo>
                    <a:pt x="25" y="651"/>
                    <a:pt x="207" y="833"/>
                    <a:pt x="429" y="833"/>
                  </a:cubicBezTo>
                  <a:cubicBezTo>
                    <a:pt x="652" y="833"/>
                    <a:pt x="834" y="651"/>
                    <a:pt x="834" y="428"/>
                  </a:cubicBezTo>
                  <a:cubicBezTo>
                    <a:pt x="834" y="206"/>
                    <a:pt x="652" y="24"/>
                    <a:pt x="429" y="2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38" name="iśliḍê"/>
            <p:cNvSpPr/>
            <p:nvPr/>
          </p:nvSpPr>
          <p:spPr bwMode="auto">
            <a:xfrm>
              <a:off x="3366076" y="2566750"/>
              <a:ext cx="1708039" cy="1709738"/>
            </a:xfrm>
            <a:custGeom>
              <a:avLst/>
              <a:gdLst>
                <a:gd name="T0" fmla="*/ 641 w 1283"/>
                <a:gd name="T1" fmla="*/ 0 h 1283"/>
                <a:gd name="T2" fmla="*/ 1283 w 1283"/>
                <a:gd name="T3" fmla="*/ 641 h 1283"/>
                <a:gd name="T4" fmla="*/ 641 w 1283"/>
                <a:gd name="T5" fmla="*/ 1283 h 1283"/>
                <a:gd name="T6" fmla="*/ 0 w 1283"/>
                <a:gd name="T7" fmla="*/ 641 h 1283"/>
                <a:gd name="T8" fmla="*/ 641 w 1283"/>
                <a:gd name="T9" fmla="*/ 0 h 1283"/>
                <a:gd name="T10" fmla="*/ 641 w 1283"/>
                <a:gd name="T11" fmla="*/ 24 h 1283"/>
                <a:gd name="T12" fmla="*/ 24 w 1283"/>
                <a:gd name="T13" fmla="*/ 641 h 1283"/>
                <a:gd name="T14" fmla="*/ 641 w 1283"/>
                <a:gd name="T15" fmla="*/ 1259 h 1283"/>
                <a:gd name="T16" fmla="*/ 1258 w 1283"/>
                <a:gd name="T17" fmla="*/ 641 h 1283"/>
                <a:gd name="T18" fmla="*/ 641 w 1283"/>
                <a:gd name="T19" fmla="*/ 24 h 128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1283" h="1283">
                  <a:moveTo>
                    <a:pt x="641" y="0"/>
                  </a:moveTo>
                  <a:cubicBezTo>
                    <a:pt x="995" y="0"/>
                    <a:pt x="1283" y="288"/>
                    <a:pt x="1283" y="641"/>
                  </a:cubicBezTo>
                  <a:cubicBezTo>
                    <a:pt x="1283" y="995"/>
                    <a:pt x="995" y="1283"/>
                    <a:pt x="641" y="1283"/>
                  </a:cubicBezTo>
                  <a:cubicBezTo>
                    <a:pt x="288" y="1283"/>
                    <a:pt x="0" y="995"/>
                    <a:pt x="0" y="641"/>
                  </a:cubicBezTo>
                  <a:cubicBezTo>
                    <a:pt x="0" y="288"/>
                    <a:pt x="288" y="0"/>
                    <a:pt x="641" y="0"/>
                  </a:cubicBezTo>
                  <a:close/>
                  <a:moveTo>
                    <a:pt x="641" y="24"/>
                  </a:moveTo>
                  <a:cubicBezTo>
                    <a:pt x="301" y="24"/>
                    <a:pt x="24" y="302"/>
                    <a:pt x="24" y="641"/>
                  </a:cubicBezTo>
                  <a:cubicBezTo>
                    <a:pt x="24" y="981"/>
                    <a:pt x="301" y="1259"/>
                    <a:pt x="641" y="1259"/>
                  </a:cubicBezTo>
                  <a:cubicBezTo>
                    <a:pt x="981" y="1259"/>
                    <a:pt x="1258" y="981"/>
                    <a:pt x="1258" y="641"/>
                  </a:cubicBezTo>
                  <a:cubicBezTo>
                    <a:pt x="1258" y="302"/>
                    <a:pt x="981" y="24"/>
                    <a:pt x="641" y="2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39" name="ïšlîḋè"/>
            <p:cNvSpPr/>
            <p:nvPr/>
          </p:nvSpPr>
          <p:spPr bwMode="auto">
            <a:xfrm>
              <a:off x="3433990" y="2634664"/>
              <a:ext cx="1573909" cy="1071345"/>
            </a:xfrm>
            <a:custGeom>
              <a:avLst/>
              <a:gdLst>
                <a:gd name="T0" fmla="*/ 46 w 1182"/>
                <a:gd name="T1" fmla="*/ 693 h 803"/>
                <a:gd name="T2" fmla="*/ 46 w 1182"/>
                <a:gd name="T3" fmla="*/ 715 h 803"/>
                <a:gd name="T4" fmla="*/ 139 w 1182"/>
                <a:gd name="T5" fmla="*/ 703 h 803"/>
                <a:gd name="T6" fmla="*/ 51 w 1182"/>
                <a:gd name="T7" fmla="*/ 781 h 803"/>
                <a:gd name="T8" fmla="*/ 82 w 1182"/>
                <a:gd name="T9" fmla="*/ 547 h 803"/>
                <a:gd name="T10" fmla="*/ 22 w 1182"/>
                <a:gd name="T11" fmla="*/ 647 h 803"/>
                <a:gd name="T12" fmla="*/ 22 w 1182"/>
                <a:gd name="T13" fmla="*/ 616 h 803"/>
                <a:gd name="T14" fmla="*/ 4 w 1182"/>
                <a:gd name="T15" fmla="*/ 574 h 803"/>
                <a:gd name="T16" fmla="*/ 136 w 1182"/>
                <a:gd name="T17" fmla="*/ 477 h 803"/>
                <a:gd name="T18" fmla="*/ 143 w 1182"/>
                <a:gd name="T19" fmla="*/ 477 h 803"/>
                <a:gd name="T20" fmla="*/ 24 w 1182"/>
                <a:gd name="T21" fmla="*/ 490 h 803"/>
                <a:gd name="T22" fmla="*/ 156 w 1182"/>
                <a:gd name="T23" fmla="*/ 330 h 803"/>
                <a:gd name="T24" fmla="*/ 193 w 1182"/>
                <a:gd name="T25" fmla="*/ 355 h 803"/>
                <a:gd name="T26" fmla="*/ 143 w 1182"/>
                <a:gd name="T27" fmla="*/ 368 h 803"/>
                <a:gd name="T28" fmla="*/ 159 w 1182"/>
                <a:gd name="T29" fmla="*/ 414 h 803"/>
                <a:gd name="T30" fmla="*/ 186 w 1182"/>
                <a:gd name="T31" fmla="*/ 304 h 803"/>
                <a:gd name="T32" fmla="*/ 228 w 1182"/>
                <a:gd name="T33" fmla="*/ 266 h 803"/>
                <a:gd name="T34" fmla="*/ 236 w 1182"/>
                <a:gd name="T35" fmla="*/ 121 h 803"/>
                <a:gd name="T36" fmla="*/ 271 w 1182"/>
                <a:gd name="T37" fmla="*/ 193 h 803"/>
                <a:gd name="T38" fmla="*/ 224 w 1182"/>
                <a:gd name="T39" fmla="*/ 274 h 803"/>
                <a:gd name="T40" fmla="*/ 500 w 1182"/>
                <a:gd name="T41" fmla="*/ 26 h 803"/>
                <a:gd name="T42" fmla="*/ 417 w 1182"/>
                <a:gd name="T43" fmla="*/ 112 h 803"/>
                <a:gd name="T44" fmla="*/ 447 w 1182"/>
                <a:gd name="T45" fmla="*/ 21 h 803"/>
                <a:gd name="T46" fmla="*/ 492 w 1182"/>
                <a:gd name="T47" fmla="*/ 31 h 803"/>
                <a:gd name="T48" fmla="*/ 532 w 1182"/>
                <a:gd name="T49" fmla="*/ 125 h 803"/>
                <a:gd name="T50" fmla="*/ 573 w 1182"/>
                <a:gd name="T51" fmla="*/ 0 h 803"/>
                <a:gd name="T52" fmla="*/ 662 w 1182"/>
                <a:gd name="T53" fmla="*/ 0 h 803"/>
                <a:gd name="T54" fmla="*/ 557 w 1182"/>
                <a:gd name="T55" fmla="*/ 29 h 803"/>
                <a:gd name="T56" fmla="*/ 727 w 1182"/>
                <a:gd name="T57" fmla="*/ 143 h 803"/>
                <a:gd name="T58" fmla="*/ 753 w 1182"/>
                <a:gd name="T59" fmla="*/ 22 h 803"/>
                <a:gd name="T60" fmla="*/ 662 w 1182"/>
                <a:gd name="T61" fmla="*/ 130 h 803"/>
                <a:gd name="T62" fmla="*/ 892 w 1182"/>
                <a:gd name="T63" fmla="*/ 83 h 803"/>
                <a:gd name="T64" fmla="*/ 773 w 1182"/>
                <a:gd name="T65" fmla="*/ 30 h 803"/>
                <a:gd name="T66" fmla="*/ 812 w 1182"/>
                <a:gd name="T67" fmla="*/ 74 h 803"/>
                <a:gd name="T68" fmla="*/ 855 w 1182"/>
                <a:gd name="T69" fmla="*/ 67 h 803"/>
                <a:gd name="T70" fmla="*/ 864 w 1182"/>
                <a:gd name="T71" fmla="*/ 193 h 803"/>
                <a:gd name="T72" fmla="*/ 951 w 1182"/>
                <a:gd name="T73" fmla="*/ 241 h 803"/>
                <a:gd name="T74" fmla="*/ 924 w 1182"/>
                <a:gd name="T75" fmla="*/ 226 h 803"/>
                <a:gd name="T76" fmla="*/ 965 w 1182"/>
                <a:gd name="T77" fmla="*/ 144 h 803"/>
                <a:gd name="T78" fmla="*/ 920 w 1182"/>
                <a:gd name="T79" fmla="*/ 102 h 803"/>
                <a:gd name="T80" fmla="*/ 1051 w 1182"/>
                <a:gd name="T81" fmla="*/ 244 h 803"/>
                <a:gd name="T82" fmla="*/ 1007 w 1182"/>
                <a:gd name="T83" fmla="*/ 277 h 803"/>
                <a:gd name="T84" fmla="*/ 934 w 1182"/>
                <a:gd name="T85" fmla="*/ 272 h 803"/>
                <a:gd name="T86" fmla="*/ 1070 w 1182"/>
                <a:gd name="T87" fmla="*/ 246 h 803"/>
                <a:gd name="T88" fmla="*/ 1121 w 1182"/>
                <a:gd name="T89" fmla="*/ 427 h 803"/>
                <a:gd name="T90" fmla="*/ 1143 w 1182"/>
                <a:gd name="T91" fmla="*/ 373 h 803"/>
                <a:gd name="T92" fmla="*/ 1024 w 1182"/>
                <a:gd name="T93" fmla="*/ 422 h 803"/>
                <a:gd name="T94" fmla="*/ 1011 w 1182"/>
                <a:gd name="T95" fmla="*/ 391 h 803"/>
                <a:gd name="T96" fmla="*/ 1099 w 1182"/>
                <a:gd name="T97" fmla="*/ 389 h 803"/>
                <a:gd name="T98" fmla="*/ 1055 w 1182"/>
                <a:gd name="T99" fmla="*/ 527 h 803"/>
                <a:gd name="T100" fmla="*/ 1146 w 1182"/>
                <a:gd name="T101" fmla="*/ 454 h 803"/>
                <a:gd name="T102" fmla="*/ 1171 w 1182"/>
                <a:gd name="T103" fmla="*/ 496 h 803"/>
                <a:gd name="T104" fmla="*/ 1075 w 1182"/>
                <a:gd name="T105" fmla="*/ 597 h 803"/>
                <a:gd name="T106" fmla="*/ 1180 w 1182"/>
                <a:gd name="T107" fmla="*/ 523 h 803"/>
                <a:gd name="T108" fmla="*/ 1056 w 1182"/>
                <a:gd name="T109" fmla="*/ 548 h 803"/>
                <a:gd name="T110" fmla="*/ 1146 w 1182"/>
                <a:gd name="T111" fmla="*/ 793 h 803"/>
                <a:gd name="T112" fmla="*/ 1036 w 1182"/>
                <a:gd name="T113" fmla="*/ 737 h 803"/>
                <a:gd name="T114" fmla="*/ 1091 w 1182"/>
                <a:gd name="T115" fmla="*/ 699 h 803"/>
                <a:gd name="T116" fmla="*/ 1160 w 1182"/>
                <a:gd name="T117" fmla="*/ 728 h 803"/>
                <a:gd name="T118" fmla="*/ 1128 w 1182"/>
                <a:gd name="T119" fmla="*/ 755 h 80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  <a:cxn ang="0">
                  <a:pos x="T118" y="T119"/>
                </a:cxn>
              </a:cxnLst>
              <a:rect l="0" t="0" r="r" b="b"/>
              <a:pathLst>
                <a:path w="1182" h="803">
                  <a:moveTo>
                    <a:pt x="42" y="801"/>
                  </a:moveTo>
                  <a:cubicBezTo>
                    <a:pt x="38" y="803"/>
                    <a:pt x="38" y="803"/>
                    <a:pt x="38" y="803"/>
                  </a:cubicBezTo>
                  <a:cubicBezTo>
                    <a:pt x="8" y="699"/>
                    <a:pt x="8" y="699"/>
                    <a:pt x="8" y="699"/>
                  </a:cubicBezTo>
                  <a:cubicBezTo>
                    <a:pt x="45" y="688"/>
                    <a:pt x="45" y="688"/>
                    <a:pt x="45" y="688"/>
                  </a:cubicBezTo>
                  <a:cubicBezTo>
                    <a:pt x="46" y="693"/>
                    <a:pt x="46" y="693"/>
                    <a:pt x="46" y="693"/>
                  </a:cubicBezTo>
                  <a:cubicBezTo>
                    <a:pt x="25" y="701"/>
                    <a:pt x="19" y="717"/>
                    <a:pt x="27" y="741"/>
                  </a:cubicBezTo>
                  <a:cubicBezTo>
                    <a:pt x="29" y="752"/>
                    <a:pt x="34" y="755"/>
                    <a:pt x="40" y="753"/>
                  </a:cubicBezTo>
                  <a:cubicBezTo>
                    <a:pt x="82" y="740"/>
                    <a:pt x="82" y="740"/>
                    <a:pt x="82" y="740"/>
                  </a:cubicBezTo>
                  <a:cubicBezTo>
                    <a:pt x="79" y="723"/>
                    <a:pt x="67" y="716"/>
                    <a:pt x="47" y="720"/>
                  </a:cubicBezTo>
                  <a:cubicBezTo>
                    <a:pt x="46" y="715"/>
                    <a:pt x="46" y="715"/>
                    <a:pt x="46" y="715"/>
                  </a:cubicBezTo>
                  <a:cubicBezTo>
                    <a:pt x="107" y="698"/>
                    <a:pt x="107" y="698"/>
                    <a:pt x="107" y="698"/>
                  </a:cubicBezTo>
                  <a:cubicBezTo>
                    <a:pt x="109" y="703"/>
                    <a:pt x="109" y="703"/>
                    <a:pt x="109" y="703"/>
                  </a:cubicBezTo>
                  <a:cubicBezTo>
                    <a:pt x="89" y="709"/>
                    <a:pt x="83" y="721"/>
                    <a:pt x="89" y="739"/>
                  </a:cubicBezTo>
                  <a:cubicBezTo>
                    <a:pt x="131" y="726"/>
                    <a:pt x="131" y="726"/>
                    <a:pt x="131" y="726"/>
                  </a:cubicBezTo>
                  <a:cubicBezTo>
                    <a:pt x="141" y="725"/>
                    <a:pt x="143" y="717"/>
                    <a:pt x="139" y="703"/>
                  </a:cubicBezTo>
                  <a:cubicBezTo>
                    <a:pt x="143" y="701"/>
                    <a:pt x="143" y="701"/>
                    <a:pt x="143" y="701"/>
                  </a:cubicBezTo>
                  <a:cubicBezTo>
                    <a:pt x="162" y="767"/>
                    <a:pt x="162" y="767"/>
                    <a:pt x="162" y="767"/>
                  </a:cubicBezTo>
                  <a:cubicBezTo>
                    <a:pt x="158" y="768"/>
                    <a:pt x="158" y="768"/>
                    <a:pt x="158" y="768"/>
                  </a:cubicBezTo>
                  <a:cubicBezTo>
                    <a:pt x="154" y="757"/>
                    <a:pt x="148" y="752"/>
                    <a:pt x="139" y="756"/>
                  </a:cubicBezTo>
                  <a:cubicBezTo>
                    <a:pt x="51" y="781"/>
                    <a:pt x="51" y="781"/>
                    <a:pt x="51" y="781"/>
                  </a:cubicBezTo>
                  <a:cubicBezTo>
                    <a:pt x="42" y="783"/>
                    <a:pt x="39" y="790"/>
                    <a:pt x="42" y="801"/>
                  </a:cubicBezTo>
                  <a:close/>
                  <a:moveTo>
                    <a:pt x="0" y="532"/>
                  </a:moveTo>
                  <a:cubicBezTo>
                    <a:pt x="4" y="532"/>
                    <a:pt x="4" y="532"/>
                    <a:pt x="4" y="532"/>
                  </a:cubicBezTo>
                  <a:cubicBezTo>
                    <a:pt x="5" y="543"/>
                    <a:pt x="10" y="548"/>
                    <a:pt x="21" y="547"/>
                  </a:cubicBezTo>
                  <a:cubicBezTo>
                    <a:pt x="82" y="547"/>
                    <a:pt x="82" y="547"/>
                    <a:pt x="82" y="547"/>
                  </a:cubicBezTo>
                  <a:cubicBezTo>
                    <a:pt x="99" y="547"/>
                    <a:pt x="111" y="551"/>
                    <a:pt x="118" y="557"/>
                  </a:cubicBezTo>
                  <a:cubicBezTo>
                    <a:pt x="126" y="566"/>
                    <a:pt x="131" y="578"/>
                    <a:pt x="131" y="594"/>
                  </a:cubicBezTo>
                  <a:cubicBezTo>
                    <a:pt x="131" y="611"/>
                    <a:pt x="128" y="624"/>
                    <a:pt x="121" y="633"/>
                  </a:cubicBezTo>
                  <a:cubicBezTo>
                    <a:pt x="114" y="643"/>
                    <a:pt x="102" y="647"/>
                    <a:pt x="86" y="647"/>
                  </a:cubicBezTo>
                  <a:cubicBezTo>
                    <a:pt x="22" y="647"/>
                    <a:pt x="22" y="647"/>
                    <a:pt x="22" y="647"/>
                  </a:cubicBezTo>
                  <a:cubicBezTo>
                    <a:pt x="10" y="646"/>
                    <a:pt x="4" y="651"/>
                    <a:pt x="4" y="662"/>
                  </a:cubicBezTo>
                  <a:cubicBezTo>
                    <a:pt x="0" y="662"/>
                    <a:pt x="0" y="662"/>
                    <a:pt x="0" y="662"/>
                  </a:cubicBezTo>
                  <a:cubicBezTo>
                    <a:pt x="0" y="597"/>
                    <a:pt x="0" y="597"/>
                    <a:pt x="0" y="597"/>
                  </a:cubicBezTo>
                  <a:cubicBezTo>
                    <a:pt x="4" y="597"/>
                    <a:pt x="4" y="597"/>
                    <a:pt x="4" y="597"/>
                  </a:cubicBezTo>
                  <a:cubicBezTo>
                    <a:pt x="3" y="611"/>
                    <a:pt x="9" y="617"/>
                    <a:pt x="22" y="616"/>
                  </a:cubicBezTo>
                  <a:cubicBezTo>
                    <a:pt x="86" y="616"/>
                    <a:pt x="86" y="616"/>
                    <a:pt x="86" y="616"/>
                  </a:cubicBezTo>
                  <a:cubicBezTo>
                    <a:pt x="110" y="616"/>
                    <a:pt x="123" y="607"/>
                    <a:pt x="123" y="588"/>
                  </a:cubicBezTo>
                  <a:cubicBezTo>
                    <a:pt x="123" y="565"/>
                    <a:pt x="109" y="554"/>
                    <a:pt x="82" y="555"/>
                  </a:cubicBezTo>
                  <a:cubicBezTo>
                    <a:pt x="24" y="555"/>
                    <a:pt x="24" y="555"/>
                    <a:pt x="24" y="555"/>
                  </a:cubicBezTo>
                  <a:cubicBezTo>
                    <a:pt x="11" y="554"/>
                    <a:pt x="4" y="560"/>
                    <a:pt x="4" y="574"/>
                  </a:cubicBezTo>
                  <a:cubicBezTo>
                    <a:pt x="0" y="574"/>
                    <a:pt x="0" y="574"/>
                    <a:pt x="0" y="574"/>
                  </a:cubicBezTo>
                  <a:cubicBezTo>
                    <a:pt x="0" y="532"/>
                    <a:pt x="0" y="532"/>
                    <a:pt x="0" y="532"/>
                  </a:cubicBezTo>
                  <a:close/>
                  <a:moveTo>
                    <a:pt x="31" y="461"/>
                  </a:moveTo>
                  <a:cubicBezTo>
                    <a:pt x="123" y="485"/>
                    <a:pt x="123" y="485"/>
                    <a:pt x="123" y="485"/>
                  </a:cubicBezTo>
                  <a:cubicBezTo>
                    <a:pt x="130" y="488"/>
                    <a:pt x="135" y="485"/>
                    <a:pt x="136" y="477"/>
                  </a:cubicBezTo>
                  <a:cubicBezTo>
                    <a:pt x="144" y="453"/>
                    <a:pt x="128" y="435"/>
                    <a:pt x="90" y="426"/>
                  </a:cubicBezTo>
                  <a:cubicBezTo>
                    <a:pt x="53" y="417"/>
                    <a:pt x="32" y="424"/>
                    <a:pt x="25" y="447"/>
                  </a:cubicBezTo>
                  <a:cubicBezTo>
                    <a:pt x="23" y="455"/>
                    <a:pt x="25" y="460"/>
                    <a:pt x="31" y="461"/>
                  </a:cubicBezTo>
                  <a:close/>
                  <a:moveTo>
                    <a:pt x="128" y="535"/>
                  </a:moveTo>
                  <a:cubicBezTo>
                    <a:pt x="143" y="477"/>
                    <a:pt x="143" y="477"/>
                    <a:pt x="143" y="477"/>
                  </a:cubicBezTo>
                  <a:cubicBezTo>
                    <a:pt x="153" y="433"/>
                    <a:pt x="137" y="405"/>
                    <a:pt x="97" y="393"/>
                  </a:cubicBezTo>
                  <a:cubicBezTo>
                    <a:pt x="58" y="384"/>
                    <a:pt x="31" y="402"/>
                    <a:pt x="19" y="445"/>
                  </a:cubicBezTo>
                  <a:cubicBezTo>
                    <a:pt x="4" y="501"/>
                    <a:pt x="4" y="501"/>
                    <a:pt x="4" y="501"/>
                  </a:cubicBezTo>
                  <a:cubicBezTo>
                    <a:pt x="8" y="502"/>
                    <a:pt x="8" y="502"/>
                    <a:pt x="8" y="502"/>
                  </a:cubicBezTo>
                  <a:cubicBezTo>
                    <a:pt x="11" y="492"/>
                    <a:pt x="17" y="488"/>
                    <a:pt x="24" y="490"/>
                  </a:cubicBezTo>
                  <a:cubicBezTo>
                    <a:pt x="116" y="515"/>
                    <a:pt x="116" y="515"/>
                    <a:pt x="116" y="515"/>
                  </a:cubicBezTo>
                  <a:cubicBezTo>
                    <a:pt x="124" y="517"/>
                    <a:pt x="126" y="523"/>
                    <a:pt x="124" y="533"/>
                  </a:cubicBezTo>
                  <a:cubicBezTo>
                    <a:pt x="128" y="535"/>
                    <a:pt x="128" y="535"/>
                    <a:pt x="128" y="535"/>
                  </a:cubicBezTo>
                  <a:close/>
                  <a:moveTo>
                    <a:pt x="137" y="362"/>
                  </a:moveTo>
                  <a:cubicBezTo>
                    <a:pt x="156" y="330"/>
                    <a:pt x="156" y="330"/>
                    <a:pt x="156" y="330"/>
                  </a:cubicBezTo>
                  <a:cubicBezTo>
                    <a:pt x="106" y="323"/>
                    <a:pt x="106" y="323"/>
                    <a:pt x="106" y="323"/>
                  </a:cubicBezTo>
                  <a:cubicBezTo>
                    <a:pt x="137" y="362"/>
                    <a:pt x="137" y="362"/>
                    <a:pt x="137" y="362"/>
                  </a:cubicBezTo>
                  <a:close/>
                  <a:moveTo>
                    <a:pt x="220" y="300"/>
                  </a:moveTo>
                  <a:cubicBezTo>
                    <a:pt x="224" y="302"/>
                    <a:pt x="224" y="302"/>
                    <a:pt x="224" y="302"/>
                  </a:cubicBezTo>
                  <a:cubicBezTo>
                    <a:pt x="193" y="355"/>
                    <a:pt x="193" y="355"/>
                    <a:pt x="193" y="355"/>
                  </a:cubicBezTo>
                  <a:cubicBezTo>
                    <a:pt x="189" y="353"/>
                    <a:pt x="189" y="353"/>
                    <a:pt x="189" y="353"/>
                  </a:cubicBezTo>
                  <a:cubicBezTo>
                    <a:pt x="189" y="353"/>
                    <a:pt x="189" y="352"/>
                    <a:pt x="190" y="351"/>
                  </a:cubicBezTo>
                  <a:cubicBezTo>
                    <a:pt x="194" y="342"/>
                    <a:pt x="195" y="337"/>
                    <a:pt x="190" y="336"/>
                  </a:cubicBezTo>
                  <a:cubicBezTo>
                    <a:pt x="186" y="334"/>
                    <a:pt x="177" y="332"/>
                    <a:pt x="164" y="331"/>
                  </a:cubicBezTo>
                  <a:cubicBezTo>
                    <a:pt x="143" y="368"/>
                    <a:pt x="143" y="368"/>
                    <a:pt x="143" y="368"/>
                  </a:cubicBezTo>
                  <a:cubicBezTo>
                    <a:pt x="151" y="380"/>
                    <a:pt x="157" y="387"/>
                    <a:pt x="159" y="388"/>
                  </a:cubicBezTo>
                  <a:cubicBezTo>
                    <a:pt x="163" y="390"/>
                    <a:pt x="168" y="387"/>
                    <a:pt x="174" y="379"/>
                  </a:cubicBezTo>
                  <a:cubicBezTo>
                    <a:pt x="174" y="378"/>
                    <a:pt x="174" y="378"/>
                    <a:pt x="174" y="378"/>
                  </a:cubicBezTo>
                  <a:cubicBezTo>
                    <a:pt x="178" y="380"/>
                    <a:pt x="178" y="380"/>
                    <a:pt x="178" y="380"/>
                  </a:cubicBezTo>
                  <a:cubicBezTo>
                    <a:pt x="159" y="414"/>
                    <a:pt x="159" y="414"/>
                    <a:pt x="159" y="414"/>
                  </a:cubicBezTo>
                  <a:cubicBezTo>
                    <a:pt x="155" y="412"/>
                    <a:pt x="155" y="412"/>
                    <a:pt x="155" y="412"/>
                  </a:cubicBezTo>
                  <a:cubicBezTo>
                    <a:pt x="159" y="405"/>
                    <a:pt x="156" y="396"/>
                    <a:pt x="145" y="385"/>
                  </a:cubicBezTo>
                  <a:cubicBezTo>
                    <a:pt x="75" y="295"/>
                    <a:pt x="75" y="295"/>
                    <a:pt x="75" y="295"/>
                  </a:cubicBezTo>
                  <a:cubicBezTo>
                    <a:pt x="78" y="291"/>
                    <a:pt x="78" y="291"/>
                    <a:pt x="78" y="291"/>
                  </a:cubicBezTo>
                  <a:cubicBezTo>
                    <a:pt x="186" y="304"/>
                    <a:pt x="186" y="304"/>
                    <a:pt x="186" y="304"/>
                  </a:cubicBezTo>
                  <a:cubicBezTo>
                    <a:pt x="208" y="308"/>
                    <a:pt x="219" y="306"/>
                    <a:pt x="220" y="300"/>
                  </a:cubicBezTo>
                  <a:close/>
                  <a:moveTo>
                    <a:pt x="225" y="301"/>
                  </a:moveTo>
                  <a:cubicBezTo>
                    <a:pt x="257" y="271"/>
                    <a:pt x="257" y="271"/>
                    <a:pt x="257" y="271"/>
                  </a:cubicBezTo>
                  <a:cubicBezTo>
                    <a:pt x="254" y="268"/>
                    <a:pt x="254" y="268"/>
                    <a:pt x="254" y="268"/>
                  </a:cubicBezTo>
                  <a:cubicBezTo>
                    <a:pt x="244" y="277"/>
                    <a:pt x="236" y="276"/>
                    <a:pt x="228" y="266"/>
                  </a:cubicBezTo>
                  <a:cubicBezTo>
                    <a:pt x="176" y="211"/>
                    <a:pt x="176" y="211"/>
                    <a:pt x="176" y="211"/>
                  </a:cubicBezTo>
                  <a:cubicBezTo>
                    <a:pt x="308" y="227"/>
                    <a:pt x="308" y="227"/>
                    <a:pt x="308" y="227"/>
                  </a:cubicBezTo>
                  <a:cubicBezTo>
                    <a:pt x="311" y="224"/>
                    <a:pt x="311" y="224"/>
                    <a:pt x="311" y="224"/>
                  </a:cubicBezTo>
                  <a:cubicBezTo>
                    <a:pt x="236" y="143"/>
                    <a:pt x="236" y="143"/>
                    <a:pt x="236" y="143"/>
                  </a:cubicBezTo>
                  <a:cubicBezTo>
                    <a:pt x="228" y="136"/>
                    <a:pt x="229" y="129"/>
                    <a:pt x="236" y="121"/>
                  </a:cubicBezTo>
                  <a:cubicBezTo>
                    <a:pt x="233" y="118"/>
                    <a:pt x="233" y="118"/>
                    <a:pt x="233" y="118"/>
                  </a:cubicBezTo>
                  <a:cubicBezTo>
                    <a:pt x="203" y="146"/>
                    <a:pt x="203" y="146"/>
                    <a:pt x="203" y="146"/>
                  </a:cubicBezTo>
                  <a:cubicBezTo>
                    <a:pt x="206" y="149"/>
                    <a:pt x="206" y="149"/>
                    <a:pt x="206" y="149"/>
                  </a:cubicBezTo>
                  <a:cubicBezTo>
                    <a:pt x="216" y="140"/>
                    <a:pt x="224" y="141"/>
                    <a:pt x="232" y="151"/>
                  </a:cubicBezTo>
                  <a:cubicBezTo>
                    <a:pt x="271" y="193"/>
                    <a:pt x="271" y="193"/>
                    <a:pt x="271" y="193"/>
                  </a:cubicBezTo>
                  <a:cubicBezTo>
                    <a:pt x="167" y="179"/>
                    <a:pt x="167" y="179"/>
                    <a:pt x="167" y="179"/>
                  </a:cubicBezTo>
                  <a:cubicBezTo>
                    <a:pt x="138" y="206"/>
                    <a:pt x="138" y="206"/>
                    <a:pt x="138" y="206"/>
                  </a:cubicBezTo>
                  <a:cubicBezTo>
                    <a:pt x="141" y="209"/>
                    <a:pt x="141" y="209"/>
                    <a:pt x="141" y="209"/>
                  </a:cubicBezTo>
                  <a:cubicBezTo>
                    <a:pt x="143" y="207"/>
                    <a:pt x="150" y="207"/>
                    <a:pt x="163" y="208"/>
                  </a:cubicBezTo>
                  <a:cubicBezTo>
                    <a:pt x="224" y="274"/>
                    <a:pt x="224" y="274"/>
                    <a:pt x="224" y="274"/>
                  </a:cubicBezTo>
                  <a:cubicBezTo>
                    <a:pt x="232" y="281"/>
                    <a:pt x="231" y="289"/>
                    <a:pt x="222" y="298"/>
                  </a:cubicBezTo>
                  <a:cubicBezTo>
                    <a:pt x="225" y="301"/>
                    <a:pt x="225" y="301"/>
                    <a:pt x="225" y="301"/>
                  </a:cubicBezTo>
                  <a:close/>
                  <a:moveTo>
                    <a:pt x="509" y="2"/>
                  </a:moveTo>
                  <a:cubicBezTo>
                    <a:pt x="510" y="7"/>
                    <a:pt x="510" y="7"/>
                    <a:pt x="510" y="7"/>
                  </a:cubicBezTo>
                  <a:cubicBezTo>
                    <a:pt x="500" y="10"/>
                    <a:pt x="496" y="16"/>
                    <a:pt x="500" y="26"/>
                  </a:cubicBezTo>
                  <a:cubicBezTo>
                    <a:pt x="513" y="86"/>
                    <a:pt x="513" y="86"/>
                    <a:pt x="513" y="86"/>
                  </a:cubicBezTo>
                  <a:cubicBezTo>
                    <a:pt x="517" y="103"/>
                    <a:pt x="516" y="115"/>
                    <a:pt x="511" y="123"/>
                  </a:cubicBezTo>
                  <a:cubicBezTo>
                    <a:pt x="505" y="133"/>
                    <a:pt x="494" y="140"/>
                    <a:pt x="478" y="144"/>
                  </a:cubicBezTo>
                  <a:cubicBezTo>
                    <a:pt x="461" y="148"/>
                    <a:pt x="448" y="147"/>
                    <a:pt x="438" y="143"/>
                  </a:cubicBezTo>
                  <a:cubicBezTo>
                    <a:pt x="427" y="138"/>
                    <a:pt x="420" y="128"/>
                    <a:pt x="417" y="112"/>
                  </a:cubicBezTo>
                  <a:cubicBezTo>
                    <a:pt x="403" y="50"/>
                    <a:pt x="403" y="50"/>
                    <a:pt x="403" y="50"/>
                  </a:cubicBezTo>
                  <a:cubicBezTo>
                    <a:pt x="401" y="38"/>
                    <a:pt x="394" y="33"/>
                    <a:pt x="383" y="36"/>
                  </a:cubicBezTo>
                  <a:cubicBezTo>
                    <a:pt x="382" y="32"/>
                    <a:pt x="382" y="32"/>
                    <a:pt x="382" y="32"/>
                  </a:cubicBezTo>
                  <a:cubicBezTo>
                    <a:pt x="446" y="17"/>
                    <a:pt x="446" y="17"/>
                    <a:pt x="446" y="17"/>
                  </a:cubicBezTo>
                  <a:cubicBezTo>
                    <a:pt x="447" y="21"/>
                    <a:pt x="447" y="21"/>
                    <a:pt x="447" y="21"/>
                  </a:cubicBezTo>
                  <a:cubicBezTo>
                    <a:pt x="433" y="23"/>
                    <a:pt x="428" y="30"/>
                    <a:pt x="432" y="43"/>
                  </a:cubicBezTo>
                  <a:cubicBezTo>
                    <a:pt x="447" y="105"/>
                    <a:pt x="447" y="105"/>
                    <a:pt x="447" y="105"/>
                  </a:cubicBezTo>
                  <a:cubicBezTo>
                    <a:pt x="452" y="129"/>
                    <a:pt x="463" y="139"/>
                    <a:pt x="482" y="135"/>
                  </a:cubicBezTo>
                  <a:cubicBezTo>
                    <a:pt x="505" y="130"/>
                    <a:pt x="512" y="114"/>
                    <a:pt x="505" y="87"/>
                  </a:cubicBezTo>
                  <a:cubicBezTo>
                    <a:pt x="492" y="31"/>
                    <a:pt x="492" y="31"/>
                    <a:pt x="492" y="31"/>
                  </a:cubicBezTo>
                  <a:cubicBezTo>
                    <a:pt x="490" y="18"/>
                    <a:pt x="483" y="13"/>
                    <a:pt x="470" y="16"/>
                  </a:cubicBezTo>
                  <a:cubicBezTo>
                    <a:pt x="469" y="12"/>
                    <a:pt x="469" y="12"/>
                    <a:pt x="469" y="12"/>
                  </a:cubicBezTo>
                  <a:cubicBezTo>
                    <a:pt x="509" y="2"/>
                    <a:pt x="509" y="2"/>
                    <a:pt x="509" y="2"/>
                  </a:cubicBezTo>
                  <a:close/>
                  <a:moveTo>
                    <a:pt x="532" y="129"/>
                  </a:moveTo>
                  <a:cubicBezTo>
                    <a:pt x="532" y="125"/>
                    <a:pt x="532" y="125"/>
                    <a:pt x="532" y="125"/>
                  </a:cubicBezTo>
                  <a:cubicBezTo>
                    <a:pt x="544" y="124"/>
                    <a:pt x="550" y="119"/>
                    <a:pt x="549" y="109"/>
                  </a:cubicBezTo>
                  <a:cubicBezTo>
                    <a:pt x="549" y="19"/>
                    <a:pt x="549" y="19"/>
                    <a:pt x="549" y="19"/>
                  </a:cubicBezTo>
                  <a:cubicBezTo>
                    <a:pt x="541" y="9"/>
                    <a:pt x="535" y="4"/>
                    <a:pt x="533" y="5"/>
                  </a:cubicBezTo>
                  <a:cubicBezTo>
                    <a:pt x="533" y="0"/>
                    <a:pt x="533" y="0"/>
                    <a:pt x="533" y="0"/>
                  </a:cubicBezTo>
                  <a:cubicBezTo>
                    <a:pt x="573" y="0"/>
                    <a:pt x="573" y="0"/>
                    <a:pt x="573" y="0"/>
                  </a:cubicBezTo>
                  <a:cubicBezTo>
                    <a:pt x="639" y="82"/>
                    <a:pt x="639" y="82"/>
                    <a:pt x="639" y="82"/>
                  </a:cubicBezTo>
                  <a:cubicBezTo>
                    <a:pt x="639" y="24"/>
                    <a:pt x="639" y="24"/>
                    <a:pt x="639" y="24"/>
                  </a:cubicBezTo>
                  <a:cubicBezTo>
                    <a:pt x="640" y="12"/>
                    <a:pt x="634" y="5"/>
                    <a:pt x="621" y="5"/>
                  </a:cubicBezTo>
                  <a:cubicBezTo>
                    <a:pt x="621" y="0"/>
                    <a:pt x="621" y="0"/>
                    <a:pt x="621" y="0"/>
                  </a:cubicBezTo>
                  <a:cubicBezTo>
                    <a:pt x="662" y="0"/>
                    <a:pt x="662" y="0"/>
                    <a:pt x="662" y="0"/>
                  </a:cubicBezTo>
                  <a:cubicBezTo>
                    <a:pt x="662" y="5"/>
                    <a:pt x="662" y="5"/>
                    <a:pt x="662" y="5"/>
                  </a:cubicBezTo>
                  <a:cubicBezTo>
                    <a:pt x="651" y="6"/>
                    <a:pt x="646" y="11"/>
                    <a:pt x="647" y="21"/>
                  </a:cubicBezTo>
                  <a:cubicBezTo>
                    <a:pt x="647" y="132"/>
                    <a:pt x="647" y="132"/>
                    <a:pt x="647" y="132"/>
                  </a:cubicBezTo>
                  <a:cubicBezTo>
                    <a:pt x="642" y="132"/>
                    <a:pt x="642" y="132"/>
                    <a:pt x="642" y="132"/>
                  </a:cubicBezTo>
                  <a:cubicBezTo>
                    <a:pt x="557" y="29"/>
                    <a:pt x="557" y="29"/>
                    <a:pt x="557" y="29"/>
                  </a:cubicBezTo>
                  <a:cubicBezTo>
                    <a:pt x="557" y="105"/>
                    <a:pt x="557" y="105"/>
                    <a:pt x="557" y="105"/>
                  </a:cubicBezTo>
                  <a:cubicBezTo>
                    <a:pt x="556" y="118"/>
                    <a:pt x="562" y="125"/>
                    <a:pt x="575" y="125"/>
                  </a:cubicBezTo>
                  <a:cubicBezTo>
                    <a:pt x="575" y="129"/>
                    <a:pt x="575" y="129"/>
                    <a:pt x="575" y="129"/>
                  </a:cubicBezTo>
                  <a:cubicBezTo>
                    <a:pt x="532" y="129"/>
                    <a:pt x="532" y="129"/>
                    <a:pt x="532" y="129"/>
                  </a:cubicBezTo>
                  <a:close/>
                  <a:moveTo>
                    <a:pt x="727" y="143"/>
                  </a:moveTo>
                  <a:cubicBezTo>
                    <a:pt x="714" y="141"/>
                    <a:pt x="709" y="135"/>
                    <a:pt x="712" y="126"/>
                  </a:cubicBezTo>
                  <a:cubicBezTo>
                    <a:pt x="731" y="36"/>
                    <a:pt x="731" y="36"/>
                    <a:pt x="731" y="36"/>
                  </a:cubicBezTo>
                  <a:cubicBezTo>
                    <a:pt x="732" y="27"/>
                    <a:pt x="739" y="23"/>
                    <a:pt x="751" y="26"/>
                  </a:cubicBezTo>
                  <a:cubicBezTo>
                    <a:pt x="751" y="26"/>
                    <a:pt x="752" y="26"/>
                    <a:pt x="752" y="26"/>
                  </a:cubicBezTo>
                  <a:cubicBezTo>
                    <a:pt x="753" y="22"/>
                    <a:pt x="753" y="22"/>
                    <a:pt x="753" y="22"/>
                  </a:cubicBezTo>
                  <a:cubicBezTo>
                    <a:pt x="687" y="8"/>
                    <a:pt x="687" y="8"/>
                    <a:pt x="687" y="8"/>
                  </a:cubicBezTo>
                  <a:cubicBezTo>
                    <a:pt x="686" y="12"/>
                    <a:pt x="686" y="12"/>
                    <a:pt x="686" y="12"/>
                  </a:cubicBezTo>
                  <a:cubicBezTo>
                    <a:pt x="699" y="15"/>
                    <a:pt x="703" y="21"/>
                    <a:pt x="701" y="30"/>
                  </a:cubicBezTo>
                  <a:cubicBezTo>
                    <a:pt x="682" y="119"/>
                    <a:pt x="682" y="119"/>
                    <a:pt x="682" y="119"/>
                  </a:cubicBezTo>
                  <a:cubicBezTo>
                    <a:pt x="681" y="128"/>
                    <a:pt x="674" y="132"/>
                    <a:pt x="662" y="130"/>
                  </a:cubicBezTo>
                  <a:cubicBezTo>
                    <a:pt x="661" y="134"/>
                    <a:pt x="661" y="134"/>
                    <a:pt x="661" y="134"/>
                  </a:cubicBezTo>
                  <a:cubicBezTo>
                    <a:pt x="726" y="148"/>
                    <a:pt x="726" y="148"/>
                    <a:pt x="726" y="148"/>
                  </a:cubicBezTo>
                  <a:cubicBezTo>
                    <a:pt x="727" y="143"/>
                    <a:pt x="727" y="143"/>
                    <a:pt x="727" y="143"/>
                  </a:cubicBezTo>
                  <a:close/>
                  <a:moveTo>
                    <a:pt x="894" y="79"/>
                  </a:moveTo>
                  <a:cubicBezTo>
                    <a:pt x="892" y="83"/>
                    <a:pt x="892" y="83"/>
                    <a:pt x="892" y="83"/>
                  </a:cubicBezTo>
                  <a:cubicBezTo>
                    <a:pt x="885" y="80"/>
                    <a:pt x="878" y="82"/>
                    <a:pt x="870" y="91"/>
                  </a:cubicBezTo>
                  <a:cubicBezTo>
                    <a:pt x="786" y="174"/>
                    <a:pt x="786" y="174"/>
                    <a:pt x="786" y="174"/>
                  </a:cubicBezTo>
                  <a:cubicBezTo>
                    <a:pt x="781" y="172"/>
                    <a:pt x="781" y="172"/>
                    <a:pt x="781" y="172"/>
                  </a:cubicBezTo>
                  <a:cubicBezTo>
                    <a:pt x="783" y="49"/>
                    <a:pt x="783" y="49"/>
                    <a:pt x="783" y="49"/>
                  </a:cubicBezTo>
                  <a:cubicBezTo>
                    <a:pt x="783" y="40"/>
                    <a:pt x="780" y="33"/>
                    <a:pt x="773" y="30"/>
                  </a:cubicBezTo>
                  <a:cubicBezTo>
                    <a:pt x="775" y="26"/>
                    <a:pt x="775" y="26"/>
                    <a:pt x="775" y="26"/>
                  </a:cubicBezTo>
                  <a:cubicBezTo>
                    <a:pt x="833" y="52"/>
                    <a:pt x="833" y="52"/>
                    <a:pt x="833" y="52"/>
                  </a:cubicBezTo>
                  <a:cubicBezTo>
                    <a:pt x="832" y="56"/>
                    <a:pt x="832" y="56"/>
                    <a:pt x="832" y="56"/>
                  </a:cubicBezTo>
                  <a:cubicBezTo>
                    <a:pt x="820" y="51"/>
                    <a:pt x="814" y="52"/>
                    <a:pt x="813" y="57"/>
                  </a:cubicBezTo>
                  <a:cubicBezTo>
                    <a:pt x="812" y="60"/>
                    <a:pt x="812" y="66"/>
                    <a:pt x="812" y="74"/>
                  </a:cubicBezTo>
                  <a:cubicBezTo>
                    <a:pt x="810" y="140"/>
                    <a:pt x="810" y="140"/>
                    <a:pt x="810" y="140"/>
                  </a:cubicBezTo>
                  <a:cubicBezTo>
                    <a:pt x="858" y="92"/>
                    <a:pt x="858" y="92"/>
                    <a:pt x="858" y="92"/>
                  </a:cubicBezTo>
                  <a:cubicBezTo>
                    <a:pt x="858" y="92"/>
                    <a:pt x="859" y="91"/>
                    <a:pt x="860" y="90"/>
                  </a:cubicBezTo>
                  <a:cubicBezTo>
                    <a:pt x="864" y="86"/>
                    <a:pt x="866" y="84"/>
                    <a:pt x="867" y="82"/>
                  </a:cubicBezTo>
                  <a:cubicBezTo>
                    <a:pt x="870" y="77"/>
                    <a:pt x="866" y="72"/>
                    <a:pt x="855" y="67"/>
                  </a:cubicBezTo>
                  <a:cubicBezTo>
                    <a:pt x="857" y="63"/>
                    <a:pt x="857" y="63"/>
                    <a:pt x="857" y="63"/>
                  </a:cubicBezTo>
                  <a:cubicBezTo>
                    <a:pt x="894" y="79"/>
                    <a:pt x="894" y="79"/>
                    <a:pt x="894" y="79"/>
                  </a:cubicBezTo>
                  <a:close/>
                  <a:moveTo>
                    <a:pt x="920" y="102"/>
                  </a:moveTo>
                  <a:cubicBezTo>
                    <a:pt x="929" y="110"/>
                    <a:pt x="930" y="117"/>
                    <a:pt x="924" y="124"/>
                  </a:cubicBezTo>
                  <a:cubicBezTo>
                    <a:pt x="864" y="193"/>
                    <a:pt x="864" y="193"/>
                    <a:pt x="864" y="193"/>
                  </a:cubicBezTo>
                  <a:cubicBezTo>
                    <a:pt x="859" y="201"/>
                    <a:pt x="851" y="200"/>
                    <a:pt x="842" y="193"/>
                  </a:cubicBezTo>
                  <a:cubicBezTo>
                    <a:pt x="839" y="196"/>
                    <a:pt x="839" y="196"/>
                    <a:pt x="839" y="196"/>
                  </a:cubicBezTo>
                  <a:cubicBezTo>
                    <a:pt x="923" y="269"/>
                    <a:pt x="923" y="269"/>
                    <a:pt x="923" y="269"/>
                  </a:cubicBezTo>
                  <a:cubicBezTo>
                    <a:pt x="954" y="244"/>
                    <a:pt x="954" y="244"/>
                    <a:pt x="954" y="244"/>
                  </a:cubicBezTo>
                  <a:cubicBezTo>
                    <a:pt x="951" y="241"/>
                    <a:pt x="951" y="241"/>
                    <a:pt x="951" y="241"/>
                  </a:cubicBezTo>
                  <a:cubicBezTo>
                    <a:pt x="928" y="252"/>
                    <a:pt x="909" y="250"/>
                    <a:pt x="891" y="234"/>
                  </a:cubicBezTo>
                  <a:cubicBezTo>
                    <a:pt x="882" y="226"/>
                    <a:pt x="880" y="220"/>
                    <a:pt x="885" y="215"/>
                  </a:cubicBezTo>
                  <a:cubicBezTo>
                    <a:pt x="916" y="180"/>
                    <a:pt x="916" y="180"/>
                    <a:pt x="916" y="180"/>
                  </a:cubicBezTo>
                  <a:cubicBezTo>
                    <a:pt x="931" y="192"/>
                    <a:pt x="933" y="206"/>
                    <a:pt x="920" y="223"/>
                  </a:cubicBezTo>
                  <a:cubicBezTo>
                    <a:pt x="924" y="226"/>
                    <a:pt x="924" y="226"/>
                    <a:pt x="924" y="226"/>
                  </a:cubicBezTo>
                  <a:cubicBezTo>
                    <a:pt x="966" y="177"/>
                    <a:pt x="966" y="177"/>
                    <a:pt x="966" y="177"/>
                  </a:cubicBezTo>
                  <a:cubicBezTo>
                    <a:pt x="962" y="174"/>
                    <a:pt x="962" y="174"/>
                    <a:pt x="962" y="174"/>
                  </a:cubicBezTo>
                  <a:cubicBezTo>
                    <a:pt x="948" y="189"/>
                    <a:pt x="934" y="189"/>
                    <a:pt x="920" y="175"/>
                  </a:cubicBezTo>
                  <a:cubicBezTo>
                    <a:pt x="949" y="142"/>
                    <a:pt x="949" y="142"/>
                    <a:pt x="949" y="142"/>
                  </a:cubicBezTo>
                  <a:cubicBezTo>
                    <a:pt x="953" y="136"/>
                    <a:pt x="958" y="137"/>
                    <a:pt x="965" y="144"/>
                  </a:cubicBezTo>
                  <a:cubicBezTo>
                    <a:pt x="987" y="161"/>
                    <a:pt x="991" y="179"/>
                    <a:pt x="978" y="196"/>
                  </a:cubicBezTo>
                  <a:cubicBezTo>
                    <a:pt x="981" y="200"/>
                    <a:pt x="981" y="200"/>
                    <a:pt x="981" y="200"/>
                  </a:cubicBezTo>
                  <a:cubicBezTo>
                    <a:pt x="1006" y="171"/>
                    <a:pt x="1006" y="171"/>
                    <a:pt x="1006" y="171"/>
                  </a:cubicBezTo>
                  <a:cubicBezTo>
                    <a:pt x="923" y="99"/>
                    <a:pt x="923" y="99"/>
                    <a:pt x="923" y="99"/>
                  </a:cubicBezTo>
                  <a:cubicBezTo>
                    <a:pt x="920" y="102"/>
                    <a:pt x="920" y="102"/>
                    <a:pt x="920" y="102"/>
                  </a:cubicBezTo>
                  <a:close/>
                  <a:moveTo>
                    <a:pt x="1051" y="244"/>
                  </a:moveTo>
                  <a:cubicBezTo>
                    <a:pt x="1011" y="273"/>
                    <a:pt x="1011" y="273"/>
                    <a:pt x="1011" y="273"/>
                  </a:cubicBezTo>
                  <a:cubicBezTo>
                    <a:pt x="1026" y="294"/>
                    <a:pt x="1040" y="298"/>
                    <a:pt x="1056" y="284"/>
                  </a:cubicBezTo>
                  <a:cubicBezTo>
                    <a:pt x="1070" y="273"/>
                    <a:pt x="1073" y="261"/>
                    <a:pt x="1064" y="249"/>
                  </a:cubicBezTo>
                  <a:cubicBezTo>
                    <a:pt x="1059" y="241"/>
                    <a:pt x="1055" y="239"/>
                    <a:pt x="1051" y="244"/>
                  </a:cubicBezTo>
                  <a:close/>
                  <a:moveTo>
                    <a:pt x="1013" y="377"/>
                  </a:moveTo>
                  <a:cubicBezTo>
                    <a:pt x="1009" y="379"/>
                    <a:pt x="1009" y="379"/>
                    <a:pt x="1009" y="379"/>
                  </a:cubicBezTo>
                  <a:cubicBezTo>
                    <a:pt x="986" y="348"/>
                    <a:pt x="986" y="348"/>
                    <a:pt x="986" y="348"/>
                  </a:cubicBezTo>
                  <a:cubicBezTo>
                    <a:pt x="1010" y="281"/>
                    <a:pt x="1010" y="281"/>
                    <a:pt x="1010" y="281"/>
                  </a:cubicBezTo>
                  <a:cubicBezTo>
                    <a:pt x="1007" y="277"/>
                    <a:pt x="1007" y="277"/>
                    <a:pt x="1007" y="277"/>
                  </a:cubicBezTo>
                  <a:cubicBezTo>
                    <a:pt x="977" y="299"/>
                    <a:pt x="977" y="299"/>
                    <a:pt x="977" y="299"/>
                  </a:cubicBezTo>
                  <a:cubicBezTo>
                    <a:pt x="967" y="305"/>
                    <a:pt x="965" y="313"/>
                    <a:pt x="973" y="323"/>
                  </a:cubicBezTo>
                  <a:cubicBezTo>
                    <a:pt x="969" y="326"/>
                    <a:pt x="969" y="326"/>
                    <a:pt x="969" y="326"/>
                  </a:cubicBezTo>
                  <a:cubicBezTo>
                    <a:pt x="930" y="275"/>
                    <a:pt x="930" y="275"/>
                    <a:pt x="930" y="275"/>
                  </a:cubicBezTo>
                  <a:cubicBezTo>
                    <a:pt x="934" y="272"/>
                    <a:pt x="934" y="272"/>
                    <a:pt x="934" y="272"/>
                  </a:cubicBezTo>
                  <a:cubicBezTo>
                    <a:pt x="941" y="282"/>
                    <a:pt x="949" y="283"/>
                    <a:pt x="958" y="274"/>
                  </a:cubicBezTo>
                  <a:cubicBezTo>
                    <a:pt x="1025" y="224"/>
                    <a:pt x="1025" y="224"/>
                    <a:pt x="1025" y="224"/>
                  </a:cubicBezTo>
                  <a:cubicBezTo>
                    <a:pt x="1036" y="217"/>
                    <a:pt x="1038" y="209"/>
                    <a:pt x="1030" y="200"/>
                  </a:cubicBezTo>
                  <a:cubicBezTo>
                    <a:pt x="1033" y="197"/>
                    <a:pt x="1033" y="197"/>
                    <a:pt x="1033" y="197"/>
                  </a:cubicBezTo>
                  <a:cubicBezTo>
                    <a:pt x="1070" y="246"/>
                    <a:pt x="1070" y="246"/>
                    <a:pt x="1070" y="246"/>
                  </a:cubicBezTo>
                  <a:cubicBezTo>
                    <a:pt x="1091" y="274"/>
                    <a:pt x="1093" y="295"/>
                    <a:pt x="1076" y="309"/>
                  </a:cubicBezTo>
                  <a:cubicBezTo>
                    <a:pt x="1063" y="319"/>
                    <a:pt x="1049" y="317"/>
                    <a:pt x="1032" y="305"/>
                  </a:cubicBezTo>
                  <a:cubicBezTo>
                    <a:pt x="1011" y="368"/>
                    <a:pt x="1011" y="368"/>
                    <a:pt x="1011" y="368"/>
                  </a:cubicBezTo>
                  <a:cubicBezTo>
                    <a:pt x="1011" y="372"/>
                    <a:pt x="1011" y="375"/>
                    <a:pt x="1013" y="377"/>
                  </a:cubicBezTo>
                  <a:close/>
                  <a:moveTo>
                    <a:pt x="1121" y="427"/>
                  </a:moveTo>
                  <a:cubicBezTo>
                    <a:pt x="1159" y="412"/>
                    <a:pt x="1159" y="412"/>
                    <a:pt x="1159" y="412"/>
                  </a:cubicBezTo>
                  <a:cubicBezTo>
                    <a:pt x="1157" y="406"/>
                    <a:pt x="1157" y="406"/>
                    <a:pt x="1157" y="406"/>
                  </a:cubicBezTo>
                  <a:cubicBezTo>
                    <a:pt x="1152" y="407"/>
                    <a:pt x="1149" y="406"/>
                    <a:pt x="1148" y="403"/>
                  </a:cubicBezTo>
                  <a:cubicBezTo>
                    <a:pt x="1148" y="402"/>
                    <a:pt x="1147" y="399"/>
                    <a:pt x="1147" y="395"/>
                  </a:cubicBezTo>
                  <a:cubicBezTo>
                    <a:pt x="1147" y="386"/>
                    <a:pt x="1145" y="378"/>
                    <a:pt x="1143" y="373"/>
                  </a:cubicBezTo>
                  <a:cubicBezTo>
                    <a:pt x="1133" y="348"/>
                    <a:pt x="1116" y="340"/>
                    <a:pt x="1092" y="348"/>
                  </a:cubicBezTo>
                  <a:cubicBezTo>
                    <a:pt x="1077" y="353"/>
                    <a:pt x="1069" y="368"/>
                    <a:pt x="1067" y="393"/>
                  </a:cubicBezTo>
                  <a:cubicBezTo>
                    <a:pt x="1066" y="407"/>
                    <a:pt x="1066" y="407"/>
                    <a:pt x="1066" y="407"/>
                  </a:cubicBezTo>
                  <a:cubicBezTo>
                    <a:pt x="1066" y="423"/>
                    <a:pt x="1062" y="433"/>
                    <a:pt x="1052" y="436"/>
                  </a:cubicBezTo>
                  <a:cubicBezTo>
                    <a:pt x="1039" y="440"/>
                    <a:pt x="1030" y="435"/>
                    <a:pt x="1024" y="422"/>
                  </a:cubicBezTo>
                  <a:cubicBezTo>
                    <a:pt x="1017" y="403"/>
                    <a:pt x="1024" y="386"/>
                    <a:pt x="1046" y="370"/>
                  </a:cubicBezTo>
                  <a:cubicBezTo>
                    <a:pt x="1045" y="365"/>
                    <a:pt x="1045" y="365"/>
                    <a:pt x="1045" y="365"/>
                  </a:cubicBezTo>
                  <a:cubicBezTo>
                    <a:pt x="1002" y="382"/>
                    <a:pt x="1002" y="382"/>
                    <a:pt x="1002" y="382"/>
                  </a:cubicBezTo>
                  <a:cubicBezTo>
                    <a:pt x="1004" y="387"/>
                    <a:pt x="1004" y="387"/>
                    <a:pt x="1004" y="387"/>
                  </a:cubicBezTo>
                  <a:cubicBezTo>
                    <a:pt x="1008" y="387"/>
                    <a:pt x="1010" y="388"/>
                    <a:pt x="1011" y="391"/>
                  </a:cubicBezTo>
                  <a:cubicBezTo>
                    <a:pt x="1012" y="392"/>
                    <a:pt x="1013" y="395"/>
                    <a:pt x="1013" y="399"/>
                  </a:cubicBezTo>
                  <a:cubicBezTo>
                    <a:pt x="1014" y="408"/>
                    <a:pt x="1016" y="416"/>
                    <a:pt x="1019" y="423"/>
                  </a:cubicBezTo>
                  <a:cubicBezTo>
                    <a:pt x="1031" y="450"/>
                    <a:pt x="1049" y="460"/>
                    <a:pt x="1072" y="452"/>
                  </a:cubicBezTo>
                  <a:cubicBezTo>
                    <a:pt x="1087" y="446"/>
                    <a:pt x="1095" y="436"/>
                    <a:pt x="1097" y="420"/>
                  </a:cubicBezTo>
                  <a:cubicBezTo>
                    <a:pt x="1099" y="389"/>
                    <a:pt x="1099" y="389"/>
                    <a:pt x="1099" y="389"/>
                  </a:cubicBezTo>
                  <a:cubicBezTo>
                    <a:pt x="1100" y="373"/>
                    <a:pt x="1104" y="364"/>
                    <a:pt x="1113" y="362"/>
                  </a:cubicBezTo>
                  <a:cubicBezTo>
                    <a:pt x="1123" y="358"/>
                    <a:pt x="1131" y="362"/>
                    <a:pt x="1137" y="374"/>
                  </a:cubicBezTo>
                  <a:cubicBezTo>
                    <a:pt x="1143" y="391"/>
                    <a:pt x="1137" y="407"/>
                    <a:pt x="1119" y="422"/>
                  </a:cubicBezTo>
                  <a:cubicBezTo>
                    <a:pt x="1121" y="427"/>
                    <a:pt x="1121" y="427"/>
                    <a:pt x="1121" y="427"/>
                  </a:cubicBezTo>
                  <a:close/>
                  <a:moveTo>
                    <a:pt x="1055" y="527"/>
                  </a:moveTo>
                  <a:cubicBezTo>
                    <a:pt x="1051" y="528"/>
                    <a:pt x="1051" y="528"/>
                    <a:pt x="1051" y="528"/>
                  </a:cubicBezTo>
                  <a:cubicBezTo>
                    <a:pt x="1035" y="463"/>
                    <a:pt x="1035" y="463"/>
                    <a:pt x="1035" y="463"/>
                  </a:cubicBezTo>
                  <a:cubicBezTo>
                    <a:pt x="1039" y="462"/>
                    <a:pt x="1039" y="462"/>
                    <a:pt x="1039" y="462"/>
                  </a:cubicBezTo>
                  <a:cubicBezTo>
                    <a:pt x="1043" y="474"/>
                    <a:pt x="1049" y="479"/>
                    <a:pt x="1057" y="476"/>
                  </a:cubicBezTo>
                  <a:cubicBezTo>
                    <a:pt x="1146" y="454"/>
                    <a:pt x="1146" y="454"/>
                    <a:pt x="1146" y="454"/>
                  </a:cubicBezTo>
                  <a:cubicBezTo>
                    <a:pt x="1155" y="452"/>
                    <a:pt x="1159" y="445"/>
                    <a:pt x="1155" y="433"/>
                  </a:cubicBezTo>
                  <a:cubicBezTo>
                    <a:pt x="1160" y="432"/>
                    <a:pt x="1160" y="432"/>
                    <a:pt x="1160" y="432"/>
                  </a:cubicBezTo>
                  <a:cubicBezTo>
                    <a:pt x="1176" y="497"/>
                    <a:pt x="1176" y="497"/>
                    <a:pt x="1176" y="497"/>
                  </a:cubicBezTo>
                  <a:cubicBezTo>
                    <a:pt x="1172" y="498"/>
                    <a:pt x="1172" y="498"/>
                    <a:pt x="1172" y="498"/>
                  </a:cubicBezTo>
                  <a:cubicBezTo>
                    <a:pt x="1172" y="497"/>
                    <a:pt x="1171" y="497"/>
                    <a:pt x="1171" y="496"/>
                  </a:cubicBezTo>
                  <a:cubicBezTo>
                    <a:pt x="1168" y="485"/>
                    <a:pt x="1163" y="480"/>
                    <a:pt x="1153" y="483"/>
                  </a:cubicBezTo>
                  <a:cubicBezTo>
                    <a:pt x="1065" y="505"/>
                    <a:pt x="1065" y="505"/>
                    <a:pt x="1065" y="505"/>
                  </a:cubicBezTo>
                  <a:cubicBezTo>
                    <a:pt x="1055" y="507"/>
                    <a:pt x="1052" y="514"/>
                    <a:pt x="1055" y="527"/>
                  </a:cubicBezTo>
                  <a:close/>
                  <a:moveTo>
                    <a:pt x="1057" y="616"/>
                  </a:moveTo>
                  <a:cubicBezTo>
                    <a:pt x="1056" y="602"/>
                    <a:pt x="1062" y="596"/>
                    <a:pt x="1075" y="597"/>
                  </a:cubicBezTo>
                  <a:cubicBezTo>
                    <a:pt x="1175" y="595"/>
                    <a:pt x="1175" y="595"/>
                    <a:pt x="1175" y="595"/>
                  </a:cubicBezTo>
                  <a:cubicBezTo>
                    <a:pt x="1176" y="617"/>
                    <a:pt x="1166" y="630"/>
                    <a:pt x="1144" y="632"/>
                  </a:cubicBezTo>
                  <a:cubicBezTo>
                    <a:pt x="1144" y="638"/>
                    <a:pt x="1144" y="638"/>
                    <a:pt x="1144" y="638"/>
                  </a:cubicBezTo>
                  <a:cubicBezTo>
                    <a:pt x="1182" y="637"/>
                    <a:pt x="1182" y="637"/>
                    <a:pt x="1182" y="637"/>
                  </a:cubicBezTo>
                  <a:cubicBezTo>
                    <a:pt x="1180" y="523"/>
                    <a:pt x="1180" y="523"/>
                    <a:pt x="1180" y="523"/>
                  </a:cubicBezTo>
                  <a:cubicBezTo>
                    <a:pt x="1142" y="523"/>
                    <a:pt x="1142" y="523"/>
                    <a:pt x="1142" y="523"/>
                  </a:cubicBezTo>
                  <a:cubicBezTo>
                    <a:pt x="1142" y="528"/>
                    <a:pt x="1142" y="528"/>
                    <a:pt x="1142" y="528"/>
                  </a:cubicBezTo>
                  <a:cubicBezTo>
                    <a:pt x="1164" y="530"/>
                    <a:pt x="1175" y="542"/>
                    <a:pt x="1175" y="565"/>
                  </a:cubicBezTo>
                  <a:cubicBezTo>
                    <a:pt x="1074" y="566"/>
                    <a:pt x="1074" y="566"/>
                    <a:pt x="1074" y="566"/>
                  </a:cubicBezTo>
                  <a:cubicBezTo>
                    <a:pt x="1061" y="568"/>
                    <a:pt x="1055" y="562"/>
                    <a:pt x="1056" y="548"/>
                  </a:cubicBezTo>
                  <a:cubicBezTo>
                    <a:pt x="1051" y="548"/>
                    <a:pt x="1051" y="548"/>
                    <a:pt x="1051" y="548"/>
                  </a:cubicBezTo>
                  <a:cubicBezTo>
                    <a:pt x="1053" y="616"/>
                    <a:pt x="1053" y="616"/>
                    <a:pt x="1053" y="616"/>
                  </a:cubicBezTo>
                  <a:cubicBezTo>
                    <a:pt x="1057" y="616"/>
                    <a:pt x="1057" y="616"/>
                    <a:pt x="1057" y="616"/>
                  </a:cubicBezTo>
                  <a:close/>
                  <a:moveTo>
                    <a:pt x="1151" y="794"/>
                  </a:moveTo>
                  <a:cubicBezTo>
                    <a:pt x="1146" y="793"/>
                    <a:pt x="1146" y="793"/>
                    <a:pt x="1146" y="793"/>
                  </a:cubicBezTo>
                  <a:cubicBezTo>
                    <a:pt x="1146" y="793"/>
                    <a:pt x="1146" y="793"/>
                    <a:pt x="1146" y="792"/>
                  </a:cubicBezTo>
                  <a:cubicBezTo>
                    <a:pt x="1147" y="787"/>
                    <a:pt x="1145" y="782"/>
                    <a:pt x="1142" y="779"/>
                  </a:cubicBezTo>
                  <a:cubicBezTo>
                    <a:pt x="1091" y="731"/>
                    <a:pt x="1091" y="731"/>
                    <a:pt x="1091" y="731"/>
                  </a:cubicBezTo>
                  <a:cubicBezTo>
                    <a:pt x="1057" y="724"/>
                    <a:pt x="1057" y="724"/>
                    <a:pt x="1057" y="724"/>
                  </a:cubicBezTo>
                  <a:cubicBezTo>
                    <a:pt x="1045" y="720"/>
                    <a:pt x="1038" y="724"/>
                    <a:pt x="1036" y="737"/>
                  </a:cubicBezTo>
                  <a:cubicBezTo>
                    <a:pt x="1031" y="736"/>
                    <a:pt x="1031" y="736"/>
                    <a:pt x="1031" y="736"/>
                  </a:cubicBezTo>
                  <a:cubicBezTo>
                    <a:pt x="1045" y="671"/>
                    <a:pt x="1045" y="671"/>
                    <a:pt x="1045" y="671"/>
                  </a:cubicBezTo>
                  <a:cubicBezTo>
                    <a:pt x="1049" y="672"/>
                    <a:pt x="1049" y="672"/>
                    <a:pt x="1049" y="672"/>
                  </a:cubicBezTo>
                  <a:cubicBezTo>
                    <a:pt x="1046" y="685"/>
                    <a:pt x="1051" y="692"/>
                    <a:pt x="1063" y="693"/>
                  </a:cubicBezTo>
                  <a:cubicBezTo>
                    <a:pt x="1091" y="699"/>
                    <a:pt x="1091" y="699"/>
                    <a:pt x="1091" y="699"/>
                  </a:cubicBezTo>
                  <a:cubicBezTo>
                    <a:pt x="1160" y="678"/>
                    <a:pt x="1160" y="678"/>
                    <a:pt x="1160" y="678"/>
                  </a:cubicBezTo>
                  <a:cubicBezTo>
                    <a:pt x="1167" y="676"/>
                    <a:pt x="1171" y="672"/>
                    <a:pt x="1173" y="665"/>
                  </a:cubicBezTo>
                  <a:cubicBezTo>
                    <a:pt x="1178" y="666"/>
                    <a:pt x="1178" y="666"/>
                    <a:pt x="1178" y="666"/>
                  </a:cubicBezTo>
                  <a:cubicBezTo>
                    <a:pt x="1164" y="729"/>
                    <a:pt x="1164" y="729"/>
                    <a:pt x="1164" y="729"/>
                  </a:cubicBezTo>
                  <a:cubicBezTo>
                    <a:pt x="1160" y="728"/>
                    <a:pt x="1160" y="728"/>
                    <a:pt x="1160" y="728"/>
                  </a:cubicBezTo>
                  <a:cubicBezTo>
                    <a:pt x="1163" y="716"/>
                    <a:pt x="1162" y="711"/>
                    <a:pt x="1157" y="711"/>
                  </a:cubicBezTo>
                  <a:cubicBezTo>
                    <a:pt x="1155" y="711"/>
                    <a:pt x="1152" y="711"/>
                    <a:pt x="1148" y="713"/>
                  </a:cubicBezTo>
                  <a:cubicBezTo>
                    <a:pt x="1147" y="713"/>
                    <a:pt x="1146" y="714"/>
                    <a:pt x="1146" y="714"/>
                  </a:cubicBezTo>
                  <a:cubicBezTo>
                    <a:pt x="1097" y="727"/>
                    <a:pt x="1097" y="727"/>
                    <a:pt x="1097" y="727"/>
                  </a:cubicBezTo>
                  <a:cubicBezTo>
                    <a:pt x="1128" y="755"/>
                    <a:pt x="1128" y="755"/>
                    <a:pt x="1128" y="755"/>
                  </a:cubicBezTo>
                  <a:cubicBezTo>
                    <a:pt x="1133" y="760"/>
                    <a:pt x="1138" y="764"/>
                    <a:pt x="1143" y="765"/>
                  </a:cubicBezTo>
                  <a:cubicBezTo>
                    <a:pt x="1148" y="767"/>
                    <a:pt x="1152" y="763"/>
                    <a:pt x="1155" y="752"/>
                  </a:cubicBezTo>
                  <a:cubicBezTo>
                    <a:pt x="1159" y="753"/>
                    <a:pt x="1159" y="753"/>
                    <a:pt x="1159" y="753"/>
                  </a:cubicBezTo>
                  <a:lnTo>
                    <a:pt x="1151" y="794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40" name="íṥļiďè"/>
            <p:cNvSpPr/>
            <p:nvPr/>
          </p:nvSpPr>
          <p:spPr bwMode="auto">
            <a:xfrm>
              <a:off x="4260844" y="4031997"/>
              <a:ext cx="147714" cy="178275"/>
            </a:xfrm>
            <a:custGeom>
              <a:avLst/>
              <a:gdLst>
                <a:gd name="T0" fmla="*/ 4 w 111"/>
                <a:gd name="T1" fmla="*/ 78 h 133"/>
                <a:gd name="T2" fmla="*/ 1 w 111"/>
                <a:gd name="T3" fmla="*/ 41 h 133"/>
                <a:gd name="T4" fmla="*/ 14 w 111"/>
                <a:gd name="T5" fmla="*/ 16 h 133"/>
                <a:gd name="T6" fmla="*/ 40 w 111"/>
                <a:gd name="T7" fmla="*/ 3 h 133"/>
                <a:gd name="T8" fmla="*/ 63 w 111"/>
                <a:gd name="T9" fmla="*/ 1 h 133"/>
                <a:gd name="T10" fmla="*/ 82 w 111"/>
                <a:gd name="T11" fmla="*/ 9 h 133"/>
                <a:gd name="T12" fmla="*/ 96 w 111"/>
                <a:gd name="T13" fmla="*/ 26 h 133"/>
                <a:gd name="T14" fmla="*/ 106 w 111"/>
                <a:gd name="T15" fmla="*/ 54 h 133"/>
                <a:gd name="T16" fmla="*/ 109 w 111"/>
                <a:gd name="T17" fmla="*/ 91 h 133"/>
                <a:gd name="T18" fmla="*/ 97 w 111"/>
                <a:gd name="T19" fmla="*/ 115 h 133"/>
                <a:gd name="T20" fmla="*/ 70 w 111"/>
                <a:gd name="T21" fmla="*/ 129 h 133"/>
                <a:gd name="T22" fmla="*/ 31 w 111"/>
                <a:gd name="T23" fmla="*/ 125 h 133"/>
                <a:gd name="T24" fmla="*/ 4 w 111"/>
                <a:gd name="T25" fmla="*/ 78 h 133"/>
                <a:gd name="T26" fmla="*/ 24 w 111"/>
                <a:gd name="T27" fmla="*/ 73 h 133"/>
                <a:gd name="T28" fmla="*/ 42 w 111"/>
                <a:gd name="T29" fmla="*/ 112 h 133"/>
                <a:gd name="T30" fmla="*/ 67 w 111"/>
                <a:gd name="T31" fmla="*/ 117 h 133"/>
                <a:gd name="T32" fmla="*/ 87 w 111"/>
                <a:gd name="T33" fmla="*/ 101 h 133"/>
                <a:gd name="T34" fmla="*/ 87 w 111"/>
                <a:gd name="T35" fmla="*/ 59 h 133"/>
                <a:gd name="T36" fmla="*/ 68 w 111"/>
                <a:gd name="T37" fmla="*/ 20 h 133"/>
                <a:gd name="T38" fmla="*/ 43 w 111"/>
                <a:gd name="T39" fmla="*/ 15 h 133"/>
                <a:gd name="T40" fmla="*/ 24 w 111"/>
                <a:gd name="T41" fmla="*/ 29 h 133"/>
                <a:gd name="T42" fmla="*/ 24 w 111"/>
                <a:gd name="T43" fmla="*/ 73 h 13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</a:cxnLst>
              <a:rect l="0" t="0" r="r" b="b"/>
              <a:pathLst>
                <a:path w="111" h="133">
                  <a:moveTo>
                    <a:pt x="4" y="78"/>
                  </a:moveTo>
                  <a:cubicBezTo>
                    <a:pt x="0" y="63"/>
                    <a:pt x="0" y="51"/>
                    <a:pt x="1" y="41"/>
                  </a:cubicBezTo>
                  <a:cubicBezTo>
                    <a:pt x="3" y="31"/>
                    <a:pt x="7" y="23"/>
                    <a:pt x="14" y="16"/>
                  </a:cubicBezTo>
                  <a:cubicBezTo>
                    <a:pt x="20" y="10"/>
                    <a:pt x="29" y="5"/>
                    <a:pt x="40" y="3"/>
                  </a:cubicBezTo>
                  <a:cubicBezTo>
                    <a:pt x="49" y="1"/>
                    <a:pt x="56" y="0"/>
                    <a:pt x="63" y="1"/>
                  </a:cubicBezTo>
                  <a:cubicBezTo>
                    <a:pt x="70" y="3"/>
                    <a:pt x="77" y="5"/>
                    <a:pt x="82" y="9"/>
                  </a:cubicBezTo>
                  <a:cubicBezTo>
                    <a:pt x="87" y="13"/>
                    <a:pt x="92" y="19"/>
                    <a:pt x="96" y="26"/>
                  </a:cubicBezTo>
                  <a:cubicBezTo>
                    <a:pt x="100" y="32"/>
                    <a:pt x="104" y="42"/>
                    <a:pt x="106" y="54"/>
                  </a:cubicBezTo>
                  <a:cubicBezTo>
                    <a:pt x="110" y="69"/>
                    <a:pt x="111" y="81"/>
                    <a:pt x="109" y="91"/>
                  </a:cubicBezTo>
                  <a:cubicBezTo>
                    <a:pt x="107" y="101"/>
                    <a:pt x="103" y="109"/>
                    <a:pt x="97" y="115"/>
                  </a:cubicBezTo>
                  <a:cubicBezTo>
                    <a:pt x="90" y="122"/>
                    <a:pt x="81" y="127"/>
                    <a:pt x="70" y="129"/>
                  </a:cubicBezTo>
                  <a:cubicBezTo>
                    <a:pt x="55" y="133"/>
                    <a:pt x="42" y="131"/>
                    <a:pt x="31" y="125"/>
                  </a:cubicBezTo>
                  <a:cubicBezTo>
                    <a:pt x="18" y="117"/>
                    <a:pt x="9" y="101"/>
                    <a:pt x="4" y="78"/>
                  </a:cubicBezTo>
                  <a:close/>
                  <a:moveTo>
                    <a:pt x="24" y="73"/>
                  </a:moveTo>
                  <a:cubicBezTo>
                    <a:pt x="28" y="94"/>
                    <a:pt x="35" y="106"/>
                    <a:pt x="42" y="112"/>
                  </a:cubicBezTo>
                  <a:cubicBezTo>
                    <a:pt x="50" y="117"/>
                    <a:pt x="58" y="119"/>
                    <a:pt x="67" y="117"/>
                  </a:cubicBezTo>
                  <a:cubicBezTo>
                    <a:pt x="76" y="115"/>
                    <a:pt x="82" y="110"/>
                    <a:pt x="87" y="101"/>
                  </a:cubicBezTo>
                  <a:cubicBezTo>
                    <a:pt x="91" y="93"/>
                    <a:pt x="91" y="79"/>
                    <a:pt x="87" y="59"/>
                  </a:cubicBezTo>
                  <a:cubicBezTo>
                    <a:pt x="82" y="38"/>
                    <a:pt x="76" y="25"/>
                    <a:pt x="68" y="20"/>
                  </a:cubicBezTo>
                  <a:cubicBezTo>
                    <a:pt x="60" y="15"/>
                    <a:pt x="52" y="13"/>
                    <a:pt x="43" y="15"/>
                  </a:cubicBezTo>
                  <a:cubicBezTo>
                    <a:pt x="34" y="17"/>
                    <a:pt x="28" y="22"/>
                    <a:pt x="24" y="29"/>
                  </a:cubicBezTo>
                  <a:cubicBezTo>
                    <a:pt x="19" y="38"/>
                    <a:pt x="19" y="53"/>
                    <a:pt x="24" y="73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41" name="ïşḻiḋe"/>
            <p:cNvSpPr/>
            <p:nvPr/>
          </p:nvSpPr>
          <p:spPr bwMode="auto">
            <a:xfrm>
              <a:off x="4540989" y="3911449"/>
              <a:ext cx="162994" cy="191858"/>
            </a:xfrm>
            <a:custGeom>
              <a:avLst/>
              <a:gdLst>
                <a:gd name="T0" fmla="*/ 21 w 123"/>
                <a:gd name="T1" fmla="*/ 125 h 144"/>
                <a:gd name="T2" fmla="*/ 40 w 123"/>
                <a:gd name="T3" fmla="*/ 115 h 144"/>
                <a:gd name="T4" fmla="*/ 58 w 123"/>
                <a:gd name="T5" fmla="*/ 127 h 144"/>
                <a:gd name="T6" fmla="*/ 79 w 123"/>
                <a:gd name="T7" fmla="*/ 125 h 144"/>
                <a:gd name="T8" fmla="*/ 99 w 123"/>
                <a:gd name="T9" fmla="*/ 107 h 144"/>
                <a:gd name="T10" fmla="*/ 99 w 123"/>
                <a:gd name="T11" fmla="*/ 82 h 144"/>
                <a:gd name="T12" fmla="*/ 81 w 123"/>
                <a:gd name="T13" fmla="*/ 67 h 144"/>
                <a:gd name="T14" fmla="*/ 54 w 123"/>
                <a:gd name="T15" fmla="*/ 70 h 144"/>
                <a:gd name="T16" fmla="*/ 39 w 123"/>
                <a:gd name="T17" fmla="*/ 80 h 144"/>
                <a:gd name="T18" fmla="*/ 31 w 123"/>
                <a:gd name="T19" fmla="*/ 93 h 144"/>
                <a:gd name="T20" fmla="*/ 13 w 123"/>
                <a:gd name="T21" fmla="*/ 99 h 144"/>
                <a:gd name="T22" fmla="*/ 0 w 123"/>
                <a:gd name="T23" fmla="*/ 33 h 144"/>
                <a:gd name="T24" fmla="*/ 76 w 123"/>
                <a:gd name="T25" fmla="*/ 0 h 144"/>
                <a:gd name="T26" fmla="*/ 83 w 123"/>
                <a:gd name="T27" fmla="*/ 14 h 144"/>
                <a:gd name="T28" fmla="*/ 22 w 123"/>
                <a:gd name="T29" fmla="*/ 40 h 144"/>
                <a:gd name="T30" fmla="*/ 28 w 123"/>
                <a:gd name="T31" fmla="*/ 75 h 144"/>
                <a:gd name="T32" fmla="*/ 53 w 123"/>
                <a:gd name="T33" fmla="*/ 55 h 144"/>
                <a:gd name="T34" fmla="*/ 92 w 123"/>
                <a:gd name="T35" fmla="*/ 51 h 144"/>
                <a:gd name="T36" fmla="*/ 118 w 123"/>
                <a:gd name="T37" fmla="*/ 73 h 144"/>
                <a:gd name="T38" fmla="*/ 119 w 123"/>
                <a:gd name="T39" fmla="*/ 105 h 144"/>
                <a:gd name="T40" fmla="*/ 85 w 123"/>
                <a:gd name="T41" fmla="*/ 136 h 144"/>
                <a:gd name="T42" fmla="*/ 47 w 123"/>
                <a:gd name="T43" fmla="*/ 142 h 144"/>
                <a:gd name="T44" fmla="*/ 21 w 123"/>
                <a:gd name="T45" fmla="*/ 125 h 14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</a:cxnLst>
              <a:rect l="0" t="0" r="r" b="b"/>
              <a:pathLst>
                <a:path w="123" h="144">
                  <a:moveTo>
                    <a:pt x="21" y="125"/>
                  </a:moveTo>
                  <a:cubicBezTo>
                    <a:pt x="40" y="115"/>
                    <a:pt x="40" y="115"/>
                    <a:pt x="40" y="115"/>
                  </a:cubicBezTo>
                  <a:cubicBezTo>
                    <a:pt x="45" y="122"/>
                    <a:pt x="51" y="126"/>
                    <a:pt x="58" y="127"/>
                  </a:cubicBezTo>
                  <a:cubicBezTo>
                    <a:pt x="65" y="129"/>
                    <a:pt x="72" y="128"/>
                    <a:pt x="79" y="125"/>
                  </a:cubicBezTo>
                  <a:cubicBezTo>
                    <a:pt x="89" y="121"/>
                    <a:pt x="95" y="115"/>
                    <a:pt x="99" y="107"/>
                  </a:cubicBezTo>
                  <a:cubicBezTo>
                    <a:pt x="103" y="99"/>
                    <a:pt x="103" y="91"/>
                    <a:pt x="99" y="82"/>
                  </a:cubicBezTo>
                  <a:cubicBezTo>
                    <a:pt x="95" y="74"/>
                    <a:pt x="89" y="69"/>
                    <a:pt x="81" y="67"/>
                  </a:cubicBezTo>
                  <a:cubicBezTo>
                    <a:pt x="73" y="65"/>
                    <a:pt x="64" y="66"/>
                    <a:pt x="54" y="70"/>
                  </a:cubicBezTo>
                  <a:cubicBezTo>
                    <a:pt x="48" y="72"/>
                    <a:pt x="43" y="76"/>
                    <a:pt x="39" y="80"/>
                  </a:cubicBezTo>
                  <a:cubicBezTo>
                    <a:pt x="35" y="84"/>
                    <a:pt x="33" y="89"/>
                    <a:pt x="31" y="93"/>
                  </a:cubicBezTo>
                  <a:cubicBezTo>
                    <a:pt x="13" y="99"/>
                    <a:pt x="13" y="99"/>
                    <a:pt x="13" y="99"/>
                  </a:cubicBezTo>
                  <a:cubicBezTo>
                    <a:pt x="0" y="33"/>
                    <a:pt x="0" y="33"/>
                    <a:pt x="0" y="33"/>
                  </a:cubicBezTo>
                  <a:cubicBezTo>
                    <a:pt x="76" y="0"/>
                    <a:pt x="76" y="0"/>
                    <a:pt x="76" y="0"/>
                  </a:cubicBezTo>
                  <a:cubicBezTo>
                    <a:pt x="83" y="14"/>
                    <a:pt x="83" y="14"/>
                    <a:pt x="83" y="14"/>
                  </a:cubicBezTo>
                  <a:cubicBezTo>
                    <a:pt x="22" y="40"/>
                    <a:pt x="22" y="40"/>
                    <a:pt x="22" y="40"/>
                  </a:cubicBezTo>
                  <a:cubicBezTo>
                    <a:pt x="28" y="75"/>
                    <a:pt x="28" y="75"/>
                    <a:pt x="28" y="75"/>
                  </a:cubicBezTo>
                  <a:cubicBezTo>
                    <a:pt x="35" y="66"/>
                    <a:pt x="43" y="59"/>
                    <a:pt x="53" y="55"/>
                  </a:cubicBezTo>
                  <a:cubicBezTo>
                    <a:pt x="67" y="49"/>
                    <a:pt x="79" y="48"/>
                    <a:pt x="92" y="51"/>
                  </a:cubicBezTo>
                  <a:cubicBezTo>
                    <a:pt x="104" y="54"/>
                    <a:pt x="113" y="62"/>
                    <a:pt x="118" y="73"/>
                  </a:cubicBezTo>
                  <a:cubicBezTo>
                    <a:pt x="123" y="83"/>
                    <a:pt x="123" y="94"/>
                    <a:pt x="119" y="105"/>
                  </a:cubicBezTo>
                  <a:cubicBezTo>
                    <a:pt x="113" y="119"/>
                    <a:pt x="102" y="129"/>
                    <a:pt x="85" y="136"/>
                  </a:cubicBezTo>
                  <a:cubicBezTo>
                    <a:pt x="71" y="142"/>
                    <a:pt x="58" y="144"/>
                    <a:pt x="47" y="142"/>
                  </a:cubicBezTo>
                  <a:cubicBezTo>
                    <a:pt x="35" y="140"/>
                    <a:pt x="27" y="134"/>
                    <a:pt x="21" y="125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42" name="iśḷiḍê"/>
            <p:cNvSpPr/>
            <p:nvPr/>
          </p:nvSpPr>
          <p:spPr bwMode="auto">
            <a:xfrm>
              <a:off x="3953533" y="4011623"/>
              <a:ext cx="156202" cy="176577"/>
            </a:xfrm>
            <a:custGeom>
              <a:avLst/>
              <a:gdLst>
                <a:gd name="T0" fmla="*/ 1 w 117"/>
                <a:gd name="T1" fmla="*/ 84 h 132"/>
                <a:gd name="T2" fmla="*/ 20 w 117"/>
                <a:gd name="T3" fmla="*/ 88 h 132"/>
                <a:gd name="T4" fmla="*/ 25 w 117"/>
                <a:gd name="T5" fmla="*/ 106 h 132"/>
                <a:gd name="T6" fmla="*/ 40 w 117"/>
                <a:gd name="T7" fmla="*/ 115 h 132"/>
                <a:gd name="T8" fmla="*/ 57 w 117"/>
                <a:gd name="T9" fmla="*/ 117 h 132"/>
                <a:gd name="T10" fmla="*/ 70 w 117"/>
                <a:gd name="T11" fmla="*/ 112 h 132"/>
                <a:gd name="T12" fmla="*/ 81 w 117"/>
                <a:gd name="T13" fmla="*/ 100 h 132"/>
                <a:gd name="T14" fmla="*/ 90 w 117"/>
                <a:gd name="T15" fmla="*/ 82 h 132"/>
                <a:gd name="T16" fmla="*/ 91 w 117"/>
                <a:gd name="T17" fmla="*/ 79 h 132"/>
                <a:gd name="T18" fmla="*/ 71 w 117"/>
                <a:gd name="T19" fmla="*/ 86 h 132"/>
                <a:gd name="T20" fmla="*/ 49 w 117"/>
                <a:gd name="T21" fmla="*/ 84 h 132"/>
                <a:gd name="T22" fmla="*/ 19 w 117"/>
                <a:gd name="T23" fmla="*/ 63 h 132"/>
                <a:gd name="T24" fmla="*/ 15 w 117"/>
                <a:gd name="T25" fmla="*/ 30 h 132"/>
                <a:gd name="T26" fmla="*/ 38 w 117"/>
                <a:gd name="T27" fmla="*/ 5 h 132"/>
                <a:gd name="T28" fmla="*/ 76 w 117"/>
                <a:gd name="T29" fmla="*/ 4 h 132"/>
                <a:gd name="T30" fmla="*/ 102 w 117"/>
                <a:gd name="T31" fmla="*/ 19 h 132"/>
                <a:gd name="T32" fmla="*/ 115 w 117"/>
                <a:gd name="T33" fmla="*/ 43 h 132"/>
                <a:gd name="T34" fmla="*/ 112 w 117"/>
                <a:gd name="T35" fmla="*/ 79 h 132"/>
                <a:gd name="T36" fmla="*/ 94 w 117"/>
                <a:gd name="T37" fmla="*/ 114 h 132"/>
                <a:gd name="T38" fmla="*/ 68 w 117"/>
                <a:gd name="T39" fmla="*/ 129 h 132"/>
                <a:gd name="T40" fmla="*/ 36 w 117"/>
                <a:gd name="T41" fmla="*/ 128 h 132"/>
                <a:gd name="T42" fmla="*/ 9 w 117"/>
                <a:gd name="T43" fmla="*/ 111 h 132"/>
                <a:gd name="T44" fmla="*/ 1 w 117"/>
                <a:gd name="T45" fmla="*/ 84 h 132"/>
                <a:gd name="T46" fmla="*/ 96 w 117"/>
                <a:gd name="T47" fmla="*/ 54 h 132"/>
                <a:gd name="T48" fmla="*/ 93 w 117"/>
                <a:gd name="T49" fmla="*/ 31 h 132"/>
                <a:gd name="T50" fmla="*/ 75 w 117"/>
                <a:gd name="T51" fmla="*/ 17 h 132"/>
                <a:gd name="T52" fmla="*/ 50 w 117"/>
                <a:gd name="T53" fmla="*/ 18 h 132"/>
                <a:gd name="T54" fmla="*/ 34 w 117"/>
                <a:gd name="T55" fmla="*/ 37 h 132"/>
                <a:gd name="T56" fmla="*/ 37 w 117"/>
                <a:gd name="T57" fmla="*/ 58 h 132"/>
                <a:gd name="T58" fmla="*/ 57 w 117"/>
                <a:gd name="T59" fmla="*/ 72 h 132"/>
                <a:gd name="T60" fmla="*/ 81 w 117"/>
                <a:gd name="T61" fmla="*/ 72 h 132"/>
                <a:gd name="T62" fmla="*/ 96 w 117"/>
                <a:gd name="T63" fmla="*/ 54 h 13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</a:cxnLst>
              <a:rect l="0" t="0" r="r" b="b"/>
              <a:pathLst>
                <a:path w="117" h="132">
                  <a:moveTo>
                    <a:pt x="1" y="84"/>
                  </a:moveTo>
                  <a:cubicBezTo>
                    <a:pt x="20" y="88"/>
                    <a:pt x="20" y="88"/>
                    <a:pt x="20" y="88"/>
                  </a:cubicBezTo>
                  <a:cubicBezTo>
                    <a:pt x="20" y="96"/>
                    <a:pt x="21" y="101"/>
                    <a:pt x="25" y="106"/>
                  </a:cubicBezTo>
                  <a:cubicBezTo>
                    <a:pt x="28" y="110"/>
                    <a:pt x="33" y="113"/>
                    <a:pt x="40" y="115"/>
                  </a:cubicBezTo>
                  <a:cubicBezTo>
                    <a:pt x="46" y="117"/>
                    <a:pt x="51" y="118"/>
                    <a:pt x="57" y="117"/>
                  </a:cubicBezTo>
                  <a:cubicBezTo>
                    <a:pt x="62" y="116"/>
                    <a:pt x="66" y="114"/>
                    <a:pt x="70" y="112"/>
                  </a:cubicBezTo>
                  <a:cubicBezTo>
                    <a:pt x="74" y="109"/>
                    <a:pt x="78" y="105"/>
                    <a:pt x="81" y="100"/>
                  </a:cubicBezTo>
                  <a:cubicBezTo>
                    <a:pt x="85" y="94"/>
                    <a:pt x="88" y="88"/>
                    <a:pt x="90" y="82"/>
                  </a:cubicBezTo>
                  <a:cubicBezTo>
                    <a:pt x="90" y="82"/>
                    <a:pt x="90" y="81"/>
                    <a:pt x="91" y="79"/>
                  </a:cubicBezTo>
                  <a:cubicBezTo>
                    <a:pt x="85" y="83"/>
                    <a:pt x="79" y="85"/>
                    <a:pt x="71" y="86"/>
                  </a:cubicBezTo>
                  <a:cubicBezTo>
                    <a:pt x="64" y="87"/>
                    <a:pt x="56" y="86"/>
                    <a:pt x="49" y="84"/>
                  </a:cubicBezTo>
                  <a:cubicBezTo>
                    <a:pt x="36" y="80"/>
                    <a:pt x="26" y="73"/>
                    <a:pt x="19" y="63"/>
                  </a:cubicBezTo>
                  <a:cubicBezTo>
                    <a:pt x="12" y="53"/>
                    <a:pt x="11" y="42"/>
                    <a:pt x="15" y="30"/>
                  </a:cubicBezTo>
                  <a:cubicBezTo>
                    <a:pt x="18" y="18"/>
                    <a:pt x="26" y="9"/>
                    <a:pt x="38" y="5"/>
                  </a:cubicBezTo>
                  <a:cubicBezTo>
                    <a:pt x="49" y="0"/>
                    <a:pt x="62" y="0"/>
                    <a:pt x="76" y="4"/>
                  </a:cubicBezTo>
                  <a:cubicBezTo>
                    <a:pt x="86" y="7"/>
                    <a:pt x="95" y="12"/>
                    <a:pt x="102" y="19"/>
                  </a:cubicBezTo>
                  <a:cubicBezTo>
                    <a:pt x="109" y="25"/>
                    <a:pt x="113" y="33"/>
                    <a:pt x="115" y="43"/>
                  </a:cubicBezTo>
                  <a:cubicBezTo>
                    <a:pt x="117" y="52"/>
                    <a:pt x="116" y="64"/>
                    <a:pt x="112" y="79"/>
                  </a:cubicBezTo>
                  <a:cubicBezTo>
                    <a:pt x="107" y="94"/>
                    <a:pt x="101" y="106"/>
                    <a:pt x="94" y="114"/>
                  </a:cubicBezTo>
                  <a:cubicBezTo>
                    <a:pt x="87" y="122"/>
                    <a:pt x="78" y="127"/>
                    <a:pt x="68" y="129"/>
                  </a:cubicBezTo>
                  <a:cubicBezTo>
                    <a:pt x="58" y="132"/>
                    <a:pt x="47" y="131"/>
                    <a:pt x="36" y="128"/>
                  </a:cubicBezTo>
                  <a:cubicBezTo>
                    <a:pt x="24" y="124"/>
                    <a:pt x="15" y="118"/>
                    <a:pt x="9" y="111"/>
                  </a:cubicBezTo>
                  <a:cubicBezTo>
                    <a:pt x="2" y="103"/>
                    <a:pt x="0" y="94"/>
                    <a:pt x="1" y="84"/>
                  </a:cubicBezTo>
                  <a:close/>
                  <a:moveTo>
                    <a:pt x="96" y="54"/>
                  </a:moveTo>
                  <a:cubicBezTo>
                    <a:pt x="98" y="45"/>
                    <a:pt x="98" y="38"/>
                    <a:pt x="93" y="31"/>
                  </a:cubicBezTo>
                  <a:cubicBezTo>
                    <a:pt x="89" y="24"/>
                    <a:pt x="83" y="19"/>
                    <a:pt x="75" y="17"/>
                  </a:cubicBezTo>
                  <a:cubicBezTo>
                    <a:pt x="66" y="14"/>
                    <a:pt x="58" y="15"/>
                    <a:pt x="50" y="18"/>
                  </a:cubicBezTo>
                  <a:cubicBezTo>
                    <a:pt x="42" y="22"/>
                    <a:pt x="37" y="28"/>
                    <a:pt x="34" y="37"/>
                  </a:cubicBezTo>
                  <a:cubicBezTo>
                    <a:pt x="32" y="44"/>
                    <a:pt x="33" y="52"/>
                    <a:pt x="37" y="58"/>
                  </a:cubicBezTo>
                  <a:cubicBezTo>
                    <a:pt x="42" y="65"/>
                    <a:pt x="48" y="70"/>
                    <a:pt x="57" y="72"/>
                  </a:cubicBezTo>
                  <a:cubicBezTo>
                    <a:pt x="66" y="75"/>
                    <a:pt x="74" y="75"/>
                    <a:pt x="81" y="72"/>
                  </a:cubicBezTo>
                  <a:cubicBezTo>
                    <a:pt x="88" y="68"/>
                    <a:pt x="93" y="63"/>
                    <a:pt x="96" y="5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43" name="ïŝļíďê"/>
            <p:cNvSpPr/>
            <p:nvPr/>
          </p:nvSpPr>
          <p:spPr bwMode="auto">
            <a:xfrm>
              <a:off x="3731115" y="3918241"/>
              <a:ext cx="115454" cy="151109"/>
            </a:xfrm>
            <a:custGeom>
              <a:avLst/>
              <a:gdLst>
                <a:gd name="T0" fmla="*/ 16 w 87"/>
                <a:gd name="T1" fmla="*/ 114 h 114"/>
                <a:gd name="T2" fmla="*/ 0 w 87"/>
                <a:gd name="T3" fmla="*/ 103 h 114"/>
                <a:gd name="T4" fmla="*/ 55 w 87"/>
                <a:gd name="T5" fmla="*/ 20 h 114"/>
                <a:gd name="T6" fmla="*/ 34 w 87"/>
                <a:gd name="T7" fmla="*/ 18 h 114"/>
                <a:gd name="T8" fmla="*/ 12 w 87"/>
                <a:gd name="T9" fmla="*/ 13 h 114"/>
                <a:gd name="T10" fmla="*/ 20 w 87"/>
                <a:gd name="T11" fmla="*/ 1 h 114"/>
                <a:gd name="T12" fmla="*/ 52 w 87"/>
                <a:gd name="T13" fmla="*/ 4 h 114"/>
                <a:gd name="T14" fmla="*/ 77 w 87"/>
                <a:gd name="T15" fmla="*/ 0 h 114"/>
                <a:gd name="T16" fmla="*/ 87 w 87"/>
                <a:gd name="T17" fmla="*/ 7 h 114"/>
                <a:gd name="T18" fmla="*/ 16 w 87"/>
                <a:gd name="T19" fmla="*/ 114 h 11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87" h="114">
                  <a:moveTo>
                    <a:pt x="16" y="114"/>
                  </a:moveTo>
                  <a:cubicBezTo>
                    <a:pt x="0" y="103"/>
                    <a:pt x="0" y="103"/>
                    <a:pt x="0" y="103"/>
                  </a:cubicBezTo>
                  <a:cubicBezTo>
                    <a:pt x="55" y="20"/>
                    <a:pt x="55" y="20"/>
                    <a:pt x="55" y="20"/>
                  </a:cubicBezTo>
                  <a:cubicBezTo>
                    <a:pt x="49" y="20"/>
                    <a:pt x="42" y="19"/>
                    <a:pt x="34" y="18"/>
                  </a:cubicBezTo>
                  <a:cubicBezTo>
                    <a:pt x="25" y="17"/>
                    <a:pt x="18" y="15"/>
                    <a:pt x="12" y="13"/>
                  </a:cubicBezTo>
                  <a:cubicBezTo>
                    <a:pt x="20" y="1"/>
                    <a:pt x="20" y="1"/>
                    <a:pt x="20" y="1"/>
                  </a:cubicBezTo>
                  <a:cubicBezTo>
                    <a:pt x="32" y="3"/>
                    <a:pt x="42" y="5"/>
                    <a:pt x="52" y="4"/>
                  </a:cubicBezTo>
                  <a:cubicBezTo>
                    <a:pt x="63" y="4"/>
                    <a:pt x="71" y="3"/>
                    <a:pt x="77" y="0"/>
                  </a:cubicBezTo>
                  <a:cubicBezTo>
                    <a:pt x="87" y="7"/>
                    <a:pt x="87" y="7"/>
                    <a:pt x="87" y="7"/>
                  </a:cubicBezTo>
                  <a:lnTo>
                    <a:pt x="16" y="114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44" name="ïšľîdê"/>
            <p:cNvSpPr/>
            <p:nvPr/>
          </p:nvSpPr>
          <p:spPr bwMode="auto">
            <a:xfrm>
              <a:off x="3720928" y="2868968"/>
              <a:ext cx="927027" cy="1069647"/>
            </a:xfrm>
            <a:custGeom>
              <a:avLst/>
              <a:gdLst>
                <a:gd name="T0" fmla="*/ 278 w 696"/>
                <a:gd name="T1" fmla="*/ 294 h 802"/>
                <a:gd name="T2" fmla="*/ 355 w 696"/>
                <a:gd name="T3" fmla="*/ 253 h 802"/>
                <a:gd name="T4" fmla="*/ 351 w 696"/>
                <a:gd name="T5" fmla="*/ 199 h 802"/>
                <a:gd name="T6" fmla="*/ 293 w 696"/>
                <a:gd name="T7" fmla="*/ 184 h 802"/>
                <a:gd name="T8" fmla="*/ 402 w 696"/>
                <a:gd name="T9" fmla="*/ 0 h 802"/>
                <a:gd name="T10" fmla="*/ 425 w 696"/>
                <a:gd name="T11" fmla="*/ 167 h 802"/>
                <a:gd name="T12" fmla="*/ 690 w 696"/>
                <a:gd name="T13" fmla="*/ 189 h 802"/>
                <a:gd name="T14" fmla="*/ 453 w 696"/>
                <a:gd name="T15" fmla="*/ 208 h 802"/>
                <a:gd name="T16" fmla="*/ 405 w 696"/>
                <a:gd name="T17" fmla="*/ 353 h 802"/>
                <a:gd name="T18" fmla="*/ 365 w 696"/>
                <a:gd name="T19" fmla="*/ 493 h 802"/>
                <a:gd name="T20" fmla="*/ 359 w 696"/>
                <a:gd name="T21" fmla="*/ 724 h 802"/>
                <a:gd name="T22" fmla="*/ 342 w 696"/>
                <a:gd name="T23" fmla="*/ 799 h 802"/>
                <a:gd name="T24" fmla="*/ 298 w 696"/>
                <a:gd name="T25" fmla="*/ 622 h 802"/>
                <a:gd name="T26" fmla="*/ 51 w 696"/>
                <a:gd name="T27" fmla="*/ 588 h 802"/>
                <a:gd name="T28" fmla="*/ 0 w 696"/>
                <a:gd name="T29" fmla="*/ 586 h 802"/>
                <a:gd name="T30" fmla="*/ 306 w 696"/>
                <a:gd name="T31" fmla="*/ 546 h 802"/>
                <a:gd name="T32" fmla="*/ 361 w 696"/>
                <a:gd name="T33" fmla="*/ 325 h 802"/>
                <a:gd name="T34" fmla="*/ 302 w 696"/>
                <a:gd name="T35" fmla="*/ 364 h 802"/>
                <a:gd name="T36" fmla="*/ 283 w 696"/>
                <a:gd name="T37" fmla="*/ 417 h 802"/>
                <a:gd name="T38" fmla="*/ 104 w 696"/>
                <a:gd name="T39" fmla="*/ 502 h 802"/>
                <a:gd name="T40" fmla="*/ 23 w 696"/>
                <a:gd name="T41" fmla="*/ 325 h 802"/>
                <a:gd name="T42" fmla="*/ 239 w 696"/>
                <a:gd name="T43" fmla="*/ 204 h 802"/>
                <a:gd name="T44" fmla="*/ 453 w 696"/>
                <a:gd name="T45" fmla="*/ 491 h 802"/>
                <a:gd name="T46" fmla="*/ 500 w 696"/>
                <a:gd name="T47" fmla="*/ 530 h 802"/>
                <a:gd name="T48" fmla="*/ 395 w 696"/>
                <a:gd name="T49" fmla="*/ 572 h 802"/>
                <a:gd name="T50" fmla="*/ 502 w 696"/>
                <a:gd name="T51" fmla="*/ 587 h 802"/>
                <a:gd name="T52" fmla="*/ 513 w 696"/>
                <a:gd name="T53" fmla="*/ 616 h 802"/>
                <a:gd name="T54" fmla="*/ 406 w 696"/>
                <a:gd name="T55" fmla="*/ 690 h 802"/>
                <a:gd name="T56" fmla="*/ 560 w 696"/>
                <a:gd name="T57" fmla="*/ 745 h 802"/>
                <a:gd name="T58" fmla="*/ 559 w 696"/>
                <a:gd name="T59" fmla="*/ 667 h 802"/>
                <a:gd name="T60" fmla="*/ 608 w 696"/>
                <a:gd name="T61" fmla="*/ 646 h 802"/>
                <a:gd name="T62" fmla="*/ 663 w 696"/>
                <a:gd name="T63" fmla="*/ 601 h 802"/>
                <a:gd name="T64" fmla="*/ 668 w 696"/>
                <a:gd name="T65" fmla="*/ 557 h 802"/>
                <a:gd name="T66" fmla="*/ 667 w 696"/>
                <a:gd name="T67" fmla="*/ 489 h 802"/>
                <a:gd name="T68" fmla="*/ 639 w 696"/>
                <a:gd name="T69" fmla="*/ 514 h 802"/>
                <a:gd name="T70" fmla="*/ 572 w 696"/>
                <a:gd name="T71" fmla="*/ 517 h 802"/>
                <a:gd name="T72" fmla="*/ 533 w 696"/>
                <a:gd name="T73" fmla="*/ 490 h 802"/>
                <a:gd name="T74" fmla="*/ 453 w 696"/>
                <a:gd name="T75" fmla="*/ 491 h 802"/>
                <a:gd name="T76" fmla="*/ 556 w 696"/>
                <a:gd name="T77" fmla="*/ 584 h 802"/>
                <a:gd name="T78" fmla="*/ 624 w 696"/>
                <a:gd name="T79" fmla="*/ 584 h 802"/>
                <a:gd name="T80" fmla="*/ 513 w 696"/>
                <a:gd name="T81" fmla="*/ 357 h 802"/>
                <a:gd name="T82" fmla="*/ 488 w 696"/>
                <a:gd name="T83" fmla="*/ 461 h 802"/>
                <a:gd name="T84" fmla="*/ 679 w 696"/>
                <a:gd name="T85" fmla="*/ 422 h 802"/>
                <a:gd name="T86" fmla="*/ 513 w 696"/>
                <a:gd name="T87" fmla="*/ 357 h 802"/>
                <a:gd name="T88" fmla="*/ 480 w 696"/>
                <a:gd name="T89" fmla="*/ 410 h 802"/>
                <a:gd name="T90" fmla="*/ 575 w 696"/>
                <a:gd name="T91" fmla="*/ 433 h 802"/>
                <a:gd name="T92" fmla="*/ 581 w 696"/>
                <a:gd name="T93" fmla="*/ 389 h 802"/>
                <a:gd name="T94" fmla="*/ 524 w 696"/>
                <a:gd name="T95" fmla="*/ 234 h 802"/>
                <a:gd name="T96" fmla="*/ 493 w 696"/>
                <a:gd name="T97" fmla="*/ 341 h 802"/>
                <a:gd name="T98" fmla="*/ 694 w 696"/>
                <a:gd name="T99" fmla="*/ 293 h 802"/>
                <a:gd name="T100" fmla="*/ 524 w 696"/>
                <a:gd name="T101" fmla="*/ 234 h 802"/>
                <a:gd name="T102" fmla="*/ 492 w 696"/>
                <a:gd name="T103" fmla="*/ 291 h 802"/>
                <a:gd name="T104" fmla="*/ 587 w 696"/>
                <a:gd name="T105" fmla="*/ 311 h 802"/>
                <a:gd name="T106" fmla="*/ 593 w 696"/>
                <a:gd name="T107" fmla="*/ 270 h 802"/>
                <a:gd name="T108" fmla="*/ 87 w 696"/>
                <a:gd name="T109" fmla="*/ 375 h 802"/>
                <a:gd name="T110" fmla="*/ 106 w 696"/>
                <a:gd name="T111" fmla="*/ 443 h 802"/>
                <a:gd name="T112" fmla="*/ 199 w 696"/>
                <a:gd name="T113" fmla="*/ 455 h 802"/>
                <a:gd name="T114" fmla="*/ 225 w 696"/>
                <a:gd name="T115" fmla="*/ 371 h 802"/>
                <a:gd name="T116" fmla="*/ 225 w 696"/>
                <a:gd name="T117" fmla="*/ 322 h 802"/>
                <a:gd name="T118" fmla="*/ 170 w 696"/>
                <a:gd name="T119" fmla="*/ 241 h 802"/>
                <a:gd name="T120" fmla="*/ 76 w 696"/>
                <a:gd name="T121" fmla="*/ 327 h 80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  <a:cxn ang="0">
                  <a:pos x="T118" y="T119"/>
                </a:cxn>
                <a:cxn ang="0">
                  <a:pos x="T120" y="T121"/>
                </a:cxn>
              </a:cxnLst>
              <a:rect l="0" t="0" r="r" b="b"/>
              <a:pathLst>
                <a:path w="696" h="802">
                  <a:moveTo>
                    <a:pt x="274" y="278"/>
                  </a:moveTo>
                  <a:cubicBezTo>
                    <a:pt x="276" y="283"/>
                    <a:pt x="277" y="289"/>
                    <a:pt x="278" y="294"/>
                  </a:cubicBezTo>
                  <a:cubicBezTo>
                    <a:pt x="285" y="301"/>
                    <a:pt x="295" y="302"/>
                    <a:pt x="309" y="295"/>
                  </a:cubicBezTo>
                  <a:cubicBezTo>
                    <a:pt x="329" y="282"/>
                    <a:pt x="343" y="268"/>
                    <a:pt x="355" y="253"/>
                  </a:cubicBezTo>
                  <a:cubicBezTo>
                    <a:pt x="367" y="234"/>
                    <a:pt x="370" y="216"/>
                    <a:pt x="362" y="197"/>
                  </a:cubicBezTo>
                  <a:cubicBezTo>
                    <a:pt x="360" y="196"/>
                    <a:pt x="356" y="196"/>
                    <a:pt x="351" y="199"/>
                  </a:cubicBezTo>
                  <a:cubicBezTo>
                    <a:pt x="343" y="204"/>
                    <a:pt x="336" y="210"/>
                    <a:pt x="328" y="216"/>
                  </a:cubicBezTo>
                  <a:cubicBezTo>
                    <a:pt x="303" y="235"/>
                    <a:pt x="269" y="211"/>
                    <a:pt x="293" y="184"/>
                  </a:cubicBezTo>
                  <a:cubicBezTo>
                    <a:pt x="293" y="184"/>
                    <a:pt x="344" y="134"/>
                    <a:pt x="366" y="113"/>
                  </a:cubicBezTo>
                  <a:cubicBezTo>
                    <a:pt x="387" y="92"/>
                    <a:pt x="402" y="0"/>
                    <a:pt x="402" y="0"/>
                  </a:cubicBezTo>
                  <a:cubicBezTo>
                    <a:pt x="434" y="7"/>
                    <a:pt x="457" y="58"/>
                    <a:pt x="394" y="131"/>
                  </a:cubicBezTo>
                  <a:cubicBezTo>
                    <a:pt x="404" y="143"/>
                    <a:pt x="415" y="155"/>
                    <a:pt x="425" y="167"/>
                  </a:cubicBezTo>
                  <a:cubicBezTo>
                    <a:pt x="477" y="161"/>
                    <a:pt x="523" y="155"/>
                    <a:pt x="572" y="155"/>
                  </a:cubicBezTo>
                  <a:cubicBezTo>
                    <a:pt x="646" y="154"/>
                    <a:pt x="682" y="167"/>
                    <a:pt x="690" y="189"/>
                  </a:cubicBezTo>
                  <a:cubicBezTo>
                    <a:pt x="696" y="206"/>
                    <a:pt x="683" y="206"/>
                    <a:pt x="669" y="206"/>
                  </a:cubicBezTo>
                  <a:cubicBezTo>
                    <a:pt x="603" y="207"/>
                    <a:pt x="530" y="208"/>
                    <a:pt x="453" y="208"/>
                  </a:cubicBezTo>
                  <a:cubicBezTo>
                    <a:pt x="437" y="208"/>
                    <a:pt x="409" y="206"/>
                    <a:pt x="409" y="235"/>
                  </a:cubicBezTo>
                  <a:cubicBezTo>
                    <a:pt x="414" y="276"/>
                    <a:pt x="414" y="311"/>
                    <a:pt x="405" y="353"/>
                  </a:cubicBezTo>
                  <a:cubicBezTo>
                    <a:pt x="399" y="380"/>
                    <a:pt x="390" y="407"/>
                    <a:pt x="377" y="441"/>
                  </a:cubicBezTo>
                  <a:cubicBezTo>
                    <a:pt x="371" y="457"/>
                    <a:pt x="366" y="476"/>
                    <a:pt x="365" y="493"/>
                  </a:cubicBezTo>
                  <a:cubicBezTo>
                    <a:pt x="364" y="503"/>
                    <a:pt x="362" y="517"/>
                    <a:pt x="360" y="527"/>
                  </a:cubicBezTo>
                  <a:cubicBezTo>
                    <a:pt x="348" y="597"/>
                    <a:pt x="349" y="662"/>
                    <a:pt x="359" y="724"/>
                  </a:cubicBezTo>
                  <a:cubicBezTo>
                    <a:pt x="364" y="759"/>
                    <a:pt x="366" y="786"/>
                    <a:pt x="357" y="796"/>
                  </a:cubicBezTo>
                  <a:cubicBezTo>
                    <a:pt x="352" y="801"/>
                    <a:pt x="348" y="802"/>
                    <a:pt x="342" y="799"/>
                  </a:cubicBezTo>
                  <a:cubicBezTo>
                    <a:pt x="325" y="790"/>
                    <a:pt x="306" y="751"/>
                    <a:pt x="304" y="726"/>
                  </a:cubicBezTo>
                  <a:cubicBezTo>
                    <a:pt x="302" y="691"/>
                    <a:pt x="300" y="657"/>
                    <a:pt x="298" y="622"/>
                  </a:cubicBezTo>
                  <a:cubicBezTo>
                    <a:pt x="299" y="603"/>
                    <a:pt x="294" y="596"/>
                    <a:pt x="278" y="595"/>
                  </a:cubicBezTo>
                  <a:cubicBezTo>
                    <a:pt x="203" y="592"/>
                    <a:pt x="127" y="591"/>
                    <a:pt x="51" y="588"/>
                  </a:cubicBezTo>
                  <a:cubicBezTo>
                    <a:pt x="31" y="587"/>
                    <a:pt x="19" y="599"/>
                    <a:pt x="7" y="614"/>
                  </a:cubicBezTo>
                  <a:cubicBezTo>
                    <a:pt x="5" y="604"/>
                    <a:pt x="3" y="595"/>
                    <a:pt x="0" y="586"/>
                  </a:cubicBezTo>
                  <a:cubicBezTo>
                    <a:pt x="23" y="569"/>
                    <a:pt x="42" y="551"/>
                    <a:pt x="75" y="551"/>
                  </a:cubicBezTo>
                  <a:cubicBezTo>
                    <a:pt x="152" y="549"/>
                    <a:pt x="229" y="548"/>
                    <a:pt x="306" y="546"/>
                  </a:cubicBezTo>
                  <a:cubicBezTo>
                    <a:pt x="315" y="507"/>
                    <a:pt x="324" y="469"/>
                    <a:pt x="333" y="430"/>
                  </a:cubicBezTo>
                  <a:cubicBezTo>
                    <a:pt x="343" y="395"/>
                    <a:pt x="352" y="360"/>
                    <a:pt x="361" y="325"/>
                  </a:cubicBezTo>
                  <a:cubicBezTo>
                    <a:pt x="358" y="321"/>
                    <a:pt x="355" y="318"/>
                    <a:pt x="352" y="314"/>
                  </a:cubicBezTo>
                  <a:cubicBezTo>
                    <a:pt x="335" y="331"/>
                    <a:pt x="319" y="347"/>
                    <a:pt x="302" y="364"/>
                  </a:cubicBezTo>
                  <a:cubicBezTo>
                    <a:pt x="296" y="377"/>
                    <a:pt x="290" y="390"/>
                    <a:pt x="284" y="403"/>
                  </a:cubicBezTo>
                  <a:cubicBezTo>
                    <a:pt x="284" y="408"/>
                    <a:pt x="284" y="412"/>
                    <a:pt x="283" y="417"/>
                  </a:cubicBezTo>
                  <a:cubicBezTo>
                    <a:pt x="276" y="474"/>
                    <a:pt x="259" y="498"/>
                    <a:pt x="217" y="504"/>
                  </a:cubicBezTo>
                  <a:cubicBezTo>
                    <a:pt x="180" y="509"/>
                    <a:pt x="144" y="506"/>
                    <a:pt x="104" y="502"/>
                  </a:cubicBezTo>
                  <a:cubicBezTo>
                    <a:pt x="61" y="497"/>
                    <a:pt x="37" y="466"/>
                    <a:pt x="28" y="425"/>
                  </a:cubicBezTo>
                  <a:cubicBezTo>
                    <a:pt x="21" y="390"/>
                    <a:pt x="23" y="359"/>
                    <a:pt x="23" y="325"/>
                  </a:cubicBezTo>
                  <a:cubicBezTo>
                    <a:pt x="23" y="292"/>
                    <a:pt x="60" y="214"/>
                    <a:pt x="108" y="199"/>
                  </a:cubicBezTo>
                  <a:cubicBezTo>
                    <a:pt x="152" y="185"/>
                    <a:pt x="207" y="180"/>
                    <a:pt x="239" y="204"/>
                  </a:cubicBezTo>
                  <a:cubicBezTo>
                    <a:pt x="252" y="216"/>
                    <a:pt x="266" y="242"/>
                    <a:pt x="274" y="278"/>
                  </a:cubicBezTo>
                  <a:close/>
                  <a:moveTo>
                    <a:pt x="453" y="491"/>
                  </a:moveTo>
                  <a:cubicBezTo>
                    <a:pt x="439" y="497"/>
                    <a:pt x="428" y="508"/>
                    <a:pt x="427" y="515"/>
                  </a:cubicBezTo>
                  <a:cubicBezTo>
                    <a:pt x="420" y="536"/>
                    <a:pt x="464" y="528"/>
                    <a:pt x="500" y="530"/>
                  </a:cubicBezTo>
                  <a:cubicBezTo>
                    <a:pt x="521" y="530"/>
                    <a:pt x="531" y="547"/>
                    <a:pt x="507" y="556"/>
                  </a:cubicBezTo>
                  <a:cubicBezTo>
                    <a:pt x="470" y="561"/>
                    <a:pt x="432" y="567"/>
                    <a:pt x="395" y="572"/>
                  </a:cubicBezTo>
                  <a:cubicBezTo>
                    <a:pt x="377" y="574"/>
                    <a:pt x="362" y="604"/>
                    <a:pt x="390" y="606"/>
                  </a:cubicBezTo>
                  <a:cubicBezTo>
                    <a:pt x="411" y="607"/>
                    <a:pt x="457" y="597"/>
                    <a:pt x="502" y="587"/>
                  </a:cubicBezTo>
                  <a:cubicBezTo>
                    <a:pt x="507" y="586"/>
                    <a:pt x="513" y="587"/>
                    <a:pt x="514" y="592"/>
                  </a:cubicBezTo>
                  <a:cubicBezTo>
                    <a:pt x="515" y="601"/>
                    <a:pt x="514" y="610"/>
                    <a:pt x="513" y="616"/>
                  </a:cubicBezTo>
                  <a:cubicBezTo>
                    <a:pt x="493" y="622"/>
                    <a:pt x="405" y="655"/>
                    <a:pt x="387" y="662"/>
                  </a:cubicBezTo>
                  <a:cubicBezTo>
                    <a:pt x="372" y="668"/>
                    <a:pt x="368" y="692"/>
                    <a:pt x="406" y="690"/>
                  </a:cubicBezTo>
                  <a:cubicBezTo>
                    <a:pt x="439" y="686"/>
                    <a:pt x="476" y="675"/>
                    <a:pt x="514" y="663"/>
                  </a:cubicBezTo>
                  <a:cubicBezTo>
                    <a:pt x="520" y="699"/>
                    <a:pt x="533" y="726"/>
                    <a:pt x="560" y="745"/>
                  </a:cubicBezTo>
                  <a:cubicBezTo>
                    <a:pt x="574" y="751"/>
                    <a:pt x="585" y="748"/>
                    <a:pt x="582" y="722"/>
                  </a:cubicBezTo>
                  <a:cubicBezTo>
                    <a:pt x="568" y="693"/>
                    <a:pt x="560" y="678"/>
                    <a:pt x="559" y="667"/>
                  </a:cubicBezTo>
                  <a:cubicBezTo>
                    <a:pt x="556" y="654"/>
                    <a:pt x="561" y="648"/>
                    <a:pt x="576" y="648"/>
                  </a:cubicBezTo>
                  <a:cubicBezTo>
                    <a:pt x="587" y="647"/>
                    <a:pt x="598" y="647"/>
                    <a:pt x="608" y="646"/>
                  </a:cubicBezTo>
                  <a:cubicBezTo>
                    <a:pt x="614" y="647"/>
                    <a:pt x="621" y="646"/>
                    <a:pt x="627" y="642"/>
                  </a:cubicBezTo>
                  <a:cubicBezTo>
                    <a:pt x="637" y="635"/>
                    <a:pt x="658" y="610"/>
                    <a:pt x="663" y="601"/>
                  </a:cubicBezTo>
                  <a:cubicBezTo>
                    <a:pt x="664" y="589"/>
                    <a:pt x="662" y="586"/>
                    <a:pt x="663" y="575"/>
                  </a:cubicBezTo>
                  <a:cubicBezTo>
                    <a:pt x="664" y="569"/>
                    <a:pt x="665" y="563"/>
                    <a:pt x="668" y="557"/>
                  </a:cubicBezTo>
                  <a:cubicBezTo>
                    <a:pt x="670" y="553"/>
                    <a:pt x="674" y="552"/>
                    <a:pt x="675" y="546"/>
                  </a:cubicBezTo>
                  <a:cubicBezTo>
                    <a:pt x="670" y="528"/>
                    <a:pt x="669" y="509"/>
                    <a:pt x="667" y="489"/>
                  </a:cubicBezTo>
                  <a:cubicBezTo>
                    <a:pt x="664" y="473"/>
                    <a:pt x="643" y="474"/>
                    <a:pt x="640" y="487"/>
                  </a:cubicBezTo>
                  <a:cubicBezTo>
                    <a:pt x="639" y="496"/>
                    <a:pt x="640" y="505"/>
                    <a:pt x="639" y="514"/>
                  </a:cubicBezTo>
                  <a:cubicBezTo>
                    <a:pt x="635" y="536"/>
                    <a:pt x="618" y="537"/>
                    <a:pt x="603" y="537"/>
                  </a:cubicBezTo>
                  <a:cubicBezTo>
                    <a:pt x="590" y="537"/>
                    <a:pt x="562" y="537"/>
                    <a:pt x="572" y="517"/>
                  </a:cubicBezTo>
                  <a:cubicBezTo>
                    <a:pt x="585" y="498"/>
                    <a:pt x="581" y="483"/>
                    <a:pt x="561" y="485"/>
                  </a:cubicBezTo>
                  <a:cubicBezTo>
                    <a:pt x="552" y="486"/>
                    <a:pt x="543" y="489"/>
                    <a:pt x="533" y="490"/>
                  </a:cubicBezTo>
                  <a:cubicBezTo>
                    <a:pt x="522" y="491"/>
                    <a:pt x="492" y="486"/>
                    <a:pt x="475" y="487"/>
                  </a:cubicBezTo>
                  <a:cubicBezTo>
                    <a:pt x="466" y="487"/>
                    <a:pt x="464" y="486"/>
                    <a:pt x="453" y="491"/>
                  </a:cubicBezTo>
                  <a:close/>
                  <a:moveTo>
                    <a:pt x="591" y="563"/>
                  </a:moveTo>
                  <a:cubicBezTo>
                    <a:pt x="572" y="563"/>
                    <a:pt x="559" y="573"/>
                    <a:pt x="556" y="584"/>
                  </a:cubicBezTo>
                  <a:cubicBezTo>
                    <a:pt x="553" y="597"/>
                    <a:pt x="563" y="607"/>
                    <a:pt x="591" y="603"/>
                  </a:cubicBezTo>
                  <a:cubicBezTo>
                    <a:pt x="615" y="600"/>
                    <a:pt x="623" y="596"/>
                    <a:pt x="624" y="584"/>
                  </a:cubicBezTo>
                  <a:cubicBezTo>
                    <a:pt x="624" y="569"/>
                    <a:pt x="610" y="563"/>
                    <a:pt x="591" y="563"/>
                  </a:cubicBezTo>
                  <a:close/>
                  <a:moveTo>
                    <a:pt x="513" y="357"/>
                  </a:moveTo>
                  <a:cubicBezTo>
                    <a:pt x="468" y="353"/>
                    <a:pt x="427" y="380"/>
                    <a:pt x="427" y="411"/>
                  </a:cubicBezTo>
                  <a:cubicBezTo>
                    <a:pt x="426" y="438"/>
                    <a:pt x="447" y="455"/>
                    <a:pt x="488" y="461"/>
                  </a:cubicBezTo>
                  <a:cubicBezTo>
                    <a:pt x="533" y="467"/>
                    <a:pt x="560" y="469"/>
                    <a:pt x="604" y="470"/>
                  </a:cubicBezTo>
                  <a:cubicBezTo>
                    <a:pt x="640" y="470"/>
                    <a:pt x="678" y="453"/>
                    <a:pt x="679" y="422"/>
                  </a:cubicBezTo>
                  <a:cubicBezTo>
                    <a:pt x="681" y="376"/>
                    <a:pt x="647" y="365"/>
                    <a:pt x="603" y="361"/>
                  </a:cubicBezTo>
                  <a:cubicBezTo>
                    <a:pt x="603" y="361"/>
                    <a:pt x="513" y="357"/>
                    <a:pt x="513" y="357"/>
                  </a:cubicBezTo>
                  <a:close/>
                  <a:moveTo>
                    <a:pt x="530" y="389"/>
                  </a:moveTo>
                  <a:cubicBezTo>
                    <a:pt x="488" y="388"/>
                    <a:pt x="480" y="399"/>
                    <a:pt x="480" y="410"/>
                  </a:cubicBezTo>
                  <a:cubicBezTo>
                    <a:pt x="479" y="420"/>
                    <a:pt x="490" y="427"/>
                    <a:pt x="513" y="430"/>
                  </a:cubicBezTo>
                  <a:cubicBezTo>
                    <a:pt x="537" y="433"/>
                    <a:pt x="550" y="434"/>
                    <a:pt x="575" y="433"/>
                  </a:cubicBezTo>
                  <a:cubicBezTo>
                    <a:pt x="595" y="433"/>
                    <a:pt x="637" y="425"/>
                    <a:pt x="638" y="410"/>
                  </a:cubicBezTo>
                  <a:cubicBezTo>
                    <a:pt x="640" y="392"/>
                    <a:pt x="605" y="390"/>
                    <a:pt x="581" y="389"/>
                  </a:cubicBezTo>
                  <a:cubicBezTo>
                    <a:pt x="581" y="389"/>
                    <a:pt x="530" y="389"/>
                    <a:pt x="530" y="389"/>
                  </a:cubicBezTo>
                  <a:close/>
                  <a:moveTo>
                    <a:pt x="524" y="234"/>
                  </a:moveTo>
                  <a:cubicBezTo>
                    <a:pt x="462" y="235"/>
                    <a:pt x="439" y="261"/>
                    <a:pt x="438" y="292"/>
                  </a:cubicBezTo>
                  <a:cubicBezTo>
                    <a:pt x="437" y="319"/>
                    <a:pt x="452" y="337"/>
                    <a:pt x="493" y="341"/>
                  </a:cubicBezTo>
                  <a:cubicBezTo>
                    <a:pt x="537" y="341"/>
                    <a:pt x="582" y="342"/>
                    <a:pt x="626" y="341"/>
                  </a:cubicBezTo>
                  <a:cubicBezTo>
                    <a:pt x="662" y="340"/>
                    <a:pt x="694" y="324"/>
                    <a:pt x="694" y="293"/>
                  </a:cubicBezTo>
                  <a:cubicBezTo>
                    <a:pt x="694" y="244"/>
                    <a:pt x="658" y="237"/>
                    <a:pt x="615" y="235"/>
                  </a:cubicBezTo>
                  <a:cubicBezTo>
                    <a:pt x="615" y="235"/>
                    <a:pt x="525" y="235"/>
                    <a:pt x="524" y="234"/>
                  </a:cubicBezTo>
                  <a:close/>
                  <a:moveTo>
                    <a:pt x="543" y="270"/>
                  </a:moveTo>
                  <a:cubicBezTo>
                    <a:pt x="501" y="269"/>
                    <a:pt x="493" y="280"/>
                    <a:pt x="492" y="291"/>
                  </a:cubicBezTo>
                  <a:cubicBezTo>
                    <a:pt x="492" y="301"/>
                    <a:pt x="502" y="310"/>
                    <a:pt x="525" y="311"/>
                  </a:cubicBezTo>
                  <a:cubicBezTo>
                    <a:pt x="550" y="311"/>
                    <a:pt x="562" y="311"/>
                    <a:pt x="587" y="311"/>
                  </a:cubicBezTo>
                  <a:cubicBezTo>
                    <a:pt x="607" y="311"/>
                    <a:pt x="635" y="299"/>
                    <a:pt x="635" y="288"/>
                  </a:cubicBezTo>
                  <a:cubicBezTo>
                    <a:pt x="635" y="270"/>
                    <a:pt x="618" y="271"/>
                    <a:pt x="593" y="270"/>
                  </a:cubicBezTo>
                  <a:cubicBezTo>
                    <a:pt x="593" y="270"/>
                    <a:pt x="543" y="270"/>
                    <a:pt x="543" y="270"/>
                  </a:cubicBezTo>
                  <a:close/>
                  <a:moveTo>
                    <a:pt x="87" y="375"/>
                  </a:moveTo>
                  <a:cubicBezTo>
                    <a:pt x="73" y="376"/>
                    <a:pt x="70" y="379"/>
                    <a:pt x="72" y="390"/>
                  </a:cubicBezTo>
                  <a:cubicBezTo>
                    <a:pt x="80" y="408"/>
                    <a:pt x="86" y="428"/>
                    <a:pt x="106" y="443"/>
                  </a:cubicBezTo>
                  <a:cubicBezTo>
                    <a:pt x="123" y="456"/>
                    <a:pt x="134" y="458"/>
                    <a:pt x="155" y="458"/>
                  </a:cubicBezTo>
                  <a:cubicBezTo>
                    <a:pt x="174" y="458"/>
                    <a:pt x="187" y="457"/>
                    <a:pt x="199" y="455"/>
                  </a:cubicBezTo>
                  <a:cubicBezTo>
                    <a:pt x="213" y="452"/>
                    <a:pt x="224" y="442"/>
                    <a:pt x="227" y="425"/>
                  </a:cubicBezTo>
                  <a:cubicBezTo>
                    <a:pt x="229" y="407"/>
                    <a:pt x="228" y="382"/>
                    <a:pt x="225" y="371"/>
                  </a:cubicBezTo>
                  <a:cubicBezTo>
                    <a:pt x="177" y="372"/>
                    <a:pt x="135" y="373"/>
                    <a:pt x="87" y="375"/>
                  </a:cubicBezTo>
                  <a:close/>
                  <a:moveTo>
                    <a:pt x="225" y="322"/>
                  </a:moveTo>
                  <a:cubicBezTo>
                    <a:pt x="225" y="307"/>
                    <a:pt x="225" y="298"/>
                    <a:pt x="224" y="283"/>
                  </a:cubicBezTo>
                  <a:cubicBezTo>
                    <a:pt x="222" y="255"/>
                    <a:pt x="195" y="240"/>
                    <a:pt x="170" y="241"/>
                  </a:cubicBezTo>
                  <a:cubicBezTo>
                    <a:pt x="132" y="241"/>
                    <a:pt x="98" y="248"/>
                    <a:pt x="88" y="269"/>
                  </a:cubicBezTo>
                  <a:cubicBezTo>
                    <a:pt x="80" y="286"/>
                    <a:pt x="76" y="303"/>
                    <a:pt x="76" y="327"/>
                  </a:cubicBezTo>
                  <a:cubicBezTo>
                    <a:pt x="127" y="323"/>
                    <a:pt x="176" y="321"/>
                    <a:pt x="225" y="322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grpSp>
          <p:nvGrpSpPr>
            <p:cNvPr id="45" name="îsľïde"/>
            <p:cNvGrpSpPr/>
            <p:nvPr/>
          </p:nvGrpSpPr>
          <p:grpSpPr>
            <a:xfrm>
              <a:off x="5491155" y="3891242"/>
              <a:ext cx="3281937" cy="380319"/>
              <a:chOff x="5459413" y="4016376"/>
              <a:chExt cx="3068637" cy="355601"/>
            </a:xfrm>
            <a:grpFill/>
          </p:grpSpPr>
          <p:sp>
            <p:nvSpPr>
              <p:cNvPr id="59" name="îsļiḋê"/>
              <p:cNvSpPr/>
              <p:nvPr/>
            </p:nvSpPr>
            <p:spPr bwMode="auto">
              <a:xfrm>
                <a:off x="5459413" y="4022726"/>
                <a:ext cx="236537" cy="284163"/>
              </a:xfrm>
              <a:custGeom>
                <a:avLst/>
                <a:gdLst>
                  <a:gd name="T0" fmla="*/ 43 w 45"/>
                  <a:gd name="T1" fmla="*/ 13 h 52"/>
                  <a:gd name="T2" fmla="*/ 26 w 45"/>
                  <a:gd name="T3" fmla="*/ 2 h 52"/>
                  <a:gd name="T4" fmla="*/ 23 w 45"/>
                  <a:gd name="T5" fmla="*/ 2 h 52"/>
                  <a:gd name="T6" fmla="*/ 16 w 45"/>
                  <a:gd name="T7" fmla="*/ 8 h 52"/>
                  <a:gd name="T8" fmla="*/ 16 w 45"/>
                  <a:gd name="T9" fmla="*/ 24 h 52"/>
                  <a:gd name="T10" fmla="*/ 23 w 45"/>
                  <a:gd name="T11" fmla="*/ 24 h 52"/>
                  <a:gd name="T12" fmla="*/ 31 w 45"/>
                  <a:gd name="T13" fmla="*/ 17 h 52"/>
                  <a:gd name="T14" fmla="*/ 31 w 45"/>
                  <a:gd name="T15" fmla="*/ 15 h 52"/>
                  <a:gd name="T16" fmla="*/ 33 w 45"/>
                  <a:gd name="T17" fmla="*/ 15 h 52"/>
                  <a:gd name="T18" fmla="*/ 33 w 45"/>
                  <a:gd name="T19" fmla="*/ 36 h 52"/>
                  <a:gd name="T20" fmla="*/ 31 w 45"/>
                  <a:gd name="T21" fmla="*/ 36 h 52"/>
                  <a:gd name="T22" fmla="*/ 31 w 45"/>
                  <a:gd name="T23" fmla="*/ 34 h 52"/>
                  <a:gd name="T24" fmla="*/ 24 w 45"/>
                  <a:gd name="T25" fmla="*/ 26 h 52"/>
                  <a:gd name="T26" fmla="*/ 16 w 45"/>
                  <a:gd name="T27" fmla="*/ 26 h 52"/>
                  <a:gd name="T28" fmla="*/ 16 w 45"/>
                  <a:gd name="T29" fmla="*/ 45 h 52"/>
                  <a:gd name="T30" fmla="*/ 21 w 45"/>
                  <a:gd name="T31" fmla="*/ 50 h 52"/>
                  <a:gd name="T32" fmla="*/ 25 w 45"/>
                  <a:gd name="T33" fmla="*/ 50 h 52"/>
                  <a:gd name="T34" fmla="*/ 25 w 45"/>
                  <a:gd name="T35" fmla="*/ 52 h 52"/>
                  <a:gd name="T36" fmla="*/ 0 w 45"/>
                  <a:gd name="T37" fmla="*/ 52 h 52"/>
                  <a:gd name="T38" fmla="*/ 0 w 45"/>
                  <a:gd name="T39" fmla="*/ 50 h 52"/>
                  <a:gd name="T40" fmla="*/ 3 w 45"/>
                  <a:gd name="T41" fmla="*/ 50 h 52"/>
                  <a:gd name="T42" fmla="*/ 8 w 45"/>
                  <a:gd name="T43" fmla="*/ 45 h 52"/>
                  <a:gd name="T44" fmla="*/ 8 w 45"/>
                  <a:gd name="T45" fmla="*/ 8 h 52"/>
                  <a:gd name="T46" fmla="*/ 2 w 45"/>
                  <a:gd name="T47" fmla="*/ 2 h 52"/>
                  <a:gd name="T48" fmla="*/ 0 w 45"/>
                  <a:gd name="T49" fmla="*/ 2 h 52"/>
                  <a:gd name="T50" fmla="*/ 0 w 45"/>
                  <a:gd name="T51" fmla="*/ 0 h 52"/>
                  <a:gd name="T52" fmla="*/ 41 w 45"/>
                  <a:gd name="T53" fmla="*/ 0 h 52"/>
                  <a:gd name="T54" fmla="*/ 45 w 45"/>
                  <a:gd name="T55" fmla="*/ 12 h 52"/>
                  <a:gd name="T56" fmla="*/ 43 w 45"/>
                  <a:gd name="T57" fmla="*/ 13 h 5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</a:cxnLst>
                <a:rect l="0" t="0" r="r" b="b"/>
                <a:pathLst>
                  <a:path w="45" h="52">
                    <a:moveTo>
                      <a:pt x="43" y="13"/>
                    </a:moveTo>
                    <a:cubicBezTo>
                      <a:pt x="41" y="9"/>
                      <a:pt x="37" y="2"/>
                      <a:pt x="26" y="2"/>
                    </a:cubicBezTo>
                    <a:cubicBezTo>
                      <a:pt x="23" y="2"/>
                      <a:pt x="23" y="2"/>
                      <a:pt x="23" y="2"/>
                    </a:cubicBezTo>
                    <a:cubicBezTo>
                      <a:pt x="19" y="2"/>
                      <a:pt x="16" y="4"/>
                      <a:pt x="16" y="8"/>
                    </a:cubicBezTo>
                    <a:cubicBezTo>
                      <a:pt x="16" y="24"/>
                      <a:pt x="16" y="24"/>
                      <a:pt x="16" y="24"/>
                    </a:cubicBezTo>
                    <a:cubicBezTo>
                      <a:pt x="23" y="24"/>
                      <a:pt x="23" y="24"/>
                      <a:pt x="23" y="24"/>
                    </a:cubicBezTo>
                    <a:cubicBezTo>
                      <a:pt x="27" y="24"/>
                      <a:pt x="31" y="21"/>
                      <a:pt x="31" y="17"/>
                    </a:cubicBezTo>
                    <a:cubicBezTo>
                      <a:pt x="31" y="15"/>
                      <a:pt x="31" y="15"/>
                      <a:pt x="31" y="15"/>
                    </a:cubicBezTo>
                    <a:cubicBezTo>
                      <a:pt x="33" y="15"/>
                      <a:pt x="33" y="15"/>
                      <a:pt x="33" y="15"/>
                    </a:cubicBezTo>
                    <a:cubicBezTo>
                      <a:pt x="33" y="36"/>
                      <a:pt x="33" y="36"/>
                      <a:pt x="33" y="36"/>
                    </a:cubicBezTo>
                    <a:cubicBezTo>
                      <a:pt x="31" y="36"/>
                      <a:pt x="31" y="36"/>
                      <a:pt x="31" y="36"/>
                    </a:cubicBezTo>
                    <a:cubicBezTo>
                      <a:pt x="31" y="34"/>
                      <a:pt x="31" y="34"/>
                      <a:pt x="31" y="34"/>
                    </a:cubicBezTo>
                    <a:cubicBezTo>
                      <a:pt x="31" y="31"/>
                      <a:pt x="28" y="26"/>
                      <a:pt x="24" y="26"/>
                    </a:cubicBezTo>
                    <a:cubicBezTo>
                      <a:pt x="16" y="26"/>
                      <a:pt x="16" y="26"/>
                      <a:pt x="16" y="26"/>
                    </a:cubicBezTo>
                    <a:cubicBezTo>
                      <a:pt x="16" y="45"/>
                      <a:pt x="16" y="45"/>
                      <a:pt x="16" y="45"/>
                    </a:cubicBezTo>
                    <a:cubicBezTo>
                      <a:pt x="16" y="48"/>
                      <a:pt x="18" y="50"/>
                      <a:pt x="21" y="50"/>
                    </a:cubicBezTo>
                    <a:cubicBezTo>
                      <a:pt x="25" y="50"/>
                      <a:pt x="25" y="50"/>
                      <a:pt x="25" y="50"/>
                    </a:cubicBezTo>
                    <a:cubicBezTo>
                      <a:pt x="25" y="52"/>
                      <a:pt x="25" y="52"/>
                      <a:pt x="25" y="52"/>
                    </a:cubicBezTo>
                    <a:cubicBezTo>
                      <a:pt x="0" y="52"/>
                      <a:pt x="0" y="52"/>
                      <a:pt x="0" y="52"/>
                    </a:cubicBezTo>
                    <a:cubicBezTo>
                      <a:pt x="0" y="50"/>
                      <a:pt x="0" y="50"/>
                      <a:pt x="0" y="50"/>
                    </a:cubicBezTo>
                    <a:cubicBezTo>
                      <a:pt x="3" y="50"/>
                      <a:pt x="3" y="50"/>
                      <a:pt x="3" y="50"/>
                    </a:cubicBezTo>
                    <a:cubicBezTo>
                      <a:pt x="6" y="50"/>
                      <a:pt x="8" y="49"/>
                      <a:pt x="8" y="45"/>
                    </a:cubicBezTo>
                    <a:cubicBezTo>
                      <a:pt x="8" y="8"/>
                      <a:pt x="8" y="8"/>
                      <a:pt x="8" y="8"/>
                    </a:cubicBezTo>
                    <a:cubicBezTo>
                      <a:pt x="8" y="5"/>
                      <a:pt x="6" y="2"/>
                      <a:pt x="2" y="2"/>
                    </a:cubicBezTo>
                    <a:cubicBezTo>
                      <a:pt x="0" y="2"/>
                      <a:pt x="0" y="2"/>
                      <a:pt x="0" y="2"/>
                    </a:cubicBezTo>
                    <a:cubicBezTo>
                      <a:pt x="0" y="0"/>
                      <a:pt x="0" y="0"/>
                      <a:pt x="0" y="0"/>
                    </a:cubicBezTo>
                    <a:cubicBezTo>
                      <a:pt x="41" y="0"/>
                      <a:pt x="41" y="0"/>
                      <a:pt x="41" y="0"/>
                    </a:cubicBezTo>
                    <a:cubicBezTo>
                      <a:pt x="45" y="12"/>
                      <a:pt x="45" y="12"/>
                      <a:pt x="45" y="12"/>
                    </a:cubicBezTo>
                    <a:lnTo>
                      <a:pt x="43" y="13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60" name="íš1îḓe"/>
              <p:cNvSpPr/>
              <p:nvPr/>
            </p:nvSpPr>
            <p:spPr bwMode="auto">
              <a:xfrm>
                <a:off x="5716588" y="4114801"/>
                <a:ext cx="193675" cy="201613"/>
              </a:xfrm>
              <a:custGeom>
                <a:avLst/>
                <a:gdLst>
                  <a:gd name="T0" fmla="*/ 0 w 37"/>
                  <a:gd name="T1" fmla="*/ 3 h 37"/>
                  <a:gd name="T2" fmla="*/ 12 w 37"/>
                  <a:gd name="T3" fmla="*/ 0 h 37"/>
                  <a:gd name="T4" fmla="*/ 12 w 37"/>
                  <a:gd name="T5" fmla="*/ 25 h 37"/>
                  <a:gd name="T6" fmla="*/ 18 w 37"/>
                  <a:gd name="T7" fmla="*/ 32 h 37"/>
                  <a:gd name="T8" fmla="*/ 24 w 37"/>
                  <a:gd name="T9" fmla="*/ 28 h 37"/>
                  <a:gd name="T10" fmla="*/ 24 w 37"/>
                  <a:gd name="T11" fmla="*/ 7 h 37"/>
                  <a:gd name="T12" fmla="*/ 22 w 37"/>
                  <a:gd name="T13" fmla="*/ 4 h 37"/>
                  <a:gd name="T14" fmla="*/ 19 w 37"/>
                  <a:gd name="T15" fmla="*/ 4 h 37"/>
                  <a:gd name="T16" fmla="*/ 19 w 37"/>
                  <a:gd name="T17" fmla="*/ 3 h 37"/>
                  <a:gd name="T18" fmla="*/ 32 w 37"/>
                  <a:gd name="T19" fmla="*/ 0 h 37"/>
                  <a:gd name="T20" fmla="*/ 32 w 37"/>
                  <a:gd name="T21" fmla="*/ 29 h 37"/>
                  <a:gd name="T22" fmla="*/ 35 w 37"/>
                  <a:gd name="T23" fmla="*/ 33 h 37"/>
                  <a:gd name="T24" fmla="*/ 37 w 37"/>
                  <a:gd name="T25" fmla="*/ 33 h 37"/>
                  <a:gd name="T26" fmla="*/ 37 w 37"/>
                  <a:gd name="T27" fmla="*/ 35 h 37"/>
                  <a:gd name="T28" fmla="*/ 24 w 37"/>
                  <a:gd name="T29" fmla="*/ 35 h 37"/>
                  <a:gd name="T30" fmla="*/ 24 w 37"/>
                  <a:gd name="T31" fmla="*/ 31 h 37"/>
                  <a:gd name="T32" fmla="*/ 15 w 37"/>
                  <a:gd name="T33" fmla="*/ 37 h 37"/>
                  <a:gd name="T34" fmla="*/ 5 w 37"/>
                  <a:gd name="T35" fmla="*/ 26 h 37"/>
                  <a:gd name="T36" fmla="*/ 5 w 37"/>
                  <a:gd name="T37" fmla="*/ 7 h 37"/>
                  <a:gd name="T38" fmla="*/ 2 w 37"/>
                  <a:gd name="T39" fmla="*/ 4 h 37"/>
                  <a:gd name="T40" fmla="*/ 0 w 37"/>
                  <a:gd name="T41" fmla="*/ 4 h 37"/>
                  <a:gd name="T42" fmla="*/ 0 w 37"/>
                  <a:gd name="T43" fmla="*/ 3 h 3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</a:cxnLst>
                <a:rect l="0" t="0" r="r" b="b"/>
                <a:pathLst>
                  <a:path w="37" h="37">
                    <a:moveTo>
                      <a:pt x="0" y="3"/>
                    </a:moveTo>
                    <a:cubicBezTo>
                      <a:pt x="12" y="0"/>
                      <a:pt x="12" y="0"/>
                      <a:pt x="12" y="0"/>
                    </a:cubicBezTo>
                    <a:cubicBezTo>
                      <a:pt x="12" y="25"/>
                      <a:pt x="12" y="25"/>
                      <a:pt x="12" y="25"/>
                    </a:cubicBezTo>
                    <a:cubicBezTo>
                      <a:pt x="12" y="28"/>
                      <a:pt x="14" y="32"/>
                      <a:pt x="18" y="32"/>
                    </a:cubicBezTo>
                    <a:cubicBezTo>
                      <a:pt x="21" y="32"/>
                      <a:pt x="23" y="30"/>
                      <a:pt x="24" y="28"/>
                    </a:cubicBezTo>
                    <a:cubicBezTo>
                      <a:pt x="24" y="7"/>
                      <a:pt x="24" y="7"/>
                      <a:pt x="24" y="7"/>
                    </a:cubicBezTo>
                    <a:cubicBezTo>
                      <a:pt x="24" y="5"/>
                      <a:pt x="24" y="4"/>
                      <a:pt x="22" y="4"/>
                    </a:cubicBezTo>
                    <a:cubicBezTo>
                      <a:pt x="21" y="4"/>
                      <a:pt x="20" y="4"/>
                      <a:pt x="19" y="4"/>
                    </a:cubicBezTo>
                    <a:cubicBezTo>
                      <a:pt x="19" y="3"/>
                      <a:pt x="19" y="3"/>
                      <a:pt x="19" y="3"/>
                    </a:cubicBezTo>
                    <a:cubicBezTo>
                      <a:pt x="32" y="0"/>
                      <a:pt x="32" y="0"/>
                      <a:pt x="32" y="0"/>
                    </a:cubicBezTo>
                    <a:cubicBezTo>
                      <a:pt x="32" y="29"/>
                      <a:pt x="32" y="29"/>
                      <a:pt x="32" y="29"/>
                    </a:cubicBezTo>
                    <a:cubicBezTo>
                      <a:pt x="32" y="32"/>
                      <a:pt x="33" y="33"/>
                      <a:pt x="35" y="33"/>
                    </a:cubicBezTo>
                    <a:cubicBezTo>
                      <a:pt x="37" y="33"/>
                      <a:pt x="37" y="33"/>
                      <a:pt x="37" y="33"/>
                    </a:cubicBezTo>
                    <a:cubicBezTo>
                      <a:pt x="37" y="35"/>
                      <a:pt x="37" y="35"/>
                      <a:pt x="37" y="35"/>
                    </a:cubicBezTo>
                    <a:cubicBezTo>
                      <a:pt x="24" y="35"/>
                      <a:pt x="24" y="35"/>
                      <a:pt x="24" y="35"/>
                    </a:cubicBezTo>
                    <a:cubicBezTo>
                      <a:pt x="24" y="31"/>
                      <a:pt x="24" y="31"/>
                      <a:pt x="24" y="31"/>
                    </a:cubicBezTo>
                    <a:cubicBezTo>
                      <a:pt x="23" y="33"/>
                      <a:pt x="20" y="37"/>
                      <a:pt x="15" y="37"/>
                    </a:cubicBezTo>
                    <a:cubicBezTo>
                      <a:pt x="10" y="37"/>
                      <a:pt x="5" y="34"/>
                      <a:pt x="5" y="26"/>
                    </a:cubicBezTo>
                    <a:cubicBezTo>
                      <a:pt x="5" y="7"/>
                      <a:pt x="5" y="7"/>
                      <a:pt x="5" y="7"/>
                    </a:cubicBezTo>
                    <a:cubicBezTo>
                      <a:pt x="5" y="6"/>
                      <a:pt x="4" y="4"/>
                      <a:pt x="2" y="4"/>
                    </a:cubicBezTo>
                    <a:cubicBezTo>
                      <a:pt x="2" y="4"/>
                      <a:pt x="1" y="4"/>
                      <a:pt x="0" y="4"/>
                    </a:cubicBezTo>
                    <a:lnTo>
                      <a:pt x="0" y="3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61" name="iš1iďe"/>
              <p:cNvSpPr/>
              <p:nvPr/>
            </p:nvSpPr>
            <p:spPr bwMode="auto">
              <a:xfrm>
                <a:off x="5937250" y="4016376"/>
                <a:ext cx="193675" cy="300038"/>
              </a:xfrm>
              <a:custGeom>
                <a:avLst/>
                <a:gdLst>
                  <a:gd name="T0" fmla="*/ 23 w 37"/>
                  <a:gd name="T1" fmla="*/ 53 h 55"/>
                  <a:gd name="T2" fmla="*/ 23 w 37"/>
                  <a:gd name="T3" fmla="*/ 50 h 55"/>
                  <a:gd name="T4" fmla="*/ 14 w 37"/>
                  <a:gd name="T5" fmla="*/ 55 h 55"/>
                  <a:gd name="T6" fmla="*/ 0 w 37"/>
                  <a:gd name="T7" fmla="*/ 36 h 55"/>
                  <a:gd name="T8" fmla="*/ 15 w 37"/>
                  <a:gd name="T9" fmla="*/ 18 h 55"/>
                  <a:gd name="T10" fmla="*/ 23 w 37"/>
                  <a:gd name="T11" fmla="*/ 21 h 55"/>
                  <a:gd name="T12" fmla="*/ 23 w 37"/>
                  <a:gd name="T13" fmla="*/ 7 h 55"/>
                  <a:gd name="T14" fmla="*/ 20 w 37"/>
                  <a:gd name="T15" fmla="*/ 4 h 55"/>
                  <a:gd name="T16" fmla="*/ 17 w 37"/>
                  <a:gd name="T17" fmla="*/ 5 h 55"/>
                  <a:gd name="T18" fmla="*/ 16 w 37"/>
                  <a:gd name="T19" fmla="*/ 3 h 55"/>
                  <a:gd name="T20" fmla="*/ 31 w 37"/>
                  <a:gd name="T21" fmla="*/ 0 h 55"/>
                  <a:gd name="T22" fmla="*/ 31 w 37"/>
                  <a:gd name="T23" fmla="*/ 48 h 55"/>
                  <a:gd name="T24" fmla="*/ 35 w 37"/>
                  <a:gd name="T25" fmla="*/ 51 h 55"/>
                  <a:gd name="T26" fmla="*/ 37 w 37"/>
                  <a:gd name="T27" fmla="*/ 51 h 55"/>
                  <a:gd name="T28" fmla="*/ 37 w 37"/>
                  <a:gd name="T29" fmla="*/ 53 h 55"/>
                  <a:gd name="T30" fmla="*/ 23 w 37"/>
                  <a:gd name="T31" fmla="*/ 53 h 55"/>
                  <a:gd name="T32" fmla="*/ 23 w 37"/>
                  <a:gd name="T33" fmla="*/ 24 h 55"/>
                  <a:gd name="T34" fmla="*/ 17 w 37"/>
                  <a:gd name="T35" fmla="*/ 21 h 55"/>
                  <a:gd name="T36" fmla="*/ 8 w 37"/>
                  <a:gd name="T37" fmla="*/ 37 h 55"/>
                  <a:gd name="T38" fmla="*/ 17 w 37"/>
                  <a:gd name="T39" fmla="*/ 51 h 55"/>
                  <a:gd name="T40" fmla="*/ 23 w 37"/>
                  <a:gd name="T41" fmla="*/ 48 h 55"/>
                  <a:gd name="T42" fmla="*/ 23 w 37"/>
                  <a:gd name="T43" fmla="*/ 24 h 55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</a:cxnLst>
                <a:rect l="0" t="0" r="r" b="b"/>
                <a:pathLst>
                  <a:path w="37" h="55">
                    <a:moveTo>
                      <a:pt x="23" y="53"/>
                    </a:moveTo>
                    <a:cubicBezTo>
                      <a:pt x="23" y="50"/>
                      <a:pt x="23" y="50"/>
                      <a:pt x="23" y="50"/>
                    </a:cubicBezTo>
                    <a:cubicBezTo>
                      <a:pt x="22" y="52"/>
                      <a:pt x="20" y="55"/>
                      <a:pt x="14" y="55"/>
                    </a:cubicBezTo>
                    <a:cubicBezTo>
                      <a:pt x="5" y="55"/>
                      <a:pt x="0" y="45"/>
                      <a:pt x="0" y="36"/>
                    </a:cubicBezTo>
                    <a:cubicBezTo>
                      <a:pt x="0" y="26"/>
                      <a:pt x="6" y="18"/>
                      <a:pt x="15" y="18"/>
                    </a:cubicBezTo>
                    <a:cubicBezTo>
                      <a:pt x="19" y="18"/>
                      <a:pt x="21" y="19"/>
                      <a:pt x="23" y="21"/>
                    </a:cubicBezTo>
                    <a:cubicBezTo>
                      <a:pt x="23" y="7"/>
                      <a:pt x="23" y="7"/>
                      <a:pt x="23" y="7"/>
                    </a:cubicBezTo>
                    <a:cubicBezTo>
                      <a:pt x="23" y="6"/>
                      <a:pt x="22" y="4"/>
                      <a:pt x="20" y="4"/>
                    </a:cubicBezTo>
                    <a:cubicBezTo>
                      <a:pt x="19" y="4"/>
                      <a:pt x="18" y="5"/>
                      <a:pt x="17" y="5"/>
                    </a:cubicBezTo>
                    <a:cubicBezTo>
                      <a:pt x="16" y="3"/>
                      <a:pt x="16" y="3"/>
                      <a:pt x="16" y="3"/>
                    </a:cubicBezTo>
                    <a:cubicBezTo>
                      <a:pt x="31" y="0"/>
                      <a:pt x="31" y="0"/>
                      <a:pt x="31" y="0"/>
                    </a:cubicBezTo>
                    <a:cubicBezTo>
                      <a:pt x="31" y="48"/>
                      <a:pt x="31" y="48"/>
                      <a:pt x="31" y="48"/>
                    </a:cubicBezTo>
                    <a:cubicBezTo>
                      <a:pt x="31" y="50"/>
                      <a:pt x="32" y="51"/>
                      <a:pt x="35" y="51"/>
                    </a:cubicBezTo>
                    <a:cubicBezTo>
                      <a:pt x="37" y="51"/>
                      <a:pt x="37" y="51"/>
                      <a:pt x="37" y="51"/>
                    </a:cubicBezTo>
                    <a:cubicBezTo>
                      <a:pt x="37" y="53"/>
                      <a:pt x="37" y="53"/>
                      <a:pt x="37" y="53"/>
                    </a:cubicBezTo>
                    <a:lnTo>
                      <a:pt x="23" y="53"/>
                    </a:lnTo>
                    <a:close/>
                    <a:moveTo>
                      <a:pt x="23" y="24"/>
                    </a:moveTo>
                    <a:cubicBezTo>
                      <a:pt x="22" y="22"/>
                      <a:pt x="21" y="21"/>
                      <a:pt x="17" y="21"/>
                    </a:cubicBezTo>
                    <a:cubicBezTo>
                      <a:pt x="10" y="21"/>
                      <a:pt x="8" y="30"/>
                      <a:pt x="8" y="37"/>
                    </a:cubicBezTo>
                    <a:cubicBezTo>
                      <a:pt x="8" y="45"/>
                      <a:pt x="12" y="51"/>
                      <a:pt x="17" y="51"/>
                    </a:cubicBezTo>
                    <a:cubicBezTo>
                      <a:pt x="20" y="51"/>
                      <a:pt x="22" y="49"/>
                      <a:pt x="23" y="48"/>
                    </a:cubicBezTo>
                    <a:lnTo>
                      <a:pt x="23" y="24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62" name="iŝļíḓè"/>
              <p:cNvSpPr/>
              <p:nvPr/>
            </p:nvSpPr>
            <p:spPr bwMode="auto">
              <a:xfrm>
                <a:off x="6153150" y="4114801"/>
                <a:ext cx="173037" cy="201613"/>
              </a:xfrm>
              <a:custGeom>
                <a:avLst/>
                <a:gdLst>
                  <a:gd name="T0" fmla="*/ 25 w 33"/>
                  <a:gd name="T1" fmla="*/ 37 h 37"/>
                  <a:gd name="T2" fmla="*/ 19 w 33"/>
                  <a:gd name="T3" fmla="*/ 33 h 37"/>
                  <a:gd name="T4" fmla="*/ 9 w 33"/>
                  <a:gd name="T5" fmla="*/ 37 h 37"/>
                  <a:gd name="T6" fmla="*/ 0 w 33"/>
                  <a:gd name="T7" fmla="*/ 29 h 37"/>
                  <a:gd name="T8" fmla="*/ 3 w 33"/>
                  <a:gd name="T9" fmla="*/ 24 h 37"/>
                  <a:gd name="T10" fmla="*/ 19 w 33"/>
                  <a:gd name="T11" fmla="*/ 15 h 37"/>
                  <a:gd name="T12" fmla="*/ 19 w 33"/>
                  <a:gd name="T13" fmla="*/ 6 h 37"/>
                  <a:gd name="T14" fmla="*/ 15 w 33"/>
                  <a:gd name="T15" fmla="*/ 2 h 37"/>
                  <a:gd name="T16" fmla="*/ 11 w 33"/>
                  <a:gd name="T17" fmla="*/ 6 h 37"/>
                  <a:gd name="T18" fmla="*/ 6 w 33"/>
                  <a:gd name="T19" fmla="*/ 12 h 37"/>
                  <a:gd name="T20" fmla="*/ 1 w 33"/>
                  <a:gd name="T21" fmla="*/ 7 h 37"/>
                  <a:gd name="T22" fmla="*/ 3 w 33"/>
                  <a:gd name="T23" fmla="*/ 3 h 37"/>
                  <a:gd name="T24" fmla="*/ 15 w 33"/>
                  <a:gd name="T25" fmla="*/ 0 h 37"/>
                  <a:gd name="T26" fmla="*/ 26 w 33"/>
                  <a:gd name="T27" fmla="*/ 3 h 37"/>
                  <a:gd name="T28" fmla="*/ 27 w 33"/>
                  <a:gd name="T29" fmla="*/ 9 h 37"/>
                  <a:gd name="T30" fmla="*/ 27 w 33"/>
                  <a:gd name="T31" fmla="*/ 28 h 37"/>
                  <a:gd name="T32" fmla="*/ 29 w 33"/>
                  <a:gd name="T33" fmla="*/ 33 h 37"/>
                  <a:gd name="T34" fmla="*/ 32 w 33"/>
                  <a:gd name="T35" fmla="*/ 31 h 37"/>
                  <a:gd name="T36" fmla="*/ 33 w 33"/>
                  <a:gd name="T37" fmla="*/ 32 h 37"/>
                  <a:gd name="T38" fmla="*/ 25 w 33"/>
                  <a:gd name="T39" fmla="*/ 37 h 37"/>
                  <a:gd name="T40" fmla="*/ 19 w 33"/>
                  <a:gd name="T41" fmla="*/ 17 h 37"/>
                  <a:gd name="T42" fmla="*/ 9 w 33"/>
                  <a:gd name="T43" fmla="*/ 28 h 37"/>
                  <a:gd name="T44" fmla="*/ 14 w 33"/>
                  <a:gd name="T45" fmla="*/ 33 h 37"/>
                  <a:gd name="T46" fmla="*/ 19 w 33"/>
                  <a:gd name="T47" fmla="*/ 31 h 37"/>
                  <a:gd name="T48" fmla="*/ 19 w 33"/>
                  <a:gd name="T49" fmla="*/ 17 h 3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</a:cxnLst>
                <a:rect l="0" t="0" r="r" b="b"/>
                <a:pathLst>
                  <a:path w="33" h="37">
                    <a:moveTo>
                      <a:pt x="25" y="37"/>
                    </a:moveTo>
                    <a:cubicBezTo>
                      <a:pt x="23" y="37"/>
                      <a:pt x="20" y="35"/>
                      <a:pt x="19" y="33"/>
                    </a:cubicBezTo>
                    <a:cubicBezTo>
                      <a:pt x="17" y="34"/>
                      <a:pt x="14" y="37"/>
                      <a:pt x="9" y="37"/>
                    </a:cubicBezTo>
                    <a:cubicBezTo>
                      <a:pt x="3" y="37"/>
                      <a:pt x="0" y="33"/>
                      <a:pt x="0" y="29"/>
                    </a:cubicBezTo>
                    <a:cubicBezTo>
                      <a:pt x="0" y="28"/>
                      <a:pt x="1" y="26"/>
                      <a:pt x="3" y="24"/>
                    </a:cubicBezTo>
                    <a:cubicBezTo>
                      <a:pt x="7" y="18"/>
                      <a:pt x="14" y="16"/>
                      <a:pt x="19" y="15"/>
                    </a:cubicBezTo>
                    <a:cubicBezTo>
                      <a:pt x="19" y="6"/>
                      <a:pt x="19" y="6"/>
                      <a:pt x="19" y="6"/>
                    </a:cubicBezTo>
                    <a:cubicBezTo>
                      <a:pt x="19" y="5"/>
                      <a:pt x="19" y="2"/>
                      <a:pt x="15" y="2"/>
                    </a:cubicBezTo>
                    <a:cubicBezTo>
                      <a:pt x="11" y="2"/>
                      <a:pt x="11" y="5"/>
                      <a:pt x="11" y="6"/>
                    </a:cubicBezTo>
                    <a:cubicBezTo>
                      <a:pt x="10" y="8"/>
                      <a:pt x="10" y="12"/>
                      <a:pt x="6" y="12"/>
                    </a:cubicBezTo>
                    <a:cubicBezTo>
                      <a:pt x="3" y="12"/>
                      <a:pt x="1" y="10"/>
                      <a:pt x="1" y="7"/>
                    </a:cubicBezTo>
                    <a:cubicBezTo>
                      <a:pt x="1" y="6"/>
                      <a:pt x="2" y="4"/>
                      <a:pt x="3" y="3"/>
                    </a:cubicBezTo>
                    <a:cubicBezTo>
                      <a:pt x="7" y="0"/>
                      <a:pt x="14" y="0"/>
                      <a:pt x="15" y="0"/>
                    </a:cubicBezTo>
                    <a:cubicBezTo>
                      <a:pt x="17" y="0"/>
                      <a:pt x="24" y="0"/>
                      <a:pt x="26" y="3"/>
                    </a:cubicBezTo>
                    <a:cubicBezTo>
                      <a:pt x="27" y="5"/>
                      <a:pt x="27" y="8"/>
                      <a:pt x="27" y="9"/>
                    </a:cubicBezTo>
                    <a:cubicBezTo>
                      <a:pt x="27" y="28"/>
                      <a:pt x="27" y="28"/>
                      <a:pt x="27" y="28"/>
                    </a:cubicBezTo>
                    <a:cubicBezTo>
                      <a:pt x="27" y="30"/>
                      <a:pt x="27" y="33"/>
                      <a:pt x="29" y="33"/>
                    </a:cubicBezTo>
                    <a:cubicBezTo>
                      <a:pt x="31" y="33"/>
                      <a:pt x="32" y="32"/>
                      <a:pt x="32" y="31"/>
                    </a:cubicBezTo>
                    <a:cubicBezTo>
                      <a:pt x="33" y="32"/>
                      <a:pt x="33" y="32"/>
                      <a:pt x="33" y="32"/>
                    </a:cubicBezTo>
                    <a:cubicBezTo>
                      <a:pt x="30" y="37"/>
                      <a:pt x="26" y="37"/>
                      <a:pt x="25" y="37"/>
                    </a:cubicBezTo>
                    <a:close/>
                    <a:moveTo>
                      <a:pt x="19" y="17"/>
                    </a:moveTo>
                    <a:cubicBezTo>
                      <a:pt x="16" y="18"/>
                      <a:pt x="9" y="22"/>
                      <a:pt x="9" y="28"/>
                    </a:cubicBezTo>
                    <a:cubicBezTo>
                      <a:pt x="9" y="33"/>
                      <a:pt x="13" y="33"/>
                      <a:pt x="14" y="33"/>
                    </a:cubicBezTo>
                    <a:cubicBezTo>
                      <a:pt x="16" y="33"/>
                      <a:pt x="18" y="33"/>
                      <a:pt x="19" y="31"/>
                    </a:cubicBezTo>
                    <a:lnTo>
                      <a:pt x="19" y="17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63" name="îšļîḋê"/>
              <p:cNvSpPr/>
              <p:nvPr/>
            </p:nvSpPr>
            <p:spPr bwMode="auto">
              <a:xfrm>
                <a:off x="6337300" y="4114801"/>
                <a:ext cx="198437" cy="192088"/>
              </a:xfrm>
              <a:custGeom>
                <a:avLst/>
                <a:gdLst>
                  <a:gd name="T0" fmla="*/ 0 w 38"/>
                  <a:gd name="T1" fmla="*/ 33 h 35"/>
                  <a:gd name="T2" fmla="*/ 5 w 38"/>
                  <a:gd name="T3" fmla="*/ 29 h 35"/>
                  <a:gd name="T4" fmla="*/ 5 w 38"/>
                  <a:gd name="T5" fmla="*/ 7 h 35"/>
                  <a:gd name="T6" fmla="*/ 3 w 38"/>
                  <a:gd name="T7" fmla="*/ 4 h 35"/>
                  <a:gd name="T8" fmla="*/ 0 w 38"/>
                  <a:gd name="T9" fmla="*/ 4 h 35"/>
                  <a:gd name="T10" fmla="*/ 0 w 38"/>
                  <a:gd name="T11" fmla="*/ 2 h 35"/>
                  <a:gd name="T12" fmla="*/ 12 w 38"/>
                  <a:gd name="T13" fmla="*/ 0 h 35"/>
                  <a:gd name="T14" fmla="*/ 12 w 38"/>
                  <a:gd name="T15" fmla="*/ 6 h 35"/>
                  <a:gd name="T16" fmla="*/ 24 w 38"/>
                  <a:gd name="T17" fmla="*/ 0 h 35"/>
                  <a:gd name="T18" fmla="*/ 33 w 38"/>
                  <a:gd name="T19" fmla="*/ 10 h 35"/>
                  <a:gd name="T20" fmla="*/ 33 w 38"/>
                  <a:gd name="T21" fmla="*/ 29 h 35"/>
                  <a:gd name="T22" fmla="*/ 36 w 38"/>
                  <a:gd name="T23" fmla="*/ 33 h 35"/>
                  <a:gd name="T24" fmla="*/ 38 w 38"/>
                  <a:gd name="T25" fmla="*/ 33 h 35"/>
                  <a:gd name="T26" fmla="*/ 38 w 38"/>
                  <a:gd name="T27" fmla="*/ 35 h 35"/>
                  <a:gd name="T28" fmla="*/ 25 w 38"/>
                  <a:gd name="T29" fmla="*/ 35 h 35"/>
                  <a:gd name="T30" fmla="*/ 25 w 38"/>
                  <a:gd name="T31" fmla="*/ 11 h 35"/>
                  <a:gd name="T32" fmla="*/ 20 w 38"/>
                  <a:gd name="T33" fmla="*/ 4 h 35"/>
                  <a:gd name="T34" fmla="*/ 12 w 38"/>
                  <a:gd name="T35" fmla="*/ 9 h 35"/>
                  <a:gd name="T36" fmla="*/ 12 w 38"/>
                  <a:gd name="T37" fmla="*/ 29 h 35"/>
                  <a:gd name="T38" fmla="*/ 17 w 38"/>
                  <a:gd name="T39" fmla="*/ 33 h 35"/>
                  <a:gd name="T40" fmla="*/ 17 w 38"/>
                  <a:gd name="T41" fmla="*/ 35 h 35"/>
                  <a:gd name="T42" fmla="*/ 0 w 38"/>
                  <a:gd name="T43" fmla="*/ 35 h 35"/>
                  <a:gd name="T44" fmla="*/ 0 w 38"/>
                  <a:gd name="T45" fmla="*/ 33 h 35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</a:cxnLst>
                <a:rect l="0" t="0" r="r" b="b"/>
                <a:pathLst>
                  <a:path w="38" h="35">
                    <a:moveTo>
                      <a:pt x="0" y="33"/>
                    </a:moveTo>
                    <a:cubicBezTo>
                      <a:pt x="3" y="33"/>
                      <a:pt x="5" y="33"/>
                      <a:pt x="5" y="29"/>
                    </a:cubicBezTo>
                    <a:cubicBezTo>
                      <a:pt x="5" y="7"/>
                      <a:pt x="5" y="7"/>
                      <a:pt x="5" y="7"/>
                    </a:cubicBezTo>
                    <a:cubicBezTo>
                      <a:pt x="5" y="6"/>
                      <a:pt x="5" y="4"/>
                      <a:pt x="3" y="4"/>
                    </a:cubicBezTo>
                    <a:cubicBezTo>
                      <a:pt x="2" y="4"/>
                      <a:pt x="1" y="4"/>
                      <a:pt x="0" y="4"/>
                    </a:cubicBezTo>
                    <a:cubicBezTo>
                      <a:pt x="0" y="2"/>
                      <a:pt x="0" y="2"/>
                      <a:pt x="0" y="2"/>
                    </a:cubicBezTo>
                    <a:cubicBezTo>
                      <a:pt x="12" y="0"/>
                      <a:pt x="12" y="0"/>
                      <a:pt x="12" y="0"/>
                    </a:cubicBezTo>
                    <a:cubicBezTo>
                      <a:pt x="12" y="6"/>
                      <a:pt x="12" y="6"/>
                      <a:pt x="12" y="6"/>
                    </a:cubicBezTo>
                    <a:cubicBezTo>
                      <a:pt x="14" y="4"/>
                      <a:pt x="18" y="0"/>
                      <a:pt x="24" y="0"/>
                    </a:cubicBezTo>
                    <a:cubicBezTo>
                      <a:pt x="29" y="0"/>
                      <a:pt x="33" y="4"/>
                      <a:pt x="33" y="10"/>
                    </a:cubicBezTo>
                    <a:cubicBezTo>
                      <a:pt x="33" y="29"/>
                      <a:pt x="33" y="29"/>
                      <a:pt x="33" y="29"/>
                    </a:cubicBezTo>
                    <a:cubicBezTo>
                      <a:pt x="33" y="31"/>
                      <a:pt x="34" y="33"/>
                      <a:pt x="36" y="33"/>
                    </a:cubicBezTo>
                    <a:cubicBezTo>
                      <a:pt x="38" y="33"/>
                      <a:pt x="38" y="33"/>
                      <a:pt x="38" y="33"/>
                    </a:cubicBezTo>
                    <a:cubicBezTo>
                      <a:pt x="38" y="35"/>
                      <a:pt x="38" y="35"/>
                      <a:pt x="38" y="35"/>
                    </a:cubicBezTo>
                    <a:cubicBezTo>
                      <a:pt x="25" y="35"/>
                      <a:pt x="25" y="35"/>
                      <a:pt x="25" y="35"/>
                    </a:cubicBezTo>
                    <a:cubicBezTo>
                      <a:pt x="25" y="11"/>
                      <a:pt x="25" y="11"/>
                      <a:pt x="25" y="11"/>
                    </a:cubicBezTo>
                    <a:cubicBezTo>
                      <a:pt x="25" y="6"/>
                      <a:pt x="22" y="4"/>
                      <a:pt x="20" y="4"/>
                    </a:cubicBezTo>
                    <a:cubicBezTo>
                      <a:pt x="16" y="4"/>
                      <a:pt x="13" y="8"/>
                      <a:pt x="12" y="9"/>
                    </a:cubicBezTo>
                    <a:cubicBezTo>
                      <a:pt x="12" y="29"/>
                      <a:pt x="12" y="29"/>
                      <a:pt x="12" y="29"/>
                    </a:cubicBezTo>
                    <a:cubicBezTo>
                      <a:pt x="12" y="33"/>
                      <a:pt x="15" y="33"/>
                      <a:pt x="17" y="33"/>
                    </a:cubicBezTo>
                    <a:cubicBezTo>
                      <a:pt x="17" y="35"/>
                      <a:pt x="17" y="35"/>
                      <a:pt x="17" y="35"/>
                    </a:cubicBezTo>
                    <a:cubicBezTo>
                      <a:pt x="0" y="35"/>
                      <a:pt x="0" y="35"/>
                      <a:pt x="0" y="35"/>
                    </a:cubicBezTo>
                    <a:lnTo>
                      <a:pt x="0" y="33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64" name="ïṡḻïḑe"/>
              <p:cNvSpPr/>
              <p:nvPr/>
            </p:nvSpPr>
            <p:spPr bwMode="auto">
              <a:xfrm>
                <a:off x="6683375" y="4022726"/>
                <a:ext cx="268287" cy="293688"/>
              </a:xfrm>
              <a:custGeom>
                <a:avLst/>
                <a:gdLst>
                  <a:gd name="T0" fmla="*/ 51 w 51"/>
                  <a:gd name="T1" fmla="*/ 2 h 54"/>
                  <a:gd name="T2" fmla="*/ 48 w 51"/>
                  <a:gd name="T3" fmla="*/ 2 h 54"/>
                  <a:gd name="T4" fmla="*/ 43 w 51"/>
                  <a:gd name="T5" fmla="*/ 8 h 54"/>
                  <a:gd name="T6" fmla="*/ 43 w 51"/>
                  <a:gd name="T7" fmla="*/ 36 h 54"/>
                  <a:gd name="T8" fmla="*/ 26 w 51"/>
                  <a:gd name="T9" fmla="*/ 54 h 54"/>
                  <a:gd name="T10" fmla="*/ 8 w 51"/>
                  <a:gd name="T11" fmla="*/ 36 h 54"/>
                  <a:gd name="T12" fmla="*/ 8 w 51"/>
                  <a:gd name="T13" fmla="*/ 7 h 54"/>
                  <a:gd name="T14" fmla="*/ 3 w 51"/>
                  <a:gd name="T15" fmla="*/ 2 h 54"/>
                  <a:gd name="T16" fmla="*/ 0 w 51"/>
                  <a:gd name="T17" fmla="*/ 2 h 54"/>
                  <a:gd name="T18" fmla="*/ 0 w 51"/>
                  <a:gd name="T19" fmla="*/ 0 h 54"/>
                  <a:gd name="T20" fmla="*/ 24 w 51"/>
                  <a:gd name="T21" fmla="*/ 0 h 54"/>
                  <a:gd name="T22" fmla="*/ 24 w 51"/>
                  <a:gd name="T23" fmla="*/ 2 h 54"/>
                  <a:gd name="T24" fmla="*/ 21 w 51"/>
                  <a:gd name="T25" fmla="*/ 2 h 54"/>
                  <a:gd name="T26" fmla="*/ 16 w 51"/>
                  <a:gd name="T27" fmla="*/ 7 h 54"/>
                  <a:gd name="T28" fmla="*/ 16 w 51"/>
                  <a:gd name="T29" fmla="*/ 35 h 54"/>
                  <a:gd name="T30" fmla="*/ 29 w 51"/>
                  <a:gd name="T31" fmla="*/ 51 h 54"/>
                  <a:gd name="T32" fmla="*/ 41 w 51"/>
                  <a:gd name="T33" fmla="*/ 37 h 54"/>
                  <a:gd name="T34" fmla="*/ 41 w 51"/>
                  <a:gd name="T35" fmla="*/ 8 h 54"/>
                  <a:gd name="T36" fmla="*/ 35 w 51"/>
                  <a:gd name="T37" fmla="*/ 2 h 54"/>
                  <a:gd name="T38" fmla="*/ 34 w 51"/>
                  <a:gd name="T39" fmla="*/ 2 h 54"/>
                  <a:gd name="T40" fmla="*/ 34 w 51"/>
                  <a:gd name="T41" fmla="*/ 0 h 54"/>
                  <a:gd name="T42" fmla="*/ 51 w 51"/>
                  <a:gd name="T43" fmla="*/ 0 h 54"/>
                  <a:gd name="T44" fmla="*/ 51 w 51"/>
                  <a:gd name="T45" fmla="*/ 2 h 5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</a:cxnLst>
                <a:rect l="0" t="0" r="r" b="b"/>
                <a:pathLst>
                  <a:path w="51" h="54">
                    <a:moveTo>
                      <a:pt x="51" y="2"/>
                    </a:moveTo>
                    <a:cubicBezTo>
                      <a:pt x="48" y="2"/>
                      <a:pt x="48" y="2"/>
                      <a:pt x="48" y="2"/>
                    </a:cubicBezTo>
                    <a:cubicBezTo>
                      <a:pt x="45" y="2"/>
                      <a:pt x="43" y="4"/>
                      <a:pt x="43" y="8"/>
                    </a:cubicBezTo>
                    <a:cubicBezTo>
                      <a:pt x="43" y="36"/>
                      <a:pt x="43" y="36"/>
                      <a:pt x="43" y="36"/>
                    </a:cubicBezTo>
                    <a:cubicBezTo>
                      <a:pt x="43" y="44"/>
                      <a:pt x="39" y="54"/>
                      <a:pt x="26" y="54"/>
                    </a:cubicBezTo>
                    <a:cubicBezTo>
                      <a:pt x="17" y="54"/>
                      <a:pt x="8" y="49"/>
                      <a:pt x="8" y="36"/>
                    </a:cubicBezTo>
                    <a:cubicBezTo>
                      <a:pt x="8" y="7"/>
                      <a:pt x="8" y="7"/>
                      <a:pt x="8" y="7"/>
                    </a:cubicBezTo>
                    <a:cubicBezTo>
                      <a:pt x="8" y="4"/>
                      <a:pt x="6" y="2"/>
                      <a:pt x="3" y="2"/>
                    </a:cubicBezTo>
                    <a:cubicBezTo>
                      <a:pt x="0" y="2"/>
                      <a:pt x="0" y="2"/>
                      <a:pt x="0" y="2"/>
                    </a:cubicBezTo>
                    <a:cubicBezTo>
                      <a:pt x="0" y="0"/>
                      <a:pt x="0" y="0"/>
                      <a:pt x="0" y="0"/>
                    </a:cubicBezTo>
                    <a:cubicBezTo>
                      <a:pt x="24" y="0"/>
                      <a:pt x="24" y="0"/>
                      <a:pt x="24" y="0"/>
                    </a:cubicBezTo>
                    <a:cubicBezTo>
                      <a:pt x="24" y="2"/>
                      <a:pt x="24" y="2"/>
                      <a:pt x="24" y="2"/>
                    </a:cubicBezTo>
                    <a:cubicBezTo>
                      <a:pt x="21" y="2"/>
                      <a:pt x="21" y="2"/>
                      <a:pt x="21" y="2"/>
                    </a:cubicBezTo>
                    <a:cubicBezTo>
                      <a:pt x="17" y="2"/>
                      <a:pt x="16" y="4"/>
                      <a:pt x="16" y="7"/>
                    </a:cubicBezTo>
                    <a:cubicBezTo>
                      <a:pt x="16" y="35"/>
                      <a:pt x="16" y="35"/>
                      <a:pt x="16" y="35"/>
                    </a:cubicBezTo>
                    <a:cubicBezTo>
                      <a:pt x="16" y="46"/>
                      <a:pt x="22" y="51"/>
                      <a:pt x="29" y="51"/>
                    </a:cubicBezTo>
                    <a:cubicBezTo>
                      <a:pt x="36" y="51"/>
                      <a:pt x="41" y="45"/>
                      <a:pt x="41" y="37"/>
                    </a:cubicBezTo>
                    <a:cubicBezTo>
                      <a:pt x="41" y="8"/>
                      <a:pt x="41" y="8"/>
                      <a:pt x="41" y="8"/>
                    </a:cubicBezTo>
                    <a:cubicBezTo>
                      <a:pt x="41" y="5"/>
                      <a:pt x="39" y="2"/>
                      <a:pt x="35" y="2"/>
                    </a:cubicBezTo>
                    <a:cubicBezTo>
                      <a:pt x="34" y="2"/>
                      <a:pt x="34" y="2"/>
                      <a:pt x="34" y="2"/>
                    </a:cubicBezTo>
                    <a:cubicBezTo>
                      <a:pt x="34" y="0"/>
                      <a:pt x="34" y="0"/>
                      <a:pt x="34" y="0"/>
                    </a:cubicBezTo>
                    <a:cubicBezTo>
                      <a:pt x="51" y="0"/>
                      <a:pt x="51" y="0"/>
                      <a:pt x="51" y="0"/>
                    </a:cubicBezTo>
                    <a:lnTo>
                      <a:pt x="51" y="2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65" name="íS1ïḑé"/>
              <p:cNvSpPr/>
              <p:nvPr/>
            </p:nvSpPr>
            <p:spPr bwMode="auto">
              <a:xfrm>
                <a:off x="6967538" y="4114801"/>
                <a:ext cx="200025" cy="192088"/>
              </a:xfrm>
              <a:custGeom>
                <a:avLst/>
                <a:gdLst>
                  <a:gd name="T0" fmla="*/ 1 w 38"/>
                  <a:gd name="T1" fmla="*/ 33 h 35"/>
                  <a:gd name="T2" fmla="*/ 5 w 38"/>
                  <a:gd name="T3" fmla="*/ 29 h 35"/>
                  <a:gd name="T4" fmla="*/ 5 w 38"/>
                  <a:gd name="T5" fmla="*/ 7 h 35"/>
                  <a:gd name="T6" fmla="*/ 3 w 38"/>
                  <a:gd name="T7" fmla="*/ 4 h 35"/>
                  <a:gd name="T8" fmla="*/ 1 w 38"/>
                  <a:gd name="T9" fmla="*/ 4 h 35"/>
                  <a:gd name="T10" fmla="*/ 0 w 38"/>
                  <a:gd name="T11" fmla="*/ 2 h 35"/>
                  <a:gd name="T12" fmla="*/ 13 w 38"/>
                  <a:gd name="T13" fmla="*/ 0 h 35"/>
                  <a:gd name="T14" fmla="*/ 13 w 38"/>
                  <a:gd name="T15" fmla="*/ 6 h 35"/>
                  <a:gd name="T16" fmla="*/ 24 w 38"/>
                  <a:gd name="T17" fmla="*/ 0 h 35"/>
                  <a:gd name="T18" fmla="*/ 33 w 38"/>
                  <a:gd name="T19" fmla="*/ 10 h 35"/>
                  <a:gd name="T20" fmla="*/ 33 w 38"/>
                  <a:gd name="T21" fmla="*/ 29 h 35"/>
                  <a:gd name="T22" fmla="*/ 36 w 38"/>
                  <a:gd name="T23" fmla="*/ 33 h 35"/>
                  <a:gd name="T24" fmla="*/ 38 w 38"/>
                  <a:gd name="T25" fmla="*/ 33 h 35"/>
                  <a:gd name="T26" fmla="*/ 38 w 38"/>
                  <a:gd name="T27" fmla="*/ 35 h 35"/>
                  <a:gd name="T28" fmla="*/ 26 w 38"/>
                  <a:gd name="T29" fmla="*/ 35 h 35"/>
                  <a:gd name="T30" fmla="*/ 26 w 38"/>
                  <a:gd name="T31" fmla="*/ 11 h 35"/>
                  <a:gd name="T32" fmla="*/ 20 w 38"/>
                  <a:gd name="T33" fmla="*/ 4 h 35"/>
                  <a:gd name="T34" fmla="*/ 13 w 38"/>
                  <a:gd name="T35" fmla="*/ 9 h 35"/>
                  <a:gd name="T36" fmla="*/ 13 w 38"/>
                  <a:gd name="T37" fmla="*/ 29 h 35"/>
                  <a:gd name="T38" fmla="*/ 18 w 38"/>
                  <a:gd name="T39" fmla="*/ 33 h 35"/>
                  <a:gd name="T40" fmla="*/ 18 w 38"/>
                  <a:gd name="T41" fmla="*/ 35 h 35"/>
                  <a:gd name="T42" fmla="*/ 1 w 38"/>
                  <a:gd name="T43" fmla="*/ 35 h 35"/>
                  <a:gd name="T44" fmla="*/ 1 w 38"/>
                  <a:gd name="T45" fmla="*/ 33 h 35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</a:cxnLst>
                <a:rect l="0" t="0" r="r" b="b"/>
                <a:pathLst>
                  <a:path w="38" h="35">
                    <a:moveTo>
                      <a:pt x="1" y="33"/>
                    </a:moveTo>
                    <a:cubicBezTo>
                      <a:pt x="3" y="33"/>
                      <a:pt x="5" y="33"/>
                      <a:pt x="5" y="29"/>
                    </a:cubicBezTo>
                    <a:cubicBezTo>
                      <a:pt x="5" y="7"/>
                      <a:pt x="5" y="7"/>
                      <a:pt x="5" y="7"/>
                    </a:cubicBezTo>
                    <a:cubicBezTo>
                      <a:pt x="5" y="6"/>
                      <a:pt x="5" y="4"/>
                      <a:pt x="3" y="4"/>
                    </a:cubicBezTo>
                    <a:cubicBezTo>
                      <a:pt x="2" y="4"/>
                      <a:pt x="1" y="4"/>
                      <a:pt x="1" y="4"/>
                    </a:cubicBezTo>
                    <a:cubicBezTo>
                      <a:pt x="0" y="2"/>
                      <a:pt x="0" y="2"/>
                      <a:pt x="0" y="2"/>
                    </a:cubicBezTo>
                    <a:cubicBezTo>
                      <a:pt x="13" y="0"/>
                      <a:pt x="13" y="0"/>
                      <a:pt x="13" y="0"/>
                    </a:cubicBezTo>
                    <a:cubicBezTo>
                      <a:pt x="13" y="6"/>
                      <a:pt x="13" y="6"/>
                      <a:pt x="13" y="6"/>
                    </a:cubicBezTo>
                    <a:cubicBezTo>
                      <a:pt x="15" y="4"/>
                      <a:pt x="19" y="0"/>
                      <a:pt x="24" y="0"/>
                    </a:cubicBezTo>
                    <a:cubicBezTo>
                      <a:pt x="29" y="0"/>
                      <a:pt x="33" y="4"/>
                      <a:pt x="33" y="10"/>
                    </a:cubicBezTo>
                    <a:cubicBezTo>
                      <a:pt x="33" y="29"/>
                      <a:pt x="33" y="29"/>
                      <a:pt x="33" y="29"/>
                    </a:cubicBezTo>
                    <a:cubicBezTo>
                      <a:pt x="33" y="31"/>
                      <a:pt x="34" y="33"/>
                      <a:pt x="36" y="33"/>
                    </a:cubicBezTo>
                    <a:cubicBezTo>
                      <a:pt x="38" y="33"/>
                      <a:pt x="38" y="33"/>
                      <a:pt x="38" y="33"/>
                    </a:cubicBezTo>
                    <a:cubicBezTo>
                      <a:pt x="38" y="35"/>
                      <a:pt x="38" y="35"/>
                      <a:pt x="38" y="35"/>
                    </a:cubicBezTo>
                    <a:cubicBezTo>
                      <a:pt x="26" y="35"/>
                      <a:pt x="26" y="35"/>
                      <a:pt x="26" y="35"/>
                    </a:cubicBezTo>
                    <a:cubicBezTo>
                      <a:pt x="26" y="11"/>
                      <a:pt x="26" y="11"/>
                      <a:pt x="26" y="11"/>
                    </a:cubicBezTo>
                    <a:cubicBezTo>
                      <a:pt x="26" y="6"/>
                      <a:pt x="22" y="4"/>
                      <a:pt x="20" y="4"/>
                    </a:cubicBezTo>
                    <a:cubicBezTo>
                      <a:pt x="17" y="4"/>
                      <a:pt x="14" y="8"/>
                      <a:pt x="13" y="9"/>
                    </a:cubicBezTo>
                    <a:cubicBezTo>
                      <a:pt x="13" y="29"/>
                      <a:pt x="13" y="29"/>
                      <a:pt x="13" y="29"/>
                    </a:cubicBezTo>
                    <a:cubicBezTo>
                      <a:pt x="13" y="33"/>
                      <a:pt x="16" y="33"/>
                      <a:pt x="18" y="33"/>
                    </a:cubicBezTo>
                    <a:cubicBezTo>
                      <a:pt x="18" y="35"/>
                      <a:pt x="18" y="35"/>
                      <a:pt x="18" y="35"/>
                    </a:cubicBezTo>
                    <a:cubicBezTo>
                      <a:pt x="1" y="35"/>
                      <a:pt x="1" y="35"/>
                      <a:pt x="1" y="35"/>
                    </a:cubicBezTo>
                    <a:lnTo>
                      <a:pt x="1" y="33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66" name="ï$ḻîḍe"/>
              <p:cNvSpPr/>
              <p:nvPr/>
            </p:nvSpPr>
            <p:spPr bwMode="auto">
              <a:xfrm>
                <a:off x="7188200" y="4016376"/>
                <a:ext cx="100012" cy="290513"/>
              </a:xfrm>
              <a:custGeom>
                <a:avLst/>
                <a:gdLst>
                  <a:gd name="T0" fmla="*/ 0 w 19"/>
                  <a:gd name="T1" fmla="*/ 51 h 53"/>
                  <a:gd name="T2" fmla="*/ 2 w 19"/>
                  <a:gd name="T3" fmla="*/ 51 h 53"/>
                  <a:gd name="T4" fmla="*/ 6 w 19"/>
                  <a:gd name="T5" fmla="*/ 47 h 53"/>
                  <a:gd name="T6" fmla="*/ 6 w 19"/>
                  <a:gd name="T7" fmla="*/ 26 h 53"/>
                  <a:gd name="T8" fmla="*/ 3 w 19"/>
                  <a:gd name="T9" fmla="*/ 22 h 53"/>
                  <a:gd name="T10" fmla="*/ 1 w 19"/>
                  <a:gd name="T11" fmla="*/ 23 h 53"/>
                  <a:gd name="T12" fmla="*/ 0 w 19"/>
                  <a:gd name="T13" fmla="*/ 21 h 53"/>
                  <a:gd name="T14" fmla="*/ 13 w 19"/>
                  <a:gd name="T15" fmla="*/ 18 h 53"/>
                  <a:gd name="T16" fmla="*/ 13 w 19"/>
                  <a:gd name="T17" fmla="*/ 47 h 53"/>
                  <a:gd name="T18" fmla="*/ 17 w 19"/>
                  <a:gd name="T19" fmla="*/ 51 h 53"/>
                  <a:gd name="T20" fmla="*/ 19 w 19"/>
                  <a:gd name="T21" fmla="*/ 51 h 53"/>
                  <a:gd name="T22" fmla="*/ 19 w 19"/>
                  <a:gd name="T23" fmla="*/ 53 h 53"/>
                  <a:gd name="T24" fmla="*/ 0 w 19"/>
                  <a:gd name="T25" fmla="*/ 53 h 53"/>
                  <a:gd name="T26" fmla="*/ 0 w 19"/>
                  <a:gd name="T27" fmla="*/ 51 h 53"/>
                  <a:gd name="T28" fmla="*/ 15 w 19"/>
                  <a:gd name="T29" fmla="*/ 5 h 53"/>
                  <a:gd name="T30" fmla="*/ 9 w 19"/>
                  <a:gd name="T31" fmla="*/ 10 h 53"/>
                  <a:gd name="T32" fmla="*/ 4 w 19"/>
                  <a:gd name="T33" fmla="*/ 5 h 53"/>
                  <a:gd name="T34" fmla="*/ 9 w 19"/>
                  <a:gd name="T35" fmla="*/ 0 h 53"/>
                  <a:gd name="T36" fmla="*/ 15 w 19"/>
                  <a:gd name="T37" fmla="*/ 5 h 53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</a:cxnLst>
                <a:rect l="0" t="0" r="r" b="b"/>
                <a:pathLst>
                  <a:path w="19" h="53">
                    <a:moveTo>
                      <a:pt x="0" y="51"/>
                    </a:moveTo>
                    <a:cubicBezTo>
                      <a:pt x="2" y="51"/>
                      <a:pt x="2" y="51"/>
                      <a:pt x="2" y="51"/>
                    </a:cubicBezTo>
                    <a:cubicBezTo>
                      <a:pt x="4" y="51"/>
                      <a:pt x="6" y="49"/>
                      <a:pt x="6" y="47"/>
                    </a:cubicBezTo>
                    <a:cubicBezTo>
                      <a:pt x="6" y="26"/>
                      <a:pt x="6" y="26"/>
                      <a:pt x="6" y="26"/>
                    </a:cubicBezTo>
                    <a:cubicBezTo>
                      <a:pt x="6" y="24"/>
                      <a:pt x="5" y="22"/>
                      <a:pt x="3" y="22"/>
                    </a:cubicBezTo>
                    <a:cubicBezTo>
                      <a:pt x="3" y="22"/>
                      <a:pt x="2" y="22"/>
                      <a:pt x="1" y="23"/>
                    </a:cubicBezTo>
                    <a:cubicBezTo>
                      <a:pt x="0" y="21"/>
                      <a:pt x="0" y="21"/>
                      <a:pt x="0" y="21"/>
                    </a:cubicBezTo>
                    <a:cubicBezTo>
                      <a:pt x="13" y="18"/>
                      <a:pt x="13" y="18"/>
                      <a:pt x="13" y="18"/>
                    </a:cubicBezTo>
                    <a:cubicBezTo>
                      <a:pt x="13" y="47"/>
                      <a:pt x="13" y="47"/>
                      <a:pt x="13" y="47"/>
                    </a:cubicBezTo>
                    <a:cubicBezTo>
                      <a:pt x="13" y="50"/>
                      <a:pt x="14" y="51"/>
                      <a:pt x="17" y="51"/>
                    </a:cubicBezTo>
                    <a:cubicBezTo>
                      <a:pt x="19" y="51"/>
                      <a:pt x="19" y="51"/>
                      <a:pt x="19" y="51"/>
                    </a:cubicBezTo>
                    <a:cubicBezTo>
                      <a:pt x="19" y="53"/>
                      <a:pt x="19" y="53"/>
                      <a:pt x="19" y="53"/>
                    </a:cubicBezTo>
                    <a:cubicBezTo>
                      <a:pt x="0" y="53"/>
                      <a:pt x="0" y="53"/>
                      <a:pt x="0" y="53"/>
                    </a:cubicBezTo>
                    <a:lnTo>
                      <a:pt x="0" y="51"/>
                    </a:lnTo>
                    <a:close/>
                    <a:moveTo>
                      <a:pt x="15" y="5"/>
                    </a:moveTo>
                    <a:cubicBezTo>
                      <a:pt x="15" y="7"/>
                      <a:pt x="12" y="10"/>
                      <a:pt x="9" y="10"/>
                    </a:cubicBezTo>
                    <a:cubicBezTo>
                      <a:pt x="7" y="10"/>
                      <a:pt x="4" y="7"/>
                      <a:pt x="4" y="5"/>
                    </a:cubicBezTo>
                    <a:cubicBezTo>
                      <a:pt x="4" y="2"/>
                      <a:pt x="7" y="0"/>
                      <a:pt x="9" y="0"/>
                    </a:cubicBezTo>
                    <a:cubicBezTo>
                      <a:pt x="12" y="0"/>
                      <a:pt x="15" y="2"/>
                      <a:pt x="15" y="5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67" name="ïṣ1íḍè"/>
              <p:cNvSpPr/>
              <p:nvPr/>
            </p:nvSpPr>
            <p:spPr bwMode="auto">
              <a:xfrm>
                <a:off x="7308850" y="4119564"/>
                <a:ext cx="195262" cy="196850"/>
              </a:xfrm>
              <a:custGeom>
                <a:avLst/>
                <a:gdLst>
                  <a:gd name="T0" fmla="*/ 36 w 37"/>
                  <a:gd name="T1" fmla="*/ 3 h 36"/>
                  <a:gd name="T2" fmla="*/ 31 w 37"/>
                  <a:gd name="T3" fmla="*/ 6 h 36"/>
                  <a:gd name="T4" fmla="*/ 20 w 37"/>
                  <a:gd name="T5" fmla="*/ 36 h 36"/>
                  <a:gd name="T6" fmla="*/ 18 w 37"/>
                  <a:gd name="T7" fmla="*/ 36 h 36"/>
                  <a:gd name="T8" fmla="*/ 5 w 37"/>
                  <a:gd name="T9" fmla="*/ 7 h 36"/>
                  <a:gd name="T10" fmla="*/ 0 w 37"/>
                  <a:gd name="T11" fmla="*/ 3 h 36"/>
                  <a:gd name="T12" fmla="*/ 0 w 37"/>
                  <a:gd name="T13" fmla="*/ 0 h 36"/>
                  <a:gd name="T14" fmla="*/ 16 w 37"/>
                  <a:gd name="T15" fmla="*/ 0 h 36"/>
                  <a:gd name="T16" fmla="*/ 16 w 37"/>
                  <a:gd name="T17" fmla="*/ 3 h 36"/>
                  <a:gd name="T18" fmla="*/ 15 w 37"/>
                  <a:gd name="T19" fmla="*/ 3 h 36"/>
                  <a:gd name="T20" fmla="*/ 13 w 37"/>
                  <a:gd name="T21" fmla="*/ 5 h 36"/>
                  <a:gd name="T22" fmla="*/ 13 w 37"/>
                  <a:gd name="T23" fmla="*/ 7 h 36"/>
                  <a:gd name="T24" fmla="*/ 21 w 37"/>
                  <a:gd name="T25" fmla="*/ 25 h 36"/>
                  <a:gd name="T26" fmla="*/ 29 w 37"/>
                  <a:gd name="T27" fmla="*/ 6 h 36"/>
                  <a:gd name="T28" fmla="*/ 29 w 37"/>
                  <a:gd name="T29" fmla="*/ 5 h 36"/>
                  <a:gd name="T30" fmla="*/ 27 w 37"/>
                  <a:gd name="T31" fmla="*/ 3 h 36"/>
                  <a:gd name="T32" fmla="*/ 24 w 37"/>
                  <a:gd name="T33" fmla="*/ 3 h 36"/>
                  <a:gd name="T34" fmla="*/ 24 w 37"/>
                  <a:gd name="T35" fmla="*/ 0 h 36"/>
                  <a:gd name="T36" fmla="*/ 37 w 37"/>
                  <a:gd name="T37" fmla="*/ 0 h 36"/>
                  <a:gd name="T38" fmla="*/ 37 w 37"/>
                  <a:gd name="T39" fmla="*/ 3 h 36"/>
                  <a:gd name="T40" fmla="*/ 36 w 37"/>
                  <a:gd name="T41" fmla="*/ 3 h 3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</a:cxnLst>
                <a:rect l="0" t="0" r="r" b="b"/>
                <a:pathLst>
                  <a:path w="37" h="36">
                    <a:moveTo>
                      <a:pt x="36" y="3"/>
                    </a:moveTo>
                    <a:cubicBezTo>
                      <a:pt x="33" y="3"/>
                      <a:pt x="32" y="5"/>
                      <a:pt x="31" y="6"/>
                    </a:cubicBezTo>
                    <a:cubicBezTo>
                      <a:pt x="20" y="36"/>
                      <a:pt x="20" y="36"/>
                      <a:pt x="20" y="36"/>
                    </a:cubicBezTo>
                    <a:cubicBezTo>
                      <a:pt x="18" y="36"/>
                      <a:pt x="18" y="36"/>
                      <a:pt x="18" y="36"/>
                    </a:cubicBezTo>
                    <a:cubicBezTo>
                      <a:pt x="5" y="7"/>
                      <a:pt x="5" y="7"/>
                      <a:pt x="5" y="7"/>
                    </a:cubicBezTo>
                    <a:cubicBezTo>
                      <a:pt x="3" y="3"/>
                      <a:pt x="2" y="3"/>
                      <a:pt x="0" y="3"/>
                    </a:cubicBezTo>
                    <a:cubicBezTo>
                      <a:pt x="0" y="0"/>
                      <a:pt x="0" y="0"/>
                      <a:pt x="0" y="0"/>
                    </a:cubicBezTo>
                    <a:cubicBezTo>
                      <a:pt x="16" y="0"/>
                      <a:pt x="16" y="0"/>
                      <a:pt x="16" y="0"/>
                    </a:cubicBezTo>
                    <a:cubicBezTo>
                      <a:pt x="16" y="3"/>
                      <a:pt x="16" y="3"/>
                      <a:pt x="16" y="3"/>
                    </a:cubicBezTo>
                    <a:cubicBezTo>
                      <a:pt x="15" y="3"/>
                      <a:pt x="15" y="3"/>
                      <a:pt x="15" y="3"/>
                    </a:cubicBezTo>
                    <a:cubicBezTo>
                      <a:pt x="14" y="3"/>
                      <a:pt x="13" y="3"/>
                      <a:pt x="13" y="5"/>
                    </a:cubicBezTo>
                    <a:cubicBezTo>
                      <a:pt x="13" y="6"/>
                      <a:pt x="13" y="7"/>
                      <a:pt x="13" y="7"/>
                    </a:cubicBezTo>
                    <a:cubicBezTo>
                      <a:pt x="21" y="25"/>
                      <a:pt x="21" y="25"/>
                      <a:pt x="21" y="25"/>
                    </a:cubicBezTo>
                    <a:cubicBezTo>
                      <a:pt x="29" y="6"/>
                      <a:pt x="29" y="6"/>
                      <a:pt x="29" y="6"/>
                    </a:cubicBezTo>
                    <a:cubicBezTo>
                      <a:pt x="29" y="6"/>
                      <a:pt x="29" y="5"/>
                      <a:pt x="29" y="5"/>
                    </a:cubicBezTo>
                    <a:cubicBezTo>
                      <a:pt x="29" y="4"/>
                      <a:pt x="29" y="3"/>
                      <a:pt x="27" y="3"/>
                    </a:cubicBezTo>
                    <a:cubicBezTo>
                      <a:pt x="24" y="3"/>
                      <a:pt x="24" y="3"/>
                      <a:pt x="24" y="3"/>
                    </a:cubicBezTo>
                    <a:cubicBezTo>
                      <a:pt x="24" y="0"/>
                      <a:pt x="24" y="0"/>
                      <a:pt x="24" y="0"/>
                    </a:cubicBezTo>
                    <a:cubicBezTo>
                      <a:pt x="37" y="0"/>
                      <a:pt x="37" y="0"/>
                      <a:pt x="37" y="0"/>
                    </a:cubicBezTo>
                    <a:cubicBezTo>
                      <a:pt x="37" y="3"/>
                      <a:pt x="37" y="3"/>
                      <a:pt x="37" y="3"/>
                    </a:cubicBezTo>
                    <a:lnTo>
                      <a:pt x="36" y="3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68" name="íśliḍè"/>
              <p:cNvSpPr/>
              <p:nvPr/>
            </p:nvSpPr>
            <p:spPr bwMode="auto">
              <a:xfrm>
                <a:off x="7529513" y="4114801"/>
                <a:ext cx="163512" cy="201613"/>
              </a:xfrm>
              <a:custGeom>
                <a:avLst/>
                <a:gdLst>
                  <a:gd name="T0" fmla="*/ 16 w 31"/>
                  <a:gd name="T1" fmla="*/ 37 h 37"/>
                  <a:gd name="T2" fmla="*/ 0 w 31"/>
                  <a:gd name="T3" fmla="*/ 19 h 37"/>
                  <a:gd name="T4" fmla="*/ 16 w 31"/>
                  <a:gd name="T5" fmla="*/ 0 h 37"/>
                  <a:gd name="T6" fmla="*/ 24 w 31"/>
                  <a:gd name="T7" fmla="*/ 4 h 37"/>
                  <a:gd name="T8" fmla="*/ 30 w 31"/>
                  <a:gd name="T9" fmla="*/ 16 h 37"/>
                  <a:gd name="T10" fmla="*/ 8 w 31"/>
                  <a:gd name="T11" fmla="*/ 16 h 37"/>
                  <a:gd name="T12" fmla="*/ 18 w 31"/>
                  <a:gd name="T13" fmla="*/ 33 h 37"/>
                  <a:gd name="T14" fmla="*/ 29 w 31"/>
                  <a:gd name="T15" fmla="*/ 26 h 37"/>
                  <a:gd name="T16" fmla="*/ 31 w 31"/>
                  <a:gd name="T17" fmla="*/ 27 h 37"/>
                  <a:gd name="T18" fmla="*/ 16 w 31"/>
                  <a:gd name="T19" fmla="*/ 37 h 37"/>
                  <a:gd name="T20" fmla="*/ 16 w 31"/>
                  <a:gd name="T21" fmla="*/ 2 h 37"/>
                  <a:gd name="T22" fmla="*/ 8 w 31"/>
                  <a:gd name="T23" fmla="*/ 14 h 37"/>
                  <a:gd name="T24" fmla="*/ 22 w 31"/>
                  <a:gd name="T25" fmla="*/ 14 h 37"/>
                  <a:gd name="T26" fmla="*/ 16 w 31"/>
                  <a:gd name="T27" fmla="*/ 2 h 3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</a:cxnLst>
                <a:rect l="0" t="0" r="r" b="b"/>
                <a:pathLst>
                  <a:path w="31" h="37">
                    <a:moveTo>
                      <a:pt x="16" y="37"/>
                    </a:moveTo>
                    <a:cubicBezTo>
                      <a:pt x="7" y="37"/>
                      <a:pt x="0" y="30"/>
                      <a:pt x="0" y="19"/>
                    </a:cubicBezTo>
                    <a:cubicBezTo>
                      <a:pt x="0" y="8"/>
                      <a:pt x="7" y="0"/>
                      <a:pt x="16" y="0"/>
                    </a:cubicBezTo>
                    <a:cubicBezTo>
                      <a:pt x="20" y="0"/>
                      <a:pt x="23" y="2"/>
                      <a:pt x="24" y="4"/>
                    </a:cubicBezTo>
                    <a:cubicBezTo>
                      <a:pt x="29" y="9"/>
                      <a:pt x="29" y="14"/>
                      <a:pt x="30" y="16"/>
                    </a:cubicBezTo>
                    <a:cubicBezTo>
                      <a:pt x="8" y="16"/>
                      <a:pt x="8" y="16"/>
                      <a:pt x="8" y="16"/>
                    </a:cubicBezTo>
                    <a:cubicBezTo>
                      <a:pt x="7" y="29"/>
                      <a:pt x="13" y="33"/>
                      <a:pt x="18" y="33"/>
                    </a:cubicBezTo>
                    <a:cubicBezTo>
                      <a:pt x="23" y="33"/>
                      <a:pt x="27" y="28"/>
                      <a:pt x="29" y="26"/>
                    </a:cubicBezTo>
                    <a:cubicBezTo>
                      <a:pt x="31" y="27"/>
                      <a:pt x="31" y="27"/>
                      <a:pt x="31" y="27"/>
                    </a:cubicBezTo>
                    <a:cubicBezTo>
                      <a:pt x="29" y="30"/>
                      <a:pt x="25" y="37"/>
                      <a:pt x="16" y="37"/>
                    </a:cubicBezTo>
                    <a:close/>
                    <a:moveTo>
                      <a:pt x="16" y="2"/>
                    </a:moveTo>
                    <a:cubicBezTo>
                      <a:pt x="9" y="2"/>
                      <a:pt x="8" y="11"/>
                      <a:pt x="8" y="14"/>
                    </a:cubicBezTo>
                    <a:cubicBezTo>
                      <a:pt x="22" y="14"/>
                      <a:pt x="22" y="14"/>
                      <a:pt x="22" y="14"/>
                    </a:cubicBezTo>
                    <a:cubicBezTo>
                      <a:pt x="22" y="10"/>
                      <a:pt x="21" y="2"/>
                      <a:pt x="16" y="2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69" name="íšļiḓè"/>
              <p:cNvSpPr/>
              <p:nvPr/>
            </p:nvSpPr>
            <p:spPr bwMode="auto">
              <a:xfrm>
                <a:off x="7713663" y="4114801"/>
                <a:ext cx="173037" cy="192088"/>
              </a:xfrm>
              <a:custGeom>
                <a:avLst/>
                <a:gdLst>
                  <a:gd name="T0" fmla="*/ 14 w 33"/>
                  <a:gd name="T1" fmla="*/ 7 h 35"/>
                  <a:gd name="T2" fmla="*/ 26 w 33"/>
                  <a:gd name="T3" fmla="*/ 0 h 35"/>
                  <a:gd name="T4" fmla="*/ 33 w 33"/>
                  <a:gd name="T5" fmla="*/ 5 h 35"/>
                  <a:gd name="T6" fmla="*/ 28 w 33"/>
                  <a:gd name="T7" fmla="*/ 11 h 35"/>
                  <a:gd name="T8" fmla="*/ 23 w 33"/>
                  <a:gd name="T9" fmla="*/ 6 h 35"/>
                  <a:gd name="T10" fmla="*/ 22 w 33"/>
                  <a:gd name="T11" fmla="*/ 5 h 35"/>
                  <a:gd name="T12" fmla="*/ 14 w 33"/>
                  <a:gd name="T13" fmla="*/ 14 h 35"/>
                  <a:gd name="T14" fmla="*/ 14 w 33"/>
                  <a:gd name="T15" fmla="*/ 28 h 35"/>
                  <a:gd name="T16" fmla="*/ 19 w 33"/>
                  <a:gd name="T17" fmla="*/ 33 h 35"/>
                  <a:gd name="T18" fmla="*/ 21 w 33"/>
                  <a:gd name="T19" fmla="*/ 33 h 35"/>
                  <a:gd name="T20" fmla="*/ 21 w 33"/>
                  <a:gd name="T21" fmla="*/ 35 h 35"/>
                  <a:gd name="T22" fmla="*/ 0 w 33"/>
                  <a:gd name="T23" fmla="*/ 35 h 35"/>
                  <a:gd name="T24" fmla="*/ 0 w 33"/>
                  <a:gd name="T25" fmla="*/ 33 h 35"/>
                  <a:gd name="T26" fmla="*/ 1 w 33"/>
                  <a:gd name="T27" fmla="*/ 33 h 35"/>
                  <a:gd name="T28" fmla="*/ 7 w 33"/>
                  <a:gd name="T29" fmla="*/ 28 h 35"/>
                  <a:gd name="T30" fmla="*/ 7 w 33"/>
                  <a:gd name="T31" fmla="*/ 8 h 35"/>
                  <a:gd name="T32" fmla="*/ 4 w 33"/>
                  <a:gd name="T33" fmla="*/ 5 h 35"/>
                  <a:gd name="T34" fmla="*/ 1 w 33"/>
                  <a:gd name="T35" fmla="*/ 5 h 35"/>
                  <a:gd name="T36" fmla="*/ 0 w 33"/>
                  <a:gd name="T37" fmla="*/ 4 h 35"/>
                  <a:gd name="T38" fmla="*/ 14 w 33"/>
                  <a:gd name="T39" fmla="*/ 0 h 35"/>
                  <a:gd name="T40" fmla="*/ 14 w 33"/>
                  <a:gd name="T41" fmla="*/ 7 h 35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</a:cxnLst>
                <a:rect l="0" t="0" r="r" b="b"/>
                <a:pathLst>
                  <a:path w="33" h="35">
                    <a:moveTo>
                      <a:pt x="14" y="7"/>
                    </a:moveTo>
                    <a:cubicBezTo>
                      <a:pt x="16" y="4"/>
                      <a:pt x="19" y="0"/>
                      <a:pt x="26" y="0"/>
                    </a:cubicBezTo>
                    <a:cubicBezTo>
                      <a:pt x="31" y="0"/>
                      <a:pt x="33" y="2"/>
                      <a:pt x="33" y="5"/>
                    </a:cubicBezTo>
                    <a:cubicBezTo>
                      <a:pt x="33" y="8"/>
                      <a:pt x="31" y="11"/>
                      <a:pt x="28" y="11"/>
                    </a:cubicBezTo>
                    <a:cubicBezTo>
                      <a:pt x="25" y="11"/>
                      <a:pt x="23" y="9"/>
                      <a:pt x="23" y="6"/>
                    </a:cubicBezTo>
                    <a:cubicBezTo>
                      <a:pt x="23" y="5"/>
                      <a:pt x="23" y="5"/>
                      <a:pt x="22" y="5"/>
                    </a:cubicBezTo>
                    <a:cubicBezTo>
                      <a:pt x="17" y="5"/>
                      <a:pt x="15" y="12"/>
                      <a:pt x="14" y="14"/>
                    </a:cubicBezTo>
                    <a:cubicBezTo>
                      <a:pt x="14" y="28"/>
                      <a:pt x="14" y="28"/>
                      <a:pt x="14" y="28"/>
                    </a:cubicBezTo>
                    <a:cubicBezTo>
                      <a:pt x="14" y="32"/>
                      <a:pt x="16" y="33"/>
                      <a:pt x="19" y="33"/>
                    </a:cubicBezTo>
                    <a:cubicBezTo>
                      <a:pt x="21" y="33"/>
                      <a:pt x="21" y="33"/>
                      <a:pt x="21" y="33"/>
                    </a:cubicBezTo>
                    <a:cubicBezTo>
                      <a:pt x="21" y="35"/>
                      <a:pt x="21" y="35"/>
                      <a:pt x="21" y="35"/>
                    </a:cubicBezTo>
                    <a:cubicBezTo>
                      <a:pt x="0" y="35"/>
                      <a:pt x="0" y="35"/>
                      <a:pt x="0" y="35"/>
                    </a:cubicBezTo>
                    <a:cubicBezTo>
                      <a:pt x="0" y="33"/>
                      <a:pt x="0" y="33"/>
                      <a:pt x="0" y="33"/>
                    </a:cubicBezTo>
                    <a:cubicBezTo>
                      <a:pt x="1" y="33"/>
                      <a:pt x="1" y="33"/>
                      <a:pt x="1" y="33"/>
                    </a:cubicBezTo>
                    <a:cubicBezTo>
                      <a:pt x="5" y="33"/>
                      <a:pt x="7" y="32"/>
                      <a:pt x="7" y="28"/>
                    </a:cubicBezTo>
                    <a:cubicBezTo>
                      <a:pt x="7" y="8"/>
                      <a:pt x="7" y="8"/>
                      <a:pt x="7" y="8"/>
                    </a:cubicBezTo>
                    <a:cubicBezTo>
                      <a:pt x="7" y="5"/>
                      <a:pt x="5" y="5"/>
                      <a:pt x="4" y="5"/>
                    </a:cubicBezTo>
                    <a:cubicBezTo>
                      <a:pt x="2" y="5"/>
                      <a:pt x="1" y="5"/>
                      <a:pt x="1" y="5"/>
                    </a:cubicBezTo>
                    <a:cubicBezTo>
                      <a:pt x="0" y="4"/>
                      <a:pt x="0" y="4"/>
                      <a:pt x="0" y="4"/>
                    </a:cubicBezTo>
                    <a:cubicBezTo>
                      <a:pt x="14" y="0"/>
                      <a:pt x="14" y="0"/>
                      <a:pt x="14" y="0"/>
                    </a:cubicBezTo>
                    <a:lnTo>
                      <a:pt x="14" y="7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70" name="i$lïḓê"/>
              <p:cNvSpPr/>
              <p:nvPr/>
            </p:nvSpPr>
            <p:spPr bwMode="auto">
              <a:xfrm>
                <a:off x="7902575" y="4114801"/>
                <a:ext cx="142875" cy="201613"/>
              </a:xfrm>
              <a:custGeom>
                <a:avLst/>
                <a:gdLst>
                  <a:gd name="T0" fmla="*/ 16 w 27"/>
                  <a:gd name="T1" fmla="*/ 37 h 37"/>
                  <a:gd name="T2" fmla="*/ 12 w 27"/>
                  <a:gd name="T3" fmla="*/ 36 h 37"/>
                  <a:gd name="T4" fmla="*/ 8 w 27"/>
                  <a:gd name="T5" fmla="*/ 35 h 37"/>
                  <a:gd name="T6" fmla="*/ 4 w 27"/>
                  <a:gd name="T7" fmla="*/ 37 h 37"/>
                  <a:gd name="T8" fmla="*/ 0 w 27"/>
                  <a:gd name="T9" fmla="*/ 25 h 37"/>
                  <a:gd name="T10" fmla="*/ 3 w 27"/>
                  <a:gd name="T11" fmla="*/ 24 h 37"/>
                  <a:gd name="T12" fmla="*/ 6 w 27"/>
                  <a:gd name="T13" fmla="*/ 29 h 37"/>
                  <a:gd name="T14" fmla="*/ 16 w 27"/>
                  <a:gd name="T15" fmla="*/ 34 h 37"/>
                  <a:gd name="T16" fmla="*/ 22 w 27"/>
                  <a:gd name="T17" fmla="*/ 29 h 37"/>
                  <a:gd name="T18" fmla="*/ 12 w 27"/>
                  <a:gd name="T19" fmla="*/ 21 h 37"/>
                  <a:gd name="T20" fmla="*/ 2 w 27"/>
                  <a:gd name="T21" fmla="*/ 10 h 37"/>
                  <a:gd name="T22" fmla="*/ 12 w 27"/>
                  <a:gd name="T23" fmla="*/ 0 h 37"/>
                  <a:gd name="T24" fmla="*/ 16 w 27"/>
                  <a:gd name="T25" fmla="*/ 1 h 37"/>
                  <a:gd name="T26" fmla="*/ 20 w 27"/>
                  <a:gd name="T27" fmla="*/ 1 h 37"/>
                  <a:gd name="T28" fmla="*/ 24 w 27"/>
                  <a:gd name="T29" fmla="*/ 0 h 37"/>
                  <a:gd name="T30" fmla="*/ 27 w 27"/>
                  <a:gd name="T31" fmla="*/ 11 h 37"/>
                  <a:gd name="T32" fmla="*/ 25 w 27"/>
                  <a:gd name="T33" fmla="*/ 12 h 37"/>
                  <a:gd name="T34" fmla="*/ 13 w 27"/>
                  <a:gd name="T35" fmla="*/ 3 h 37"/>
                  <a:gd name="T36" fmla="*/ 8 w 27"/>
                  <a:gd name="T37" fmla="*/ 7 h 37"/>
                  <a:gd name="T38" fmla="*/ 16 w 27"/>
                  <a:gd name="T39" fmla="*/ 14 h 37"/>
                  <a:gd name="T40" fmla="*/ 27 w 27"/>
                  <a:gd name="T41" fmla="*/ 26 h 37"/>
                  <a:gd name="T42" fmla="*/ 16 w 27"/>
                  <a:gd name="T43" fmla="*/ 37 h 3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</a:cxnLst>
                <a:rect l="0" t="0" r="r" b="b"/>
                <a:pathLst>
                  <a:path w="27" h="37">
                    <a:moveTo>
                      <a:pt x="16" y="37"/>
                    </a:moveTo>
                    <a:cubicBezTo>
                      <a:pt x="15" y="37"/>
                      <a:pt x="14" y="37"/>
                      <a:pt x="12" y="36"/>
                    </a:cubicBezTo>
                    <a:cubicBezTo>
                      <a:pt x="12" y="36"/>
                      <a:pt x="8" y="35"/>
                      <a:pt x="8" y="35"/>
                    </a:cubicBezTo>
                    <a:cubicBezTo>
                      <a:pt x="6" y="35"/>
                      <a:pt x="5" y="36"/>
                      <a:pt x="4" y="37"/>
                    </a:cubicBezTo>
                    <a:cubicBezTo>
                      <a:pt x="0" y="25"/>
                      <a:pt x="0" y="25"/>
                      <a:pt x="0" y="25"/>
                    </a:cubicBezTo>
                    <a:cubicBezTo>
                      <a:pt x="3" y="24"/>
                      <a:pt x="3" y="24"/>
                      <a:pt x="3" y="24"/>
                    </a:cubicBezTo>
                    <a:cubicBezTo>
                      <a:pt x="4" y="27"/>
                      <a:pt x="5" y="28"/>
                      <a:pt x="6" y="29"/>
                    </a:cubicBezTo>
                    <a:cubicBezTo>
                      <a:pt x="8" y="32"/>
                      <a:pt x="12" y="34"/>
                      <a:pt x="16" y="34"/>
                    </a:cubicBezTo>
                    <a:cubicBezTo>
                      <a:pt x="19" y="34"/>
                      <a:pt x="22" y="32"/>
                      <a:pt x="22" y="29"/>
                    </a:cubicBezTo>
                    <a:cubicBezTo>
                      <a:pt x="22" y="26"/>
                      <a:pt x="21" y="25"/>
                      <a:pt x="12" y="21"/>
                    </a:cubicBezTo>
                    <a:cubicBezTo>
                      <a:pt x="6" y="18"/>
                      <a:pt x="2" y="15"/>
                      <a:pt x="2" y="10"/>
                    </a:cubicBezTo>
                    <a:cubicBezTo>
                      <a:pt x="2" y="5"/>
                      <a:pt x="6" y="0"/>
                      <a:pt x="12" y="0"/>
                    </a:cubicBezTo>
                    <a:cubicBezTo>
                      <a:pt x="13" y="0"/>
                      <a:pt x="14" y="0"/>
                      <a:pt x="16" y="1"/>
                    </a:cubicBezTo>
                    <a:cubicBezTo>
                      <a:pt x="18" y="1"/>
                      <a:pt x="19" y="1"/>
                      <a:pt x="20" y="1"/>
                    </a:cubicBezTo>
                    <a:cubicBezTo>
                      <a:pt x="20" y="1"/>
                      <a:pt x="22" y="1"/>
                      <a:pt x="24" y="0"/>
                    </a:cubicBezTo>
                    <a:cubicBezTo>
                      <a:pt x="27" y="11"/>
                      <a:pt x="27" y="11"/>
                      <a:pt x="27" y="11"/>
                    </a:cubicBezTo>
                    <a:cubicBezTo>
                      <a:pt x="25" y="12"/>
                      <a:pt x="25" y="12"/>
                      <a:pt x="25" y="12"/>
                    </a:cubicBezTo>
                    <a:cubicBezTo>
                      <a:pt x="24" y="9"/>
                      <a:pt x="21" y="3"/>
                      <a:pt x="13" y="3"/>
                    </a:cubicBezTo>
                    <a:cubicBezTo>
                      <a:pt x="10" y="3"/>
                      <a:pt x="8" y="4"/>
                      <a:pt x="8" y="7"/>
                    </a:cubicBezTo>
                    <a:cubicBezTo>
                      <a:pt x="8" y="9"/>
                      <a:pt x="9" y="10"/>
                      <a:pt x="16" y="14"/>
                    </a:cubicBezTo>
                    <a:cubicBezTo>
                      <a:pt x="25" y="18"/>
                      <a:pt x="27" y="21"/>
                      <a:pt x="27" y="26"/>
                    </a:cubicBezTo>
                    <a:cubicBezTo>
                      <a:pt x="27" y="33"/>
                      <a:pt x="22" y="37"/>
                      <a:pt x="16" y="37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71" name="iś1ïḍé"/>
              <p:cNvSpPr/>
              <p:nvPr/>
            </p:nvSpPr>
            <p:spPr bwMode="auto">
              <a:xfrm>
                <a:off x="8070850" y="4016376"/>
                <a:ext cx="100012" cy="290513"/>
              </a:xfrm>
              <a:custGeom>
                <a:avLst/>
                <a:gdLst>
                  <a:gd name="T0" fmla="*/ 0 w 19"/>
                  <a:gd name="T1" fmla="*/ 51 h 53"/>
                  <a:gd name="T2" fmla="*/ 2 w 19"/>
                  <a:gd name="T3" fmla="*/ 51 h 53"/>
                  <a:gd name="T4" fmla="*/ 6 w 19"/>
                  <a:gd name="T5" fmla="*/ 47 h 53"/>
                  <a:gd name="T6" fmla="*/ 6 w 19"/>
                  <a:gd name="T7" fmla="*/ 26 h 53"/>
                  <a:gd name="T8" fmla="*/ 3 w 19"/>
                  <a:gd name="T9" fmla="*/ 22 h 53"/>
                  <a:gd name="T10" fmla="*/ 1 w 19"/>
                  <a:gd name="T11" fmla="*/ 23 h 53"/>
                  <a:gd name="T12" fmla="*/ 0 w 19"/>
                  <a:gd name="T13" fmla="*/ 21 h 53"/>
                  <a:gd name="T14" fmla="*/ 13 w 19"/>
                  <a:gd name="T15" fmla="*/ 18 h 53"/>
                  <a:gd name="T16" fmla="*/ 13 w 19"/>
                  <a:gd name="T17" fmla="*/ 47 h 53"/>
                  <a:gd name="T18" fmla="*/ 17 w 19"/>
                  <a:gd name="T19" fmla="*/ 51 h 53"/>
                  <a:gd name="T20" fmla="*/ 19 w 19"/>
                  <a:gd name="T21" fmla="*/ 51 h 53"/>
                  <a:gd name="T22" fmla="*/ 19 w 19"/>
                  <a:gd name="T23" fmla="*/ 53 h 53"/>
                  <a:gd name="T24" fmla="*/ 0 w 19"/>
                  <a:gd name="T25" fmla="*/ 53 h 53"/>
                  <a:gd name="T26" fmla="*/ 0 w 19"/>
                  <a:gd name="T27" fmla="*/ 51 h 53"/>
                  <a:gd name="T28" fmla="*/ 15 w 19"/>
                  <a:gd name="T29" fmla="*/ 5 h 53"/>
                  <a:gd name="T30" fmla="*/ 9 w 19"/>
                  <a:gd name="T31" fmla="*/ 10 h 53"/>
                  <a:gd name="T32" fmla="*/ 4 w 19"/>
                  <a:gd name="T33" fmla="*/ 5 h 53"/>
                  <a:gd name="T34" fmla="*/ 9 w 19"/>
                  <a:gd name="T35" fmla="*/ 0 h 53"/>
                  <a:gd name="T36" fmla="*/ 15 w 19"/>
                  <a:gd name="T37" fmla="*/ 5 h 53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</a:cxnLst>
                <a:rect l="0" t="0" r="r" b="b"/>
                <a:pathLst>
                  <a:path w="19" h="53">
                    <a:moveTo>
                      <a:pt x="0" y="51"/>
                    </a:moveTo>
                    <a:cubicBezTo>
                      <a:pt x="2" y="51"/>
                      <a:pt x="2" y="51"/>
                      <a:pt x="2" y="51"/>
                    </a:cubicBezTo>
                    <a:cubicBezTo>
                      <a:pt x="4" y="51"/>
                      <a:pt x="6" y="49"/>
                      <a:pt x="6" y="47"/>
                    </a:cubicBezTo>
                    <a:cubicBezTo>
                      <a:pt x="6" y="26"/>
                      <a:pt x="6" y="26"/>
                      <a:pt x="6" y="26"/>
                    </a:cubicBezTo>
                    <a:cubicBezTo>
                      <a:pt x="6" y="24"/>
                      <a:pt x="5" y="22"/>
                      <a:pt x="3" y="22"/>
                    </a:cubicBezTo>
                    <a:cubicBezTo>
                      <a:pt x="3" y="22"/>
                      <a:pt x="2" y="22"/>
                      <a:pt x="1" y="23"/>
                    </a:cubicBezTo>
                    <a:cubicBezTo>
                      <a:pt x="0" y="21"/>
                      <a:pt x="0" y="21"/>
                      <a:pt x="0" y="21"/>
                    </a:cubicBezTo>
                    <a:cubicBezTo>
                      <a:pt x="13" y="18"/>
                      <a:pt x="13" y="18"/>
                      <a:pt x="13" y="18"/>
                    </a:cubicBezTo>
                    <a:cubicBezTo>
                      <a:pt x="13" y="47"/>
                      <a:pt x="13" y="47"/>
                      <a:pt x="13" y="47"/>
                    </a:cubicBezTo>
                    <a:cubicBezTo>
                      <a:pt x="13" y="50"/>
                      <a:pt x="14" y="51"/>
                      <a:pt x="17" y="51"/>
                    </a:cubicBezTo>
                    <a:cubicBezTo>
                      <a:pt x="19" y="51"/>
                      <a:pt x="19" y="51"/>
                      <a:pt x="19" y="51"/>
                    </a:cubicBezTo>
                    <a:cubicBezTo>
                      <a:pt x="19" y="53"/>
                      <a:pt x="19" y="53"/>
                      <a:pt x="19" y="53"/>
                    </a:cubicBezTo>
                    <a:cubicBezTo>
                      <a:pt x="0" y="53"/>
                      <a:pt x="0" y="53"/>
                      <a:pt x="0" y="53"/>
                    </a:cubicBezTo>
                    <a:lnTo>
                      <a:pt x="0" y="51"/>
                    </a:lnTo>
                    <a:close/>
                    <a:moveTo>
                      <a:pt x="15" y="5"/>
                    </a:moveTo>
                    <a:cubicBezTo>
                      <a:pt x="15" y="7"/>
                      <a:pt x="12" y="10"/>
                      <a:pt x="9" y="10"/>
                    </a:cubicBezTo>
                    <a:cubicBezTo>
                      <a:pt x="7" y="10"/>
                      <a:pt x="4" y="7"/>
                      <a:pt x="4" y="5"/>
                    </a:cubicBezTo>
                    <a:cubicBezTo>
                      <a:pt x="4" y="2"/>
                      <a:pt x="7" y="0"/>
                      <a:pt x="9" y="0"/>
                    </a:cubicBezTo>
                    <a:cubicBezTo>
                      <a:pt x="12" y="0"/>
                      <a:pt x="15" y="2"/>
                      <a:pt x="15" y="5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72" name="íşļîḓé"/>
              <p:cNvSpPr/>
              <p:nvPr/>
            </p:nvSpPr>
            <p:spPr bwMode="auto">
              <a:xfrm>
                <a:off x="8186738" y="4054476"/>
                <a:ext cx="127000" cy="261938"/>
              </a:xfrm>
              <a:custGeom>
                <a:avLst/>
                <a:gdLst>
                  <a:gd name="T0" fmla="*/ 0 w 24"/>
                  <a:gd name="T1" fmla="*/ 15 h 48"/>
                  <a:gd name="T2" fmla="*/ 0 w 24"/>
                  <a:gd name="T3" fmla="*/ 12 h 48"/>
                  <a:gd name="T4" fmla="*/ 11 w 24"/>
                  <a:gd name="T5" fmla="*/ 3 h 48"/>
                  <a:gd name="T6" fmla="*/ 11 w 24"/>
                  <a:gd name="T7" fmla="*/ 0 h 48"/>
                  <a:gd name="T8" fmla="*/ 14 w 24"/>
                  <a:gd name="T9" fmla="*/ 0 h 48"/>
                  <a:gd name="T10" fmla="*/ 14 w 24"/>
                  <a:gd name="T11" fmla="*/ 12 h 48"/>
                  <a:gd name="T12" fmla="*/ 24 w 24"/>
                  <a:gd name="T13" fmla="*/ 12 h 48"/>
                  <a:gd name="T14" fmla="*/ 24 w 24"/>
                  <a:gd name="T15" fmla="*/ 15 h 48"/>
                  <a:gd name="T16" fmla="*/ 14 w 24"/>
                  <a:gd name="T17" fmla="*/ 15 h 48"/>
                  <a:gd name="T18" fmla="*/ 14 w 24"/>
                  <a:gd name="T19" fmla="*/ 39 h 48"/>
                  <a:gd name="T20" fmla="*/ 18 w 24"/>
                  <a:gd name="T21" fmla="*/ 44 h 48"/>
                  <a:gd name="T22" fmla="*/ 23 w 24"/>
                  <a:gd name="T23" fmla="*/ 41 h 48"/>
                  <a:gd name="T24" fmla="*/ 24 w 24"/>
                  <a:gd name="T25" fmla="*/ 42 h 48"/>
                  <a:gd name="T26" fmla="*/ 14 w 24"/>
                  <a:gd name="T27" fmla="*/ 48 h 48"/>
                  <a:gd name="T28" fmla="*/ 6 w 24"/>
                  <a:gd name="T29" fmla="*/ 39 h 48"/>
                  <a:gd name="T30" fmla="*/ 6 w 24"/>
                  <a:gd name="T31" fmla="*/ 15 h 48"/>
                  <a:gd name="T32" fmla="*/ 0 w 24"/>
                  <a:gd name="T33" fmla="*/ 15 h 4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</a:cxnLst>
                <a:rect l="0" t="0" r="r" b="b"/>
                <a:pathLst>
                  <a:path w="24" h="48">
                    <a:moveTo>
                      <a:pt x="0" y="15"/>
                    </a:moveTo>
                    <a:cubicBezTo>
                      <a:pt x="0" y="12"/>
                      <a:pt x="0" y="12"/>
                      <a:pt x="0" y="12"/>
                    </a:cubicBezTo>
                    <a:cubicBezTo>
                      <a:pt x="10" y="12"/>
                      <a:pt x="11" y="4"/>
                      <a:pt x="11" y="3"/>
                    </a:cubicBezTo>
                    <a:cubicBezTo>
                      <a:pt x="11" y="0"/>
                      <a:pt x="11" y="0"/>
                      <a:pt x="11" y="0"/>
                    </a:cubicBezTo>
                    <a:cubicBezTo>
                      <a:pt x="14" y="0"/>
                      <a:pt x="14" y="0"/>
                      <a:pt x="14" y="0"/>
                    </a:cubicBezTo>
                    <a:cubicBezTo>
                      <a:pt x="14" y="12"/>
                      <a:pt x="14" y="12"/>
                      <a:pt x="14" y="12"/>
                    </a:cubicBezTo>
                    <a:cubicBezTo>
                      <a:pt x="24" y="12"/>
                      <a:pt x="24" y="12"/>
                      <a:pt x="24" y="12"/>
                    </a:cubicBezTo>
                    <a:cubicBezTo>
                      <a:pt x="24" y="15"/>
                      <a:pt x="24" y="15"/>
                      <a:pt x="24" y="15"/>
                    </a:cubicBezTo>
                    <a:cubicBezTo>
                      <a:pt x="14" y="15"/>
                      <a:pt x="14" y="15"/>
                      <a:pt x="14" y="15"/>
                    </a:cubicBezTo>
                    <a:cubicBezTo>
                      <a:pt x="14" y="39"/>
                      <a:pt x="14" y="39"/>
                      <a:pt x="14" y="39"/>
                    </a:cubicBezTo>
                    <a:cubicBezTo>
                      <a:pt x="14" y="43"/>
                      <a:pt x="16" y="44"/>
                      <a:pt x="18" y="44"/>
                    </a:cubicBezTo>
                    <a:cubicBezTo>
                      <a:pt x="20" y="44"/>
                      <a:pt x="21" y="42"/>
                      <a:pt x="23" y="41"/>
                    </a:cubicBezTo>
                    <a:cubicBezTo>
                      <a:pt x="24" y="42"/>
                      <a:pt x="24" y="42"/>
                      <a:pt x="24" y="42"/>
                    </a:cubicBezTo>
                    <a:cubicBezTo>
                      <a:pt x="22" y="45"/>
                      <a:pt x="19" y="48"/>
                      <a:pt x="14" y="48"/>
                    </a:cubicBezTo>
                    <a:cubicBezTo>
                      <a:pt x="9" y="48"/>
                      <a:pt x="6" y="44"/>
                      <a:pt x="6" y="39"/>
                    </a:cubicBezTo>
                    <a:cubicBezTo>
                      <a:pt x="6" y="15"/>
                      <a:pt x="6" y="15"/>
                      <a:pt x="6" y="15"/>
                    </a:cubicBezTo>
                    <a:lnTo>
                      <a:pt x="0" y="15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73" name="ïṡḻîḑè"/>
              <p:cNvSpPr/>
              <p:nvPr/>
            </p:nvSpPr>
            <p:spPr bwMode="auto">
              <a:xfrm>
                <a:off x="8329613" y="4119564"/>
                <a:ext cx="198437" cy="252413"/>
              </a:xfrm>
              <a:custGeom>
                <a:avLst/>
                <a:gdLst>
                  <a:gd name="T0" fmla="*/ 36 w 38"/>
                  <a:gd name="T1" fmla="*/ 3 h 46"/>
                  <a:gd name="T2" fmla="*/ 31 w 38"/>
                  <a:gd name="T3" fmla="*/ 8 h 46"/>
                  <a:gd name="T4" fmla="*/ 19 w 38"/>
                  <a:gd name="T5" fmla="*/ 37 h 46"/>
                  <a:gd name="T6" fmla="*/ 7 w 38"/>
                  <a:gd name="T7" fmla="*/ 46 h 46"/>
                  <a:gd name="T8" fmla="*/ 2 w 38"/>
                  <a:gd name="T9" fmla="*/ 41 h 46"/>
                  <a:gd name="T10" fmla="*/ 7 w 38"/>
                  <a:gd name="T11" fmla="*/ 36 h 46"/>
                  <a:gd name="T12" fmla="*/ 11 w 38"/>
                  <a:gd name="T13" fmla="*/ 40 h 46"/>
                  <a:gd name="T14" fmla="*/ 12 w 38"/>
                  <a:gd name="T15" fmla="*/ 41 h 46"/>
                  <a:gd name="T16" fmla="*/ 17 w 38"/>
                  <a:gd name="T17" fmla="*/ 35 h 46"/>
                  <a:gd name="T18" fmla="*/ 18 w 38"/>
                  <a:gd name="T19" fmla="*/ 34 h 46"/>
                  <a:gd name="T20" fmla="*/ 6 w 38"/>
                  <a:gd name="T21" fmla="*/ 7 h 46"/>
                  <a:gd name="T22" fmla="*/ 1 w 38"/>
                  <a:gd name="T23" fmla="*/ 3 h 46"/>
                  <a:gd name="T24" fmla="*/ 0 w 38"/>
                  <a:gd name="T25" fmla="*/ 3 h 46"/>
                  <a:gd name="T26" fmla="*/ 0 w 38"/>
                  <a:gd name="T27" fmla="*/ 0 h 46"/>
                  <a:gd name="T28" fmla="*/ 18 w 38"/>
                  <a:gd name="T29" fmla="*/ 0 h 46"/>
                  <a:gd name="T30" fmla="*/ 18 w 38"/>
                  <a:gd name="T31" fmla="*/ 3 h 46"/>
                  <a:gd name="T32" fmla="*/ 16 w 38"/>
                  <a:gd name="T33" fmla="*/ 3 h 46"/>
                  <a:gd name="T34" fmla="*/ 14 w 38"/>
                  <a:gd name="T35" fmla="*/ 5 h 46"/>
                  <a:gd name="T36" fmla="*/ 15 w 38"/>
                  <a:gd name="T37" fmla="*/ 8 h 46"/>
                  <a:gd name="T38" fmla="*/ 22 w 38"/>
                  <a:gd name="T39" fmla="*/ 24 h 46"/>
                  <a:gd name="T40" fmla="*/ 28 w 38"/>
                  <a:gd name="T41" fmla="*/ 8 h 46"/>
                  <a:gd name="T42" fmla="*/ 29 w 38"/>
                  <a:gd name="T43" fmla="*/ 5 h 46"/>
                  <a:gd name="T44" fmla="*/ 26 w 38"/>
                  <a:gd name="T45" fmla="*/ 3 h 46"/>
                  <a:gd name="T46" fmla="*/ 23 w 38"/>
                  <a:gd name="T47" fmla="*/ 3 h 46"/>
                  <a:gd name="T48" fmla="*/ 23 w 38"/>
                  <a:gd name="T49" fmla="*/ 0 h 46"/>
                  <a:gd name="T50" fmla="*/ 38 w 38"/>
                  <a:gd name="T51" fmla="*/ 0 h 46"/>
                  <a:gd name="T52" fmla="*/ 38 w 38"/>
                  <a:gd name="T53" fmla="*/ 3 h 46"/>
                  <a:gd name="T54" fmla="*/ 36 w 38"/>
                  <a:gd name="T55" fmla="*/ 3 h 4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</a:cxnLst>
                <a:rect l="0" t="0" r="r" b="b"/>
                <a:pathLst>
                  <a:path w="38" h="46">
                    <a:moveTo>
                      <a:pt x="36" y="3"/>
                    </a:moveTo>
                    <a:cubicBezTo>
                      <a:pt x="33" y="3"/>
                      <a:pt x="32" y="6"/>
                      <a:pt x="31" y="8"/>
                    </a:cubicBezTo>
                    <a:cubicBezTo>
                      <a:pt x="19" y="37"/>
                      <a:pt x="19" y="37"/>
                      <a:pt x="19" y="37"/>
                    </a:cubicBezTo>
                    <a:cubicBezTo>
                      <a:pt x="17" y="42"/>
                      <a:pt x="12" y="46"/>
                      <a:pt x="7" y="46"/>
                    </a:cubicBezTo>
                    <a:cubicBezTo>
                      <a:pt x="4" y="46"/>
                      <a:pt x="2" y="44"/>
                      <a:pt x="2" y="41"/>
                    </a:cubicBezTo>
                    <a:cubicBezTo>
                      <a:pt x="2" y="38"/>
                      <a:pt x="4" y="36"/>
                      <a:pt x="7" y="36"/>
                    </a:cubicBezTo>
                    <a:cubicBezTo>
                      <a:pt x="10" y="36"/>
                      <a:pt x="10" y="38"/>
                      <a:pt x="11" y="40"/>
                    </a:cubicBezTo>
                    <a:cubicBezTo>
                      <a:pt x="12" y="41"/>
                      <a:pt x="12" y="41"/>
                      <a:pt x="12" y="41"/>
                    </a:cubicBezTo>
                    <a:cubicBezTo>
                      <a:pt x="14" y="41"/>
                      <a:pt x="17" y="37"/>
                      <a:pt x="17" y="35"/>
                    </a:cubicBezTo>
                    <a:cubicBezTo>
                      <a:pt x="18" y="34"/>
                      <a:pt x="18" y="34"/>
                      <a:pt x="18" y="34"/>
                    </a:cubicBezTo>
                    <a:cubicBezTo>
                      <a:pt x="6" y="7"/>
                      <a:pt x="6" y="7"/>
                      <a:pt x="6" y="7"/>
                    </a:cubicBezTo>
                    <a:cubicBezTo>
                      <a:pt x="5" y="4"/>
                      <a:pt x="3" y="3"/>
                      <a:pt x="1" y="3"/>
                    </a:cubicBezTo>
                    <a:cubicBezTo>
                      <a:pt x="0" y="3"/>
                      <a:pt x="0" y="3"/>
                      <a:pt x="0" y="3"/>
                    </a:cubicBezTo>
                    <a:cubicBezTo>
                      <a:pt x="0" y="0"/>
                      <a:pt x="0" y="0"/>
                      <a:pt x="0" y="0"/>
                    </a:cubicBezTo>
                    <a:cubicBezTo>
                      <a:pt x="18" y="0"/>
                      <a:pt x="18" y="0"/>
                      <a:pt x="18" y="0"/>
                    </a:cubicBezTo>
                    <a:cubicBezTo>
                      <a:pt x="18" y="3"/>
                      <a:pt x="18" y="3"/>
                      <a:pt x="18" y="3"/>
                    </a:cubicBezTo>
                    <a:cubicBezTo>
                      <a:pt x="16" y="3"/>
                      <a:pt x="16" y="3"/>
                      <a:pt x="16" y="3"/>
                    </a:cubicBezTo>
                    <a:cubicBezTo>
                      <a:pt x="15" y="3"/>
                      <a:pt x="14" y="4"/>
                      <a:pt x="14" y="5"/>
                    </a:cubicBezTo>
                    <a:cubicBezTo>
                      <a:pt x="14" y="6"/>
                      <a:pt x="14" y="7"/>
                      <a:pt x="15" y="8"/>
                    </a:cubicBezTo>
                    <a:cubicBezTo>
                      <a:pt x="22" y="24"/>
                      <a:pt x="22" y="24"/>
                      <a:pt x="22" y="24"/>
                    </a:cubicBezTo>
                    <a:cubicBezTo>
                      <a:pt x="28" y="8"/>
                      <a:pt x="28" y="8"/>
                      <a:pt x="28" y="8"/>
                    </a:cubicBezTo>
                    <a:cubicBezTo>
                      <a:pt x="29" y="7"/>
                      <a:pt x="29" y="6"/>
                      <a:pt x="29" y="5"/>
                    </a:cubicBezTo>
                    <a:cubicBezTo>
                      <a:pt x="29" y="4"/>
                      <a:pt x="27" y="3"/>
                      <a:pt x="26" y="3"/>
                    </a:cubicBezTo>
                    <a:cubicBezTo>
                      <a:pt x="23" y="3"/>
                      <a:pt x="23" y="3"/>
                      <a:pt x="23" y="3"/>
                    </a:cubicBezTo>
                    <a:cubicBezTo>
                      <a:pt x="23" y="0"/>
                      <a:pt x="23" y="0"/>
                      <a:pt x="23" y="0"/>
                    </a:cubicBezTo>
                    <a:cubicBezTo>
                      <a:pt x="38" y="0"/>
                      <a:pt x="38" y="0"/>
                      <a:pt x="38" y="0"/>
                    </a:cubicBezTo>
                    <a:cubicBezTo>
                      <a:pt x="38" y="3"/>
                      <a:pt x="38" y="3"/>
                      <a:pt x="38" y="3"/>
                    </a:cubicBezTo>
                    <a:lnTo>
                      <a:pt x="36" y="3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</p:grpSp>
        <p:grpSp>
          <p:nvGrpSpPr>
            <p:cNvPr id="46" name="ísḷîḓe"/>
            <p:cNvGrpSpPr/>
            <p:nvPr/>
          </p:nvGrpSpPr>
          <p:grpSpPr>
            <a:xfrm>
              <a:off x="5477124" y="2634664"/>
              <a:ext cx="741350" cy="1171206"/>
              <a:chOff x="4718050" y="4784723"/>
              <a:chExt cx="755650" cy="1193799"/>
            </a:xfrm>
            <a:grpFill/>
          </p:grpSpPr>
          <p:sp>
            <p:nvSpPr>
              <p:cNvPr id="57" name="ïṡļîḑê"/>
              <p:cNvSpPr/>
              <p:nvPr/>
            </p:nvSpPr>
            <p:spPr bwMode="auto">
              <a:xfrm>
                <a:off x="4718050" y="4784723"/>
                <a:ext cx="373063" cy="1193799"/>
              </a:xfrm>
              <a:custGeom>
                <a:avLst/>
                <a:gdLst>
                  <a:gd name="T0" fmla="*/ 279 w 367"/>
                  <a:gd name="T1" fmla="*/ 506 h 1171"/>
                  <a:gd name="T2" fmla="*/ 247 w 367"/>
                  <a:gd name="T3" fmla="*/ 408 h 1171"/>
                  <a:gd name="T4" fmla="*/ 207 w 367"/>
                  <a:gd name="T5" fmla="*/ 413 h 1171"/>
                  <a:gd name="T6" fmla="*/ 257 w 367"/>
                  <a:gd name="T7" fmla="*/ 316 h 1171"/>
                  <a:gd name="T8" fmla="*/ 275 w 367"/>
                  <a:gd name="T9" fmla="*/ 282 h 1171"/>
                  <a:gd name="T10" fmla="*/ 295 w 367"/>
                  <a:gd name="T11" fmla="*/ 258 h 1171"/>
                  <a:gd name="T12" fmla="*/ 312 w 367"/>
                  <a:gd name="T13" fmla="*/ 221 h 1171"/>
                  <a:gd name="T14" fmla="*/ 352 w 367"/>
                  <a:gd name="T15" fmla="*/ 167 h 1171"/>
                  <a:gd name="T16" fmla="*/ 365 w 367"/>
                  <a:gd name="T17" fmla="*/ 133 h 1171"/>
                  <a:gd name="T18" fmla="*/ 365 w 367"/>
                  <a:gd name="T19" fmla="*/ 119 h 1171"/>
                  <a:gd name="T20" fmla="*/ 285 w 367"/>
                  <a:gd name="T21" fmla="*/ 1 h 1171"/>
                  <a:gd name="T22" fmla="*/ 277 w 367"/>
                  <a:gd name="T23" fmla="*/ 73 h 1171"/>
                  <a:gd name="T24" fmla="*/ 277 w 367"/>
                  <a:gd name="T25" fmla="*/ 92 h 1171"/>
                  <a:gd name="T26" fmla="*/ 295 w 367"/>
                  <a:gd name="T27" fmla="*/ 149 h 1171"/>
                  <a:gd name="T28" fmla="*/ 199 w 367"/>
                  <a:gd name="T29" fmla="*/ 333 h 1171"/>
                  <a:gd name="T30" fmla="*/ 149 w 367"/>
                  <a:gd name="T31" fmla="*/ 412 h 1171"/>
                  <a:gd name="T32" fmla="*/ 127 w 367"/>
                  <a:gd name="T33" fmla="*/ 499 h 1171"/>
                  <a:gd name="T34" fmla="*/ 196 w 367"/>
                  <a:gd name="T35" fmla="*/ 505 h 1171"/>
                  <a:gd name="T36" fmla="*/ 210 w 367"/>
                  <a:gd name="T37" fmla="*/ 498 h 1171"/>
                  <a:gd name="T38" fmla="*/ 178 w 367"/>
                  <a:gd name="T39" fmla="*/ 591 h 1171"/>
                  <a:gd name="T40" fmla="*/ 159 w 367"/>
                  <a:gd name="T41" fmla="*/ 636 h 1171"/>
                  <a:gd name="T42" fmla="*/ 139 w 367"/>
                  <a:gd name="T43" fmla="*/ 677 h 1171"/>
                  <a:gd name="T44" fmla="*/ 124 w 367"/>
                  <a:gd name="T45" fmla="*/ 701 h 1171"/>
                  <a:gd name="T46" fmla="*/ 77 w 367"/>
                  <a:gd name="T47" fmla="*/ 785 h 1171"/>
                  <a:gd name="T48" fmla="*/ 46 w 367"/>
                  <a:gd name="T49" fmla="*/ 829 h 1171"/>
                  <a:gd name="T50" fmla="*/ 35 w 367"/>
                  <a:gd name="T51" fmla="*/ 857 h 1171"/>
                  <a:gd name="T52" fmla="*/ 11 w 367"/>
                  <a:gd name="T53" fmla="*/ 897 h 1171"/>
                  <a:gd name="T54" fmla="*/ 12 w 367"/>
                  <a:gd name="T55" fmla="*/ 906 h 1171"/>
                  <a:gd name="T56" fmla="*/ 0 w 367"/>
                  <a:gd name="T57" fmla="*/ 948 h 1171"/>
                  <a:gd name="T58" fmla="*/ 10 w 367"/>
                  <a:gd name="T59" fmla="*/ 959 h 1171"/>
                  <a:gd name="T60" fmla="*/ 77 w 367"/>
                  <a:gd name="T61" fmla="*/ 893 h 1171"/>
                  <a:gd name="T62" fmla="*/ 113 w 367"/>
                  <a:gd name="T63" fmla="*/ 854 h 1171"/>
                  <a:gd name="T64" fmla="*/ 138 w 367"/>
                  <a:gd name="T65" fmla="*/ 817 h 1171"/>
                  <a:gd name="T66" fmla="*/ 140 w 367"/>
                  <a:gd name="T67" fmla="*/ 876 h 1171"/>
                  <a:gd name="T68" fmla="*/ 138 w 367"/>
                  <a:gd name="T69" fmla="*/ 913 h 1171"/>
                  <a:gd name="T70" fmla="*/ 140 w 367"/>
                  <a:gd name="T71" fmla="*/ 926 h 1171"/>
                  <a:gd name="T72" fmla="*/ 133 w 367"/>
                  <a:gd name="T73" fmla="*/ 970 h 1171"/>
                  <a:gd name="T74" fmla="*/ 133 w 367"/>
                  <a:gd name="T75" fmla="*/ 994 h 1171"/>
                  <a:gd name="T76" fmla="*/ 128 w 367"/>
                  <a:gd name="T77" fmla="*/ 999 h 1171"/>
                  <a:gd name="T78" fmla="*/ 127 w 367"/>
                  <a:gd name="T79" fmla="*/ 1073 h 1171"/>
                  <a:gd name="T80" fmla="*/ 157 w 367"/>
                  <a:gd name="T81" fmla="*/ 1171 h 1171"/>
                  <a:gd name="T82" fmla="*/ 179 w 367"/>
                  <a:gd name="T83" fmla="*/ 1170 h 1171"/>
                  <a:gd name="T84" fmla="*/ 192 w 367"/>
                  <a:gd name="T85" fmla="*/ 1159 h 1171"/>
                  <a:gd name="T86" fmla="*/ 201 w 367"/>
                  <a:gd name="T87" fmla="*/ 1137 h 1171"/>
                  <a:gd name="T88" fmla="*/ 205 w 367"/>
                  <a:gd name="T89" fmla="*/ 1075 h 1171"/>
                  <a:gd name="T90" fmla="*/ 198 w 367"/>
                  <a:gd name="T91" fmla="*/ 1069 h 1171"/>
                  <a:gd name="T92" fmla="*/ 198 w 367"/>
                  <a:gd name="T93" fmla="*/ 950 h 1171"/>
                  <a:gd name="T94" fmla="*/ 205 w 367"/>
                  <a:gd name="T95" fmla="*/ 935 h 1171"/>
                  <a:gd name="T96" fmla="*/ 205 w 367"/>
                  <a:gd name="T97" fmla="*/ 916 h 1171"/>
                  <a:gd name="T98" fmla="*/ 210 w 367"/>
                  <a:gd name="T99" fmla="*/ 893 h 1171"/>
                  <a:gd name="T100" fmla="*/ 209 w 367"/>
                  <a:gd name="T101" fmla="*/ 878 h 1171"/>
                  <a:gd name="T102" fmla="*/ 220 w 367"/>
                  <a:gd name="T103" fmla="*/ 842 h 1171"/>
                  <a:gd name="T104" fmla="*/ 220 w 367"/>
                  <a:gd name="T105" fmla="*/ 814 h 1171"/>
                  <a:gd name="T106" fmla="*/ 181 w 367"/>
                  <a:gd name="T107" fmla="*/ 711 h 1171"/>
                  <a:gd name="T108" fmla="*/ 210 w 367"/>
                  <a:gd name="T109" fmla="*/ 643 h 1171"/>
                  <a:gd name="T110" fmla="*/ 279 w 367"/>
                  <a:gd name="T111" fmla="*/ 506 h 117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  <a:cxn ang="0">
                    <a:pos x="T90" y="T91"/>
                  </a:cxn>
                  <a:cxn ang="0">
                    <a:pos x="T92" y="T93"/>
                  </a:cxn>
                  <a:cxn ang="0">
                    <a:pos x="T94" y="T95"/>
                  </a:cxn>
                  <a:cxn ang="0">
                    <a:pos x="T96" y="T97"/>
                  </a:cxn>
                  <a:cxn ang="0">
                    <a:pos x="T98" y="T99"/>
                  </a:cxn>
                  <a:cxn ang="0">
                    <a:pos x="T100" y="T101"/>
                  </a:cxn>
                  <a:cxn ang="0">
                    <a:pos x="T102" y="T103"/>
                  </a:cxn>
                  <a:cxn ang="0">
                    <a:pos x="T104" y="T105"/>
                  </a:cxn>
                  <a:cxn ang="0">
                    <a:pos x="T106" y="T107"/>
                  </a:cxn>
                  <a:cxn ang="0">
                    <a:pos x="T108" y="T109"/>
                  </a:cxn>
                  <a:cxn ang="0">
                    <a:pos x="T110" y="T111"/>
                  </a:cxn>
                </a:cxnLst>
                <a:rect l="0" t="0" r="r" b="b"/>
                <a:pathLst>
                  <a:path w="367" h="1171">
                    <a:moveTo>
                      <a:pt x="279" y="506"/>
                    </a:moveTo>
                    <a:cubicBezTo>
                      <a:pt x="298" y="459"/>
                      <a:pt x="292" y="421"/>
                      <a:pt x="247" y="408"/>
                    </a:cubicBezTo>
                    <a:cubicBezTo>
                      <a:pt x="230" y="403"/>
                      <a:pt x="221" y="412"/>
                      <a:pt x="207" y="413"/>
                    </a:cubicBezTo>
                    <a:cubicBezTo>
                      <a:pt x="225" y="375"/>
                      <a:pt x="242" y="350"/>
                      <a:pt x="257" y="316"/>
                    </a:cubicBezTo>
                    <a:cubicBezTo>
                      <a:pt x="261" y="307"/>
                      <a:pt x="278" y="293"/>
                      <a:pt x="275" y="282"/>
                    </a:cubicBezTo>
                    <a:cubicBezTo>
                      <a:pt x="281" y="273"/>
                      <a:pt x="290" y="266"/>
                      <a:pt x="295" y="258"/>
                    </a:cubicBezTo>
                    <a:cubicBezTo>
                      <a:pt x="302" y="245"/>
                      <a:pt x="303" y="232"/>
                      <a:pt x="312" y="221"/>
                    </a:cubicBezTo>
                    <a:cubicBezTo>
                      <a:pt x="321" y="208"/>
                      <a:pt x="345" y="182"/>
                      <a:pt x="352" y="167"/>
                    </a:cubicBezTo>
                    <a:cubicBezTo>
                      <a:pt x="356" y="156"/>
                      <a:pt x="360" y="144"/>
                      <a:pt x="365" y="133"/>
                    </a:cubicBezTo>
                    <a:cubicBezTo>
                      <a:pt x="367" y="126"/>
                      <a:pt x="363" y="122"/>
                      <a:pt x="365" y="119"/>
                    </a:cubicBezTo>
                    <a:cubicBezTo>
                      <a:pt x="365" y="68"/>
                      <a:pt x="339" y="0"/>
                      <a:pt x="285" y="1"/>
                    </a:cubicBezTo>
                    <a:cubicBezTo>
                      <a:pt x="276" y="21"/>
                      <a:pt x="270" y="45"/>
                      <a:pt x="277" y="73"/>
                    </a:cubicBezTo>
                    <a:cubicBezTo>
                      <a:pt x="277" y="79"/>
                      <a:pt x="277" y="85"/>
                      <a:pt x="277" y="92"/>
                    </a:cubicBezTo>
                    <a:cubicBezTo>
                      <a:pt x="280" y="99"/>
                      <a:pt x="299" y="140"/>
                      <a:pt x="295" y="149"/>
                    </a:cubicBezTo>
                    <a:cubicBezTo>
                      <a:pt x="264" y="215"/>
                      <a:pt x="234" y="276"/>
                      <a:pt x="199" y="333"/>
                    </a:cubicBezTo>
                    <a:cubicBezTo>
                      <a:pt x="186" y="354"/>
                      <a:pt x="156" y="390"/>
                      <a:pt x="149" y="412"/>
                    </a:cubicBezTo>
                    <a:cubicBezTo>
                      <a:pt x="142" y="432"/>
                      <a:pt x="105" y="464"/>
                      <a:pt x="127" y="499"/>
                    </a:cubicBezTo>
                    <a:cubicBezTo>
                      <a:pt x="136" y="514"/>
                      <a:pt x="178" y="517"/>
                      <a:pt x="196" y="505"/>
                    </a:cubicBezTo>
                    <a:cubicBezTo>
                      <a:pt x="200" y="503"/>
                      <a:pt x="202" y="499"/>
                      <a:pt x="210" y="498"/>
                    </a:cubicBezTo>
                    <a:cubicBezTo>
                      <a:pt x="204" y="536"/>
                      <a:pt x="195" y="561"/>
                      <a:pt x="178" y="591"/>
                    </a:cubicBezTo>
                    <a:cubicBezTo>
                      <a:pt x="182" y="599"/>
                      <a:pt x="159" y="628"/>
                      <a:pt x="159" y="636"/>
                    </a:cubicBezTo>
                    <a:cubicBezTo>
                      <a:pt x="159" y="642"/>
                      <a:pt x="143" y="669"/>
                      <a:pt x="139" y="677"/>
                    </a:cubicBezTo>
                    <a:cubicBezTo>
                      <a:pt x="142" y="682"/>
                      <a:pt x="125" y="697"/>
                      <a:pt x="124" y="701"/>
                    </a:cubicBezTo>
                    <a:cubicBezTo>
                      <a:pt x="109" y="734"/>
                      <a:pt x="93" y="755"/>
                      <a:pt x="77" y="785"/>
                    </a:cubicBezTo>
                    <a:cubicBezTo>
                      <a:pt x="69" y="801"/>
                      <a:pt x="56" y="815"/>
                      <a:pt x="46" y="829"/>
                    </a:cubicBezTo>
                    <a:cubicBezTo>
                      <a:pt x="40" y="839"/>
                      <a:pt x="41" y="845"/>
                      <a:pt x="35" y="857"/>
                    </a:cubicBezTo>
                    <a:cubicBezTo>
                      <a:pt x="30" y="869"/>
                      <a:pt x="15" y="883"/>
                      <a:pt x="11" y="897"/>
                    </a:cubicBezTo>
                    <a:cubicBezTo>
                      <a:pt x="12" y="900"/>
                      <a:pt x="12" y="903"/>
                      <a:pt x="12" y="906"/>
                    </a:cubicBezTo>
                    <a:cubicBezTo>
                      <a:pt x="7" y="917"/>
                      <a:pt x="0" y="932"/>
                      <a:pt x="0" y="948"/>
                    </a:cubicBezTo>
                    <a:cubicBezTo>
                      <a:pt x="3" y="952"/>
                      <a:pt x="6" y="955"/>
                      <a:pt x="10" y="959"/>
                    </a:cubicBezTo>
                    <a:cubicBezTo>
                      <a:pt x="33" y="957"/>
                      <a:pt x="68" y="913"/>
                      <a:pt x="77" y="893"/>
                    </a:cubicBezTo>
                    <a:cubicBezTo>
                      <a:pt x="84" y="881"/>
                      <a:pt x="104" y="868"/>
                      <a:pt x="113" y="854"/>
                    </a:cubicBezTo>
                    <a:cubicBezTo>
                      <a:pt x="120" y="844"/>
                      <a:pt x="126" y="820"/>
                      <a:pt x="138" y="817"/>
                    </a:cubicBezTo>
                    <a:cubicBezTo>
                      <a:pt x="140" y="821"/>
                      <a:pt x="142" y="869"/>
                      <a:pt x="140" y="876"/>
                    </a:cubicBezTo>
                    <a:cubicBezTo>
                      <a:pt x="140" y="876"/>
                      <a:pt x="138" y="913"/>
                      <a:pt x="138" y="913"/>
                    </a:cubicBezTo>
                    <a:cubicBezTo>
                      <a:pt x="138" y="915"/>
                      <a:pt x="141" y="922"/>
                      <a:pt x="140" y="926"/>
                    </a:cubicBezTo>
                    <a:cubicBezTo>
                      <a:pt x="134" y="939"/>
                      <a:pt x="133" y="949"/>
                      <a:pt x="133" y="970"/>
                    </a:cubicBezTo>
                    <a:cubicBezTo>
                      <a:pt x="133" y="978"/>
                      <a:pt x="133" y="986"/>
                      <a:pt x="133" y="994"/>
                    </a:cubicBezTo>
                    <a:cubicBezTo>
                      <a:pt x="131" y="996"/>
                      <a:pt x="130" y="998"/>
                      <a:pt x="128" y="999"/>
                    </a:cubicBezTo>
                    <a:cubicBezTo>
                      <a:pt x="128" y="1024"/>
                      <a:pt x="127" y="1048"/>
                      <a:pt x="127" y="1073"/>
                    </a:cubicBezTo>
                    <a:cubicBezTo>
                      <a:pt x="113" y="1114"/>
                      <a:pt x="126" y="1161"/>
                      <a:pt x="157" y="1171"/>
                    </a:cubicBezTo>
                    <a:cubicBezTo>
                      <a:pt x="165" y="1171"/>
                      <a:pt x="172" y="1170"/>
                      <a:pt x="179" y="1170"/>
                    </a:cubicBezTo>
                    <a:cubicBezTo>
                      <a:pt x="182" y="1164"/>
                      <a:pt x="188" y="1163"/>
                      <a:pt x="192" y="1159"/>
                    </a:cubicBezTo>
                    <a:cubicBezTo>
                      <a:pt x="195" y="1152"/>
                      <a:pt x="198" y="1144"/>
                      <a:pt x="201" y="1137"/>
                    </a:cubicBezTo>
                    <a:cubicBezTo>
                      <a:pt x="203" y="1131"/>
                      <a:pt x="209" y="1085"/>
                      <a:pt x="205" y="1075"/>
                    </a:cubicBezTo>
                    <a:cubicBezTo>
                      <a:pt x="202" y="1073"/>
                      <a:pt x="200" y="1071"/>
                      <a:pt x="198" y="1069"/>
                    </a:cubicBezTo>
                    <a:cubicBezTo>
                      <a:pt x="198" y="1030"/>
                      <a:pt x="198" y="990"/>
                      <a:pt x="198" y="950"/>
                    </a:cubicBezTo>
                    <a:cubicBezTo>
                      <a:pt x="199" y="943"/>
                      <a:pt x="203" y="941"/>
                      <a:pt x="205" y="935"/>
                    </a:cubicBezTo>
                    <a:cubicBezTo>
                      <a:pt x="205" y="928"/>
                      <a:pt x="205" y="922"/>
                      <a:pt x="205" y="916"/>
                    </a:cubicBezTo>
                    <a:cubicBezTo>
                      <a:pt x="207" y="909"/>
                      <a:pt x="208" y="901"/>
                      <a:pt x="210" y="893"/>
                    </a:cubicBezTo>
                    <a:cubicBezTo>
                      <a:pt x="210" y="888"/>
                      <a:pt x="209" y="883"/>
                      <a:pt x="209" y="878"/>
                    </a:cubicBezTo>
                    <a:cubicBezTo>
                      <a:pt x="213" y="867"/>
                      <a:pt x="217" y="852"/>
                      <a:pt x="220" y="842"/>
                    </a:cubicBezTo>
                    <a:cubicBezTo>
                      <a:pt x="220" y="833"/>
                      <a:pt x="220" y="823"/>
                      <a:pt x="220" y="814"/>
                    </a:cubicBezTo>
                    <a:cubicBezTo>
                      <a:pt x="225" y="779"/>
                      <a:pt x="207" y="725"/>
                      <a:pt x="181" y="711"/>
                    </a:cubicBezTo>
                    <a:cubicBezTo>
                      <a:pt x="181" y="682"/>
                      <a:pt x="201" y="665"/>
                      <a:pt x="210" y="643"/>
                    </a:cubicBezTo>
                    <a:cubicBezTo>
                      <a:pt x="231" y="597"/>
                      <a:pt x="260" y="553"/>
                      <a:pt x="279" y="506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58" name="iṣľîḑe"/>
              <p:cNvSpPr/>
              <p:nvPr/>
            </p:nvSpPr>
            <p:spPr bwMode="auto">
              <a:xfrm>
                <a:off x="5000625" y="4865685"/>
                <a:ext cx="473075" cy="1063624"/>
              </a:xfrm>
              <a:custGeom>
                <a:avLst/>
                <a:gdLst>
                  <a:gd name="T0" fmla="*/ 392 w 466"/>
                  <a:gd name="T1" fmla="*/ 857 h 1043"/>
                  <a:gd name="T2" fmla="*/ 253 w 466"/>
                  <a:gd name="T3" fmla="*/ 759 h 1043"/>
                  <a:gd name="T4" fmla="*/ 169 w 466"/>
                  <a:gd name="T5" fmla="*/ 808 h 1043"/>
                  <a:gd name="T6" fmla="*/ 236 w 466"/>
                  <a:gd name="T7" fmla="*/ 670 h 1043"/>
                  <a:gd name="T8" fmla="*/ 319 w 466"/>
                  <a:gd name="T9" fmla="*/ 617 h 1043"/>
                  <a:gd name="T10" fmla="*/ 341 w 466"/>
                  <a:gd name="T11" fmla="*/ 489 h 1043"/>
                  <a:gd name="T12" fmla="*/ 362 w 466"/>
                  <a:gd name="T13" fmla="*/ 400 h 1043"/>
                  <a:gd name="T14" fmla="*/ 283 w 466"/>
                  <a:gd name="T15" fmla="*/ 247 h 1043"/>
                  <a:gd name="T16" fmla="*/ 147 w 466"/>
                  <a:gd name="T17" fmla="*/ 437 h 1043"/>
                  <a:gd name="T18" fmla="*/ 159 w 466"/>
                  <a:gd name="T19" fmla="*/ 389 h 1043"/>
                  <a:gd name="T20" fmla="*/ 325 w 466"/>
                  <a:gd name="T21" fmla="*/ 161 h 1043"/>
                  <a:gd name="T22" fmla="*/ 437 w 466"/>
                  <a:gd name="T23" fmla="*/ 1 h 1043"/>
                  <a:gd name="T24" fmla="*/ 356 w 466"/>
                  <a:gd name="T25" fmla="*/ 43 h 1043"/>
                  <a:gd name="T26" fmla="*/ 194 w 466"/>
                  <a:gd name="T27" fmla="*/ 172 h 1043"/>
                  <a:gd name="T28" fmla="*/ 201 w 466"/>
                  <a:gd name="T29" fmla="*/ 147 h 1043"/>
                  <a:gd name="T30" fmla="*/ 146 w 466"/>
                  <a:gd name="T31" fmla="*/ 23 h 1043"/>
                  <a:gd name="T32" fmla="*/ 96 w 466"/>
                  <a:gd name="T33" fmla="*/ 306 h 1043"/>
                  <a:gd name="T34" fmla="*/ 211 w 466"/>
                  <a:gd name="T35" fmla="*/ 214 h 1043"/>
                  <a:gd name="T36" fmla="*/ 384 w 466"/>
                  <a:gd name="T37" fmla="*/ 56 h 1043"/>
                  <a:gd name="T38" fmla="*/ 352 w 466"/>
                  <a:gd name="T39" fmla="*/ 93 h 1043"/>
                  <a:gd name="T40" fmla="*/ 240 w 466"/>
                  <a:gd name="T41" fmla="*/ 220 h 1043"/>
                  <a:gd name="T42" fmla="*/ 68 w 466"/>
                  <a:gd name="T43" fmla="*/ 555 h 1043"/>
                  <a:gd name="T44" fmla="*/ 110 w 466"/>
                  <a:gd name="T45" fmla="*/ 700 h 1043"/>
                  <a:gd name="T46" fmla="*/ 142 w 466"/>
                  <a:gd name="T47" fmla="*/ 574 h 1043"/>
                  <a:gd name="T48" fmla="*/ 258 w 466"/>
                  <a:gd name="T49" fmla="*/ 344 h 1043"/>
                  <a:gd name="T50" fmla="*/ 341 w 466"/>
                  <a:gd name="T51" fmla="*/ 260 h 1043"/>
                  <a:gd name="T52" fmla="*/ 332 w 466"/>
                  <a:gd name="T53" fmla="*/ 376 h 1043"/>
                  <a:gd name="T54" fmla="*/ 313 w 466"/>
                  <a:gd name="T55" fmla="*/ 503 h 1043"/>
                  <a:gd name="T56" fmla="*/ 293 w 466"/>
                  <a:gd name="T57" fmla="*/ 576 h 1043"/>
                  <a:gd name="T58" fmla="*/ 284 w 466"/>
                  <a:gd name="T59" fmla="*/ 627 h 1043"/>
                  <a:gd name="T60" fmla="*/ 284 w 466"/>
                  <a:gd name="T61" fmla="*/ 455 h 1043"/>
                  <a:gd name="T62" fmla="*/ 201 w 466"/>
                  <a:gd name="T63" fmla="*/ 572 h 1043"/>
                  <a:gd name="T64" fmla="*/ 3 w 466"/>
                  <a:gd name="T65" fmla="*/ 1027 h 1043"/>
                  <a:gd name="T66" fmla="*/ 105 w 466"/>
                  <a:gd name="T67" fmla="*/ 958 h 1043"/>
                  <a:gd name="T68" fmla="*/ 301 w 466"/>
                  <a:gd name="T69" fmla="*/ 768 h 1043"/>
                  <a:gd name="T70" fmla="*/ 378 w 466"/>
                  <a:gd name="T71" fmla="*/ 740 h 1043"/>
                  <a:gd name="T72" fmla="*/ 219 w 466"/>
                  <a:gd name="T73" fmla="*/ 881 h 1043"/>
                  <a:gd name="T74" fmla="*/ 304 w 466"/>
                  <a:gd name="T75" fmla="*/ 979 h 1043"/>
                  <a:gd name="T76" fmla="*/ 435 w 466"/>
                  <a:gd name="T77" fmla="*/ 991 h 1043"/>
                  <a:gd name="T78" fmla="*/ 449 w 466"/>
                  <a:gd name="T79" fmla="*/ 951 h 1043"/>
                  <a:gd name="T80" fmla="*/ 129 w 466"/>
                  <a:gd name="T81" fmla="*/ 467 h 1043"/>
                  <a:gd name="T82" fmla="*/ 134 w 466"/>
                  <a:gd name="T83" fmla="*/ 466 h 1043"/>
                  <a:gd name="T84" fmla="*/ 277 w 466"/>
                  <a:gd name="T85" fmla="*/ 889 h 1043"/>
                  <a:gd name="T86" fmla="*/ 309 w 466"/>
                  <a:gd name="T87" fmla="*/ 910 h 1043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</a:cxnLst>
                <a:rect l="0" t="0" r="r" b="b"/>
                <a:pathLst>
                  <a:path w="466" h="1043">
                    <a:moveTo>
                      <a:pt x="412" y="914"/>
                    </a:moveTo>
                    <a:cubicBezTo>
                      <a:pt x="407" y="911"/>
                      <a:pt x="388" y="899"/>
                      <a:pt x="385" y="893"/>
                    </a:cubicBezTo>
                    <a:cubicBezTo>
                      <a:pt x="379" y="887"/>
                      <a:pt x="392" y="857"/>
                      <a:pt x="392" y="857"/>
                    </a:cubicBezTo>
                    <a:cubicBezTo>
                      <a:pt x="396" y="826"/>
                      <a:pt x="441" y="785"/>
                      <a:pt x="420" y="740"/>
                    </a:cubicBezTo>
                    <a:cubicBezTo>
                      <a:pt x="405" y="709"/>
                      <a:pt x="367" y="710"/>
                      <a:pt x="334" y="722"/>
                    </a:cubicBezTo>
                    <a:cubicBezTo>
                      <a:pt x="307" y="731"/>
                      <a:pt x="277" y="745"/>
                      <a:pt x="253" y="759"/>
                    </a:cubicBezTo>
                    <a:cubicBezTo>
                      <a:pt x="245" y="763"/>
                      <a:pt x="238" y="773"/>
                      <a:pt x="230" y="776"/>
                    </a:cubicBezTo>
                    <a:cubicBezTo>
                      <a:pt x="210" y="786"/>
                      <a:pt x="190" y="795"/>
                      <a:pt x="173" y="808"/>
                    </a:cubicBezTo>
                    <a:cubicBezTo>
                      <a:pt x="171" y="808"/>
                      <a:pt x="170" y="808"/>
                      <a:pt x="169" y="808"/>
                    </a:cubicBezTo>
                    <a:cubicBezTo>
                      <a:pt x="168" y="807"/>
                      <a:pt x="167" y="805"/>
                      <a:pt x="166" y="803"/>
                    </a:cubicBezTo>
                    <a:cubicBezTo>
                      <a:pt x="195" y="763"/>
                      <a:pt x="208" y="713"/>
                      <a:pt x="233" y="670"/>
                    </a:cubicBezTo>
                    <a:cubicBezTo>
                      <a:pt x="234" y="670"/>
                      <a:pt x="235" y="670"/>
                      <a:pt x="236" y="670"/>
                    </a:cubicBezTo>
                    <a:cubicBezTo>
                      <a:pt x="238" y="694"/>
                      <a:pt x="273" y="713"/>
                      <a:pt x="298" y="708"/>
                    </a:cubicBezTo>
                    <a:cubicBezTo>
                      <a:pt x="310" y="691"/>
                      <a:pt x="311" y="654"/>
                      <a:pt x="319" y="634"/>
                    </a:cubicBezTo>
                    <a:cubicBezTo>
                      <a:pt x="319" y="628"/>
                      <a:pt x="319" y="623"/>
                      <a:pt x="319" y="617"/>
                    </a:cubicBezTo>
                    <a:cubicBezTo>
                      <a:pt x="322" y="609"/>
                      <a:pt x="326" y="592"/>
                      <a:pt x="330" y="582"/>
                    </a:cubicBezTo>
                    <a:cubicBezTo>
                      <a:pt x="331" y="567"/>
                      <a:pt x="332" y="552"/>
                      <a:pt x="334" y="537"/>
                    </a:cubicBezTo>
                    <a:cubicBezTo>
                      <a:pt x="338" y="523"/>
                      <a:pt x="344" y="505"/>
                      <a:pt x="341" y="489"/>
                    </a:cubicBezTo>
                    <a:cubicBezTo>
                      <a:pt x="344" y="485"/>
                      <a:pt x="346" y="475"/>
                      <a:pt x="348" y="469"/>
                    </a:cubicBezTo>
                    <a:cubicBezTo>
                      <a:pt x="348" y="463"/>
                      <a:pt x="348" y="458"/>
                      <a:pt x="348" y="453"/>
                    </a:cubicBezTo>
                    <a:cubicBezTo>
                      <a:pt x="353" y="441"/>
                      <a:pt x="361" y="413"/>
                      <a:pt x="362" y="400"/>
                    </a:cubicBezTo>
                    <a:cubicBezTo>
                      <a:pt x="363" y="387"/>
                      <a:pt x="385" y="326"/>
                      <a:pt x="382" y="322"/>
                    </a:cubicBezTo>
                    <a:cubicBezTo>
                      <a:pt x="386" y="291"/>
                      <a:pt x="408" y="244"/>
                      <a:pt x="375" y="223"/>
                    </a:cubicBezTo>
                    <a:cubicBezTo>
                      <a:pt x="343" y="203"/>
                      <a:pt x="305" y="232"/>
                      <a:pt x="283" y="247"/>
                    </a:cubicBezTo>
                    <a:cubicBezTo>
                      <a:pt x="227" y="285"/>
                      <a:pt x="193" y="338"/>
                      <a:pt x="165" y="400"/>
                    </a:cubicBezTo>
                    <a:cubicBezTo>
                      <a:pt x="163" y="402"/>
                      <a:pt x="161" y="404"/>
                      <a:pt x="159" y="406"/>
                    </a:cubicBezTo>
                    <a:cubicBezTo>
                      <a:pt x="153" y="415"/>
                      <a:pt x="151" y="428"/>
                      <a:pt x="147" y="437"/>
                    </a:cubicBezTo>
                    <a:cubicBezTo>
                      <a:pt x="145" y="441"/>
                      <a:pt x="138" y="449"/>
                      <a:pt x="137" y="452"/>
                    </a:cubicBezTo>
                    <a:cubicBezTo>
                      <a:pt x="134" y="450"/>
                      <a:pt x="136" y="450"/>
                      <a:pt x="135" y="447"/>
                    </a:cubicBezTo>
                    <a:cubicBezTo>
                      <a:pt x="147" y="437"/>
                      <a:pt x="149" y="410"/>
                      <a:pt x="159" y="389"/>
                    </a:cubicBezTo>
                    <a:cubicBezTo>
                      <a:pt x="176" y="353"/>
                      <a:pt x="199" y="322"/>
                      <a:pt x="218" y="287"/>
                    </a:cubicBezTo>
                    <a:cubicBezTo>
                      <a:pt x="235" y="253"/>
                      <a:pt x="267" y="226"/>
                      <a:pt x="291" y="193"/>
                    </a:cubicBezTo>
                    <a:cubicBezTo>
                      <a:pt x="300" y="180"/>
                      <a:pt x="316" y="173"/>
                      <a:pt x="325" y="161"/>
                    </a:cubicBezTo>
                    <a:cubicBezTo>
                      <a:pt x="332" y="151"/>
                      <a:pt x="347" y="133"/>
                      <a:pt x="357" y="127"/>
                    </a:cubicBezTo>
                    <a:cubicBezTo>
                      <a:pt x="398" y="100"/>
                      <a:pt x="438" y="61"/>
                      <a:pt x="454" y="13"/>
                    </a:cubicBezTo>
                    <a:cubicBezTo>
                      <a:pt x="448" y="9"/>
                      <a:pt x="442" y="5"/>
                      <a:pt x="437" y="1"/>
                    </a:cubicBezTo>
                    <a:cubicBezTo>
                      <a:pt x="432" y="6"/>
                      <a:pt x="422" y="0"/>
                      <a:pt x="417" y="2"/>
                    </a:cubicBezTo>
                    <a:cubicBezTo>
                      <a:pt x="412" y="4"/>
                      <a:pt x="405" y="12"/>
                      <a:pt x="401" y="15"/>
                    </a:cubicBezTo>
                    <a:cubicBezTo>
                      <a:pt x="386" y="26"/>
                      <a:pt x="371" y="33"/>
                      <a:pt x="356" y="43"/>
                    </a:cubicBezTo>
                    <a:cubicBezTo>
                      <a:pt x="343" y="50"/>
                      <a:pt x="333" y="65"/>
                      <a:pt x="321" y="72"/>
                    </a:cubicBezTo>
                    <a:cubicBezTo>
                      <a:pt x="281" y="99"/>
                      <a:pt x="252" y="129"/>
                      <a:pt x="212" y="155"/>
                    </a:cubicBezTo>
                    <a:cubicBezTo>
                      <a:pt x="206" y="161"/>
                      <a:pt x="200" y="166"/>
                      <a:pt x="194" y="172"/>
                    </a:cubicBezTo>
                    <a:cubicBezTo>
                      <a:pt x="193" y="172"/>
                      <a:pt x="193" y="173"/>
                      <a:pt x="192" y="174"/>
                    </a:cubicBezTo>
                    <a:cubicBezTo>
                      <a:pt x="192" y="172"/>
                      <a:pt x="192" y="171"/>
                      <a:pt x="191" y="170"/>
                    </a:cubicBezTo>
                    <a:cubicBezTo>
                      <a:pt x="197" y="167"/>
                      <a:pt x="196" y="156"/>
                      <a:pt x="201" y="147"/>
                    </a:cubicBezTo>
                    <a:cubicBezTo>
                      <a:pt x="206" y="135"/>
                      <a:pt x="213" y="122"/>
                      <a:pt x="215" y="105"/>
                    </a:cubicBezTo>
                    <a:cubicBezTo>
                      <a:pt x="220" y="69"/>
                      <a:pt x="183" y="22"/>
                      <a:pt x="147" y="23"/>
                    </a:cubicBezTo>
                    <a:cubicBezTo>
                      <a:pt x="146" y="23"/>
                      <a:pt x="146" y="23"/>
                      <a:pt x="146" y="23"/>
                    </a:cubicBezTo>
                    <a:cubicBezTo>
                      <a:pt x="135" y="37"/>
                      <a:pt x="137" y="61"/>
                      <a:pt x="129" y="78"/>
                    </a:cubicBezTo>
                    <a:cubicBezTo>
                      <a:pt x="112" y="117"/>
                      <a:pt x="88" y="163"/>
                      <a:pt x="73" y="211"/>
                    </a:cubicBezTo>
                    <a:cubicBezTo>
                      <a:pt x="63" y="245"/>
                      <a:pt x="76" y="295"/>
                      <a:pt x="96" y="306"/>
                    </a:cubicBezTo>
                    <a:cubicBezTo>
                      <a:pt x="120" y="302"/>
                      <a:pt x="141" y="277"/>
                      <a:pt x="154" y="264"/>
                    </a:cubicBezTo>
                    <a:cubicBezTo>
                      <a:pt x="157" y="260"/>
                      <a:pt x="160" y="256"/>
                      <a:pt x="163" y="253"/>
                    </a:cubicBezTo>
                    <a:cubicBezTo>
                      <a:pt x="183" y="243"/>
                      <a:pt x="194" y="226"/>
                      <a:pt x="211" y="214"/>
                    </a:cubicBezTo>
                    <a:cubicBezTo>
                      <a:pt x="238" y="196"/>
                      <a:pt x="259" y="176"/>
                      <a:pt x="280" y="152"/>
                    </a:cubicBezTo>
                    <a:cubicBezTo>
                      <a:pt x="295" y="134"/>
                      <a:pt x="322" y="117"/>
                      <a:pt x="332" y="98"/>
                    </a:cubicBezTo>
                    <a:cubicBezTo>
                      <a:pt x="341" y="82"/>
                      <a:pt x="377" y="69"/>
                      <a:pt x="384" y="56"/>
                    </a:cubicBezTo>
                    <a:cubicBezTo>
                      <a:pt x="385" y="56"/>
                      <a:pt x="386" y="56"/>
                      <a:pt x="387" y="56"/>
                    </a:cubicBezTo>
                    <a:cubicBezTo>
                      <a:pt x="387" y="56"/>
                      <a:pt x="387" y="57"/>
                      <a:pt x="387" y="58"/>
                    </a:cubicBezTo>
                    <a:cubicBezTo>
                      <a:pt x="377" y="71"/>
                      <a:pt x="363" y="80"/>
                      <a:pt x="352" y="93"/>
                    </a:cubicBezTo>
                    <a:cubicBezTo>
                      <a:pt x="353" y="94"/>
                      <a:pt x="333" y="115"/>
                      <a:pt x="329" y="120"/>
                    </a:cubicBezTo>
                    <a:cubicBezTo>
                      <a:pt x="304" y="147"/>
                      <a:pt x="277" y="172"/>
                      <a:pt x="253" y="201"/>
                    </a:cubicBezTo>
                    <a:cubicBezTo>
                      <a:pt x="255" y="203"/>
                      <a:pt x="243" y="217"/>
                      <a:pt x="240" y="220"/>
                    </a:cubicBezTo>
                    <a:cubicBezTo>
                      <a:pt x="224" y="237"/>
                      <a:pt x="209" y="257"/>
                      <a:pt x="195" y="276"/>
                    </a:cubicBezTo>
                    <a:cubicBezTo>
                      <a:pt x="141" y="351"/>
                      <a:pt x="103" y="443"/>
                      <a:pt x="75" y="534"/>
                    </a:cubicBezTo>
                    <a:cubicBezTo>
                      <a:pt x="73" y="542"/>
                      <a:pt x="70" y="550"/>
                      <a:pt x="68" y="555"/>
                    </a:cubicBezTo>
                    <a:cubicBezTo>
                      <a:pt x="69" y="559"/>
                      <a:pt x="69" y="562"/>
                      <a:pt x="70" y="566"/>
                    </a:cubicBezTo>
                    <a:cubicBezTo>
                      <a:pt x="57" y="602"/>
                      <a:pt x="13" y="739"/>
                      <a:pt x="88" y="738"/>
                    </a:cubicBezTo>
                    <a:cubicBezTo>
                      <a:pt x="102" y="728"/>
                      <a:pt x="105" y="719"/>
                      <a:pt x="110" y="700"/>
                    </a:cubicBezTo>
                    <a:cubicBezTo>
                      <a:pt x="110" y="693"/>
                      <a:pt x="110" y="686"/>
                      <a:pt x="110" y="679"/>
                    </a:cubicBezTo>
                    <a:cubicBezTo>
                      <a:pt x="122" y="655"/>
                      <a:pt x="126" y="615"/>
                      <a:pt x="140" y="589"/>
                    </a:cubicBezTo>
                    <a:cubicBezTo>
                      <a:pt x="141" y="584"/>
                      <a:pt x="141" y="579"/>
                      <a:pt x="142" y="574"/>
                    </a:cubicBezTo>
                    <a:cubicBezTo>
                      <a:pt x="165" y="524"/>
                      <a:pt x="183" y="467"/>
                      <a:pt x="205" y="419"/>
                    </a:cubicBezTo>
                    <a:cubicBezTo>
                      <a:pt x="214" y="398"/>
                      <a:pt x="232" y="380"/>
                      <a:pt x="243" y="359"/>
                    </a:cubicBezTo>
                    <a:cubicBezTo>
                      <a:pt x="248" y="354"/>
                      <a:pt x="253" y="349"/>
                      <a:pt x="258" y="344"/>
                    </a:cubicBezTo>
                    <a:cubicBezTo>
                      <a:pt x="266" y="328"/>
                      <a:pt x="277" y="315"/>
                      <a:pt x="293" y="304"/>
                    </a:cubicBezTo>
                    <a:cubicBezTo>
                      <a:pt x="295" y="301"/>
                      <a:pt x="297" y="298"/>
                      <a:pt x="299" y="295"/>
                    </a:cubicBezTo>
                    <a:cubicBezTo>
                      <a:pt x="312" y="282"/>
                      <a:pt x="324" y="268"/>
                      <a:pt x="341" y="260"/>
                    </a:cubicBezTo>
                    <a:cubicBezTo>
                      <a:pt x="344" y="262"/>
                      <a:pt x="347" y="264"/>
                      <a:pt x="349" y="265"/>
                    </a:cubicBezTo>
                    <a:cubicBezTo>
                      <a:pt x="360" y="282"/>
                      <a:pt x="347" y="312"/>
                      <a:pt x="341" y="324"/>
                    </a:cubicBezTo>
                    <a:cubicBezTo>
                      <a:pt x="345" y="329"/>
                      <a:pt x="334" y="370"/>
                      <a:pt x="332" y="376"/>
                    </a:cubicBezTo>
                    <a:cubicBezTo>
                      <a:pt x="328" y="397"/>
                      <a:pt x="324" y="419"/>
                      <a:pt x="320" y="440"/>
                    </a:cubicBezTo>
                    <a:cubicBezTo>
                      <a:pt x="319" y="458"/>
                      <a:pt x="316" y="463"/>
                      <a:pt x="312" y="476"/>
                    </a:cubicBezTo>
                    <a:cubicBezTo>
                      <a:pt x="314" y="481"/>
                      <a:pt x="314" y="501"/>
                      <a:pt x="313" y="503"/>
                    </a:cubicBezTo>
                    <a:cubicBezTo>
                      <a:pt x="311" y="505"/>
                      <a:pt x="308" y="507"/>
                      <a:pt x="306" y="508"/>
                    </a:cubicBezTo>
                    <a:cubicBezTo>
                      <a:pt x="306" y="516"/>
                      <a:pt x="306" y="525"/>
                      <a:pt x="306" y="533"/>
                    </a:cubicBezTo>
                    <a:cubicBezTo>
                      <a:pt x="301" y="544"/>
                      <a:pt x="296" y="563"/>
                      <a:pt x="293" y="576"/>
                    </a:cubicBezTo>
                    <a:cubicBezTo>
                      <a:pt x="294" y="580"/>
                      <a:pt x="295" y="585"/>
                      <a:pt x="295" y="590"/>
                    </a:cubicBezTo>
                    <a:cubicBezTo>
                      <a:pt x="292" y="599"/>
                      <a:pt x="288" y="614"/>
                      <a:pt x="288" y="625"/>
                    </a:cubicBezTo>
                    <a:cubicBezTo>
                      <a:pt x="286" y="625"/>
                      <a:pt x="285" y="626"/>
                      <a:pt x="284" y="627"/>
                    </a:cubicBezTo>
                    <a:cubicBezTo>
                      <a:pt x="260" y="620"/>
                      <a:pt x="276" y="577"/>
                      <a:pt x="282" y="564"/>
                    </a:cubicBezTo>
                    <a:cubicBezTo>
                      <a:pt x="287" y="551"/>
                      <a:pt x="312" y="507"/>
                      <a:pt x="302" y="480"/>
                    </a:cubicBezTo>
                    <a:cubicBezTo>
                      <a:pt x="298" y="470"/>
                      <a:pt x="290" y="463"/>
                      <a:pt x="284" y="455"/>
                    </a:cubicBezTo>
                    <a:cubicBezTo>
                      <a:pt x="275" y="443"/>
                      <a:pt x="265" y="436"/>
                      <a:pt x="253" y="432"/>
                    </a:cubicBezTo>
                    <a:cubicBezTo>
                      <a:pt x="236" y="426"/>
                      <a:pt x="225" y="439"/>
                      <a:pt x="218" y="444"/>
                    </a:cubicBezTo>
                    <a:cubicBezTo>
                      <a:pt x="187" y="466"/>
                      <a:pt x="191" y="536"/>
                      <a:pt x="201" y="572"/>
                    </a:cubicBezTo>
                    <a:cubicBezTo>
                      <a:pt x="203" y="580"/>
                      <a:pt x="209" y="614"/>
                      <a:pt x="206" y="622"/>
                    </a:cubicBezTo>
                    <a:cubicBezTo>
                      <a:pt x="164" y="721"/>
                      <a:pt x="105" y="809"/>
                      <a:pt x="58" y="908"/>
                    </a:cubicBezTo>
                    <a:cubicBezTo>
                      <a:pt x="40" y="947"/>
                      <a:pt x="0" y="975"/>
                      <a:pt x="3" y="1027"/>
                    </a:cubicBezTo>
                    <a:cubicBezTo>
                      <a:pt x="10" y="1032"/>
                      <a:pt x="17" y="1037"/>
                      <a:pt x="24" y="1043"/>
                    </a:cubicBezTo>
                    <a:cubicBezTo>
                      <a:pt x="58" y="1041"/>
                      <a:pt x="79" y="996"/>
                      <a:pt x="94" y="968"/>
                    </a:cubicBezTo>
                    <a:cubicBezTo>
                      <a:pt x="97" y="965"/>
                      <a:pt x="101" y="962"/>
                      <a:pt x="105" y="958"/>
                    </a:cubicBezTo>
                    <a:cubicBezTo>
                      <a:pt x="115" y="944"/>
                      <a:pt x="122" y="933"/>
                      <a:pt x="132" y="918"/>
                    </a:cubicBezTo>
                    <a:cubicBezTo>
                      <a:pt x="138" y="909"/>
                      <a:pt x="151" y="903"/>
                      <a:pt x="157" y="894"/>
                    </a:cubicBezTo>
                    <a:cubicBezTo>
                      <a:pt x="187" y="846"/>
                      <a:pt x="255" y="801"/>
                      <a:pt x="301" y="768"/>
                    </a:cubicBezTo>
                    <a:cubicBezTo>
                      <a:pt x="308" y="763"/>
                      <a:pt x="338" y="749"/>
                      <a:pt x="347" y="745"/>
                    </a:cubicBezTo>
                    <a:cubicBezTo>
                      <a:pt x="357" y="742"/>
                      <a:pt x="364" y="743"/>
                      <a:pt x="371" y="738"/>
                    </a:cubicBezTo>
                    <a:cubicBezTo>
                      <a:pt x="375" y="739"/>
                      <a:pt x="375" y="739"/>
                      <a:pt x="378" y="740"/>
                    </a:cubicBezTo>
                    <a:cubicBezTo>
                      <a:pt x="390" y="781"/>
                      <a:pt x="348" y="829"/>
                      <a:pt x="342" y="860"/>
                    </a:cubicBezTo>
                    <a:cubicBezTo>
                      <a:pt x="323" y="860"/>
                      <a:pt x="315" y="851"/>
                      <a:pt x="300" y="845"/>
                    </a:cubicBezTo>
                    <a:cubicBezTo>
                      <a:pt x="261" y="831"/>
                      <a:pt x="230" y="846"/>
                      <a:pt x="219" y="881"/>
                    </a:cubicBezTo>
                    <a:cubicBezTo>
                      <a:pt x="218" y="886"/>
                      <a:pt x="223" y="890"/>
                      <a:pt x="224" y="894"/>
                    </a:cubicBezTo>
                    <a:cubicBezTo>
                      <a:pt x="234" y="922"/>
                      <a:pt x="250" y="944"/>
                      <a:pt x="275" y="963"/>
                    </a:cubicBezTo>
                    <a:cubicBezTo>
                      <a:pt x="281" y="967"/>
                      <a:pt x="290" y="984"/>
                      <a:pt x="304" y="979"/>
                    </a:cubicBezTo>
                    <a:cubicBezTo>
                      <a:pt x="331" y="971"/>
                      <a:pt x="343" y="932"/>
                      <a:pt x="360" y="928"/>
                    </a:cubicBezTo>
                    <a:cubicBezTo>
                      <a:pt x="375" y="940"/>
                      <a:pt x="385" y="961"/>
                      <a:pt x="401" y="973"/>
                    </a:cubicBezTo>
                    <a:cubicBezTo>
                      <a:pt x="412" y="980"/>
                      <a:pt x="425" y="986"/>
                      <a:pt x="435" y="991"/>
                    </a:cubicBezTo>
                    <a:cubicBezTo>
                      <a:pt x="441" y="995"/>
                      <a:pt x="446" y="1001"/>
                      <a:pt x="456" y="1001"/>
                    </a:cubicBezTo>
                    <a:cubicBezTo>
                      <a:pt x="460" y="999"/>
                      <a:pt x="465" y="993"/>
                      <a:pt x="466" y="988"/>
                    </a:cubicBezTo>
                    <a:cubicBezTo>
                      <a:pt x="460" y="982"/>
                      <a:pt x="456" y="960"/>
                      <a:pt x="449" y="951"/>
                    </a:cubicBezTo>
                    <a:cubicBezTo>
                      <a:pt x="443" y="942"/>
                      <a:pt x="421" y="919"/>
                      <a:pt x="412" y="914"/>
                    </a:cubicBezTo>
                    <a:close/>
                    <a:moveTo>
                      <a:pt x="134" y="466"/>
                    </a:moveTo>
                    <a:cubicBezTo>
                      <a:pt x="132" y="466"/>
                      <a:pt x="131" y="467"/>
                      <a:pt x="129" y="467"/>
                    </a:cubicBezTo>
                    <a:cubicBezTo>
                      <a:pt x="130" y="465"/>
                      <a:pt x="131" y="462"/>
                      <a:pt x="132" y="460"/>
                    </a:cubicBezTo>
                    <a:cubicBezTo>
                      <a:pt x="133" y="461"/>
                      <a:pt x="134" y="461"/>
                      <a:pt x="134" y="462"/>
                    </a:cubicBezTo>
                    <a:cubicBezTo>
                      <a:pt x="134" y="463"/>
                      <a:pt x="134" y="465"/>
                      <a:pt x="134" y="466"/>
                    </a:cubicBezTo>
                    <a:close/>
                    <a:moveTo>
                      <a:pt x="309" y="910"/>
                    </a:moveTo>
                    <a:cubicBezTo>
                      <a:pt x="303" y="914"/>
                      <a:pt x="300" y="912"/>
                      <a:pt x="291" y="915"/>
                    </a:cubicBezTo>
                    <a:cubicBezTo>
                      <a:pt x="285" y="907"/>
                      <a:pt x="281" y="900"/>
                      <a:pt x="277" y="889"/>
                    </a:cubicBezTo>
                    <a:cubicBezTo>
                      <a:pt x="278" y="888"/>
                      <a:pt x="277" y="889"/>
                      <a:pt x="278" y="888"/>
                    </a:cubicBezTo>
                    <a:cubicBezTo>
                      <a:pt x="290" y="888"/>
                      <a:pt x="297" y="893"/>
                      <a:pt x="306" y="894"/>
                    </a:cubicBezTo>
                    <a:cubicBezTo>
                      <a:pt x="309" y="898"/>
                      <a:pt x="310" y="902"/>
                      <a:pt x="309" y="910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</p:grpSp>
        <p:grpSp>
          <p:nvGrpSpPr>
            <p:cNvPr id="47" name="íšľïḋê"/>
            <p:cNvGrpSpPr/>
            <p:nvPr/>
          </p:nvGrpSpPr>
          <p:grpSpPr>
            <a:xfrm>
              <a:off x="8190759" y="2868968"/>
              <a:ext cx="635165" cy="888620"/>
              <a:chOff x="6813550" y="4995860"/>
              <a:chExt cx="660400" cy="923924"/>
            </a:xfrm>
            <a:grpFill/>
          </p:grpSpPr>
          <p:sp>
            <p:nvSpPr>
              <p:cNvPr id="53" name="ïşḻiḍe"/>
              <p:cNvSpPr/>
              <p:nvPr/>
            </p:nvSpPr>
            <p:spPr bwMode="auto">
              <a:xfrm>
                <a:off x="6813550" y="4995860"/>
                <a:ext cx="660400" cy="923924"/>
              </a:xfrm>
              <a:custGeom>
                <a:avLst/>
                <a:gdLst>
                  <a:gd name="T0" fmla="*/ 467 w 649"/>
                  <a:gd name="T1" fmla="*/ 260 h 907"/>
                  <a:gd name="T2" fmla="*/ 543 w 649"/>
                  <a:gd name="T3" fmla="*/ 120 h 907"/>
                  <a:gd name="T4" fmla="*/ 577 w 649"/>
                  <a:gd name="T5" fmla="*/ 2 h 907"/>
                  <a:gd name="T6" fmla="*/ 462 w 649"/>
                  <a:gd name="T7" fmla="*/ 50 h 907"/>
                  <a:gd name="T8" fmla="*/ 562 w 649"/>
                  <a:gd name="T9" fmla="*/ 49 h 907"/>
                  <a:gd name="T10" fmla="*/ 445 w 649"/>
                  <a:gd name="T11" fmla="*/ 265 h 907"/>
                  <a:gd name="T12" fmla="*/ 433 w 649"/>
                  <a:gd name="T13" fmla="*/ 236 h 907"/>
                  <a:gd name="T14" fmla="*/ 395 w 649"/>
                  <a:gd name="T15" fmla="*/ 120 h 907"/>
                  <a:gd name="T16" fmla="*/ 460 w 649"/>
                  <a:gd name="T17" fmla="*/ 18 h 907"/>
                  <a:gd name="T18" fmla="*/ 294 w 649"/>
                  <a:gd name="T19" fmla="*/ 91 h 907"/>
                  <a:gd name="T20" fmla="*/ 301 w 649"/>
                  <a:gd name="T21" fmla="*/ 122 h 907"/>
                  <a:gd name="T22" fmla="*/ 283 w 649"/>
                  <a:gd name="T23" fmla="*/ 157 h 907"/>
                  <a:gd name="T24" fmla="*/ 315 w 649"/>
                  <a:gd name="T25" fmla="*/ 202 h 907"/>
                  <a:gd name="T26" fmla="*/ 193 w 649"/>
                  <a:gd name="T27" fmla="*/ 266 h 907"/>
                  <a:gd name="T28" fmla="*/ 231 w 649"/>
                  <a:gd name="T29" fmla="*/ 330 h 907"/>
                  <a:gd name="T30" fmla="*/ 308 w 649"/>
                  <a:gd name="T31" fmla="*/ 264 h 907"/>
                  <a:gd name="T32" fmla="*/ 362 w 649"/>
                  <a:gd name="T33" fmla="*/ 332 h 907"/>
                  <a:gd name="T34" fmla="*/ 175 w 649"/>
                  <a:gd name="T35" fmla="*/ 395 h 907"/>
                  <a:gd name="T36" fmla="*/ 177 w 649"/>
                  <a:gd name="T37" fmla="*/ 277 h 907"/>
                  <a:gd name="T38" fmla="*/ 155 w 649"/>
                  <a:gd name="T39" fmla="*/ 258 h 907"/>
                  <a:gd name="T40" fmla="*/ 165 w 649"/>
                  <a:gd name="T41" fmla="*/ 428 h 907"/>
                  <a:gd name="T42" fmla="*/ 246 w 649"/>
                  <a:gd name="T43" fmla="*/ 406 h 907"/>
                  <a:gd name="T44" fmla="*/ 278 w 649"/>
                  <a:gd name="T45" fmla="*/ 393 h 907"/>
                  <a:gd name="T46" fmla="*/ 384 w 649"/>
                  <a:gd name="T47" fmla="*/ 399 h 907"/>
                  <a:gd name="T48" fmla="*/ 366 w 649"/>
                  <a:gd name="T49" fmla="*/ 494 h 907"/>
                  <a:gd name="T50" fmla="*/ 199 w 649"/>
                  <a:gd name="T51" fmla="*/ 615 h 907"/>
                  <a:gd name="T52" fmla="*/ 93 w 649"/>
                  <a:gd name="T53" fmla="*/ 660 h 907"/>
                  <a:gd name="T54" fmla="*/ 20 w 649"/>
                  <a:gd name="T55" fmla="*/ 679 h 907"/>
                  <a:gd name="T56" fmla="*/ 75 w 649"/>
                  <a:gd name="T57" fmla="*/ 751 h 907"/>
                  <a:gd name="T58" fmla="*/ 158 w 649"/>
                  <a:gd name="T59" fmla="*/ 718 h 907"/>
                  <a:gd name="T60" fmla="*/ 303 w 649"/>
                  <a:gd name="T61" fmla="*/ 847 h 907"/>
                  <a:gd name="T62" fmla="*/ 74 w 649"/>
                  <a:gd name="T63" fmla="*/ 775 h 907"/>
                  <a:gd name="T64" fmla="*/ 143 w 649"/>
                  <a:gd name="T65" fmla="*/ 847 h 907"/>
                  <a:gd name="T66" fmla="*/ 329 w 649"/>
                  <a:gd name="T67" fmla="*/ 906 h 907"/>
                  <a:gd name="T68" fmla="*/ 342 w 649"/>
                  <a:gd name="T69" fmla="*/ 787 h 907"/>
                  <a:gd name="T70" fmla="*/ 374 w 649"/>
                  <a:gd name="T71" fmla="*/ 641 h 907"/>
                  <a:gd name="T72" fmla="*/ 426 w 649"/>
                  <a:gd name="T73" fmla="*/ 624 h 907"/>
                  <a:gd name="T74" fmla="*/ 444 w 649"/>
                  <a:gd name="T75" fmla="*/ 561 h 907"/>
                  <a:gd name="T76" fmla="*/ 331 w 649"/>
                  <a:gd name="T77" fmla="*/ 570 h 907"/>
                  <a:gd name="T78" fmla="*/ 434 w 649"/>
                  <a:gd name="T79" fmla="*/ 481 h 907"/>
                  <a:gd name="T80" fmla="*/ 300 w 649"/>
                  <a:gd name="T81" fmla="*/ 473 h 907"/>
                  <a:gd name="T82" fmla="*/ 353 w 649"/>
                  <a:gd name="T83" fmla="*/ 434 h 907"/>
                  <a:gd name="T84" fmla="*/ 474 w 649"/>
                  <a:gd name="T85" fmla="*/ 401 h 907"/>
                  <a:gd name="T86" fmla="*/ 244 w 649"/>
                  <a:gd name="T87" fmla="*/ 294 h 907"/>
                  <a:gd name="T88" fmla="*/ 336 w 649"/>
                  <a:gd name="T89" fmla="*/ 238 h 907"/>
                  <a:gd name="T90" fmla="*/ 349 w 649"/>
                  <a:gd name="T91" fmla="*/ 250 h 907"/>
                  <a:gd name="T92" fmla="*/ 412 w 649"/>
                  <a:gd name="T93" fmla="*/ 129 h 907"/>
                  <a:gd name="T94" fmla="*/ 411 w 649"/>
                  <a:gd name="T95" fmla="*/ 138 h 907"/>
                  <a:gd name="T96" fmla="*/ 390 w 649"/>
                  <a:gd name="T97" fmla="*/ 272 h 907"/>
                  <a:gd name="T98" fmla="*/ 433 w 649"/>
                  <a:gd name="T99" fmla="*/ 353 h 907"/>
                  <a:gd name="T100" fmla="*/ 470 w 649"/>
                  <a:gd name="T101" fmla="*/ 334 h 907"/>
                  <a:gd name="T102" fmla="*/ 626 w 649"/>
                  <a:gd name="T103" fmla="*/ 306 h 90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  <a:cxn ang="0">
                    <a:pos x="T90" y="T91"/>
                  </a:cxn>
                  <a:cxn ang="0">
                    <a:pos x="T92" y="T93"/>
                  </a:cxn>
                  <a:cxn ang="0">
                    <a:pos x="T94" y="T95"/>
                  </a:cxn>
                  <a:cxn ang="0">
                    <a:pos x="T96" y="T97"/>
                  </a:cxn>
                  <a:cxn ang="0">
                    <a:pos x="T98" y="T99"/>
                  </a:cxn>
                  <a:cxn ang="0">
                    <a:pos x="T100" y="T101"/>
                  </a:cxn>
                  <a:cxn ang="0">
                    <a:pos x="T102" y="T103"/>
                  </a:cxn>
                </a:cxnLst>
                <a:rect l="0" t="0" r="r" b="b"/>
                <a:pathLst>
                  <a:path w="649" h="907">
                    <a:moveTo>
                      <a:pt x="513" y="305"/>
                    </a:moveTo>
                    <a:cubicBezTo>
                      <a:pt x="507" y="305"/>
                      <a:pt x="501" y="305"/>
                      <a:pt x="496" y="305"/>
                    </a:cubicBezTo>
                    <a:cubicBezTo>
                      <a:pt x="482" y="309"/>
                      <a:pt x="468" y="309"/>
                      <a:pt x="455" y="315"/>
                    </a:cubicBezTo>
                    <a:cubicBezTo>
                      <a:pt x="439" y="314"/>
                      <a:pt x="463" y="267"/>
                      <a:pt x="467" y="260"/>
                    </a:cubicBezTo>
                    <a:cubicBezTo>
                      <a:pt x="484" y="234"/>
                      <a:pt x="495" y="199"/>
                      <a:pt x="508" y="170"/>
                    </a:cubicBezTo>
                    <a:cubicBezTo>
                      <a:pt x="514" y="159"/>
                      <a:pt x="524" y="151"/>
                      <a:pt x="530" y="141"/>
                    </a:cubicBezTo>
                    <a:cubicBezTo>
                      <a:pt x="531" y="138"/>
                      <a:pt x="531" y="135"/>
                      <a:pt x="532" y="132"/>
                    </a:cubicBezTo>
                    <a:cubicBezTo>
                      <a:pt x="536" y="128"/>
                      <a:pt x="539" y="124"/>
                      <a:pt x="543" y="120"/>
                    </a:cubicBezTo>
                    <a:cubicBezTo>
                      <a:pt x="543" y="118"/>
                      <a:pt x="543" y="115"/>
                      <a:pt x="543" y="113"/>
                    </a:cubicBezTo>
                    <a:cubicBezTo>
                      <a:pt x="547" y="110"/>
                      <a:pt x="551" y="106"/>
                      <a:pt x="556" y="103"/>
                    </a:cubicBezTo>
                    <a:cubicBezTo>
                      <a:pt x="561" y="92"/>
                      <a:pt x="566" y="85"/>
                      <a:pt x="571" y="77"/>
                    </a:cubicBezTo>
                    <a:cubicBezTo>
                      <a:pt x="577" y="66"/>
                      <a:pt x="598" y="13"/>
                      <a:pt x="577" y="2"/>
                    </a:cubicBezTo>
                    <a:cubicBezTo>
                      <a:pt x="575" y="0"/>
                      <a:pt x="546" y="2"/>
                      <a:pt x="540" y="4"/>
                    </a:cubicBezTo>
                    <a:cubicBezTo>
                      <a:pt x="513" y="13"/>
                      <a:pt x="488" y="28"/>
                      <a:pt x="465" y="37"/>
                    </a:cubicBezTo>
                    <a:cubicBezTo>
                      <a:pt x="463" y="40"/>
                      <a:pt x="462" y="43"/>
                      <a:pt x="462" y="49"/>
                    </a:cubicBezTo>
                    <a:cubicBezTo>
                      <a:pt x="462" y="49"/>
                      <a:pt x="462" y="50"/>
                      <a:pt x="462" y="50"/>
                    </a:cubicBezTo>
                    <a:cubicBezTo>
                      <a:pt x="476" y="59"/>
                      <a:pt x="513" y="35"/>
                      <a:pt x="527" y="30"/>
                    </a:cubicBezTo>
                    <a:cubicBezTo>
                      <a:pt x="539" y="25"/>
                      <a:pt x="540" y="32"/>
                      <a:pt x="551" y="23"/>
                    </a:cubicBezTo>
                    <a:cubicBezTo>
                      <a:pt x="555" y="23"/>
                      <a:pt x="558" y="24"/>
                      <a:pt x="561" y="25"/>
                    </a:cubicBezTo>
                    <a:cubicBezTo>
                      <a:pt x="561" y="33"/>
                      <a:pt x="561" y="41"/>
                      <a:pt x="562" y="49"/>
                    </a:cubicBezTo>
                    <a:cubicBezTo>
                      <a:pt x="549" y="75"/>
                      <a:pt x="534" y="104"/>
                      <a:pt x="520" y="126"/>
                    </a:cubicBezTo>
                    <a:cubicBezTo>
                      <a:pt x="507" y="146"/>
                      <a:pt x="490" y="164"/>
                      <a:pt x="481" y="185"/>
                    </a:cubicBezTo>
                    <a:cubicBezTo>
                      <a:pt x="474" y="200"/>
                      <a:pt x="465" y="217"/>
                      <a:pt x="458" y="232"/>
                    </a:cubicBezTo>
                    <a:cubicBezTo>
                      <a:pt x="454" y="243"/>
                      <a:pt x="449" y="254"/>
                      <a:pt x="445" y="265"/>
                    </a:cubicBezTo>
                    <a:cubicBezTo>
                      <a:pt x="437" y="277"/>
                      <a:pt x="422" y="303"/>
                      <a:pt x="417" y="319"/>
                    </a:cubicBezTo>
                    <a:cubicBezTo>
                      <a:pt x="412" y="322"/>
                      <a:pt x="407" y="323"/>
                      <a:pt x="397" y="323"/>
                    </a:cubicBezTo>
                    <a:cubicBezTo>
                      <a:pt x="396" y="321"/>
                      <a:pt x="397" y="323"/>
                      <a:pt x="395" y="321"/>
                    </a:cubicBezTo>
                    <a:cubicBezTo>
                      <a:pt x="396" y="286"/>
                      <a:pt x="450" y="279"/>
                      <a:pt x="433" y="236"/>
                    </a:cubicBezTo>
                    <a:cubicBezTo>
                      <a:pt x="429" y="228"/>
                      <a:pt x="432" y="226"/>
                      <a:pt x="425" y="221"/>
                    </a:cubicBezTo>
                    <a:cubicBezTo>
                      <a:pt x="425" y="194"/>
                      <a:pt x="460" y="111"/>
                      <a:pt x="422" y="99"/>
                    </a:cubicBezTo>
                    <a:cubicBezTo>
                      <a:pt x="418" y="103"/>
                      <a:pt x="415" y="102"/>
                      <a:pt x="409" y="106"/>
                    </a:cubicBezTo>
                    <a:cubicBezTo>
                      <a:pt x="404" y="110"/>
                      <a:pt x="399" y="115"/>
                      <a:pt x="395" y="120"/>
                    </a:cubicBezTo>
                    <a:cubicBezTo>
                      <a:pt x="386" y="115"/>
                      <a:pt x="378" y="109"/>
                      <a:pt x="368" y="109"/>
                    </a:cubicBezTo>
                    <a:cubicBezTo>
                      <a:pt x="366" y="107"/>
                      <a:pt x="364" y="104"/>
                      <a:pt x="362" y="102"/>
                    </a:cubicBezTo>
                    <a:cubicBezTo>
                      <a:pt x="380" y="87"/>
                      <a:pt x="432" y="33"/>
                      <a:pt x="454" y="31"/>
                    </a:cubicBezTo>
                    <a:cubicBezTo>
                      <a:pt x="458" y="27"/>
                      <a:pt x="460" y="26"/>
                      <a:pt x="460" y="18"/>
                    </a:cubicBezTo>
                    <a:cubicBezTo>
                      <a:pt x="454" y="10"/>
                      <a:pt x="444" y="2"/>
                      <a:pt x="434" y="2"/>
                    </a:cubicBezTo>
                    <a:cubicBezTo>
                      <a:pt x="411" y="19"/>
                      <a:pt x="396" y="51"/>
                      <a:pt x="373" y="65"/>
                    </a:cubicBezTo>
                    <a:cubicBezTo>
                      <a:pt x="363" y="71"/>
                      <a:pt x="346" y="82"/>
                      <a:pt x="343" y="90"/>
                    </a:cubicBezTo>
                    <a:cubicBezTo>
                      <a:pt x="327" y="90"/>
                      <a:pt x="308" y="86"/>
                      <a:pt x="294" y="91"/>
                    </a:cubicBezTo>
                    <a:cubicBezTo>
                      <a:pt x="288" y="94"/>
                      <a:pt x="285" y="100"/>
                      <a:pt x="277" y="102"/>
                    </a:cubicBezTo>
                    <a:cubicBezTo>
                      <a:pt x="274" y="106"/>
                      <a:pt x="273" y="108"/>
                      <a:pt x="273" y="117"/>
                    </a:cubicBezTo>
                    <a:cubicBezTo>
                      <a:pt x="273" y="117"/>
                      <a:pt x="273" y="117"/>
                      <a:pt x="273" y="117"/>
                    </a:cubicBezTo>
                    <a:cubicBezTo>
                      <a:pt x="280" y="122"/>
                      <a:pt x="299" y="118"/>
                      <a:pt x="301" y="122"/>
                    </a:cubicBezTo>
                    <a:cubicBezTo>
                      <a:pt x="303" y="124"/>
                      <a:pt x="302" y="123"/>
                      <a:pt x="303" y="126"/>
                    </a:cubicBezTo>
                    <a:cubicBezTo>
                      <a:pt x="295" y="129"/>
                      <a:pt x="290" y="137"/>
                      <a:pt x="282" y="138"/>
                    </a:cubicBezTo>
                    <a:cubicBezTo>
                      <a:pt x="279" y="142"/>
                      <a:pt x="279" y="146"/>
                      <a:pt x="279" y="153"/>
                    </a:cubicBezTo>
                    <a:cubicBezTo>
                      <a:pt x="281" y="154"/>
                      <a:pt x="282" y="156"/>
                      <a:pt x="283" y="157"/>
                    </a:cubicBezTo>
                    <a:cubicBezTo>
                      <a:pt x="304" y="153"/>
                      <a:pt x="320" y="142"/>
                      <a:pt x="331" y="126"/>
                    </a:cubicBezTo>
                    <a:cubicBezTo>
                      <a:pt x="340" y="126"/>
                      <a:pt x="348" y="126"/>
                      <a:pt x="354" y="127"/>
                    </a:cubicBezTo>
                    <a:cubicBezTo>
                      <a:pt x="357" y="131"/>
                      <a:pt x="359" y="132"/>
                      <a:pt x="360" y="138"/>
                    </a:cubicBezTo>
                    <a:cubicBezTo>
                      <a:pt x="345" y="158"/>
                      <a:pt x="330" y="179"/>
                      <a:pt x="315" y="202"/>
                    </a:cubicBezTo>
                    <a:cubicBezTo>
                      <a:pt x="305" y="202"/>
                      <a:pt x="299" y="198"/>
                      <a:pt x="293" y="194"/>
                    </a:cubicBezTo>
                    <a:cubicBezTo>
                      <a:pt x="285" y="194"/>
                      <a:pt x="238" y="255"/>
                      <a:pt x="237" y="263"/>
                    </a:cubicBezTo>
                    <a:cubicBezTo>
                      <a:pt x="231" y="269"/>
                      <a:pt x="225" y="274"/>
                      <a:pt x="219" y="280"/>
                    </a:cubicBezTo>
                    <a:cubicBezTo>
                      <a:pt x="212" y="273"/>
                      <a:pt x="205" y="266"/>
                      <a:pt x="193" y="266"/>
                    </a:cubicBezTo>
                    <a:cubicBezTo>
                      <a:pt x="181" y="284"/>
                      <a:pt x="184" y="320"/>
                      <a:pt x="208" y="325"/>
                    </a:cubicBezTo>
                    <a:cubicBezTo>
                      <a:pt x="214" y="320"/>
                      <a:pt x="220" y="320"/>
                      <a:pt x="224" y="314"/>
                    </a:cubicBezTo>
                    <a:cubicBezTo>
                      <a:pt x="228" y="314"/>
                      <a:pt x="228" y="314"/>
                      <a:pt x="229" y="315"/>
                    </a:cubicBezTo>
                    <a:cubicBezTo>
                      <a:pt x="232" y="314"/>
                      <a:pt x="231" y="326"/>
                      <a:pt x="231" y="330"/>
                    </a:cubicBezTo>
                    <a:cubicBezTo>
                      <a:pt x="235" y="333"/>
                      <a:pt x="236" y="334"/>
                      <a:pt x="243" y="334"/>
                    </a:cubicBezTo>
                    <a:cubicBezTo>
                      <a:pt x="250" y="328"/>
                      <a:pt x="253" y="321"/>
                      <a:pt x="257" y="315"/>
                    </a:cubicBezTo>
                    <a:cubicBezTo>
                      <a:pt x="270" y="295"/>
                      <a:pt x="289" y="281"/>
                      <a:pt x="302" y="264"/>
                    </a:cubicBezTo>
                    <a:cubicBezTo>
                      <a:pt x="304" y="264"/>
                      <a:pt x="306" y="264"/>
                      <a:pt x="308" y="264"/>
                    </a:cubicBezTo>
                    <a:cubicBezTo>
                      <a:pt x="315" y="274"/>
                      <a:pt x="318" y="287"/>
                      <a:pt x="325" y="296"/>
                    </a:cubicBezTo>
                    <a:cubicBezTo>
                      <a:pt x="318" y="300"/>
                      <a:pt x="305" y="306"/>
                      <a:pt x="293" y="306"/>
                    </a:cubicBezTo>
                    <a:cubicBezTo>
                      <a:pt x="293" y="308"/>
                      <a:pt x="293" y="310"/>
                      <a:pt x="293" y="312"/>
                    </a:cubicBezTo>
                    <a:cubicBezTo>
                      <a:pt x="300" y="317"/>
                      <a:pt x="352" y="332"/>
                      <a:pt x="362" y="332"/>
                    </a:cubicBezTo>
                    <a:cubicBezTo>
                      <a:pt x="362" y="333"/>
                      <a:pt x="362" y="335"/>
                      <a:pt x="362" y="336"/>
                    </a:cubicBezTo>
                    <a:cubicBezTo>
                      <a:pt x="337" y="347"/>
                      <a:pt x="304" y="350"/>
                      <a:pt x="276" y="358"/>
                    </a:cubicBezTo>
                    <a:cubicBezTo>
                      <a:pt x="248" y="367"/>
                      <a:pt x="220" y="375"/>
                      <a:pt x="191" y="385"/>
                    </a:cubicBezTo>
                    <a:cubicBezTo>
                      <a:pt x="186" y="388"/>
                      <a:pt x="181" y="391"/>
                      <a:pt x="175" y="395"/>
                    </a:cubicBezTo>
                    <a:cubicBezTo>
                      <a:pt x="174" y="393"/>
                      <a:pt x="175" y="394"/>
                      <a:pt x="174" y="393"/>
                    </a:cubicBezTo>
                    <a:cubicBezTo>
                      <a:pt x="176" y="377"/>
                      <a:pt x="179" y="362"/>
                      <a:pt x="181" y="346"/>
                    </a:cubicBezTo>
                    <a:cubicBezTo>
                      <a:pt x="176" y="329"/>
                      <a:pt x="179" y="300"/>
                      <a:pt x="175" y="285"/>
                    </a:cubicBezTo>
                    <a:cubicBezTo>
                      <a:pt x="176" y="282"/>
                      <a:pt x="177" y="279"/>
                      <a:pt x="177" y="277"/>
                    </a:cubicBezTo>
                    <a:cubicBezTo>
                      <a:pt x="172" y="265"/>
                      <a:pt x="172" y="249"/>
                      <a:pt x="172" y="232"/>
                    </a:cubicBezTo>
                    <a:cubicBezTo>
                      <a:pt x="169" y="230"/>
                      <a:pt x="165" y="227"/>
                      <a:pt x="164" y="224"/>
                    </a:cubicBezTo>
                    <a:cubicBezTo>
                      <a:pt x="162" y="224"/>
                      <a:pt x="160" y="224"/>
                      <a:pt x="158" y="224"/>
                    </a:cubicBezTo>
                    <a:cubicBezTo>
                      <a:pt x="151" y="235"/>
                      <a:pt x="160" y="244"/>
                      <a:pt x="155" y="258"/>
                    </a:cubicBezTo>
                    <a:cubicBezTo>
                      <a:pt x="150" y="274"/>
                      <a:pt x="151" y="293"/>
                      <a:pt x="148" y="309"/>
                    </a:cubicBezTo>
                    <a:cubicBezTo>
                      <a:pt x="149" y="315"/>
                      <a:pt x="150" y="322"/>
                      <a:pt x="150" y="328"/>
                    </a:cubicBezTo>
                    <a:cubicBezTo>
                      <a:pt x="143" y="347"/>
                      <a:pt x="144" y="382"/>
                      <a:pt x="150" y="400"/>
                    </a:cubicBezTo>
                    <a:cubicBezTo>
                      <a:pt x="156" y="414"/>
                      <a:pt x="151" y="424"/>
                      <a:pt x="165" y="428"/>
                    </a:cubicBezTo>
                    <a:cubicBezTo>
                      <a:pt x="182" y="434"/>
                      <a:pt x="210" y="418"/>
                      <a:pt x="219" y="413"/>
                    </a:cubicBezTo>
                    <a:cubicBezTo>
                      <a:pt x="223" y="413"/>
                      <a:pt x="226" y="413"/>
                      <a:pt x="229" y="413"/>
                    </a:cubicBezTo>
                    <a:cubicBezTo>
                      <a:pt x="232" y="411"/>
                      <a:pt x="234" y="409"/>
                      <a:pt x="237" y="407"/>
                    </a:cubicBezTo>
                    <a:cubicBezTo>
                      <a:pt x="240" y="406"/>
                      <a:pt x="243" y="406"/>
                      <a:pt x="246" y="406"/>
                    </a:cubicBezTo>
                    <a:cubicBezTo>
                      <a:pt x="248" y="404"/>
                      <a:pt x="249" y="402"/>
                      <a:pt x="250" y="401"/>
                    </a:cubicBezTo>
                    <a:cubicBezTo>
                      <a:pt x="254" y="401"/>
                      <a:pt x="258" y="401"/>
                      <a:pt x="261" y="401"/>
                    </a:cubicBezTo>
                    <a:cubicBezTo>
                      <a:pt x="263" y="398"/>
                      <a:pt x="265" y="396"/>
                      <a:pt x="266" y="394"/>
                    </a:cubicBezTo>
                    <a:cubicBezTo>
                      <a:pt x="270" y="394"/>
                      <a:pt x="274" y="393"/>
                      <a:pt x="278" y="393"/>
                    </a:cubicBezTo>
                    <a:cubicBezTo>
                      <a:pt x="280" y="392"/>
                      <a:pt x="282" y="389"/>
                      <a:pt x="283" y="388"/>
                    </a:cubicBezTo>
                    <a:cubicBezTo>
                      <a:pt x="288" y="388"/>
                      <a:pt x="292" y="387"/>
                      <a:pt x="296" y="387"/>
                    </a:cubicBezTo>
                    <a:cubicBezTo>
                      <a:pt x="318" y="376"/>
                      <a:pt x="352" y="357"/>
                      <a:pt x="379" y="362"/>
                    </a:cubicBezTo>
                    <a:cubicBezTo>
                      <a:pt x="379" y="378"/>
                      <a:pt x="381" y="391"/>
                      <a:pt x="384" y="399"/>
                    </a:cubicBezTo>
                    <a:cubicBezTo>
                      <a:pt x="365" y="402"/>
                      <a:pt x="348" y="416"/>
                      <a:pt x="333" y="425"/>
                    </a:cubicBezTo>
                    <a:cubicBezTo>
                      <a:pt x="301" y="444"/>
                      <a:pt x="241" y="466"/>
                      <a:pt x="239" y="511"/>
                    </a:cubicBezTo>
                    <a:cubicBezTo>
                      <a:pt x="258" y="523"/>
                      <a:pt x="333" y="507"/>
                      <a:pt x="349" y="502"/>
                    </a:cubicBezTo>
                    <a:cubicBezTo>
                      <a:pt x="355" y="500"/>
                      <a:pt x="360" y="494"/>
                      <a:pt x="366" y="494"/>
                    </a:cubicBezTo>
                    <a:cubicBezTo>
                      <a:pt x="367" y="493"/>
                      <a:pt x="369" y="491"/>
                      <a:pt x="370" y="490"/>
                    </a:cubicBezTo>
                    <a:cubicBezTo>
                      <a:pt x="371" y="492"/>
                      <a:pt x="371" y="491"/>
                      <a:pt x="373" y="493"/>
                    </a:cubicBezTo>
                    <a:cubicBezTo>
                      <a:pt x="367" y="511"/>
                      <a:pt x="304" y="556"/>
                      <a:pt x="303" y="579"/>
                    </a:cubicBezTo>
                    <a:cubicBezTo>
                      <a:pt x="277" y="597"/>
                      <a:pt x="230" y="604"/>
                      <a:pt x="199" y="615"/>
                    </a:cubicBezTo>
                    <a:cubicBezTo>
                      <a:pt x="195" y="614"/>
                      <a:pt x="191" y="613"/>
                      <a:pt x="187" y="611"/>
                    </a:cubicBezTo>
                    <a:cubicBezTo>
                      <a:pt x="173" y="616"/>
                      <a:pt x="163" y="631"/>
                      <a:pt x="154" y="635"/>
                    </a:cubicBezTo>
                    <a:cubicBezTo>
                      <a:pt x="149" y="635"/>
                      <a:pt x="145" y="635"/>
                      <a:pt x="141" y="635"/>
                    </a:cubicBezTo>
                    <a:cubicBezTo>
                      <a:pt x="125" y="641"/>
                      <a:pt x="107" y="653"/>
                      <a:pt x="93" y="660"/>
                    </a:cubicBezTo>
                    <a:cubicBezTo>
                      <a:pt x="86" y="655"/>
                      <a:pt x="64" y="669"/>
                      <a:pt x="60" y="671"/>
                    </a:cubicBezTo>
                    <a:cubicBezTo>
                      <a:pt x="56" y="671"/>
                      <a:pt x="52" y="671"/>
                      <a:pt x="47" y="670"/>
                    </a:cubicBezTo>
                    <a:cubicBezTo>
                      <a:pt x="46" y="673"/>
                      <a:pt x="44" y="675"/>
                      <a:pt x="42" y="677"/>
                    </a:cubicBezTo>
                    <a:cubicBezTo>
                      <a:pt x="34" y="681"/>
                      <a:pt x="27" y="672"/>
                      <a:pt x="20" y="679"/>
                    </a:cubicBezTo>
                    <a:cubicBezTo>
                      <a:pt x="13" y="680"/>
                      <a:pt x="0" y="692"/>
                      <a:pt x="6" y="704"/>
                    </a:cubicBezTo>
                    <a:cubicBezTo>
                      <a:pt x="14" y="720"/>
                      <a:pt x="26" y="740"/>
                      <a:pt x="43" y="747"/>
                    </a:cubicBezTo>
                    <a:cubicBezTo>
                      <a:pt x="49" y="750"/>
                      <a:pt x="55" y="746"/>
                      <a:pt x="62" y="750"/>
                    </a:cubicBezTo>
                    <a:cubicBezTo>
                      <a:pt x="64" y="750"/>
                      <a:pt x="71" y="753"/>
                      <a:pt x="75" y="751"/>
                    </a:cubicBezTo>
                    <a:cubicBezTo>
                      <a:pt x="85" y="747"/>
                      <a:pt x="97" y="747"/>
                      <a:pt x="109" y="742"/>
                    </a:cubicBezTo>
                    <a:cubicBezTo>
                      <a:pt x="117" y="738"/>
                      <a:pt x="128" y="729"/>
                      <a:pt x="138" y="725"/>
                    </a:cubicBezTo>
                    <a:cubicBezTo>
                      <a:pt x="142" y="725"/>
                      <a:pt x="147" y="725"/>
                      <a:pt x="151" y="725"/>
                    </a:cubicBezTo>
                    <a:cubicBezTo>
                      <a:pt x="153" y="724"/>
                      <a:pt x="156" y="719"/>
                      <a:pt x="158" y="718"/>
                    </a:cubicBezTo>
                    <a:cubicBezTo>
                      <a:pt x="177" y="710"/>
                      <a:pt x="199" y="703"/>
                      <a:pt x="217" y="691"/>
                    </a:cubicBezTo>
                    <a:cubicBezTo>
                      <a:pt x="233" y="680"/>
                      <a:pt x="277" y="652"/>
                      <a:pt x="299" y="657"/>
                    </a:cubicBezTo>
                    <a:cubicBezTo>
                      <a:pt x="307" y="669"/>
                      <a:pt x="299" y="690"/>
                      <a:pt x="303" y="707"/>
                    </a:cubicBezTo>
                    <a:cubicBezTo>
                      <a:pt x="311" y="741"/>
                      <a:pt x="303" y="804"/>
                      <a:pt x="303" y="847"/>
                    </a:cubicBezTo>
                    <a:cubicBezTo>
                      <a:pt x="294" y="845"/>
                      <a:pt x="283" y="862"/>
                      <a:pt x="266" y="854"/>
                    </a:cubicBezTo>
                    <a:cubicBezTo>
                      <a:pt x="248" y="846"/>
                      <a:pt x="223" y="841"/>
                      <a:pt x="204" y="835"/>
                    </a:cubicBezTo>
                    <a:cubicBezTo>
                      <a:pt x="201" y="835"/>
                      <a:pt x="198" y="835"/>
                      <a:pt x="195" y="836"/>
                    </a:cubicBezTo>
                    <a:cubicBezTo>
                      <a:pt x="154" y="814"/>
                      <a:pt x="114" y="794"/>
                      <a:pt x="74" y="775"/>
                    </a:cubicBezTo>
                    <a:cubicBezTo>
                      <a:pt x="71" y="775"/>
                      <a:pt x="69" y="776"/>
                      <a:pt x="66" y="777"/>
                    </a:cubicBezTo>
                    <a:cubicBezTo>
                      <a:pt x="65" y="778"/>
                      <a:pt x="64" y="779"/>
                      <a:pt x="63" y="780"/>
                    </a:cubicBezTo>
                    <a:cubicBezTo>
                      <a:pt x="64" y="797"/>
                      <a:pt x="107" y="820"/>
                      <a:pt x="121" y="829"/>
                    </a:cubicBezTo>
                    <a:cubicBezTo>
                      <a:pt x="129" y="833"/>
                      <a:pt x="135" y="842"/>
                      <a:pt x="143" y="847"/>
                    </a:cubicBezTo>
                    <a:cubicBezTo>
                      <a:pt x="146" y="843"/>
                      <a:pt x="160" y="852"/>
                      <a:pt x="164" y="854"/>
                    </a:cubicBezTo>
                    <a:cubicBezTo>
                      <a:pt x="186" y="867"/>
                      <a:pt x="210" y="875"/>
                      <a:pt x="233" y="885"/>
                    </a:cubicBezTo>
                    <a:cubicBezTo>
                      <a:pt x="233" y="885"/>
                      <a:pt x="277" y="894"/>
                      <a:pt x="281" y="895"/>
                    </a:cubicBezTo>
                    <a:cubicBezTo>
                      <a:pt x="295" y="901"/>
                      <a:pt x="312" y="907"/>
                      <a:pt x="329" y="906"/>
                    </a:cubicBezTo>
                    <a:cubicBezTo>
                      <a:pt x="329" y="906"/>
                      <a:pt x="329" y="906"/>
                      <a:pt x="330" y="906"/>
                    </a:cubicBezTo>
                    <a:cubicBezTo>
                      <a:pt x="332" y="903"/>
                      <a:pt x="332" y="897"/>
                      <a:pt x="333" y="895"/>
                    </a:cubicBezTo>
                    <a:cubicBezTo>
                      <a:pt x="338" y="885"/>
                      <a:pt x="350" y="876"/>
                      <a:pt x="354" y="866"/>
                    </a:cubicBezTo>
                    <a:cubicBezTo>
                      <a:pt x="358" y="856"/>
                      <a:pt x="347" y="799"/>
                      <a:pt x="342" y="787"/>
                    </a:cubicBezTo>
                    <a:cubicBezTo>
                      <a:pt x="343" y="775"/>
                      <a:pt x="343" y="763"/>
                      <a:pt x="343" y="751"/>
                    </a:cubicBezTo>
                    <a:cubicBezTo>
                      <a:pt x="335" y="722"/>
                      <a:pt x="334" y="678"/>
                      <a:pt x="333" y="654"/>
                    </a:cubicBezTo>
                    <a:cubicBezTo>
                      <a:pt x="338" y="650"/>
                      <a:pt x="343" y="645"/>
                      <a:pt x="348" y="643"/>
                    </a:cubicBezTo>
                    <a:cubicBezTo>
                      <a:pt x="357" y="642"/>
                      <a:pt x="365" y="641"/>
                      <a:pt x="374" y="641"/>
                    </a:cubicBezTo>
                    <a:cubicBezTo>
                      <a:pt x="375" y="639"/>
                      <a:pt x="376" y="637"/>
                      <a:pt x="378" y="635"/>
                    </a:cubicBezTo>
                    <a:cubicBezTo>
                      <a:pt x="384" y="632"/>
                      <a:pt x="402" y="633"/>
                      <a:pt x="412" y="629"/>
                    </a:cubicBezTo>
                    <a:cubicBezTo>
                      <a:pt x="414" y="628"/>
                      <a:pt x="416" y="623"/>
                      <a:pt x="418" y="622"/>
                    </a:cubicBezTo>
                    <a:cubicBezTo>
                      <a:pt x="421" y="621"/>
                      <a:pt x="425" y="624"/>
                      <a:pt x="426" y="624"/>
                    </a:cubicBezTo>
                    <a:cubicBezTo>
                      <a:pt x="434" y="626"/>
                      <a:pt x="442" y="619"/>
                      <a:pt x="445" y="616"/>
                    </a:cubicBezTo>
                    <a:cubicBezTo>
                      <a:pt x="469" y="623"/>
                      <a:pt x="503" y="644"/>
                      <a:pt x="530" y="633"/>
                    </a:cubicBezTo>
                    <a:cubicBezTo>
                      <a:pt x="551" y="625"/>
                      <a:pt x="571" y="584"/>
                      <a:pt x="544" y="567"/>
                    </a:cubicBezTo>
                    <a:cubicBezTo>
                      <a:pt x="513" y="547"/>
                      <a:pt x="481" y="550"/>
                      <a:pt x="444" y="561"/>
                    </a:cubicBezTo>
                    <a:cubicBezTo>
                      <a:pt x="425" y="566"/>
                      <a:pt x="403" y="564"/>
                      <a:pt x="385" y="570"/>
                    </a:cubicBezTo>
                    <a:cubicBezTo>
                      <a:pt x="378" y="570"/>
                      <a:pt x="370" y="570"/>
                      <a:pt x="363" y="570"/>
                    </a:cubicBezTo>
                    <a:cubicBezTo>
                      <a:pt x="353" y="573"/>
                      <a:pt x="342" y="576"/>
                      <a:pt x="331" y="574"/>
                    </a:cubicBezTo>
                    <a:cubicBezTo>
                      <a:pt x="331" y="573"/>
                      <a:pt x="331" y="571"/>
                      <a:pt x="331" y="570"/>
                    </a:cubicBezTo>
                    <a:cubicBezTo>
                      <a:pt x="337" y="566"/>
                      <a:pt x="342" y="560"/>
                      <a:pt x="348" y="557"/>
                    </a:cubicBezTo>
                    <a:cubicBezTo>
                      <a:pt x="355" y="557"/>
                      <a:pt x="362" y="556"/>
                      <a:pt x="369" y="556"/>
                    </a:cubicBezTo>
                    <a:cubicBezTo>
                      <a:pt x="388" y="547"/>
                      <a:pt x="412" y="528"/>
                      <a:pt x="422" y="509"/>
                    </a:cubicBezTo>
                    <a:cubicBezTo>
                      <a:pt x="425" y="503"/>
                      <a:pt x="439" y="492"/>
                      <a:pt x="434" y="481"/>
                    </a:cubicBezTo>
                    <a:cubicBezTo>
                      <a:pt x="434" y="479"/>
                      <a:pt x="406" y="461"/>
                      <a:pt x="402" y="460"/>
                    </a:cubicBezTo>
                    <a:cubicBezTo>
                      <a:pt x="379" y="462"/>
                      <a:pt x="355" y="465"/>
                      <a:pt x="331" y="467"/>
                    </a:cubicBezTo>
                    <a:cubicBezTo>
                      <a:pt x="323" y="467"/>
                      <a:pt x="315" y="467"/>
                      <a:pt x="306" y="467"/>
                    </a:cubicBezTo>
                    <a:cubicBezTo>
                      <a:pt x="304" y="468"/>
                      <a:pt x="303" y="472"/>
                      <a:pt x="300" y="473"/>
                    </a:cubicBezTo>
                    <a:cubicBezTo>
                      <a:pt x="299" y="472"/>
                      <a:pt x="297" y="471"/>
                      <a:pt x="296" y="471"/>
                    </a:cubicBezTo>
                    <a:cubicBezTo>
                      <a:pt x="296" y="469"/>
                      <a:pt x="296" y="468"/>
                      <a:pt x="296" y="467"/>
                    </a:cubicBezTo>
                    <a:cubicBezTo>
                      <a:pt x="313" y="460"/>
                      <a:pt x="327" y="443"/>
                      <a:pt x="342" y="436"/>
                    </a:cubicBezTo>
                    <a:cubicBezTo>
                      <a:pt x="346" y="435"/>
                      <a:pt x="350" y="435"/>
                      <a:pt x="353" y="434"/>
                    </a:cubicBezTo>
                    <a:cubicBezTo>
                      <a:pt x="357" y="432"/>
                      <a:pt x="364" y="424"/>
                      <a:pt x="368" y="423"/>
                    </a:cubicBezTo>
                    <a:cubicBezTo>
                      <a:pt x="370" y="424"/>
                      <a:pt x="373" y="425"/>
                      <a:pt x="375" y="426"/>
                    </a:cubicBezTo>
                    <a:cubicBezTo>
                      <a:pt x="398" y="416"/>
                      <a:pt x="434" y="410"/>
                      <a:pt x="459" y="401"/>
                    </a:cubicBezTo>
                    <a:cubicBezTo>
                      <a:pt x="464" y="401"/>
                      <a:pt x="469" y="401"/>
                      <a:pt x="474" y="401"/>
                    </a:cubicBezTo>
                    <a:cubicBezTo>
                      <a:pt x="510" y="389"/>
                      <a:pt x="552" y="379"/>
                      <a:pt x="586" y="364"/>
                    </a:cubicBezTo>
                    <a:cubicBezTo>
                      <a:pt x="616" y="350"/>
                      <a:pt x="649" y="340"/>
                      <a:pt x="648" y="299"/>
                    </a:cubicBezTo>
                    <a:cubicBezTo>
                      <a:pt x="622" y="273"/>
                      <a:pt x="543" y="293"/>
                      <a:pt x="513" y="305"/>
                    </a:cubicBezTo>
                    <a:close/>
                    <a:moveTo>
                      <a:pt x="244" y="294"/>
                    </a:moveTo>
                    <a:cubicBezTo>
                      <a:pt x="258" y="272"/>
                      <a:pt x="266" y="246"/>
                      <a:pt x="279" y="228"/>
                    </a:cubicBezTo>
                    <a:cubicBezTo>
                      <a:pt x="294" y="236"/>
                      <a:pt x="252" y="291"/>
                      <a:pt x="244" y="294"/>
                    </a:cubicBezTo>
                    <a:close/>
                    <a:moveTo>
                      <a:pt x="349" y="250"/>
                    </a:moveTo>
                    <a:cubicBezTo>
                      <a:pt x="345" y="246"/>
                      <a:pt x="341" y="242"/>
                      <a:pt x="336" y="238"/>
                    </a:cubicBezTo>
                    <a:cubicBezTo>
                      <a:pt x="326" y="215"/>
                      <a:pt x="352" y="193"/>
                      <a:pt x="362" y="178"/>
                    </a:cubicBezTo>
                    <a:cubicBezTo>
                      <a:pt x="363" y="178"/>
                      <a:pt x="363" y="178"/>
                      <a:pt x="364" y="178"/>
                    </a:cubicBezTo>
                    <a:cubicBezTo>
                      <a:pt x="361" y="199"/>
                      <a:pt x="359" y="255"/>
                      <a:pt x="365" y="272"/>
                    </a:cubicBezTo>
                    <a:cubicBezTo>
                      <a:pt x="356" y="271"/>
                      <a:pt x="353" y="256"/>
                      <a:pt x="349" y="250"/>
                    </a:cubicBezTo>
                    <a:close/>
                    <a:moveTo>
                      <a:pt x="385" y="229"/>
                    </a:moveTo>
                    <a:cubicBezTo>
                      <a:pt x="385" y="210"/>
                      <a:pt x="385" y="192"/>
                      <a:pt x="385" y="174"/>
                    </a:cubicBezTo>
                    <a:cubicBezTo>
                      <a:pt x="387" y="172"/>
                      <a:pt x="389" y="170"/>
                      <a:pt x="391" y="168"/>
                    </a:cubicBezTo>
                    <a:cubicBezTo>
                      <a:pt x="398" y="153"/>
                      <a:pt x="399" y="137"/>
                      <a:pt x="412" y="129"/>
                    </a:cubicBezTo>
                    <a:cubicBezTo>
                      <a:pt x="411" y="129"/>
                      <a:pt x="411" y="128"/>
                      <a:pt x="411" y="127"/>
                    </a:cubicBezTo>
                    <a:cubicBezTo>
                      <a:pt x="414" y="128"/>
                      <a:pt x="414" y="127"/>
                      <a:pt x="416" y="129"/>
                    </a:cubicBezTo>
                    <a:cubicBezTo>
                      <a:pt x="416" y="129"/>
                      <a:pt x="417" y="129"/>
                      <a:pt x="417" y="128"/>
                    </a:cubicBezTo>
                    <a:cubicBezTo>
                      <a:pt x="415" y="132"/>
                      <a:pt x="413" y="135"/>
                      <a:pt x="411" y="138"/>
                    </a:cubicBezTo>
                    <a:cubicBezTo>
                      <a:pt x="410" y="142"/>
                      <a:pt x="412" y="147"/>
                      <a:pt x="413" y="149"/>
                    </a:cubicBezTo>
                    <a:cubicBezTo>
                      <a:pt x="405" y="157"/>
                      <a:pt x="397" y="234"/>
                      <a:pt x="410" y="246"/>
                    </a:cubicBezTo>
                    <a:cubicBezTo>
                      <a:pt x="410" y="257"/>
                      <a:pt x="398" y="268"/>
                      <a:pt x="389" y="270"/>
                    </a:cubicBezTo>
                    <a:cubicBezTo>
                      <a:pt x="389" y="271"/>
                      <a:pt x="389" y="271"/>
                      <a:pt x="390" y="272"/>
                    </a:cubicBezTo>
                    <a:cubicBezTo>
                      <a:pt x="381" y="265"/>
                      <a:pt x="385" y="243"/>
                      <a:pt x="385" y="229"/>
                    </a:cubicBezTo>
                    <a:close/>
                    <a:moveTo>
                      <a:pt x="584" y="329"/>
                    </a:moveTo>
                    <a:cubicBezTo>
                      <a:pt x="538" y="360"/>
                      <a:pt x="476" y="375"/>
                      <a:pt x="414" y="388"/>
                    </a:cubicBezTo>
                    <a:cubicBezTo>
                      <a:pt x="407" y="369"/>
                      <a:pt x="428" y="364"/>
                      <a:pt x="433" y="353"/>
                    </a:cubicBezTo>
                    <a:cubicBezTo>
                      <a:pt x="433" y="351"/>
                      <a:pt x="433" y="348"/>
                      <a:pt x="433" y="346"/>
                    </a:cubicBezTo>
                    <a:cubicBezTo>
                      <a:pt x="433" y="346"/>
                      <a:pt x="434" y="346"/>
                      <a:pt x="434" y="347"/>
                    </a:cubicBezTo>
                    <a:cubicBezTo>
                      <a:pt x="434" y="346"/>
                      <a:pt x="434" y="346"/>
                      <a:pt x="434" y="345"/>
                    </a:cubicBezTo>
                    <a:cubicBezTo>
                      <a:pt x="435" y="344"/>
                      <a:pt x="468" y="333"/>
                      <a:pt x="470" y="334"/>
                    </a:cubicBezTo>
                    <a:cubicBezTo>
                      <a:pt x="476" y="337"/>
                      <a:pt x="493" y="329"/>
                      <a:pt x="500" y="326"/>
                    </a:cubicBezTo>
                    <a:cubicBezTo>
                      <a:pt x="505" y="329"/>
                      <a:pt x="562" y="313"/>
                      <a:pt x="569" y="310"/>
                    </a:cubicBezTo>
                    <a:cubicBezTo>
                      <a:pt x="579" y="307"/>
                      <a:pt x="586" y="310"/>
                      <a:pt x="592" y="305"/>
                    </a:cubicBezTo>
                    <a:cubicBezTo>
                      <a:pt x="600" y="304"/>
                      <a:pt x="625" y="305"/>
                      <a:pt x="626" y="306"/>
                    </a:cubicBezTo>
                    <a:cubicBezTo>
                      <a:pt x="627" y="306"/>
                      <a:pt x="628" y="306"/>
                      <a:pt x="629" y="306"/>
                    </a:cubicBezTo>
                    <a:cubicBezTo>
                      <a:pt x="622" y="316"/>
                      <a:pt x="595" y="322"/>
                      <a:pt x="584" y="329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54" name="iṩḷîḑé"/>
              <p:cNvSpPr/>
              <p:nvPr/>
            </p:nvSpPr>
            <p:spPr bwMode="auto">
              <a:xfrm>
                <a:off x="6967538" y="4999035"/>
                <a:ext cx="112713" cy="184150"/>
              </a:xfrm>
              <a:custGeom>
                <a:avLst/>
                <a:gdLst>
                  <a:gd name="T0" fmla="*/ 4 w 111"/>
                  <a:gd name="T1" fmla="*/ 181 h 181"/>
                  <a:gd name="T2" fmla="*/ 16 w 111"/>
                  <a:gd name="T3" fmla="*/ 163 h 181"/>
                  <a:gd name="T4" fmla="*/ 87 w 111"/>
                  <a:gd name="T5" fmla="*/ 91 h 181"/>
                  <a:gd name="T6" fmla="*/ 106 w 111"/>
                  <a:gd name="T7" fmla="*/ 60 h 181"/>
                  <a:gd name="T8" fmla="*/ 93 w 111"/>
                  <a:gd name="T9" fmla="*/ 0 h 181"/>
                  <a:gd name="T10" fmla="*/ 90 w 111"/>
                  <a:gd name="T11" fmla="*/ 0 h 181"/>
                  <a:gd name="T12" fmla="*/ 46 w 111"/>
                  <a:gd name="T13" fmla="*/ 94 h 181"/>
                  <a:gd name="T14" fmla="*/ 0 w 111"/>
                  <a:gd name="T15" fmla="*/ 177 h 181"/>
                  <a:gd name="T16" fmla="*/ 3 w 111"/>
                  <a:gd name="T17" fmla="*/ 181 h 181"/>
                  <a:gd name="T18" fmla="*/ 4 w 111"/>
                  <a:gd name="T19" fmla="*/ 181 h 18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</a:cxnLst>
                <a:rect l="0" t="0" r="r" b="b"/>
                <a:pathLst>
                  <a:path w="111" h="181">
                    <a:moveTo>
                      <a:pt x="4" y="181"/>
                    </a:moveTo>
                    <a:cubicBezTo>
                      <a:pt x="10" y="176"/>
                      <a:pt x="11" y="168"/>
                      <a:pt x="16" y="163"/>
                    </a:cubicBezTo>
                    <a:cubicBezTo>
                      <a:pt x="40" y="141"/>
                      <a:pt x="63" y="115"/>
                      <a:pt x="87" y="91"/>
                    </a:cubicBezTo>
                    <a:cubicBezTo>
                      <a:pt x="91" y="87"/>
                      <a:pt x="108" y="64"/>
                      <a:pt x="106" y="60"/>
                    </a:cubicBezTo>
                    <a:cubicBezTo>
                      <a:pt x="111" y="37"/>
                      <a:pt x="108" y="12"/>
                      <a:pt x="93" y="0"/>
                    </a:cubicBezTo>
                    <a:cubicBezTo>
                      <a:pt x="92" y="0"/>
                      <a:pt x="91" y="0"/>
                      <a:pt x="90" y="0"/>
                    </a:cubicBezTo>
                    <a:cubicBezTo>
                      <a:pt x="70" y="27"/>
                      <a:pt x="59" y="65"/>
                      <a:pt x="46" y="94"/>
                    </a:cubicBezTo>
                    <a:cubicBezTo>
                      <a:pt x="32" y="124"/>
                      <a:pt x="11" y="143"/>
                      <a:pt x="0" y="177"/>
                    </a:cubicBezTo>
                    <a:cubicBezTo>
                      <a:pt x="1" y="179"/>
                      <a:pt x="2" y="180"/>
                      <a:pt x="3" y="181"/>
                    </a:cubicBezTo>
                    <a:cubicBezTo>
                      <a:pt x="3" y="181"/>
                      <a:pt x="4" y="181"/>
                      <a:pt x="4" y="181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55" name="ïṧlïḋè"/>
              <p:cNvSpPr/>
              <p:nvPr/>
            </p:nvSpPr>
            <p:spPr bwMode="auto">
              <a:xfrm>
                <a:off x="7018338" y="5157785"/>
                <a:ext cx="57150" cy="71437"/>
              </a:xfrm>
              <a:custGeom>
                <a:avLst/>
                <a:gdLst>
                  <a:gd name="T0" fmla="*/ 1 w 56"/>
                  <a:gd name="T1" fmla="*/ 65 h 70"/>
                  <a:gd name="T2" fmla="*/ 5 w 56"/>
                  <a:gd name="T3" fmla="*/ 70 h 70"/>
                  <a:gd name="T4" fmla="*/ 52 w 56"/>
                  <a:gd name="T5" fmla="*/ 48 h 70"/>
                  <a:gd name="T6" fmla="*/ 55 w 56"/>
                  <a:gd name="T7" fmla="*/ 26 h 70"/>
                  <a:gd name="T8" fmla="*/ 11 w 56"/>
                  <a:gd name="T9" fmla="*/ 0 h 70"/>
                  <a:gd name="T10" fmla="*/ 4 w 56"/>
                  <a:gd name="T11" fmla="*/ 30 h 70"/>
                  <a:gd name="T12" fmla="*/ 6 w 56"/>
                  <a:gd name="T13" fmla="*/ 46 h 70"/>
                  <a:gd name="T14" fmla="*/ 1 w 56"/>
                  <a:gd name="T15" fmla="*/ 65 h 7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</a:cxnLst>
                <a:rect l="0" t="0" r="r" b="b"/>
                <a:pathLst>
                  <a:path w="56" h="70">
                    <a:moveTo>
                      <a:pt x="1" y="65"/>
                    </a:moveTo>
                    <a:cubicBezTo>
                      <a:pt x="2" y="67"/>
                      <a:pt x="3" y="68"/>
                      <a:pt x="5" y="70"/>
                    </a:cubicBezTo>
                    <a:cubicBezTo>
                      <a:pt x="23" y="67"/>
                      <a:pt x="36" y="52"/>
                      <a:pt x="52" y="48"/>
                    </a:cubicBezTo>
                    <a:cubicBezTo>
                      <a:pt x="56" y="41"/>
                      <a:pt x="55" y="33"/>
                      <a:pt x="55" y="26"/>
                    </a:cubicBezTo>
                    <a:cubicBezTo>
                      <a:pt x="42" y="15"/>
                      <a:pt x="31" y="1"/>
                      <a:pt x="11" y="0"/>
                    </a:cubicBezTo>
                    <a:cubicBezTo>
                      <a:pt x="7" y="4"/>
                      <a:pt x="0" y="19"/>
                      <a:pt x="4" y="30"/>
                    </a:cubicBezTo>
                    <a:cubicBezTo>
                      <a:pt x="5" y="32"/>
                      <a:pt x="8" y="41"/>
                      <a:pt x="6" y="46"/>
                    </a:cubicBezTo>
                    <a:cubicBezTo>
                      <a:pt x="4" y="50"/>
                      <a:pt x="1" y="59"/>
                      <a:pt x="1" y="65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56" name="íṩḷïdè"/>
              <p:cNvSpPr/>
              <p:nvPr/>
            </p:nvSpPr>
            <p:spPr bwMode="auto">
              <a:xfrm>
                <a:off x="6881813" y="5394322"/>
                <a:ext cx="50800" cy="155575"/>
              </a:xfrm>
              <a:custGeom>
                <a:avLst/>
                <a:gdLst>
                  <a:gd name="T0" fmla="*/ 31 w 50"/>
                  <a:gd name="T1" fmla="*/ 148 h 154"/>
                  <a:gd name="T2" fmla="*/ 40 w 50"/>
                  <a:gd name="T3" fmla="*/ 89 h 154"/>
                  <a:gd name="T4" fmla="*/ 39 w 50"/>
                  <a:gd name="T5" fmla="*/ 58 h 154"/>
                  <a:gd name="T6" fmla="*/ 48 w 50"/>
                  <a:gd name="T7" fmla="*/ 3 h 154"/>
                  <a:gd name="T8" fmla="*/ 42 w 50"/>
                  <a:gd name="T9" fmla="*/ 0 h 154"/>
                  <a:gd name="T10" fmla="*/ 11 w 50"/>
                  <a:gd name="T11" fmla="*/ 56 h 154"/>
                  <a:gd name="T12" fmla="*/ 12 w 50"/>
                  <a:gd name="T13" fmla="*/ 70 h 154"/>
                  <a:gd name="T14" fmla="*/ 6 w 50"/>
                  <a:gd name="T15" fmla="*/ 79 h 154"/>
                  <a:gd name="T16" fmla="*/ 6 w 50"/>
                  <a:gd name="T17" fmla="*/ 102 h 154"/>
                  <a:gd name="T18" fmla="*/ 10 w 50"/>
                  <a:gd name="T19" fmla="*/ 154 h 154"/>
                  <a:gd name="T20" fmla="*/ 31 w 50"/>
                  <a:gd name="T21" fmla="*/ 148 h 15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</a:cxnLst>
                <a:rect l="0" t="0" r="r" b="b"/>
                <a:pathLst>
                  <a:path w="50" h="154">
                    <a:moveTo>
                      <a:pt x="31" y="148"/>
                    </a:moveTo>
                    <a:cubicBezTo>
                      <a:pt x="39" y="134"/>
                      <a:pt x="40" y="109"/>
                      <a:pt x="40" y="89"/>
                    </a:cubicBezTo>
                    <a:cubicBezTo>
                      <a:pt x="40" y="78"/>
                      <a:pt x="40" y="68"/>
                      <a:pt x="39" y="58"/>
                    </a:cubicBezTo>
                    <a:cubicBezTo>
                      <a:pt x="48" y="47"/>
                      <a:pt x="50" y="22"/>
                      <a:pt x="48" y="3"/>
                    </a:cubicBezTo>
                    <a:cubicBezTo>
                      <a:pt x="45" y="1"/>
                      <a:pt x="46" y="1"/>
                      <a:pt x="42" y="0"/>
                    </a:cubicBezTo>
                    <a:cubicBezTo>
                      <a:pt x="34" y="19"/>
                      <a:pt x="20" y="36"/>
                      <a:pt x="11" y="56"/>
                    </a:cubicBezTo>
                    <a:cubicBezTo>
                      <a:pt x="12" y="61"/>
                      <a:pt x="12" y="66"/>
                      <a:pt x="12" y="70"/>
                    </a:cubicBezTo>
                    <a:cubicBezTo>
                      <a:pt x="11" y="73"/>
                      <a:pt x="7" y="76"/>
                      <a:pt x="6" y="79"/>
                    </a:cubicBezTo>
                    <a:cubicBezTo>
                      <a:pt x="6" y="86"/>
                      <a:pt x="6" y="94"/>
                      <a:pt x="6" y="102"/>
                    </a:cubicBezTo>
                    <a:cubicBezTo>
                      <a:pt x="0" y="114"/>
                      <a:pt x="0" y="139"/>
                      <a:pt x="10" y="154"/>
                    </a:cubicBezTo>
                    <a:cubicBezTo>
                      <a:pt x="22" y="154"/>
                      <a:pt x="23" y="150"/>
                      <a:pt x="31" y="148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</p:grpSp>
        <p:grpSp>
          <p:nvGrpSpPr>
            <p:cNvPr id="48" name="iṩ1ídè"/>
            <p:cNvGrpSpPr/>
            <p:nvPr/>
          </p:nvGrpSpPr>
          <p:grpSpPr>
            <a:xfrm>
              <a:off x="7273918" y="2792408"/>
              <a:ext cx="599342" cy="855718"/>
              <a:chOff x="6115050" y="4976810"/>
              <a:chExt cx="560388" cy="800100"/>
            </a:xfrm>
            <a:grpFill/>
          </p:grpSpPr>
          <p:sp>
            <p:nvSpPr>
              <p:cNvPr id="51" name="íśḷíďê"/>
              <p:cNvSpPr/>
              <p:nvPr/>
            </p:nvSpPr>
            <p:spPr bwMode="auto">
              <a:xfrm>
                <a:off x="6115050" y="4976810"/>
                <a:ext cx="477838" cy="792162"/>
              </a:xfrm>
              <a:custGeom>
                <a:avLst/>
                <a:gdLst>
                  <a:gd name="T0" fmla="*/ 471 w 471"/>
                  <a:gd name="T1" fmla="*/ 354 h 778"/>
                  <a:gd name="T2" fmla="*/ 358 w 471"/>
                  <a:gd name="T3" fmla="*/ 323 h 778"/>
                  <a:gd name="T4" fmla="*/ 351 w 471"/>
                  <a:gd name="T5" fmla="*/ 337 h 778"/>
                  <a:gd name="T6" fmla="*/ 384 w 471"/>
                  <a:gd name="T7" fmla="*/ 358 h 778"/>
                  <a:gd name="T8" fmla="*/ 366 w 471"/>
                  <a:gd name="T9" fmla="*/ 387 h 778"/>
                  <a:gd name="T10" fmla="*/ 288 w 471"/>
                  <a:gd name="T11" fmla="*/ 435 h 778"/>
                  <a:gd name="T12" fmla="*/ 288 w 471"/>
                  <a:gd name="T13" fmla="*/ 418 h 778"/>
                  <a:gd name="T14" fmla="*/ 288 w 471"/>
                  <a:gd name="T15" fmla="*/ 403 h 778"/>
                  <a:gd name="T16" fmla="*/ 305 w 471"/>
                  <a:gd name="T17" fmla="*/ 352 h 778"/>
                  <a:gd name="T18" fmla="*/ 305 w 471"/>
                  <a:gd name="T19" fmla="*/ 336 h 778"/>
                  <a:gd name="T20" fmla="*/ 315 w 471"/>
                  <a:gd name="T21" fmla="*/ 315 h 778"/>
                  <a:gd name="T22" fmla="*/ 316 w 471"/>
                  <a:gd name="T23" fmla="*/ 291 h 778"/>
                  <a:gd name="T24" fmla="*/ 326 w 471"/>
                  <a:gd name="T25" fmla="*/ 223 h 778"/>
                  <a:gd name="T26" fmla="*/ 329 w 471"/>
                  <a:gd name="T27" fmla="*/ 170 h 778"/>
                  <a:gd name="T28" fmla="*/ 346 w 471"/>
                  <a:gd name="T29" fmla="*/ 98 h 778"/>
                  <a:gd name="T30" fmla="*/ 356 w 471"/>
                  <a:gd name="T31" fmla="*/ 26 h 778"/>
                  <a:gd name="T32" fmla="*/ 303 w 471"/>
                  <a:gd name="T33" fmla="*/ 0 h 778"/>
                  <a:gd name="T34" fmla="*/ 288 w 471"/>
                  <a:gd name="T35" fmla="*/ 47 h 778"/>
                  <a:gd name="T36" fmla="*/ 292 w 471"/>
                  <a:gd name="T37" fmla="*/ 60 h 778"/>
                  <a:gd name="T38" fmla="*/ 288 w 471"/>
                  <a:gd name="T39" fmla="*/ 135 h 778"/>
                  <a:gd name="T40" fmla="*/ 281 w 471"/>
                  <a:gd name="T41" fmla="*/ 178 h 778"/>
                  <a:gd name="T42" fmla="*/ 283 w 471"/>
                  <a:gd name="T43" fmla="*/ 191 h 778"/>
                  <a:gd name="T44" fmla="*/ 276 w 471"/>
                  <a:gd name="T45" fmla="*/ 215 h 778"/>
                  <a:gd name="T46" fmla="*/ 277 w 471"/>
                  <a:gd name="T47" fmla="*/ 245 h 778"/>
                  <a:gd name="T48" fmla="*/ 246 w 471"/>
                  <a:gd name="T49" fmla="*/ 391 h 778"/>
                  <a:gd name="T50" fmla="*/ 247 w 471"/>
                  <a:gd name="T51" fmla="*/ 405 h 778"/>
                  <a:gd name="T52" fmla="*/ 240 w 471"/>
                  <a:gd name="T53" fmla="*/ 414 h 778"/>
                  <a:gd name="T54" fmla="*/ 224 w 471"/>
                  <a:gd name="T55" fmla="*/ 470 h 778"/>
                  <a:gd name="T56" fmla="*/ 141 w 471"/>
                  <a:gd name="T57" fmla="*/ 533 h 778"/>
                  <a:gd name="T58" fmla="*/ 106 w 471"/>
                  <a:gd name="T59" fmla="*/ 563 h 778"/>
                  <a:gd name="T60" fmla="*/ 63 w 471"/>
                  <a:gd name="T61" fmla="*/ 583 h 778"/>
                  <a:gd name="T62" fmla="*/ 57 w 471"/>
                  <a:gd name="T63" fmla="*/ 591 h 778"/>
                  <a:gd name="T64" fmla="*/ 71 w 471"/>
                  <a:gd name="T65" fmla="*/ 619 h 778"/>
                  <a:gd name="T66" fmla="*/ 78 w 471"/>
                  <a:gd name="T67" fmla="*/ 623 h 778"/>
                  <a:gd name="T68" fmla="*/ 117 w 471"/>
                  <a:gd name="T69" fmla="*/ 598 h 778"/>
                  <a:gd name="T70" fmla="*/ 140 w 471"/>
                  <a:gd name="T71" fmla="*/ 577 h 778"/>
                  <a:gd name="T72" fmla="*/ 152 w 471"/>
                  <a:gd name="T73" fmla="*/ 563 h 778"/>
                  <a:gd name="T74" fmla="*/ 169 w 471"/>
                  <a:gd name="T75" fmla="*/ 554 h 778"/>
                  <a:gd name="T76" fmla="*/ 181 w 471"/>
                  <a:gd name="T77" fmla="*/ 539 h 778"/>
                  <a:gd name="T78" fmla="*/ 192 w 471"/>
                  <a:gd name="T79" fmla="*/ 537 h 778"/>
                  <a:gd name="T80" fmla="*/ 206 w 471"/>
                  <a:gd name="T81" fmla="*/ 522 h 778"/>
                  <a:gd name="T82" fmla="*/ 211 w 471"/>
                  <a:gd name="T83" fmla="*/ 524 h 778"/>
                  <a:gd name="T84" fmla="*/ 186 w 471"/>
                  <a:gd name="T85" fmla="*/ 584 h 778"/>
                  <a:gd name="T86" fmla="*/ 86 w 471"/>
                  <a:gd name="T87" fmla="*/ 703 h 778"/>
                  <a:gd name="T88" fmla="*/ 77 w 471"/>
                  <a:gd name="T89" fmla="*/ 703 h 778"/>
                  <a:gd name="T90" fmla="*/ 35 w 471"/>
                  <a:gd name="T91" fmla="*/ 720 h 778"/>
                  <a:gd name="T92" fmla="*/ 10 w 471"/>
                  <a:gd name="T93" fmla="*/ 720 h 778"/>
                  <a:gd name="T94" fmla="*/ 0 w 471"/>
                  <a:gd name="T95" fmla="*/ 728 h 778"/>
                  <a:gd name="T96" fmla="*/ 11 w 471"/>
                  <a:gd name="T97" fmla="*/ 746 h 778"/>
                  <a:gd name="T98" fmla="*/ 143 w 471"/>
                  <a:gd name="T99" fmla="*/ 731 h 778"/>
                  <a:gd name="T100" fmla="*/ 235 w 471"/>
                  <a:gd name="T101" fmla="*/ 584 h 778"/>
                  <a:gd name="T102" fmla="*/ 270 w 471"/>
                  <a:gd name="T103" fmla="*/ 489 h 778"/>
                  <a:gd name="T104" fmla="*/ 327 w 471"/>
                  <a:gd name="T105" fmla="*/ 452 h 778"/>
                  <a:gd name="T106" fmla="*/ 471 w 471"/>
                  <a:gd name="T107" fmla="*/ 354 h 77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  <a:cxn ang="0">
                    <a:pos x="T90" y="T91"/>
                  </a:cxn>
                  <a:cxn ang="0">
                    <a:pos x="T92" y="T93"/>
                  </a:cxn>
                  <a:cxn ang="0">
                    <a:pos x="T94" y="T95"/>
                  </a:cxn>
                  <a:cxn ang="0">
                    <a:pos x="T96" y="T97"/>
                  </a:cxn>
                  <a:cxn ang="0">
                    <a:pos x="T98" y="T99"/>
                  </a:cxn>
                  <a:cxn ang="0">
                    <a:pos x="T100" y="T101"/>
                  </a:cxn>
                  <a:cxn ang="0">
                    <a:pos x="T102" y="T103"/>
                  </a:cxn>
                  <a:cxn ang="0">
                    <a:pos x="T104" y="T105"/>
                  </a:cxn>
                  <a:cxn ang="0">
                    <a:pos x="T106" y="T107"/>
                  </a:cxn>
                </a:cxnLst>
                <a:rect l="0" t="0" r="r" b="b"/>
                <a:pathLst>
                  <a:path w="471" h="778">
                    <a:moveTo>
                      <a:pt x="471" y="354"/>
                    </a:moveTo>
                    <a:cubicBezTo>
                      <a:pt x="467" y="329"/>
                      <a:pt x="390" y="322"/>
                      <a:pt x="358" y="323"/>
                    </a:cubicBezTo>
                    <a:cubicBezTo>
                      <a:pt x="355" y="327"/>
                      <a:pt x="351" y="330"/>
                      <a:pt x="351" y="337"/>
                    </a:cubicBezTo>
                    <a:cubicBezTo>
                      <a:pt x="362" y="342"/>
                      <a:pt x="370" y="356"/>
                      <a:pt x="384" y="358"/>
                    </a:cubicBezTo>
                    <a:cubicBezTo>
                      <a:pt x="396" y="375"/>
                      <a:pt x="379" y="381"/>
                      <a:pt x="366" y="387"/>
                    </a:cubicBezTo>
                    <a:cubicBezTo>
                      <a:pt x="358" y="391"/>
                      <a:pt x="288" y="433"/>
                      <a:pt x="288" y="435"/>
                    </a:cubicBezTo>
                    <a:cubicBezTo>
                      <a:pt x="276" y="432"/>
                      <a:pt x="287" y="422"/>
                      <a:pt x="288" y="418"/>
                    </a:cubicBezTo>
                    <a:cubicBezTo>
                      <a:pt x="288" y="413"/>
                      <a:pt x="288" y="408"/>
                      <a:pt x="288" y="403"/>
                    </a:cubicBezTo>
                    <a:cubicBezTo>
                      <a:pt x="296" y="386"/>
                      <a:pt x="299" y="370"/>
                      <a:pt x="305" y="352"/>
                    </a:cubicBezTo>
                    <a:cubicBezTo>
                      <a:pt x="305" y="347"/>
                      <a:pt x="305" y="341"/>
                      <a:pt x="305" y="336"/>
                    </a:cubicBezTo>
                    <a:cubicBezTo>
                      <a:pt x="308" y="331"/>
                      <a:pt x="313" y="321"/>
                      <a:pt x="315" y="315"/>
                    </a:cubicBezTo>
                    <a:cubicBezTo>
                      <a:pt x="316" y="307"/>
                      <a:pt x="316" y="299"/>
                      <a:pt x="316" y="291"/>
                    </a:cubicBezTo>
                    <a:cubicBezTo>
                      <a:pt x="323" y="271"/>
                      <a:pt x="319" y="240"/>
                      <a:pt x="326" y="223"/>
                    </a:cubicBezTo>
                    <a:cubicBezTo>
                      <a:pt x="326" y="223"/>
                      <a:pt x="327" y="173"/>
                      <a:pt x="329" y="170"/>
                    </a:cubicBezTo>
                    <a:cubicBezTo>
                      <a:pt x="337" y="151"/>
                      <a:pt x="340" y="120"/>
                      <a:pt x="346" y="98"/>
                    </a:cubicBezTo>
                    <a:cubicBezTo>
                      <a:pt x="350" y="82"/>
                      <a:pt x="363" y="37"/>
                      <a:pt x="356" y="26"/>
                    </a:cubicBezTo>
                    <a:cubicBezTo>
                      <a:pt x="345" y="9"/>
                      <a:pt x="322" y="5"/>
                      <a:pt x="303" y="0"/>
                    </a:cubicBezTo>
                    <a:cubicBezTo>
                      <a:pt x="295" y="12"/>
                      <a:pt x="287" y="27"/>
                      <a:pt x="288" y="47"/>
                    </a:cubicBezTo>
                    <a:cubicBezTo>
                      <a:pt x="289" y="52"/>
                      <a:pt x="294" y="54"/>
                      <a:pt x="292" y="60"/>
                    </a:cubicBezTo>
                    <a:cubicBezTo>
                      <a:pt x="286" y="78"/>
                      <a:pt x="284" y="111"/>
                      <a:pt x="288" y="135"/>
                    </a:cubicBezTo>
                    <a:cubicBezTo>
                      <a:pt x="284" y="143"/>
                      <a:pt x="283" y="165"/>
                      <a:pt x="281" y="178"/>
                    </a:cubicBezTo>
                    <a:cubicBezTo>
                      <a:pt x="281" y="182"/>
                      <a:pt x="282" y="186"/>
                      <a:pt x="283" y="191"/>
                    </a:cubicBezTo>
                    <a:cubicBezTo>
                      <a:pt x="280" y="198"/>
                      <a:pt x="278" y="209"/>
                      <a:pt x="276" y="215"/>
                    </a:cubicBezTo>
                    <a:cubicBezTo>
                      <a:pt x="276" y="225"/>
                      <a:pt x="276" y="235"/>
                      <a:pt x="277" y="245"/>
                    </a:cubicBezTo>
                    <a:cubicBezTo>
                      <a:pt x="263" y="290"/>
                      <a:pt x="265" y="349"/>
                      <a:pt x="246" y="391"/>
                    </a:cubicBezTo>
                    <a:cubicBezTo>
                      <a:pt x="247" y="396"/>
                      <a:pt x="247" y="400"/>
                      <a:pt x="247" y="405"/>
                    </a:cubicBezTo>
                    <a:cubicBezTo>
                      <a:pt x="246" y="407"/>
                      <a:pt x="241" y="411"/>
                      <a:pt x="240" y="414"/>
                    </a:cubicBezTo>
                    <a:cubicBezTo>
                      <a:pt x="235" y="430"/>
                      <a:pt x="236" y="460"/>
                      <a:pt x="224" y="470"/>
                    </a:cubicBezTo>
                    <a:cubicBezTo>
                      <a:pt x="200" y="491"/>
                      <a:pt x="168" y="515"/>
                      <a:pt x="141" y="533"/>
                    </a:cubicBezTo>
                    <a:cubicBezTo>
                      <a:pt x="129" y="541"/>
                      <a:pt x="118" y="556"/>
                      <a:pt x="106" y="563"/>
                    </a:cubicBezTo>
                    <a:cubicBezTo>
                      <a:pt x="95" y="570"/>
                      <a:pt x="65" y="570"/>
                      <a:pt x="63" y="583"/>
                    </a:cubicBezTo>
                    <a:cubicBezTo>
                      <a:pt x="58" y="584"/>
                      <a:pt x="58" y="585"/>
                      <a:pt x="57" y="591"/>
                    </a:cubicBezTo>
                    <a:cubicBezTo>
                      <a:pt x="62" y="597"/>
                      <a:pt x="69" y="610"/>
                      <a:pt x="71" y="619"/>
                    </a:cubicBezTo>
                    <a:cubicBezTo>
                      <a:pt x="73" y="621"/>
                      <a:pt x="75" y="622"/>
                      <a:pt x="78" y="623"/>
                    </a:cubicBezTo>
                    <a:cubicBezTo>
                      <a:pt x="94" y="623"/>
                      <a:pt x="108" y="607"/>
                      <a:pt x="117" y="598"/>
                    </a:cubicBezTo>
                    <a:cubicBezTo>
                      <a:pt x="124" y="591"/>
                      <a:pt x="132" y="584"/>
                      <a:pt x="140" y="577"/>
                    </a:cubicBezTo>
                    <a:cubicBezTo>
                      <a:pt x="143" y="574"/>
                      <a:pt x="147" y="566"/>
                      <a:pt x="152" y="563"/>
                    </a:cubicBezTo>
                    <a:cubicBezTo>
                      <a:pt x="158" y="560"/>
                      <a:pt x="163" y="557"/>
                      <a:pt x="169" y="554"/>
                    </a:cubicBezTo>
                    <a:cubicBezTo>
                      <a:pt x="173" y="549"/>
                      <a:pt x="177" y="544"/>
                      <a:pt x="181" y="539"/>
                    </a:cubicBezTo>
                    <a:cubicBezTo>
                      <a:pt x="185" y="538"/>
                      <a:pt x="188" y="537"/>
                      <a:pt x="192" y="537"/>
                    </a:cubicBezTo>
                    <a:cubicBezTo>
                      <a:pt x="195" y="534"/>
                      <a:pt x="203" y="526"/>
                      <a:pt x="206" y="522"/>
                    </a:cubicBezTo>
                    <a:cubicBezTo>
                      <a:pt x="208" y="523"/>
                      <a:pt x="209" y="523"/>
                      <a:pt x="211" y="524"/>
                    </a:cubicBezTo>
                    <a:cubicBezTo>
                      <a:pt x="211" y="549"/>
                      <a:pt x="195" y="565"/>
                      <a:pt x="186" y="584"/>
                    </a:cubicBezTo>
                    <a:cubicBezTo>
                      <a:pt x="168" y="625"/>
                      <a:pt x="122" y="683"/>
                      <a:pt x="86" y="703"/>
                    </a:cubicBezTo>
                    <a:cubicBezTo>
                      <a:pt x="83" y="703"/>
                      <a:pt x="80" y="703"/>
                      <a:pt x="77" y="703"/>
                    </a:cubicBezTo>
                    <a:cubicBezTo>
                      <a:pt x="66" y="707"/>
                      <a:pt x="47" y="714"/>
                      <a:pt x="35" y="720"/>
                    </a:cubicBezTo>
                    <a:cubicBezTo>
                      <a:pt x="27" y="720"/>
                      <a:pt x="18" y="720"/>
                      <a:pt x="10" y="720"/>
                    </a:cubicBezTo>
                    <a:cubicBezTo>
                      <a:pt x="7" y="722"/>
                      <a:pt x="4" y="725"/>
                      <a:pt x="0" y="728"/>
                    </a:cubicBezTo>
                    <a:cubicBezTo>
                      <a:pt x="0" y="739"/>
                      <a:pt x="6" y="740"/>
                      <a:pt x="11" y="746"/>
                    </a:cubicBezTo>
                    <a:cubicBezTo>
                      <a:pt x="42" y="778"/>
                      <a:pt x="124" y="759"/>
                      <a:pt x="143" y="731"/>
                    </a:cubicBezTo>
                    <a:cubicBezTo>
                      <a:pt x="175" y="683"/>
                      <a:pt x="208" y="637"/>
                      <a:pt x="235" y="584"/>
                    </a:cubicBezTo>
                    <a:cubicBezTo>
                      <a:pt x="250" y="552"/>
                      <a:pt x="254" y="521"/>
                      <a:pt x="270" y="489"/>
                    </a:cubicBezTo>
                    <a:cubicBezTo>
                      <a:pt x="275" y="480"/>
                      <a:pt x="317" y="460"/>
                      <a:pt x="327" y="452"/>
                    </a:cubicBezTo>
                    <a:cubicBezTo>
                      <a:pt x="374" y="417"/>
                      <a:pt x="424" y="388"/>
                      <a:pt x="471" y="35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52" name="íšľíḑê"/>
              <p:cNvSpPr/>
              <p:nvPr/>
            </p:nvSpPr>
            <p:spPr bwMode="auto">
              <a:xfrm>
                <a:off x="6384925" y="5484810"/>
                <a:ext cx="290513" cy="292100"/>
              </a:xfrm>
              <a:custGeom>
                <a:avLst/>
                <a:gdLst>
                  <a:gd name="T0" fmla="*/ 229 w 286"/>
                  <a:gd name="T1" fmla="*/ 216 h 287"/>
                  <a:gd name="T2" fmla="*/ 225 w 286"/>
                  <a:gd name="T3" fmla="*/ 211 h 287"/>
                  <a:gd name="T4" fmla="*/ 210 w 286"/>
                  <a:gd name="T5" fmla="*/ 210 h 287"/>
                  <a:gd name="T6" fmla="*/ 206 w 286"/>
                  <a:gd name="T7" fmla="*/ 205 h 287"/>
                  <a:gd name="T8" fmla="*/ 194 w 286"/>
                  <a:gd name="T9" fmla="*/ 205 h 287"/>
                  <a:gd name="T10" fmla="*/ 171 w 286"/>
                  <a:gd name="T11" fmla="*/ 192 h 287"/>
                  <a:gd name="T12" fmla="*/ 151 w 286"/>
                  <a:gd name="T13" fmla="*/ 169 h 287"/>
                  <a:gd name="T14" fmla="*/ 117 w 286"/>
                  <a:gd name="T15" fmla="*/ 142 h 287"/>
                  <a:gd name="T16" fmla="*/ 107 w 286"/>
                  <a:gd name="T17" fmla="*/ 120 h 287"/>
                  <a:gd name="T18" fmla="*/ 66 w 286"/>
                  <a:gd name="T19" fmla="*/ 56 h 287"/>
                  <a:gd name="T20" fmla="*/ 14 w 286"/>
                  <a:gd name="T21" fmla="*/ 0 h 287"/>
                  <a:gd name="T22" fmla="*/ 40 w 286"/>
                  <a:gd name="T23" fmla="*/ 118 h 287"/>
                  <a:gd name="T24" fmla="*/ 65 w 286"/>
                  <a:gd name="T25" fmla="*/ 182 h 287"/>
                  <a:gd name="T26" fmla="*/ 66 w 286"/>
                  <a:gd name="T27" fmla="*/ 204 h 287"/>
                  <a:gd name="T28" fmla="*/ 88 w 286"/>
                  <a:gd name="T29" fmla="*/ 257 h 287"/>
                  <a:gd name="T30" fmla="*/ 103 w 286"/>
                  <a:gd name="T31" fmla="*/ 268 h 287"/>
                  <a:gd name="T32" fmla="*/ 151 w 286"/>
                  <a:gd name="T33" fmla="*/ 276 h 287"/>
                  <a:gd name="T34" fmla="*/ 172 w 286"/>
                  <a:gd name="T35" fmla="*/ 276 h 287"/>
                  <a:gd name="T36" fmla="*/ 183 w 286"/>
                  <a:gd name="T37" fmla="*/ 270 h 287"/>
                  <a:gd name="T38" fmla="*/ 232 w 286"/>
                  <a:gd name="T39" fmla="*/ 269 h 287"/>
                  <a:gd name="T40" fmla="*/ 286 w 286"/>
                  <a:gd name="T41" fmla="*/ 238 h 287"/>
                  <a:gd name="T42" fmla="*/ 229 w 286"/>
                  <a:gd name="T43" fmla="*/ 216 h 28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</a:cxnLst>
                <a:rect l="0" t="0" r="r" b="b"/>
                <a:pathLst>
                  <a:path w="286" h="287">
                    <a:moveTo>
                      <a:pt x="229" y="216"/>
                    </a:moveTo>
                    <a:cubicBezTo>
                      <a:pt x="228" y="214"/>
                      <a:pt x="226" y="212"/>
                      <a:pt x="225" y="211"/>
                    </a:cubicBezTo>
                    <a:cubicBezTo>
                      <a:pt x="220" y="210"/>
                      <a:pt x="215" y="210"/>
                      <a:pt x="210" y="210"/>
                    </a:cubicBezTo>
                    <a:cubicBezTo>
                      <a:pt x="209" y="208"/>
                      <a:pt x="208" y="206"/>
                      <a:pt x="206" y="205"/>
                    </a:cubicBezTo>
                    <a:cubicBezTo>
                      <a:pt x="202" y="205"/>
                      <a:pt x="198" y="205"/>
                      <a:pt x="194" y="205"/>
                    </a:cubicBezTo>
                    <a:cubicBezTo>
                      <a:pt x="201" y="202"/>
                      <a:pt x="175" y="194"/>
                      <a:pt x="171" y="192"/>
                    </a:cubicBezTo>
                    <a:cubicBezTo>
                      <a:pt x="164" y="184"/>
                      <a:pt x="157" y="177"/>
                      <a:pt x="151" y="169"/>
                    </a:cubicBezTo>
                    <a:cubicBezTo>
                      <a:pt x="142" y="158"/>
                      <a:pt x="125" y="155"/>
                      <a:pt x="117" y="142"/>
                    </a:cubicBezTo>
                    <a:cubicBezTo>
                      <a:pt x="119" y="141"/>
                      <a:pt x="109" y="123"/>
                      <a:pt x="107" y="120"/>
                    </a:cubicBezTo>
                    <a:cubicBezTo>
                      <a:pt x="94" y="107"/>
                      <a:pt x="75" y="72"/>
                      <a:pt x="66" y="56"/>
                    </a:cubicBezTo>
                    <a:cubicBezTo>
                      <a:pt x="55" y="37"/>
                      <a:pt x="41" y="2"/>
                      <a:pt x="14" y="0"/>
                    </a:cubicBezTo>
                    <a:cubicBezTo>
                      <a:pt x="0" y="23"/>
                      <a:pt x="32" y="95"/>
                      <a:pt x="40" y="118"/>
                    </a:cubicBezTo>
                    <a:cubicBezTo>
                      <a:pt x="48" y="141"/>
                      <a:pt x="55" y="165"/>
                      <a:pt x="65" y="182"/>
                    </a:cubicBezTo>
                    <a:cubicBezTo>
                      <a:pt x="65" y="189"/>
                      <a:pt x="66" y="197"/>
                      <a:pt x="66" y="204"/>
                    </a:cubicBezTo>
                    <a:cubicBezTo>
                      <a:pt x="74" y="223"/>
                      <a:pt x="78" y="242"/>
                      <a:pt x="88" y="257"/>
                    </a:cubicBezTo>
                    <a:cubicBezTo>
                      <a:pt x="93" y="261"/>
                      <a:pt x="98" y="264"/>
                      <a:pt x="103" y="268"/>
                    </a:cubicBezTo>
                    <a:cubicBezTo>
                      <a:pt x="122" y="278"/>
                      <a:pt x="128" y="287"/>
                      <a:pt x="151" y="276"/>
                    </a:cubicBezTo>
                    <a:cubicBezTo>
                      <a:pt x="158" y="276"/>
                      <a:pt x="165" y="276"/>
                      <a:pt x="172" y="276"/>
                    </a:cubicBezTo>
                    <a:cubicBezTo>
                      <a:pt x="175" y="274"/>
                      <a:pt x="179" y="272"/>
                      <a:pt x="183" y="270"/>
                    </a:cubicBezTo>
                    <a:cubicBezTo>
                      <a:pt x="199" y="269"/>
                      <a:pt x="216" y="269"/>
                      <a:pt x="232" y="269"/>
                    </a:cubicBezTo>
                    <a:cubicBezTo>
                      <a:pt x="258" y="256"/>
                      <a:pt x="267" y="261"/>
                      <a:pt x="286" y="238"/>
                    </a:cubicBezTo>
                    <a:cubicBezTo>
                      <a:pt x="272" y="217"/>
                      <a:pt x="250" y="226"/>
                      <a:pt x="229" y="216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</p:grpSp>
        <p:sp>
          <p:nvSpPr>
            <p:cNvPr id="49" name="ïšḻîḍe"/>
            <p:cNvSpPr/>
            <p:nvPr/>
          </p:nvSpPr>
          <p:spPr bwMode="auto">
            <a:xfrm>
              <a:off x="6615743" y="3000099"/>
              <a:ext cx="425964" cy="517912"/>
            </a:xfrm>
            <a:custGeom>
              <a:avLst/>
              <a:gdLst>
                <a:gd name="T0" fmla="*/ 20 w 354"/>
                <a:gd name="T1" fmla="*/ 276 h 430"/>
                <a:gd name="T2" fmla="*/ 22 w 354"/>
                <a:gd name="T3" fmla="*/ 302 h 430"/>
                <a:gd name="T4" fmla="*/ 27 w 354"/>
                <a:gd name="T5" fmla="*/ 307 h 430"/>
                <a:gd name="T6" fmla="*/ 25 w 354"/>
                <a:gd name="T7" fmla="*/ 328 h 430"/>
                <a:gd name="T8" fmla="*/ 49 w 354"/>
                <a:gd name="T9" fmla="*/ 418 h 430"/>
                <a:gd name="T10" fmla="*/ 68 w 354"/>
                <a:gd name="T11" fmla="*/ 408 h 430"/>
                <a:gd name="T12" fmla="*/ 70 w 354"/>
                <a:gd name="T13" fmla="*/ 387 h 430"/>
                <a:gd name="T14" fmla="*/ 83 w 354"/>
                <a:gd name="T15" fmla="*/ 331 h 430"/>
                <a:gd name="T16" fmla="*/ 50 w 354"/>
                <a:gd name="T17" fmla="*/ 251 h 430"/>
                <a:gd name="T18" fmla="*/ 50 w 354"/>
                <a:gd name="T19" fmla="*/ 237 h 430"/>
                <a:gd name="T20" fmla="*/ 44 w 354"/>
                <a:gd name="T21" fmla="*/ 232 h 430"/>
                <a:gd name="T22" fmla="*/ 50 w 354"/>
                <a:gd name="T23" fmla="*/ 196 h 430"/>
                <a:gd name="T24" fmla="*/ 79 w 354"/>
                <a:gd name="T25" fmla="*/ 177 h 430"/>
                <a:gd name="T26" fmla="*/ 85 w 354"/>
                <a:gd name="T27" fmla="*/ 169 h 430"/>
                <a:gd name="T28" fmla="*/ 111 w 354"/>
                <a:gd name="T29" fmla="*/ 152 h 430"/>
                <a:gd name="T30" fmla="*/ 168 w 354"/>
                <a:gd name="T31" fmla="*/ 99 h 430"/>
                <a:gd name="T32" fmla="*/ 193 w 354"/>
                <a:gd name="T33" fmla="*/ 85 h 430"/>
                <a:gd name="T34" fmla="*/ 293 w 354"/>
                <a:gd name="T35" fmla="*/ 47 h 430"/>
                <a:gd name="T36" fmla="*/ 272 w 354"/>
                <a:gd name="T37" fmla="*/ 101 h 430"/>
                <a:gd name="T38" fmla="*/ 241 w 354"/>
                <a:gd name="T39" fmla="*/ 177 h 430"/>
                <a:gd name="T40" fmla="*/ 241 w 354"/>
                <a:gd name="T41" fmla="*/ 190 h 430"/>
                <a:gd name="T42" fmla="*/ 230 w 354"/>
                <a:gd name="T43" fmla="*/ 208 h 430"/>
                <a:gd name="T44" fmla="*/ 230 w 354"/>
                <a:gd name="T45" fmla="*/ 225 h 430"/>
                <a:gd name="T46" fmla="*/ 218 w 354"/>
                <a:gd name="T47" fmla="*/ 245 h 430"/>
                <a:gd name="T48" fmla="*/ 218 w 354"/>
                <a:gd name="T49" fmla="*/ 263 h 430"/>
                <a:gd name="T50" fmla="*/ 213 w 354"/>
                <a:gd name="T51" fmla="*/ 267 h 430"/>
                <a:gd name="T52" fmla="*/ 210 w 354"/>
                <a:gd name="T53" fmla="*/ 279 h 430"/>
                <a:gd name="T54" fmla="*/ 210 w 354"/>
                <a:gd name="T55" fmla="*/ 281 h 430"/>
                <a:gd name="T56" fmla="*/ 193 w 354"/>
                <a:gd name="T57" fmla="*/ 248 h 430"/>
                <a:gd name="T58" fmla="*/ 106 w 354"/>
                <a:gd name="T59" fmla="*/ 189 h 430"/>
                <a:gd name="T60" fmla="*/ 103 w 354"/>
                <a:gd name="T61" fmla="*/ 267 h 430"/>
                <a:gd name="T62" fmla="*/ 131 w 354"/>
                <a:gd name="T63" fmla="*/ 332 h 430"/>
                <a:gd name="T64" fmla="*/ 112 w 354"/>
                <a:gd name="T65" fmla="*/ 365 h 430"/>
                <a:gd name="T66" fmla="*/ 90 w 354"/>
                <a:gd name="T67" fmla="*/ 396 h 430"/>
                <a:gd name="T68" fmla="*/ 85 w 354"/>
                <a:gd name="T69" fmla="*/ 407 h 430"/>
                <a:gd name="T70" fmla="*/ 89 w 354"/>
                <a:gd name="T71" fmla="*/ 412 h 430"/>
                <a:gd name="T72" fmla="*/ 143 w 354"/>
                <a:gd name="T73" fmla="*/ 366 h 430"/>
                <a:gd name="T74" fmla="*/ 154 w 354"/>
                <a:gd name="T75" fmla="*/ 366 h 430"/>
                <a:gd name="T76" fmla="*/ 208 w 354"/>
                <a:gd name="T77" fmla="*/ 430 h 430"/>
                <a:gd name="T78" fmla="*/ 213 w 354"/>
                <a:gd name="T79" fmla="*/ 430 h 430"/>
                <a:gd name="T80" fmla="*/ 260 w 354"/>
                <a:gd name="T81" fmla="*/ 289 h 430"/>
                <a:gd name="T82" fmla="*/ 282 w 354"/>
                <a:gd name="T83" fmla="*/ 224 h 430"/>
                <a:gd name="T84" fmla="*/ 281 w 354"/>
                <a:gd name="T85" fmla="*/ 214 h 430"/>
                <a:gd name="T86" fmla="*/ 292 w 354"/>
                <a:gd name="T87" fmla="*/ 186 h 430"/>
                <a:gd name="T88" fmla="*/ 294 w 354"/>
                <a:gd name="T89" fmla="*/ 170 h 430"/>
                <a:gd name="T90" fmla="*/ 311 w 354"/>
                <a:gd name="T91" fmla="*/ 138 h 430"/>
                <a:gd name="T92" fmla="*/ 317 w 354"/>
                <a:gd name="T93" fmla="*/ 111 h 430"/>
                <a:gd name="T94" fmla="*/ 330 w 354"/>
                <a:gd name="T95" fmla="*/ 92 h 430"/>
                <a:gd name="T96" fmla="*/ 343 w 354"/>
                <a:gd name="T97" fmla="*/ 40 h 430"/>
                <a:gd name="T98" fmla="*/ 291 w 354"/>
                <a:gd name="T99" fmla="*/ 0 h 430"/>
                <a:gd name="T100" fmla="*/ 272 w 354"/>
                <a:gd name="T101" fmla="*/ 8 h 430"/>
                <a:gd name="T102" fmla="*/ 210 w 354"/>
                <a:gd name="T103" fmla="*/ 31 h 430"/>
                <a:gd name="T104" fmla="*/ 176 w 354"/>
                <a:gd name="T105" fmla="*/ 53 h 430"/>
                <a:gd name="T106" fmla="*/ 168 w 354"/>
                <a:gd name="T107" fmla="*/ 52 h 430"/>
                <a:gd name="T108" fmla="*/ 162 w 354"/>
                <a:gd name="T109" fmla="*/ 59 h 430"/>
                <a:gd name="T110" fmla="*/ 143 w 354"/>
                <a:gd name="T111" fmla="*/ 65 h 430"/>
                <a:gd name="T112" fmla="*/ 75 w 354"/>
                <a:gd name="T113" fmla="*/ 109 h 430"/>
                <a:gd name="T114" fmla="*/ 26 w 354"/>
                <a:gd name="T115" fmla="*/ 155 h 430"/>
                <a:gd name="T116" fmla="*/ 25 w 354"/>
                <a:gd name="T117" fmla="*/ 222 h 430"/>
                <a:gd name="T118" fmla="*/ 7 w 354"/>
                <a:gd name="T119" fmla="*/ 227 h 430"/>
                <a:gd name="T120" fmla="*/ 15 w 354"/>
                <a:gd name="T121" fmla="*/ 269 h 430"/>
                <a:gd name="T122" fmla="*/ 20 w 354"/>
                <a:gd name="T123" fmla="*/ 276 h 43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  <a:cxn ang="0">
                  <a:pos x="T118" y="T119"/>
                </a:cxn>
                <a:cxn ang="0">
                  <a:pos x="T120" y="T121"/>
                </a:cxn>
                <a:cxn ang="0">
                  <a:pos x="T122" y="T123"/>
                </a:cxn>
              </a:cxnLst>
              <a:rect l="0" t="0" r="r" b="b"/>
              <a:pathLst>
                <a:path w="354" h="430">
                  <a:moveTo>
                    <a:pt x="20" y="276"/>
                  </a:moveTo>
                  <a:cubicBezTo>
                    <a:pt x="21" y="285"/>
                    <a:pt x="22" y="293"/>
                    <a:pt x="22" y="302"/>
                  </a:cubicBezTo>
                  <a:cubicBezTo>
                    <a:pt x="24" y="304"/>
                    <a:pt x="25" y="305"/>
                    <a:pt x="27" y="307"/>
                  </a:cubicBezTo>
                  <a:cubicBezTo>
                    <a:pt x="27" y="314"/>
                    <a:pt x="26" y="321"/>
                    <a:pt x="25" y="328"/>
                  </a:cubicBezTo>
                  <a:cubicBezTo>
                    <a:pt x="33" y="356"/>
                    <a:pt x="27" y="403"/>
                    <a:pt x="49" y="418"/>
                  </a:cubicBezTo>
                  <a:cubicBezTo>
                    <a:pt x="56" y="425"/>
                    <a:pt x="65" y="412"/>
                    <a:pt x="68" y="408"/>
                  </a:cubicBezTo>
                  <a:cubicBezTo>
                    <a:pt x="68" y="401"/>
                    <a:pt x="69" y="394"/>
                    <a:pt x="70" y="387"/>
                  </a:cubicBezTo>
                  <a:cubicBezTo>
                    <a:pt x="76" y="375"/>
                    <a:pt x="86" y="354"/>
                    <a:pt x="83" y="331"/>
                  </a:cubicBezTo>
                  <a:cubicBezTo>
                    <a:pt x="78" y="299"/>
                    <a:pt x="61" y="276"/>
                    <a:pt x="50" y="251"/>
                  </a:cubicBezTo>
                  <a:cubicBezTo>
                    <a:pt x="50" y="246"/>
                    <a:pt x="50" y="242"/>
                    <a:pt x="50" y="237"/>
                  </a:cubicBezTo>
                  <a:cubicBezTo>
                    <a:pt x="48" y="235"/>
                    <a:pt x="46" y="234"/>
                    <a:pt x="44" y="232"/>
                  </a:cubicBezTo>
                  <a:cubicBezTo>
                    <a:pt x="39" y="222"/>
                    <a:pt x="50" y="209"/>
                    <a:pt x="50" y="196"/>
                  </a:cubicBezTo>
                  <a:cubicBezTo>
                    <a:pt x="59" y="186"/>
                    <a:pt x="66" y="184"/>
                    <a:pt x="79" y="177"/>
                  </a:cubicBezTo>
                  <a:cubicBezTo>
                    <a:pt x="81" y="174"/>
                    <a:pt x="83" y="172"/>
                    <a:pt x="85" y="169"/>
                  </a:cubicBezTo>
                  <a:cubicBezTo>
                    <a:pt x="94" y="164"/>
                    <a:pt x="102" y="158"/>
                    <a:pt x="111" y="152"/>
                  </a:cubicBezTo>
                  <a:cubicBezTo>
                    <a:pt x="126" y="142"/>
                    <a:pt x="158" y="112"/>
                    <a:pt x="168" y="99"/>
                  </a:cubicBezTo>
                  <a:cubicBezTo>
                    <a:pt x="169" y="101"/>
                    <a:pt x="188" y="88"/>
                    <a:pt x="193" y="85"/>
                  </a:cubicBezTo>
                  <a:cubicBezTo>
                    <a:pt x="222" y="70"/>
                    <a:pt x="248" y="46"/>
                    <a:pt x="293" y="47"/>
                  </a:cubicBezTo>
                  <a:cubicBezTo>
                    <a:pt x="292" y="59"/>
                    <a:pt x="278" y="86"/>
                    <a:pt x="272" y="101"/>
                  </a:cubicBezTo>
                  <a:cubicBezTo>
                    <a:pt x="259" y="128"/>
                    <a:pt x="255" y="152"/>
                    <a:pt x="241" y="177"/>
                  </a:cubicBezTo>
                  <a:cubicBezTo>
                    <a:pt x="241" y="181"/>
                    <a:pt x="241" y="186"/>
                    <a:pt x="241" y="190"/>
                  </a:cubicBezTo>
                  <a:cubicBezTo>
                    <a:pt x="239" y="194"/>
                    <a:pt x="232" y="203"/>
                    <a:pt x="230" y="208"/>
                  </a:cubicBezTo>
                  <a:cubicBezTo>
                    <a:pt x="230" y="213"/>
                    <a:pt x="230" y="219"/>
                    <a:pt x="230" y="225"/>
                  </a:cubicBezTo>
                  <a:cubicBezTo>
                    <a:pt x="228" y="232"/>
                    <a:pt x="221" y="238"/>
                    <a:pt x="218" y="245"/>
                  </a:cubicBezTo>
                  <a:cubicBezTo>
                    <a:pt x="218" y="251"/>
                    <a:pt x="218" y="257"/>
                    <a:pt x="218" y="263"/>
                  </a:cubicBezTo>
                  <a:cubicBezTo>
                    <a:pt x="216" y="265"/>
                    <a:pt x="214" y="266"/>
                    <a:pt x="213" y="267"/>
                  </a:cubicBezTo>
                  <a:cubicBezTo>
                    <a:pt x="212" y="270"/>
                    <a:pt x="213" y="276"/>
                    <a:pt x="210" y="279"/>
                  </a:cubicBezTo>
                  <a:cubicBezTo>
                    <a:pt x="210" y="280"/>
                    <a:pt x="210" y="280"/>
                    <a:pt x="210" y="281"/>
                  </a:cubicBezTo>
                  <a:cubicBezTo>
                    <a:pt x="201" y="277"/>
                    <a:pt x="199" y="257"/>
                    <a:pt x="193" y="248"/>
                  </a:cubicBezTo>
                  <a:cubicBezTo>
                    <a:pt x="175" y="223"/>
                    <a:pt x="147" y="190"/>
                    <a:pt x="106" y="189"/>
                  </a:cubicBezTo>
                  <a:cubicBezTo>
                    <a:pt x="89" y="206"/>
                    <a:pt x="93" y="245"/>
                    <a:pt x="103" y="267"/>
                  </a:cubicBezTo>
                  <a:cubicBezTo>
                    <a:pt x="106" y="275"/>
                    <a:pt x="133" y="322"/>
                    <a:pt x="131" y="332"/>
                  </a:cubicBezTo>
                  <a:cubicBezTo>
                    <a:pt x="128" y="344"/>
                    <a:pt x="118" y="357"/>
                    <a:pt x="112" y="365"/>
                  </a:cubicBezTo>
                  <a:cubicBezTo>
                    <a:pt x="106" y="374"/>
                    <a:pt x="102" y="394"/>
                    <a:pt x="90" y="396"/>
                  </a:cubicBezTo>
                  <a:cubicBezTo>
                    <a:pt x="85" y="402"/>
                    <a:pt x="86" y="401"/>
                    <a:pt x="85" y="407"/>
                  </a:cubicBezTo>
                  <a:cubicBezTo>
                    <a:pt x="86" y="409"/>
                    <a:pt x="88" y="410"/>
                    <a:pt x="89" y="412"/>
                  </a:cubicBezTo>
                  <a:cubicBezTo>
                    <a:pt x="106" y="411"/>
                    <a:pt x="136" y="378"/>
                    <a:pt x="143" y="366"/>
                  </a:cubicBezTo>
                  <a:cubicBezTo>
                    <a:pt x="147" y="366"/>
                    <a:pt x="151" y="366"/>
                    <a:pt x="154" y="366"/>
                  </a:cubicBezTo>
                  <a:cubicBezTo>
                    <a:pt x="173" y="387"/>
                    <a:pt x="194" y="406"/>
                    <a:pt x="208" y="430"/>
                  </a:cubicBezTo>
                  <a:cubicBezTo>
                    <a:pt x="209" y="430"/>
                    <a:pt x="211" y="430"/>
                    <a:pt x="213" y="430"/>
                  </a:cubicBezTo>
                  <a:cubicBezTo>
                    <a:pt x="249" y="405"/>
                    <a:pt x="244" y="337"/>
                    <a:pt x="260" y="289"/>
                  </a:cubicBezTo>
                  <a:cubicBezTo>
                    <a:pt x="266" y="271"/>
                    <a:pt x="275" y="244"/>
                    <a:pt x="282" y="224"/>
                  </a:cubicBezTo>
                  <a:cubicBezTo>
                    <a:pt x="281" y="221"/>
                    <a:pt x="281" y="217"/>
                    <a:pt x="281" y="214"/>
                  </a:cubicBezTo>
                  <a:cubicBezTo>
                    <a:pt x="284" y="206"/>
                    <a:pt x="290" y="191"/>
                    <a:pt x="292" y="186"/>
                  </a:cubicBezTo>
                  <a:cubicBezTo>
                    <a:pt x="292" y="181"/>
                    <a:pt x="293" y="176"/>
                    <a:pt x="294" y="170"/>
                  </a:cubicBezTo>
                  <a:cubicBezTo>
                    <a:pt x="298" y="161"/>
                    <a:pt x="309" y="149"/>
                    <a:pt x="311" y="138"/>
                  </a:cubicBezTo>
                  <a:cubicBezTo>
                    <a:pt x="313" y="130"/>
                    <a:pt x="313" y="122"/>
                    <a:pt x="317" y="111"/>
                  </a:cubicBezTo>
                  <a:cubicBezTo>
                    <a:pt x="318" y="114"/>
                    <a:pt x="329" y="94"/>
                    <a:pt x="330" y="92"/>
                  </a:cubicBezTo>
                  <a:cubicBezTo>
                    <a:pt x="337" y="75"/>
                    <a:pt x="337" y="57"/>
                    <a:pt x="343" y="40"/>
                  </a:cubicBezTo>
                  <a:cubicBezTo>
                    <a:pt x="354" y="9"/>
                    <a:pt x="317" y="0"/>
                    <a:pt x="291" y="0"/>
                  </a:cubicBezTo>
                  <a:cubicBezTo>
                    <a:pt x="287" y="8"/>
                    <a:pt x="280" y="5"/>
                    <a:pt x="272" y="8"/>
                  </a:cubicBezTo>
                  <a:cubicBezTo>
                    <a:pt x="261" y="12"/>
                    <a:pt x="217" y="31"/>
                    <a:pt x="210" y="31"/>
                  </a:cubicBezTo>
                  <a:cubicBezTo>
                    <a:pt x="200" y="37"/>
                    <a:pt x="187" y="48"/>
                    <a:pt x="176" y="53"/>
                  </a:cubicBezTo>
                  <a:cubicBezTo>
                    <a:pt x="173" y="53"/>
                    <a:pt x="170" y="53"/>
                    <a:pt x="168" y="52"/>
                  </a:cubicBezTo>
                  <a:cubicBezTo>
                    <a:pt x="166" y="55"/>
                    <a:pt x="164" y="57"/>
                    <a:pt x="162" y="59"/>
                  </a:cubicBezTo>
                  <a:cubicBezTo>
                    <a:pt x="155" y="63"/>
                    <a:pt x="149" y="61"/>
                    <a:pt x="143" y="65"/>
                  </a:cubicBezTo>
                  <a:cubicBezTo>
                    <a:pt x="122" y="78"/>
                    <a:pt x="97" y="95"/>
                    <a:pt x="75" y="109"/>
                  </a:cubicBezTo>
                  <a:cubicBezTo>
                    <a:pt x="58" y="120"/>
                    <a:pt x="34" y="135"/>
                    <a:pt x="26" y="155"/>
                  </a:cubicBezTo>
                  <a:cubicBezTo>
                    <a:pt x="20" y="173"/>
                    <a:pt x="24" y="201"/>
                    <a:pt x="25" y="222"/>
                  </a:cubicBezTo>
                  <a:cubicBezTo>
                    <a:pt x="22" y="224"/>
                    <a:pt x="10" y="224"/>
                    <a:pt x="7" y="227"/>
                  </a:cubicBezTo>
                  <a:cubicBezTo>
                    <a:pt x="0" y="233"/>
                    <a:pt x="11" y="261"/>
                    <a:pt x="15" y="269"/>
                  </a:cubicBezTo>
                  <a:cubicBezTo>
                    <a:pt x="16" y="271"/>
                    <a:pt x="18" y="274"/>
                    <a:pt x="20" y="276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50" name="î$ḷiďê"/>
            <p:cNvSpPr/>
            <p:nvPr/>
          </p:nvSpPr>
          <p:spPr bwMode="auto">
            <a:xfrm>
              <a:off x="6527548" y="3450476"/>
              <a:ext cx="514159" cy="247697"/>
            </a:xfrm>
            <a:custGeom>
              <a:avLst/>
              <a:gdLst>
                <a:gd name="T0" fmla="*/ 365 w 428"/>
                <a:gd name="T1" fmla="*/ 1 h 206"/>
                <a:gd name="T2" fmla="*/ 278 w 428"/>
                <a:gd name="T3" fmla="*/ 25 h 206"/>
                <a:gd name="T4" fmla="*/ 257 w 428"/>
                <a:gd name="T5" fmla="*/ 24 h 206"/>
                <a:gd name="T6" fmla="*/ 249 w 428"/>
                <a:gd name="T7" fmla="*/ 30 h 206"/>
                <a:gd name="T8" fmla="*/ 233 w 428"/>
                <a:gd name="T9" fmla="*/ 30 h 206"/>
                <a:gd name="T10" fmla="*/ 225 w 428"/>
                <a:gd name="T11" fmla="*/ 36 h 206"/>
                <a:gd name="T12" fmla="*/ 213 w 428"/>
                <a:gd name="T13" fmla="*/ 36 h 206"/>
                <a:gd name="T14" fmla="*/ 206 w 428"/>
                <a:gd name="T15" fmla="*/ 43 h 206"/>
                <a:gd name="T16" fmla="*/ 196 w 428"/>
                <a:gd name="T17" fmla="*/ 42 h 206"/>
                <a:gd name="T18" fmla="*/ 178 w 428"/>
                <a:gd name="T19" fmla="*/ 54 h 206"/>
                <a:gd name="T20" fmla="*/ 163 w 428"/>
                <a:gd name="T21" fmla="*/ 55 h 206"/>
                <a:gd name="T22" fmla="*/ 157 w 428"/>
                <a:gd name="T23" fmla="*/ 62 h 206"/>
                <a:gd name="T24" fmla="*/ 131 w 428"/>
                <a:gd name="T25" fmla="*/ 68 h 206"/>
                <a:gd name="T26" fmla="*/ 111 w 428"/>
                <a:gd name="T27" fmla="*/ 80 h 206"/>
                <a:gd name="T28" fmla="*/ 104 w 428"/>
                <a:gd name="T29" fmla="*/ 78 h 206"/>
                <a:gd name="T30" fmla="*/ 77 w 428"/>
                <a:gd name="T31" fmla="*/ 91 h 206"/>
                <a:gd name="T32" fmla="*/ 57 w 428"/>
                <a:gd name="T33" fmla="*/ 96 h 206"/>
                <a:gd name="T34" fmla="*/ 7 w 428"/>
                <a:gd name="T35" fmla="*/ 106 h 206"/>
                <a:gd name="T36" fmla="*/ 5 w 428"/>
                <a:gd name="T37" fmla="*/ 144 h 206"/>
                <a:gd name="T38" fmla="*/ 51 w 428"/>
                <a:gd name="T39" fmla="*/ 206 h 206"/>
                <a:gd name="T40" fmla="*/ 103 w 428"/>
                <a:gd name="T41" fmla="*/ 170 h 206"/>
                <a:gd name="T42" fmla="*/ 122 w 428"/>
                <a:gd name="T43" fmla="*/ 154 h 206"/>
                <a:gd name="T44" fmla="*/ 141 w 428"/>
                <a:gd name="T45" fmla="*/ 136 h 206"/>
                <a:gd name="T46" fmla="*/ 216 w 428"/>
                <a:gd name="T47" fmla="*/ 95 h 206"/>
                <a:gd name="T48" fmla="*/ 312 w 428"/>
                <a:gd name="T49" fmla="*/ 68 h 206"/>
                <a:gd name="T50" fmla="*/ 315 w 428"/>
                <a:gd name="T51" fmla="*/ 69 h 206"/>
                <a:gd name="T52" fmla="*/ 318 w 428"/>
                <a:gd name="T53" fmla="*/ 69 h 206"/>
                <a:gd name="T54" fmla="*/ 282 w 428"/>
                <a:gd name="T55" fmla="*/ 97 h 206"/>
                <a:gd name="T56" fmla="*/ 278 w 428"/>
                <a:gd name="T57" fmla="*/ 110 h 206"/>
                <a:gd name="T58" fmla="*/ 320 w 428"/>
                <a:gd name="T59" fmla="*/ 95 h 206"/>
                <a:gd name="T60" fmla="*/ 335 w 428"/>
                <a:gd name="T61" fmla="*/ 95 h 206"/>
                <a:gd name="T62" fmla="*/ 427 w 428"/>
                <a:gd name="T63" fmla="*/ 42 h 206"/>
                <a:gd name="T64" fmla="*/ 365 w 428"/>
                <a:gd name="T65" fmla="*/ 1 h 20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</a:cxnLst>
              <a:rect l="0" t="0" r="r" b="b"/>
              <a:pathLst>
                <a:path w="428" h="206">
                  <a:moveTo>
                    <a:pt x="365" y="1"/>
                  </a:moveTo>
                  <a:cubicBezTo>
                    <a:pt x="356" y="12"/>
                    <a:pt x="297" y="17"/>
                    <a:pt x="278" y="25"/>
                  </a:cubicBezTo>
                  <a:cubicBezTo>
                    <a:pt x="271" y="24"/>
                    <a:pt x="264" y="24"/>
                    <a:pt x="257" y="24"/>
                  </a:cubicBezTo>
                  <a:cubicBezTo>
                    <a:pt x="254" y="26"/>
                    <a:pt x="252" y="28"/>
                    <a:pt x="249" y="30"/>
                  </a:cubicBezTo>
                  <a:cubicBezTo>
                    <a:pt x="244" y="30"/>
                    <a:pt x="238" y="30"/>
                    <a:pt x="233" y="30"/>
                  </a:cubicBezTo>
                  <a:cubicBezTo>
                    <a:pt x="230" y="32"/>
                    <a:pt x="227" y="34"/>
                    <a:pt x="225" y="36"/>
                  </a:cubicBezTo>
                  <a:cubicBezTo>
                    <a:pt x="221" y="36"/>
                    <a:pt x="217" y="36"/>
                    <a:pt x="213" y="36"/>
                  </a:cubicBezTo>
                  <a:cubicBezTo>
                    <a:pt x="211" y="39"/>
                    <a:pt x="208" y="41"/>
                    <a:pt x="206" y="43"/>
                  </a:cubicBezTo>
                  <a:cubicBezTo>
                    <a:pt x="202" y="43"/>
                    <a:pt x="199" y="43"/>
                    <a:pt x="196" y="42"/>
                  </a:cubicBezTo>
                  <a:cubicBezTo>
                    <a:pt x="192" y="44"/>
                    <a:pt x="183" y="50"/>
                    <a:pt x="178" y="54"/>
                  </a:cubicBezTo>
                  <a:cubicBezTo>
                    <a:pt x="173" y="54"/>
                    <a:pt x="168" y="55"/>
                    <a:pt x="163" y="55"/>
                  </a:cubicBezTo>
                  <a:cubicBezTo>
                    <a:pt x="161" y="57"/>
                    <a:pt x="159" y="59"/>
                    <a:pt x="157" y="62"/>
                  </a:cubicBezTo>
                  <a:cubicBezTo>
                    <a:pt x="147" y="66"/>
                    <a:pt x="140" y="64"/>
                    <a:pt x="131" y="68"/>
                  </a:cubicBezTo>
                  <a:cubicBezTo>
                    <a:pt x="123" y="71"/>
                    <a:pt x="117" y="78"/>
                    <a:pt x="111" y="80"/>
                  </a:cubicBezTo>
                  <a:cubicBezTo>
                    <a:pt x="109" y="80"/>
                    <a:pt x="106" y="79"/>
                    <a:pt x="104" y="78"/>
                  </a:cubicBezTo>
                  <a:cubicBezTo>
                    <a:pt x="96" y="82"/>
                    <a:pt x="85" y="88"/>
                    <a:pt x="77" y="91"/>
                  </a:cubicBezTo>
                  <a:cubicBezTo>
                    <a:pt x="67" y="95"/>
                    <a:pt x="63" y="90"/>
                    <a:pt x="57" y="96"/>
                  </a:cubicBezTo>
                  <a:cubicBezTo>
                    <a:pt x="48" y="90"/>
                    <a:pt x="15" y="98"/>
                    <a:pt x="7" y="106"/>
                  </a:cubicBezTo>
                  <a:cubicBezTo>
                    <a:pt x="0" y="113"/>
                    <a:pt x="2" y="136"/>
                    <a:pt x="5" y="144"/>
                  </a:cubicBezTo>
                  <a:cubicBezTo>
                    <a:pt x="14" y="168"/>
                    <a:pt x="36" y="185"/>
                    <a:pt x="51" y="206"/>
                  </a:cubicBezTo>
                  <a:cubicBezTo>
                    <a:pt x="61" y="205"/>
                    <a:pt x="97" y="178"/>
                    <a:pt x="103" y="170"/>
                  </a:cubicBezTo>
                  <a:cubicBezTo>
                    <a:pt x="105" y="166"/>
                    <a:pt x="117" y="158"/>
                    <a:pt x="122" y="154"/>
                  </a:cubicBezTo>
                  <a:cubicBezTo>
                    <a:pt x="129" y="148"/>
                    <a:pt x="135" y="142"/>
                    <a:pt x="141" y="136"/>
                  </a:cubicBezTo>
                  <a:cubicBezTo>
                    <a:pt x="164" y="121"/>
                    <a:pt x="189" y="105"/>
                    <a:pt x="216" y="95"/>
                  </a:cubicBezTo>
                  <a:cubicBezTo>
                    <a:pt x="231" y="90"/>
                    <a:pt x="308" y="72"/>
                    <a:pt x="312" y="68"/>
                  </a:cubicBezTo>
                  <a:cubicBezTo>
                    <a:pt x="315" y="68"/>
                    <a:pt x="314" y="67"/>
                    <a:pt x="315" y="69"/>
                  </a:cubicBezTo>
                  <a:cubicBezTo>
                    <a:pt x="316" y="69"/>
                    <a:pt x="317" y="69"/>
                    <a:pt x="318" y="69"/>
                  </a:cubicBezTo>
                  <a:cubicBezTo>
                    <a:pt x="313" y="77"/>
                    <a:pt x="292" y="95"/>
                    <a:pt x="282" y="97"/>
                  </a:cubicBezTo>
                  <a:cubicBezTo>
                    <a:pt x="279" y="101"/>
                    <a:pt x="278" y="102"/>
                    <a:pt x="278" y="110"/>
                  </a:cubicBezTo>
                  <a:cubicBezTo>
                    <a:pt x="291" y="119"/>
                    <a:pt x="309" y="101"/>
                    <a:pt x="320" y="95"/>
                  </a:cubicBezTo>
                  <a:cubicBezTo>
                    <a:pt x="325" y="95"/>
                    <a:pt x="330" y="95"/>
                    <a:pt x="335" y="95"/>
                  </a:cubicBezTo>
                  <a:cubicBezTo>
                    <a:pt x="364" y="76"/>
                    <a:pt x="411" y="71"/>
                    <a:pt x="427" y="42"/>
                  </a:cubicBezTo>
                  <a:cubicBezTo>
                    <a:pt x="428" y="16"/>
                    <a:pt x="390" y="0"/>
                    <a:pt x="365" y="1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</p:grpSp>
      <p:sp>
        <p:nvSpPr>
          <p:cNvPr id="3" name="文本框 2"/>
          <p:cNvSpPr txBox="1"/>
          <p:nvPr/>
        </p:nvSpPr>
        <p:spPr>
          <a:xfrm>
            <a:off x="2448457" y="1617659"/>
            <a:ext cx="2858329" cy="35791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1">
              <a:lnSpc>
                <a:spcPts val="2000"/>
              </a:lnSpc>
              <a:spcBef>
                <a:spcPts val="1560"/>
              </a:spcBef>
              <a:spcAft>
                <a:spcPts val="780"/>
              </a:spcAft>
            </a:pPr>
            <a:r>
              <a:rPr lang="zh-CN" altLang="en-US" sz="2400" kern="1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报告内容撰写</a:t>
            </a:r>
          </a:p>
        </p:txBody>
      </p:sp>
      <p:sp>
        <p:nvSpPr>
          <p:cNvPr id="15" name="文本框 14"/>
          <p:cNvSpPr txBox="1"/>
          <p:nvPr/>
        </p:nvSpPr>
        <p:spPr>
          <a:xfrm>
            <a:off x="2492156" y="2452603"/>
            <a:ext cx="2934075" cy="310854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>
              <a:spcBef>
                <a:spcPts val="0"/>
              </a:spcBef>
              <a:spcAft>
                <a:spcPts val="0"/>
              </a:spcAft>
            </a:pPr>
            <a:r>
              <a:rPr lang="zh-CN" altLang="en-US" sz="2800" kern="100" dirty="0"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耿一阳</a:t>
            </a:r>
            <a:r>
              <a:rPr lang="zh-CN" altLang="en-US" sz="2800" kern="1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，</a:t>
            </a:r>
            <a:r>
              <a:rPr lang="zh-CN" altLang="en-US" sz="2800" kern="100" dirty="0"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侯名扬，</a:t>
            </a:r>
            <a:endParaRPr lang="en-US" altLang="zh-CN" sz="2800" kern="100" dirty="0">
              <a:effectLst/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0" marR="0">
              <a:spcBef>
                <a:spcPts val="0"/>
              </a:spcBef>
              <a:spcAft>
                <a:spcPts val="0"/>
              </a:spcAft>
            </a:pPr>
            <a:endParaRPr lang="en-US" altLang="zh-CN" sz="2800" kern="1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0" marR="0">
              <a:spcBef>
                <a:spcPts val="0"/>
              </a:spcBef>
              <a:spcAft>
                <a:spcPts val="0"/>
              </a:spcAft>
            </a:pPr>
            <a:r>
              <a:rPr lang="zh-CN" altLang="en-US" sz="2800" kern="100" dirty="0"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廖莹，王煜祥，</a:t>
            </a:r>
            <a:endParaRPr lang="en-US" altLang="zh-CN" sz="2800" kern="100" dirty="0">
              <a:effectLst/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0" marR="0">
              <a:spcBef>
                <a:spcPts val="0"/>
              </a:spcBef>
              <a:spcAft>
                <a:spcPts val="0"/>
              </a:spcAft>
            </a:pPr>
            <a:endParaRPr lang="en-US" altLang="zh-CN" sz="2800" kern="1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0" marR="0">
              <a:spcBef>
                <a:spcPts val="0"/>
              </a:spcBef>
              <a:spcAft>
                <a:spcPts val="0"/>
              </a:spcAft>
            </a:pPr>
            <a:r>
              <a:rPr lang="zh-CN" altLang="en-US" sz="2800" kern="100" dirty="0"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文杰，杨迦南，</a:t>
            </a:r>
            <a:endParaRPr lang="en-US" altLang="zh-CN" sz="2800" kern="100" dirty="0">
              <a:effectLst/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0" marR="0">
              <a:spcBef>
                <a:spcPts val="0"/>
              </a:spcBef>
              <a:spcAft>
                <a:spcPts val="0"/>
              </a:spcAft>
            </a:pPr>
            <a:endParaRPr lang="en-US" altLang="zh-CN" sz="2800" kern="1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0" marR="0">
              <a:spcBef>
                <a:spcPts val="0"/>
              </a:spcBef>
              <a:spcAft>
                <a:spcPts val="0"/>
              </a:spcAft>
            </a:pPr>
            <a:r>
              <a:rPr lang="zh-CN" altLang="en-US" sz="2800" kern="100" dirty="0"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郑泠然，朱文轩</a:t>
            </a:r>
          </a:p>
        </p:txBody>
      </p:sp>
      <p:sp>
        <p:nvSpPr>
          <p:cNvPr id="16" name="矩形 15"/>
          <p:cNvSpPr/>
          <p:nvPr/>
        </p:nvSpPr>
        <p:spPr>
          <a:xfrm rot="5400000">
            <a:off x="1874351" y="2324370"/>
            <a:ext cx="4065357" cy="3264757"/>
          </a:xfrm>
          <a:prstGeom prst="rect">
            <a:avLst/>
          </a:prstGeom>
          <a:noFill/>
          <a:ln>
            <a:solidFill>
              <a:srgbClr val="297AD0"/>
            </a:solidFill>
            <a:prstDash val="dash"/>
          </a:ln>
          <a:effectLst>
            <a:outerShdw blurRad="241300" dist="101600" dir="2700000" algn="tl" rotWithShape="0">
              <a:prstClr val="black">
                <a:alpha val="3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zh-CN">
                <a:solidFill>
                  <a:schemeClr val="lt1"/>
                </a:solidFill>
              </a:defRPr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等线" panose="02010600030101010101" charset="-122"/>
              <a:ea typeface="等线" panose="02010600030101010101" charset="-122"/>
              <a:cs typeface="+mn-cs"/>
            </a:endParaRPr>
          </a:p>
        </p:txBody>
      </p:sp>
      <p:sp>
        <p:nvSpPr>
          <p:cNvPr id="18" name="文本框 17"/>
          <p:cNvSpPr txBox="1"/>
          <p:nvPr/>
        </p:nvSpPr>
        <p:spPr>
          <a:xfrm>
            <a:off x="6422105" y="2595295"/>
            <a:ext cx="4153487" cy="224676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algn="just">
              <a:spcBef>
                <a:spcPts val="0"/>
              </a:spcBef>
              <a:spcAft>
                <a:spcPts val="0"/>
              </a:spcAft>
            </a:pPr>
            <a:r>
              <a:rPr lang="en-US" altLang="zh-CN" sz="2800" kern="1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PPT</a:t>
            </a:r>
            <a:r>
              <a:rPr lang="zh-CN" altLang="en-US" sz="2800" kern="1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制作：付小蔓</a:t>
            </a:r>
            <a:endParaRPr lang="en-US" altLang="zh-CN" sz="2800" kern="1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0" marR="0" algn="just">
              <a:spcBef>
                <a:spcPts val="0"/>
              </a:spcBef>
              <a:spcAft>
                <a:spcPts val="0"/>
              </a:spcAft>
            </a:pPr>
            <a:endParaRPr lang="en-US" altLang="zh-CN" sz="2800" kern="1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algn="just"/>
            <a:r>
              <a:rPr lang="en-US" altLang="zh-CN" sz="2800" kern="1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Word</a:t>
            </a:r>
            <a:r>
              <a:rPr lang="zh-CN" altLang="en-US" sz="2800" kern="1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报告排版：杨晨</a:t>
            </a:r>
            <a:endParaRPr lang="en-US" altLang="zh-CN" sz="2800" kern="1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algn="just"/>
            <a:endParaRPr lang="en-US" altLang="zh-CN" sz="2800" kern="1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0" marR="0" algn="just">
              <a:spcBef>
                <a:spcPts val="0"/>
              </a:spcBef>
              <a:spcAft>
                <a:spcPts val="0"/>
              </a:spcAft>
            </a:pPr>
            <a:r>
              <a:rPr lang="zh-CN" altLang="en-US" sz="2800" kern="1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演讲</a:t>
            </a:r>
            <a:r>
              <a:rPr lang="zh-CN" altLang="en-US" sz="2800" kern="100">
                <a:latin typeface="微软雅黑" panose="020B0503020204020204" pitchFamily="34" charset="-122"/>
                <a:ea typeface="微软雅黑" panose="020B0503020204020204" pitchFamily="34" charset="-122"/>
              </a:rPr>
              <a:t>：曹瑞晴</a:t>
            </a:r>
            <a:endParaRPr lang="zh-CN" altLang="en-US" sz="2800" kern="1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27" name="矩形 26"/>
          <p:cNvSpPr/>
          <p:nvPr/>
        </p:nvSpPr>
        <p:spPr>
          <a:xfrm rot="5400000">
            <a:off x="6250130" y="1903891"/>
            <a:ext cx="4065357" cy="4105713"/>
          </a:xfrm>
          <a:prstGeom prst="rect">
            <a:avLst/>
          </a:prstGeom>
          <a:noFill/>
          <a:ln>
            <a:solidFill>
              <a:srgbClr val="297AD0"/>
            </a:solidFill>
            <a:prstDash val="dash"/>
          </a:ln>
          <a:effectLst>
            <a:outerShdw blurRad="241300" dist="101600" dir="2700000" algn="tl" rotWithShape="0">
              <a:prstClr val="black">
                <a:alpha val="3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zh-CN">
                <a:solidFill>
                  <a:schemeClr val="lt1"/>
                </a:solidFill>
              </a:defRPr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等线" panose="02010600030101010101" charset="-122"/>
              <a:ea typeface="等线" panose="02010600030101010101" charset="-122"/>
              <a:cs typeface="+mn-cs"/>
            </a:endParaRPr>
          </a:p>
        </p:txBody>
      </p:sp>
      <p:sp>
        <p:nvSpPr>
          <p:cNvPr id="2" name="文本框 1">
            <a:extLst>
              <a:ext uri="{FF2B5EF4-FFF2-40B4-BE49-F238E27FC236}">
                <a16:creationId xmlns:a16="http://schemas.microsoft.com/office/drawing/2014/main" id="{2490CDD2-398D-7D10-BEC7-C7985C2D6AF3}"/>
              </a:ext>
            </a:extLst>
          </p:cNvPr>
          <p:cNvSpPr txBox="1"/>
          <p:nvPr/>
        </p:nvSpPr>
        <p:spPr>
          <a:xfrm>
            <a:off x="6766663" y="1552684"/>
            <a:ext cx="2621931" cy="35791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1">
              <a:lnSpc>
                <a:spcPts val="2000"/>
              </a:lnSpc>
              <a:spcBef>
                <a:spcPts val="1560"/>
              </a:spcBef>
              <a:spcAft>
                <a:spcPts val="780"/>
              </a:spcAft>
            </a:pPr>
            <a:r>
              <a:rPr lang="zh-CN" altLang="en-US" sz="2400" kern="1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制作排版展示</a:t>
            </a:r>
          </a:p>
        </p:txBody>
      </p:sp>
    </p:spTree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xmlns:p14="http://schemas.microsoft.com/office/powerpoint/2010/main" spd="slow" p14:dur="1250">
        <p15:prstTrans prst="peelOff"/>
      </p:transition>
    </mc:Choice>
    <mc:Fallback xmlns="">
      <p:transition spd="slow">
        <p:fade/>
      </p:transition>
    </mc:Fallback>
  </mc:AlternateContent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" name="PA-矩形 7"/>
          <p:cNvSpPr/>
          <p:nvPr>
            <p:custDataLst>
              <p:tags r:id="rId1"/>
            </p:custDataLst>
          </p:nvPr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079BA"/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 panose="020B0604020202020204"/>
              <a:ea typeface="微软雅黑 Light" panose="020B0502040204020203" charset="-122"/>
              <a:cs typeface="+mn-cs"/>
            </a:endParaRPr>
          </a:p>
        </p:txBody>
      </p:sp>
      <p:pic>
        <p:nvPicPr>
          <p:cNvPr id="65" name="图片 64"/>
          <p:cNvPicPr>
            <a:picLocks noChangeAspect="1"/>
          </p:cNvPicPr>
          <p:nvPr/>
        </p:nvPicPr>
        <p:blipFill rotWithShape="1">
          <a:blip r:embed="rId6"/>
          <a:srcRect b="2114"/>
          <a:stretch>
            <a:fillRect/>
          </a:stretch>
        </p:blipFill>
        <p:spPr>
          <a:xfrm>
            <a:off x="-529" y="1169"/>
            <a:ext cx="12193057" cy="6856832"/>
          </a:xfrm>
          <a:prstGeom prst="rect">
            <a:avLst/>
          </a:prstGeom>
        </p:spPr>
      </p:pic>
      <p:sp>
        <p:nvSpPr>
          <p:cNvPr id="66" name="PA-矩形 7"/>
          <p:cNvSpPr/>
          <p:nvPr>
            <p:custDataLst>
              <p:tags r:id="rId2"/>
            </p:custDataLst>
          </p:nvPr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079BA">
              <a:alpha val="85000"/>
            </a:srgbClr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just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 panose="020B0604020202020204"/>
              <a:ea typeface="微软雅黑 Light" panose="020B0502040204020203" charset="-122"/>
              <a:cs typeface="+mn-cs"/>
            </a:endParaRPr>
          </a:p>
        </p:txBody>
      </p:sp>
      <p:sp>
        <p:nvSpPr>
          <p:cNvPr id="67" name="PA-矩形 7"/>
          <p:cNvSpPr/>
          <p:nvPr>
            <p:custDataLst>
              <p:tags r:id="rId3"/>
            </p:custDataLst>
          </p:nvPr>
        </p:nvSpPr>
        <p:spPr>
          <a:xfrm>
            <a:off x="0" y="0"/>
            <a:ext cx="12192000" cy="6858000"/>
          </a:xfrm>
          <a:prstGeom prst="rect">
            <a:avLst/>
          </a:prstGeom>
          <a:gradFill flip="none" rotWithShape="1">
            <a:gsLst>
              <a:gs pos="0">
                <a:srgbClr val="1B4489">
                  <a:alpha val="78000"/>
                </a:srgbClr>
              </a:gs>
              <a:gs pos="100000">
                <a:srgbClr val="1B4489">
                  <a:alpha val="66000"/>
                </a:srgbClr>
              </a:gs>
            </a:gsLst>
            <a:lin ang="0" scaled="1"/>
            <a:tileRect/>
          </a:gradFill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 panose="020B0604020202020204"/>
              <a:ea typeface="微软雅黑 Light" panose="020B0502040204020203" charset="-122"/>
              <a:cs typeface="+mn-cs"/>
            </a:endParaRPr>
          </a:p>
        </p:txBody>
      </p:sp>
      <p:sp>
        <p:nvSpPr>
          <p:cNvPr id="71" name="任意多边形: 形状 101"/>
          <p:cNvSpPr/>
          <p:nvPr/>
        </p:nvSpPr>
        <p:spPr>
          <a:xfrm rot="2676034">
            <a:off x="-1681418" y="5021332"/>
            <a:ext cx="3362838" cy="3410056"/>
          </a:xfrm>
          <a:custGeom>
            <a:avLst/>
            <a:gdLst>
              <a:gd name="connsiteX0" fmla="*/ 0 w 3362838"/>
              <a:gd name="connsiteY0" fmla="*/ 0 h 3410056"/>
              <a:gd name="connsiteX1" fmla="*/ 3362838 w 3362838"/>
              <a:gd name="connsiteY1" fmla="*/ 3410056 h 3410056"/>
              <a:gd name="connsiteX2" fmla="*/ 3362837 w 3362838"/>
              <a:gd name="connsiteY2" fmla="*/ 3410056 h 3410056"/>
              <a:gd name="connsiteX3" fmla="*/ 0 w 3362838"/>
              <a:gd name="connsiteY3" fmla="*/ 1 h 341005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3362838" h="3410056">
                <a:moveTo>
                  <a:pt x="0" y="0"/>
                </a:moveTo>
                <a:lnTo>
                  <a:pt x="3362838" y="3410056"/>
                </a:lnTo>
                <a:lnTo>
                  <a:pt x="3362837" y="3410056"/>
                </a:lnTo>
                <a:lnTo>
                  <a:pt x="0" y="1"/>
                </a:lnTo>
                <a:close/>
              </a:path>
            </a:pathLst>
          </a:custGeom>
          <a:gradFill>
            <a:gsLst>
              <a:gs pos="0">
                <a:srgbClr val="FFFFFF">
                  <a:alpha val="0"/>
                </a:srgbClr>
              </a:gs>
              <a:gs pos="100000">
                <a:srgbClr val="F2A900"/>
              </a:gs>
            </a:gsLst>
            <a:lin ang="5400000" scaled="1"/>
          </a:gradFill>
          <a:ln w="12700" cap="flat" cmpd="sng" algn="ctr">
            <a:noFill/>
            <a:prstDash val="solid"/>
            <a:miter lim="800000"/>
          </a:ln>
          <a:effectLst/>
        </p:spPr>
        <p:txBody>
          <a:bodyPr wrap="square" rtlCol="0" anchor="ctr">
            <a:noAutofit/>
          </a:bodyPr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 panose="020B0604020202020204"/>
              <a:ea typeface="微软雅黑 Light" panose="020B0502040204020203" charset="-122"/>
              <a:cs typeface="+mn-cs"/>
            </a:endParaRPr>
          </a:p>
        </p:txBody>
      </p:sp>
      <p:sp>
        <p:nvSpPr>
          <p:cNvPr id="72" name="任意多边形: 形状 83"/>
          <p:cNvSpPr/>
          <p:nvPr/>
        </p:nvSpPr>
        <p:spPr>
          <a:xfrm>
            <a:off x="0" y="3201986"/>
            <a:ext cx="12191999" cy="3656014"/>
          </a:xfrm>
          <a:custGeom>
            <a:avLst/>
            <a:gdLst>
              <a:gd name="connsiteX0" fmla="*/ 6096002 w 12191999"/>
              <a:gd name="connsiteY0" fmla="*/ 0 h 3656014"/>
              <a:gd name="connsiteX1" fmla="*/ 11517301 w 12191999"/>
              <a:gd name="connsiteY1" fmla="*/ 568339 h 3656014"/>
              <a:gd name="connsiteX2" fmla="*/ 12191999 w 12191999"/>
              <a:gd name="connsiteY2" fmla="*/ 741496 h 3656014"/>
              <a:gd name="connsiteX3" fmla="*/ 12191999 w 12191999"/>
              <a:gd name="connsiteY3" fmla="*/ 3656014 h 3656014"/>
              <a:gd name="connsiteX4" fmla="*/ 0 w 12191999"/>
              <a:gd name="connsiteY4" fmla="*/ 3656014 h 3656014"/>
              <a:gd name="connsiteX5" fmla="*/ 0 w 12191999"/>
              <a:gd name="connsiteY5" fmla="*/ 741497 h 3656014"/>
              <a:gd name="connsiteX6" fmla="*/ 674702 w 12191999"/>
              <a:gd name="connsiteY6" fmla="*/ 568339 h 3656014"/>
              <a:gd name="connsiteX7" fmla="*/ 6096002 w 12191999"/>
              <a:gd name="connsiteY7" fmla="*/ 0 h 365601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12191999" h="3656014">
                <a:moveTo>
                  <a:pt x="6096002" y="0"/>
                </a:moveTo>
                <a:cubicBezTo>
                  <a:pt x="8104174" y="0"/>
                  <a:pt x="9969760" y="209519"/>
                  <a:pt x="11517301" y="568339"/>
                </a:cubicBezTo>
                <a:lnTo>
                  <a:pt x="12191999" y="741496"/>
                </a:lnTo>
                <a:lnTo>
                  <a:pt x="12191999" y="3656014"/>
                </a:lnTo>
                <a:lnTo>
                  <a:pt x="0" y="3656014"/>
                </a:lnTo>
                <a:lnTo>
                  <a:pt x="0" y="741497"/>
                </a:lnTo>
                <a:lnTo>
                  <a:pt x="674702" y="568339"/>
                </a:lnTo>
                <a:cubicBezTo>
                  <a:pt x="2222243" y="209519"/>
                  <a:pt x="4087830" y="0"/>
                  <a:pt x="6096002" y="0"/>
                </a:cubicBezTo>
                <a:close/>
              </a:path>
            </a:pathLst>
          </a:custGeom>
          <a:solidFill>
            <a:srgbClr val="FFFFFF"/>
          </a:solidFill>
          <a:ln w="12700" cap="flat" cmpd="sng" algn="ctr">
            <a:noFill/>
            <a:prstDash val="solid"/>
            <a:miter lim="800000"/>
          </a:ln>
          <a:effectLst>
            <a:outerShdw blurRad="381000" sx="102000" sy="102000" algn="ctr" rotWithShape="0">
              <a:prstClr val="black">
                <a:alpha val="10000"/>
              </a:prstClr>
            </a:outerShdw>
          </a:effectLst>
        </p:spPr>
        <p:txBody>
          <a:bodyPr wrap="square" rtlCol="0" anchor="ctr">
            <a:noAutofit/>
          </a:bodyPr>
          <a:lstStyle/>
          <a:p>
            <a:pPr marL="0" marR="0" lvl="0" indent="0" algn="ctr" defTabSz="91440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 panose="020B0604020202020204"/>
              <a:ea typeface="微软雅黑 Light" panose="020B0502040204020203" charset="-122"/>
              <a:cs typeface="+mn-ea"/>
            </a:endParaRPr>
          </a:p>
        </p:txBody>
      </p:sp>
      <p:sp>
        <p:nvSpPr>
          <p:cNvPr id="73" name="任意多边形: 形状 62"/>
          <p:cNvSpPr/>
          <p:nvPr/>
        </p:nvSpPr>
        <p:spPr>
          <a:xfrm>
            <a:off x="0" y="2989267"/>
            <a:ext cx="12191999" cy="741497"/>
          </a:xfrm>
          <a:custGeom>
            <a:avLst/>
            <a:gdLst>
              <a:gd name="connsiteX0" fmla="*/ 6096002 w 12191999"/>
              <a:gd name="connsiteY0" fmla="*/ 0 h 3805208"/>
              <a:gd name="connsiteX1" fmla="*/ 11517301 w 12191999"/>
              <a:gd name="connsiteY1" fmla="*/ 568339 h 3805208"/>
              <a:gd name="connsiteX2" fmla="*/ 12191999 w 12191999"/>
              <a:gd name="connsiteY2" fmla="*/ 741496 h 3805208"/>
              <a:gd name="connsiteX3" fmla="*/ 12191999 w 12191999"/>
              <a:gd name="connsiteY3" fmla="*/ 3805208 h 3805208"/>
              <a:gd name="connsiteX4" fmla="*/ 0 w 12191999"/>
              <a:gd name="connsiteY4" fmla="*/ 3805208 h 3805208"/>
              <a:gd name="connsiteX5" fmla="*/ 0 w 12191999"/>
              <a:gd name="connsiteY5" fmla="*/ 741497 h 3805208"/>
              <a:gd name="connsiteX6" fmla="*/ 674702 w 12191999"/>
              <a:gd name="connsiteY6" fmla="*/ 568339 h 3805208"/>
              <a:gd name="connsiteX7" fmla="*/ 6096002 w 12191999"/>
              <a:gd name="connsiteY7" fmla="*/ 0 h 3805208"/>
              <a:gd name="connsiteX0-1" fmla="*/ 12191999 w 12283439"/>
              <a:gd name="connsiteY0-2" fmla="*/ 3805208 h 3896648"/>
              <a:gd name="connsiteX1-3" fmla="*/ 0 w 12283439"/>
              <a:gd name="connsiteY1-4" fmla="*/ 3805208 h 3896648"/>
              <a:gd name="connsiteX2-5" fmla="*/ 0 w 12283439"/>
              <a:gd name="connsiteY2-6" fmla="*/ 741497 h 3896648"/>
              <a:gd name="connsiteX3-7" fmla="*/ 674702 w 12283439"/>
              <a:gd name="connsiteY3-8" fmla="*/ 568339 h 3896648"/>
              <a:gd name="connsiteX4-9" fmla="*/ 6096002 w 12283439"/>
              <a:gd name="connsiteY4-10" fmla="*/ 0 h 3896648"/>
              <a:gd name="connsiteX5-11" fmla="*/ 11517301 w 12283439"/>
              <a:gd name="connsiteY5-12" fmla="*/ 568339 h 3896648"/>
              <a:gd name="connsiteX6-13" fmla="*/ 12191999 w 12283439"/>
              <a:gd name="connsiteY6-14" fmla="*/ 741496 h 3896648"/>
              <a:gd name="connsiteX7-15" fmla="*/ 12283439 w 12283439"/>
              <a:gd name="connsiteY7-16" fmla="*/ 3896648 h 3896648"/>
              <a:gd name="connsiteX0-17" fmla="*/ 12191999 w 12191999"/>
              <a:gd name="connsiteY0-18" fmla="*/ 3805208 h 3805208"/>
              <a:gd name="connsiteX1-19" fmla="*/ 0 w 12191999"/>
              <a:gd name="connsiteY1-20" fmla="*/ 3805208 h 3805208"/>
              <a:gd name="connsiteX2-21" fmla="*/ 0 w 12191999"/>
              <a:gd name="connsiteY2-22" fmla="*/ 741497 h 3805208"/>
              <a:gd name="connsiteX3-23" fmla="*/ 674702 w 12191999"/>
              <a:gd name="connsiteY3-24" fmla="*/ 568339 h 3805208"/>
              <a:gd name="connsiteX4-25" fmla="*/ 6096002 w 12191999"/>
              <a:gd name="connsiteY4-26" fmla="*/ 0 h 3805208"/>
              <a:gd name="connsiteX5-27" fmla="*/ 11517301 w 12191999"/>
              <a:gd name="connsiteY5-28" fmla="*/ 568339 h 3805208"/>
              <a:gd name="connsiteX6-29" fmla="*/ 12191999 w 12191999"/>
              <a:gd name="connsiteY6-30" fmla="*/ 741496 h 3805208"/>
              <a:gd name="connsiteX0-31" fmla="*/ 0 w 12191999"/>
              <a:gd name="connsiteY0-32" fmla="*/ 3805208 h 3805208"/>
              <a:gd name="connsiteX1-33" fmla="*/ 0 w 12191999"/>
              <a:gd name="connsiteY1-34" fmla="*/ 741497 h 3805208"/>
              <a:gd name="connsiteX2-35" fmla="*/ 674702 w 12191999"/>
              <a:gd name="connsiteY2-36" fmla="*/ 568339 h 3805208"/>
              <a:gd name="connsiteX3-37" fmla="*/ 6096002 w 12191999"/>
              <a:gd name="connsiteY3-38" fmla="*/ 0 h 3805208"/>
              <a:gd name="connsiteX4-39" fmla="*/ 11517301 w 12191999"/>
              <a:gd name="connsiteY4-40" fmla="*/ 568339 h 3805208"/>
              <a:gd name="connsiteX5-41" fmla="*/ 12191999 w 12191999"/>
              <a:gd name="connsiteY5-42" fmla="*/ 741496 h 3805208"/>
              <a:gd name="connsiteX0-43" fmla="*/ 0 w 12191999"/>
              <a:gd name="connsiteY0-44" fmla="*/ 741497 h 741497"/>
              <a:gd name="connsiteX1-45" fmla="*/ 674702 w 12191999"/>
              <a:gd name="connsiteY1-46" fmla="*/ 568339 h 741497"/>
              <a:gd name="connsiteX2-47" fmla="*/ 6096002 w 12191999"/>
              <a:gd name="connsiteY2-48" fmla="*/ 0 h 741497"/>
              <a:gd name="connsiteX3-49" fmla="*/ 11517301 w 12191999"/>
              <a:gd name="connsiteY3-50" fmla="*/ 568339 h 741497"/>
              <a:gd name="connsiteX4-51" fmla="*/ 12191999 w 12191999"/>
              <a:gd name="connsiteY4-52" fmla="*/ 741496 h 741497"/>
            </a:gdLst>
            <a:ahLst/>
            <a:cxnLst>
              <a:cxn ang="0">
                <a:pos x="connsiteX0-1" y="connsiteY0-2"/>
              </a:cxn>
              <a:cxn ang="0">
                <a:pos x="connsiteX1-3" y="connsiteY1-4"/>
              </a:cxn>
              <a:cxn ang="0">
                <a:pos x="connsiteX2-5" y="connsiteY2-6"/>
              </a:cxn>
              <a:cxn ang="0">
                <a:pos x="connsiteX3-7" y="connsiteY3-8"/>
              </a:cxn>
              <a:cxn ang="0">
                <a:pos x="connsiteX4-9" y="connsiteY4-10"/>
              </a:cxn>
            </a:cxnLst>
            <a:rect l="l" t="t" r="r" b="b"/>
            <a:pathLst>
              <a:path w="12191999" h="741497">
                <a:moveTo>
                  <a:pt x="0" y="741497"/>
                </a:moveTo>
                <a:lnTo>
                  <a:pt x="674702" y="568339"/>
                </a:lnTo>
                <a:cubicBezTo>
                  <a:pt x="2222243" y="209519"/>
                  <a:pt x="4087830" y="0"/>
                  <a:pt x="6096002" y="0"/>
                </a:cubicBezTo>
                <a:cubicBezTo>
                  <a:pt x="8104174" y="0"/>
                  <a:pt x="9969760" y="209519"/>
                  <a:pt x="11517301" y="568339"/>
                </a:cubicBezTo>
                <a:lnTo>
                  <a:pt x="12191999" y="741496"/>
                </a:lnTo>
              </a:path>
            </a:pathLst>
          </a:custGeom>
          <a:noFill/>
          <a:ln w="12700" cap="flat" cmpd="sng" algn="ctr">
            <a:solidFill>
              <a:srgbClr val="FFFFFF"/>
            </a:solidFill>
            <a:prstDash val="solid"/>
            <a:miter lim="800000"/>
          </a:ln>
          <a:effectLst/>
        </p:spPr>
        <p:txBody>
          <a:bodyPr wrap="square" rtlCol="0" anchor="ctr">
            <a:noAutofit/>
          </a:bodyPr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 panose="020B0604020202020204"/>
              <a:ea typeface="微软雅黑 Light" panose="020B0502040204020203" charset="-122"/>
              <a:cs typeface="+mn-cs"/>
            </a:endParaRPr>
          </a:p>
        </p:txBody>
      </p:sp>
      <p:sp>
        <p:nvSpPr>
          <p:cNvPr id="94" name="标题 47"/>
          <p:cNvSpPr txBox="1"/>
          <p:nvPr/>
        </p:nvSpPr>
        <p:spPr>
          <a:xfrm>
            <a:off x="2565748" y="4154302"/>
            <a:ext cx="7214483" cy="707886"/>
          </a:xfrm>
          <a:prstGeom prst="rect">
            <a:avLst/>
          </a:prstGeom>
          <a:noFill/>
        </p:spPr>
        <p:txBody>
          <a:bodyPr wrap="square" lIns="0" rtlCol="0">
            <a:spAutoFit/>
          </a:bodyPr>
          <a:lstStyle>
            <a:lvl1pPr algn="ctr" defTabSz="914400" rtl="0" eaLnBrk="1" latinLnBrk="0" hangingPunct="1">
              <a:lnSpc>
                <a:spcPct val="100000"/>
              </a:lnSpc>
              <a:spcBef>
                <a:spcPct val="0"/>
              </a:spcBef>
              <a:buNone/>
              <a:defRPr lang="zh-CN" altLang="en-US" sz="4400" kern="1200" spc="100" dirty="0">
                <a:solidFill>
                  <a:schemeClr val="accent1"/>
                </a:solidFill>
                <a:latin typeface="方正大标宋简体" panose="02000000000000000000" pitchFamily="2" charset="-122"/>
                <a:ea typeface="方正大标宋简体" panose="02000000000000000000" pitchFamily="2" charset="-122"/>
                <a:cs typeface="+mn-ea"/>
              </a:defRPr>
            </a:lvl1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lang="zh-CN" altLang="en-US" sz="4000" dirty="0">
                <a:solidFill>
                  <a:srgbClr val="2257AE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谢谢大家！</a:t>
            </a:r>
          </a:p>
        </p:txBody>
      </p:sp>
      <p:cxnSp>
        <p:nvCxnSpPr>
          <p:cNvPr id="108" name="直接连接符 107"/>
          <p:cNvCxnSpPr/>
          <p:nvPr/>
        </p:nvCxnSpPr>
        <p:spPr>
          <a:xfrm>
            <a:off x="2108522" y="5360072"/>
            <a:ext cx="7974957" cy="0"/>
          </a:xfrm>
          <a:prstGeom prst="line">
            <a:avLst/>
          </a:prstGeom>
          <a:noFill/>
          <a:ln w="6350" cap="flat" cmpd="sng" algn="ctr">
            <a:solidFill>
              <a:srgbClr val="000000">
                <a:lumMod val="50000"/>
                <a:lumOff val="50000"/>
              </a:srgbClr>
            </a:solidFill>
            <a:prstDash val="solid"/>
            <a:miter lim="800000"/>
          </a:ln>
          <a:effectLst/>
        </p:spPr>
      </p:cxnSp>
      <p:grpSp>
        <p:nvGrpSpPr>
          <p:cNvPr id="110" name="组合 109" descr="本素材由iSlide™ 提供&#10;iSlide™尊重知识产权并注重保护用户享有的各项权利。郑重提醒您：&#10;iSlide™插件中提供的任何信息内容的所有权、知识产权归其原始权利人或权利受让人所有，您免费/购买获得的是信息内容的使用权，并受下述条款的约束；&#10;1. 您仅可以个人非商业用途使用该等信息内容，不可将信息内容的全部或部分用于出售，或以出租、出借、转让、分销、发布等其他任何方式供他人使用；&#10;2. 禁止在接入互联网或移动互联网的任何网站、平台、应用或程序上以任何方式为他人提供iSlide™插件资源内容的下载。&#10;The resource is supplied by iSlide™.&#10;iSlide™ respects all intellectual property rights and protects all the rights its users acquired.Solemnly remind you:&#10;The ownership and intellectual property of the resources supplied in iSlide Add-in belongs to its owner or the assignee of this ownership.you only acquired the usage of the resources supplied in iSlide Add-in, as well as respected the following restrain terms:&#10;1.You are only allowed to use such resource for personal and non-commercial aim, not allowed to use such resource or part of it for the sale; or rent, lend, transfer to others; or distribution or release it in any way.&#10;2.You are not permitted to provide the resource of iSlide Add-in in any website, platform, application access to the Internet or mobile Internet." title="iSlide™ 版权声明  COPYRIGHT NOTICE"/>
          <p:cNvGrpSpPr/>
          <p:nvPr/>
        </p:nvGrpSpPr>
        <p:grpSpPr>
          <a:xfrm>
            <a:off x="4241636" y="1145309"/>
            <a:ext cx="3708726" cy="1161376"/>
            <a:chOff x="3366076" y="2566750"/>
            <a:chExt cx="5459848" cy="1709738"/>
          </a:xfrm>
          <a:solidFill>
            <a:schemeClr val="bg1"/>
          </a:solidFill>
        </p:grpSpPr>
        <p:sp>
          <p:nvSpPr>
            <p:cNvPr id="111" name="iSḻîďê"/>
            <p:cNvSpPr/>
            <p:nvPr/>
          </p:nvSpPr>
          <p:spPr bwMode="auto">
            <a:xfrm>
              <a:off x="3647919" y="2850292"/>
              <a:ext cx="1142655" cy="1142655"/>
            </a:xfrm>
            <a:custGeom>
              <a:avLst/>
              <a:gdLst>
                <a:gd name="T0" fmla="*/ 429 w 858"/>
                <a:gd name="T1" fmla="*/ 0 h 857"/>
                <a:gd name="T2" fmla="*/ 858 w 858"/>
                <a:gd name="T3" fmla="*/ 428 h 857"/>
                <a:gd name="T4" fmla="*/ 429 w 858"/>
                <a:gd name="T5" fmla="*/ 857 h 857"/>
                <a:gd name="T6" fmla="*/ 0 w 858"/>
                <a:gd name="T7" fmla="*/ 428 h 857"/>
                <a:gd name="T8" fmla="*/ 429 w 858"/>
                <a:gd name="T9" fmla="*/ 0 h 857"/>
                <a:gd name="T10" fmla="*/ 429 w 858"/>
                <a:gd name="T11" fmla="*/ 24 h 857"/>
                <a:gd name="T12" fmla="*/ 25 w 858"/>
                <a:gd name="T13" fmla="*/ 428 h 857"/>
                <a:gd name="T14" fmla="*/ 429 w 858"/>
                <a:gd name="T15" fmla="*/ 833 h 857"/>
                <a:gd name="T16" fmla="*/ 834 w 858"/>
                <a:gd name="T17" fmla="*/ 428 h 857"/>
                <a:gd name="T18" fmla="*/ 429 w 858"/>
                <a:gd name="T19" fmla="*/ 24 h 85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858" h="857">
                  <a:moveTo>
                    <a:pt x="429" y="0"/>
                  </a:moveTo>
                  <a:cubicBezTo>
                    <a:pt x="665" y="0"/>
                    <a:pt x="858" y="192"/>
                    <a:pt x="858" y="428"/>
                  </a:cubicBezTo>
                  <a:cubicBezTo>
                    <a:pt x="858" y="665"/>
                    <a:pt x="665" y="857"/>
                    <a:pt x="429" y="857"/>
                  </a:cubicBezTo>
                  <a:cubicBezTo>
                    <a:pt x="193" y="857"/>
                    <a:pt x="0" y="665"/>
                    <a:pt x="0" y="428"/>
                  </a:cubicBezTo>
                  <a:cubicBezTo>
                    <a:pt x="0" y="192"/>
                    <a:pt x="193" y="0"/>
                    <a:pt x="429" y="0"/>
                  </a:cubicBezTo>
                  <a:close/>
                  <a:moveTo>
                    <a:pt x="429" y="24"/>
                  </a:moveTo>
                  <a:cubicBezTo>
                    <a:pt x="207" y="24"/>
                    <a:pt x="25" y="206"/>
                    <a:pt x="25" y="428"/>
                  </a:cubicBezTo>
                  <a:cubicBezTo>
                    <a:pt x="25" y="651"/>
                    <a:pt x="207" y="833"/>
                    <a:pt x="429" y="833"/>
                  </a:cubicBezTo>
                  <a:cubicBezTo>
                    <a:pt x="652" y="833"/>
                    <a:pt x="834" y="651"/>
                    <a:pt x="834" y="428"/>
                  </a:cubicBezTo>
                  <a:cubicBezTo>
                    <a:pt x="834" y="206"/>
                    <a:pt x="652" y="24"/>
                    <a:pt x="429" y="2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12" name="iśliḍê"/>
            <p:cNvSpPr/>
            <p:nvPr/>
          </p:nvSpPr>
          <p:spPr bwMode="auto">
            <a:xfrm>
              <a:off x="3366076" y="2566750"/>
              <a:ext cx="1708039" cy="1709738"/>
            </a:xfrm>
            <a:custGeom>
              <a:avLst/>
              <a:gdLst>
                <a:gd name="T0" fmla="*/ 641 w 1283"/>
                <a:gd name="T1" fmla="*/ 0 h 1283"/>
                <a:gd name="T2" fmla="*/ 1283 w 1283"/>
                <a:gd name="T3" fmla="*/ 641 h 1283"/>
                <a:gd name="T4" fmla="*/ 641 w 1283"/>
                <a:gd name="T5" fmla="*/ 1283 h 1283"/>
                <a:gd name="T6" fmla="*/ 0 w 1283"/>
                <a:gd name="T7" fmla="*/ 641 h 1283"/>
                <a:gd name="T8" fmla="*/ 641 w 1283"/>
                <a:gd name="T9" fmla="*/ 0 h 1283"/>
                <a:gd name="T10" fmla="*/ 641 w 1283"/>
                <a:gd name="T11" fmla="*/ 24 h 1283"/>
                <a:gd name="T12" fmla="*/ 24 w 1283"/>
                <a:gd name="T13" fmla="*/ 641 h 1283"/>
                <a:gd name="T14" fmla="*/ 641 w 1283"/>
                <a:gd name="T15" fmla="*/ 1259 h 1283"/>
                <a:gd name="T16" fmla="*/ 1258 w 1283"/>
                <a:gd name="T17" fmla="*/ 641 h 1283"/>
                <a:gd name="T18" fmla="*/ 641 w 1283"/>
                <a:gd name="T19" fmla="*/ 24 h 128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1283" h="1283">
                  <a:moveTo>
                    <a:pt x="641" y="0"/>
                  </a:moveTo>
                  <a:cubicBezTo>
                    <a:pt x="995" y="0"/>
                    <a:pt x="1283" y="288"/>
                    <a:pt x="1283" y="641"/>
                  </a:cubicBezTo>
                  <a:cubicBezTo>
                    <a:pt x="1283" y="995"/>
                    <a:pt x="995" y="1283"/>
                    <a:pt x="641" y="1283"/>
                  </a:cubicBezTo>
                  <a:cubicBezTo>
                    <a:pt x="288" y="1283"/>
                    <a:pt x="0" y="995"/>
                    <a:pt x="0" y="641"/>
                  </a:cubicBezTo>
                  <a:cubicBezTo>
                    <a:pt x="0" y="288"/>
                    <a:pt x="288" y="0"/>
                    <a:pt x="641" y="0"/>
                  </a:cubicBezTo>
                  <a:close/>
                  <a:moveTo>
                    <a:pt x="641" y="24"/>
                  </a:moveTo>
                  <a:cubicBezTo>
                    <a:pt x="301" y="24"/>
                    <a:pt x="24" y="302"/>
                    <a:pt x="24" y="641"/>
                  </a:cubicBezTo>
                  <a:cubicBezTo>
                    <a:pt x="24" y="981"/>
                    <a:pt x="301" y="1259"/>
                    <a:pt x="641" y="1259"/>
                  </a:cubicBezTo>
                  <a:cubicBezTo>
                    <a:pt x="981" y="1259"/>
                    <a:pt x="1258" y="981"/>
                    <a:pt x="1258" y="641"/>
                  </a:cubicBezTo>
                  <a:cubicBezTo>
                    <a:pt x="1258" y="302"/>
                    <a:pt x="981" y="24"/>
                    <a:pt x="641" y="2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13" name="ïšlîḋè"/>
            <p:cNvSpPr/>
            <p:nvPr/>
          </p:nvSpPr>
          <p:spPr bwMode="auto">
            <a:xfrm>
              <a:off x="3433990" y="2634664"/>
              <a:ext cx="1573909" cy="1071345"/>
            </a:xfrm>
            <a:custGeom>
              <a:avLst/>
              <a:gdLst>
                <a:gd name="T0" fmla="*/ 46 w 1182"/>
                <a:gd name="T1" fmla="*/ 693 h 803"/>
                <a:gd name="T2" fmla="*/ 46 w 1182"/>
                <a:gd name="T3" fmla="*/ 715 h 803"/>
                <a:gd name="T4" fmla="*/ 139 w 1182"/>
                <a:gd name="T5" fmla="*/ 703 h 803"/>
                <a:gd name="T6" fmla="*/ 51 w 1182"/>
                <a:gd name="T7" fmla="*/ 781 h 803"/>
                <a:gd name="T8" fmla="*/ 82 w 1182"/>
                <a:gd name="T9" fmla="*/ 547 h 803"/>
                <a:gd name="T10" fmla="*/ 22 w 1182"/>
                <a:gd name="T11" fmla="*/ 647 h 803"/>
                <a:gd name="T12" fmla="*/ 22 w 1182"/>
                <a:gd name="T13" fmla="*/ 616 h 803"/>
                <a:gd name="T14" fmla="*/ 4 w 1182"/>
                <a:gd name="T15" fmla="*/ 574 h 803"/>
                <a:gd name="T16" fmla="*/ 136 w 1182"/>
                <a:gd name="T17" fmla="*/ 477 h 803"/>
                <a:gd name="T18" fmla="*/ 143 w 1182"/>
                <a:gd name="T19" fmla="*/ 477 h 803"/>
                <a:gd name="T20" fmla="*/ 24 w 1182"/>
                <a:gd name="T21" fmla="*/ 490 h 803"/>
                <a:gd name="T22" fmla="*/ 156 w 1182"/>
                <a:gd name="T23" fmla="*/ 330 h 803"/>
                <a:gd name="T24" fmla="*/ 193 w 1182"/>
                <a:gd name="T25" fmla="*/ 355 h 803"/>
                <a:gd name="T26" fmla="*/ 143 w 1182"/>
                <a:gd name="T27" fmla="*/ 368 h 803"/>
                <a:gd name="T28" fmla="*/ 159 w 1182"/>
                <a:gd name="T29" fmla="*/ 414 h 803"/>
                <a:gd name="T30" fmla="*/ 186 w 1182"/>
                <a:gd name="T31" fmla="*/ 304 h 803"/>
                <a:gd name="T32" fmla="*/ 228 w 1182"/>
                <a:gd name="T33" fmla="*/ 266 h 803"/>
                <a:gd name="T34" fmla="*/ 236 w 1182"/>
                <a:gd name="T35" fmla="*/ 121 h 803"/>
                <a:gd name="T36" fmla="*/ 271 w 1182"/>
                <a:gd name="T37" fmla="*/ 193 h 803"/>
                <a:gd name="T38" fmla="*/ 224 w 1182"/>
                <a:gd name="T39" fmla="*/ 274 h 803"/>
                <a:gd name="T40" fmla="*/ 500 w 1182"/>
                <a:gd name="T41" fmla="*/ 26 h 803"/>
                <a:gd name="T42" fmla="*/ 417 w 1182"/>
                <a:gd name="T43" fmla="*/ 112 h 803"/>
                <a:gd name="T44" fmla="*/ 447 w 1182"/>
                <a:gd name="T45" fmla="*/ 21 h 803"/>
                <a:gd name="T46" fmla="*/ 492 w 1182"/>
                <a:gd name="T47" fmla="*/ 31 h 803"/>
                <a:gd name="T48" fmla="*/ 532 w 1182"/>
                <a:gd name="T49" fmla="*/ 125 h 803"/>
                <a:gd name="T50" fmla="*/ 573 w 1182"/>
                <a:gd name="T51" fmla="*/ 0 h 803"/>
                <a:gd name="T52" fmla="*/ 662 w 1182"/>
                <a:gd name="T53" fmla="*/ 0 h 803"/>
                <a:gd name="T54" fmla="*/ 557 w 1182"/>
                <a:gd name="T55" fmla="*/ 29 h 803"/>
                <a:gd name="T56" fmla="*/ 727 w 1182"/>
                <a:gd name="T57" fmla="*/ 143 h 803"/>
                <a:gd name="T58" fmla="*/ 753 w 1182"/>
                <a:gd name="T59" fmla="*/ 22 h 803"/>
                <a:gd name="T60" fmla="*/ 662 w 1182"/>
                <a:gd name="T61" fmla="*/ 130 h 803"/>
                <a:gd name="T62" fmla="*/ 892 w 1182"/>
                <a:gd name="T63" fmla="*/ 83 h 803"/>
                <a:gd name="T64" fmla="*/ 773 w 1182"/>
                <a:gd name="T65" fmla="*/ 30 h 803"/>
                <a:gd name="T66" fmla="*/ 812 w 1182"/>
                <a:gd name="T67" fmla="*/ 74 h 803"/>
                <a:gd name="T68" fmla="*/ 855 w 1182"/>
                <a:gd name="T69" fmla="*/ 67 h 803"/>
                <a:gd name="T70" fmla="*/ 864 w 1182"/>
                <a:gd name="T71" fmla="*/ 193 h 803"/>
                <a:gd name="T72" fmla="*/ 951 w 1182"/>
                <a:gd name="T73" fmla="*/ 241 h 803"/>
                <a:gd name="T74" fmla="*/ 924 w 1182"/>
                <a:gd name="T75" fmla="*/ 226 h 803"/>
                <a:gd name="T76" fmla="*/ 965 w 1182"/>
                <a:gd name="T77" fmla="*/ 144 h 803"/>
                <a:gd name="T78" fmla="*/ 920 w 1182"/>
                <a:gd name="T79" fmla="*/ 102 h 803"/>
                <a:gd name="T80" fmla="*/ 1051 w 1182"/>
                <a:gd name="T81" fmla="*/ 244 h 803"/>
                <a:gd name="T82" fmla="*/ 1007 w 1182"/>
                <a:gd name="T83" fmla="*/ 277 h 803"/>
                <a:gd name="T84" fmla="*/ 934 w 1182"/>
                <a:gd name="T85" fmla="*/ 272 h 803"/>
                <a:gd name="T86" fmla="*/ 1070 w 1182"/>
                <a:gd name="T87" fmla="*/ 246 h 803"/>
                <a:gd name="T88" fmla="*/ 1121 w 1182"/>
                <a:gd name="T89" fmla="*/ 427 h 803"/>
                <a:gd name="T90" fmla="*/ 1143 w 1182"/>
                <a:gd name="T91" fmla="*/ 373 h 803"/>
                <a:gd name="T92" fmla="*/ 1024 w 1182"/>
                <a:gd name="T93" fmla="*/ 422 h 803"/>
                <a:gd name="T94" fmla="*/ 1011 w 1182"/>
                <a:gd name="T95" fmla="*/ 391 h 803"/>
                <a:gd name="T96" fmla="*/ 1099 w 1182"/>
                <a:gd name="T97" fmla="*/ 389 h 803"/>
                <a:gd name="T98" fmla="*/ 1055 w 1182"/>
                <a:gd name="T99" fmla="*/ 527 h 803"/>
                <a:gd name="T100" fmla="*/ 1146 w 1182"/>
                <a:gd name="T101" fmla="*/ 454 h 803"/>
                <a:gd name="T102" fmla="*/ 1171 w 1182"/>
                <a:gd name="T103" fmla="*/ 496 h 803"/>
                <a:gd name="T104" fmla="*/ 1075 w 1182"/>
                <a:gd name="T105" fmla="*/ 597 h 803"/>
                <a:gd name="T106" fmla="*/ 1180 w 1182"/>
                <a:gd name="T107" fmla="*/ 523 h 803"/>
                <a:gd name="T108" fmla="*/ 1056 w 1182"/>
                <a:gd name="T109" fmla="*/ 548 h 803"/>
                <a:gd name="T110" fmla="*/ 1146 w 1182"/>
                <a:gd name="T111" fmla="*/ 793 h 803"/>
                <a:gd name="T112" fmla="*/ 1036 w 1182"/>
                <a:gd name="T113" fmla="*/ 737 h 803"/>
                <a:gd name="T114" fmla="*/ 1091 w 1182"/>
                <a:gd name="T115" fmla="*/ 699 h 803"/>
                <a:gd name="T116" fmla="*/ 1160 w 1182"/>
                <a:gd name="T117" fmla="*/ 728 h 803"/>
                <a:gd name="T118" fmla="*/ 1128 w 1182"/>
                <a:gd name="T119" fmla="*/ 755 h 80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  <a:cxn ang="0">
                  <a:pos x="T118" y="T119"/>
                </a:cxn>
              </a:cxnLst>
              <a:rect l="0" t="0" r="r" b="b"/>
              <a:pathLst>
                <a:path w="1182" h="803">
                  <a:moveTo>
                    <a:pt x="42" y="801"/>
                  </a:moveTo>
                  <a:cubicBezTo>
                    <a:pt x="38" y="803"/>
                    <a:pt x="38" y="803"/>
                    <a:pt x="38" y="803"/>
                  </a:cubicBezTo>
                  <a:cubicBezTo>
                    <a:pt x="8" y="699"/>
                    <a:pt x="8" y="699"/>
                    <a:pt x="8" y="699"/>
                  </a:cubicBezTo>
                  <a:cubicBezTo>
                    <a:pt x="45" y="688"/>
                    <a:pt x="45" y="688"/>
                    <a:pt x="45" y="688"/>
                  </a:cubicBezTo>
                  <a:cubicBezTo>
                    <a:pt x="46" y="693"/>
                    <a:pt x="46" y="693"/>
                    <a:pt x="46" y="693"/>
                  </a:cubicBezTo>
                  <a:cubicBezTo>
                    <a:pt x="25" y="701"/>
                    <a:pt x="19" y="717"/>
                    <a:pt x="27" y="741"/>
                  </a:cubicBezTo>
                  <a:cubicBezTo>
                    <a:pt x="29" y="752"/>
                    <a:pt x="34" y="755"/>
                    <a:pt x="40" y="753"/>
                  </a:cubicBezTo>
                  <a:cubicBezTo>
                    <a:pt x="82" y="740"/>
                    <a:pt x="82" y="740"/>
                    <a:pt x="82" y="740"/>
                  </a:cubicBezTo>
                  <a:cubicBezTo>
                    <a:pt x="79" y="723"/>
                    <a:pt x="67" y="716"/>
                    <a:pt x="47" y="720"/>
                  </a:cubicBezTo>
                  <a:cubicBezTo>
                    <a:pt x="46" y="715"/>
                    <a:pt x="46" y="715"/>
                    <a:pt x="46" y="715"/>
                  </a:cubicBezTo>
                  <a:cubicBezTo>
                    <a:pt x="107" y="698"/>
                    <a:pt x="107" y="698"/>
                    <a:pt x="107" y="698"/>
                  </a:cubicBezTo>
                  <a:cubicBezTo>
                    <a:pt x="109" y="703"/>
                    <a:pt x="109" y="703"/>
                    <a:pt x="109" y="703"/>
                  </a:cubicBezTo>
                  <a:cubicBezTo>
                    <a:pt x="89" y="709"/>
                    <a:pt x="83" y="721"/>
                    <a:pt x="89" y="739"/>
                  </a:cubicBezTo>
                  <a:cubicBezTo>
                    <a:pt x="131" y="726"/>
                    <a:pt x="131" y="726"/>
                    <a:pt x="131" y="726"/>
                  </a:cubicBezTo>
                  <a:cubicBezTo>
                    <a:pt x="141" y="725"/>
                    <a:pt x="143" y="717"/>
                    <a:pt x="139" y="703"/>
                  </a:cubicBezTo>
                  <a:cubicBezTo>
                    <a:pt x="143" y="701"/>
                    <a:pt x="143" y="701"/>
                    <a:pt x="143" y="701"/>
                  </a:cubicBezTo>
                  <a:cubicBezTo>
                    <a:pt x="162" y="767"/>
                    <a:pt x="162" y="767"/>
                    <a:pt x="162" y="767"/>
                  </a:cubicBezTo>
                  <a:cubicBezTo>
                    <a:pt x="158" y="768"/>
                    <a:pt x="158" y="768"/>
                    <a:pt x="158" y="768"/>
                  </a:cubicBezTo>
                  <a:cubicBezTo>
                    <a:pt x="154" y="757"/>
                    <a:pt x="148" y="752"/>
                    <a:pt x="139" y="756"/>
                  </a:cubicBezTo>
                  <a:cubicBezTo>
                    <a:pt x="51" y="781"/>
                    <a:pt x="51" y="781"/>
                    <a:pt x="51" y="781"/>
                  </a:cubicBezTo>
                  <a:cubicBezTo>
                    <a:pt x="42" y="783"/>
                    <a:pt x="39" y="790"/>
                    <a:pt x="42" y="801"/>
                  </a:cubicBezTo>
                  <a:close/>
                  <a:moveTo>
                    <a:pt x="0" y="532"/>
                  </a:moveTo>
                  <a:cubicBezTo>
                    <a:pt x="4" y="532"/>
                    <a:pt x="4" y="532"/>
                    <a:pt x="4" y="532"/>
                  </a:cubicBezTo>
                  <a:cubicBezTo>
                    <a:pt x="5" y="543"/>
                    <a:pt x="10" y="548"/>
                    <a:pt x="21" y="547"/>
                  </a:cubicBezTo>
                  <a:cubicBezTo>
                    <a:pt x="82" y="547"/>
                    <a:pt x="82" y="547"/>
                    <a:pt x="82" y="547"/>
                  </a:cubicBezTo>
                  <a:cubicBezTo>
                    <a:pt x="99" y="547"/>
                    <a:pt x="111" y="551"/>
                    <a:pt x="118" y="557"/>
                  </a:cubicBezTo>
                  <a:cubicBezTo>
                    <a:pt x="126" y="566"/>
                    <a:pt x="131" y="578"/>
                    <a:pt x="131" y="594"/>
                  </a:cubicBezTo>
                  <a:cubicBezTo>
                    <a:pt x="131" y="611"/>
                    <a:pt x="128" y="624"/>
                    <a:pt x="121" y="633"/>
                  </a:cubicBezTo>
                  <a:cubicBezTo>
                    <a:pt x="114" y="643"/>
                    <a:pt x="102" y="647"/>
                    <a:pt x="86" y="647"/>
                  </a:cubicBezTo>
                  <a:cubicBezTo>
                    <a:pt x="22" y="647"/>
                    <a:pt x="22" y="647"/>
                    <a:pt x="22" y="647"/>
                  </a:cubicBezTo>
                  <a:cubicBezTo>
                    <a:pt x="10" y="646"/>
                    <a:pt x="4" y="651"/>
                    <a:pt x="4" y="662"/>
                  </a:cubicBezTo>
                  <a:cubicBezTo>
                    <a:pt x="0" y="662"/>
                    <a:pt x="0" y="662"/>
                    <a:pt x="0" y="662"/>
                  </a:cubicBezTo>
                  <a:cubicBezTo>
                    <a:pt x="0" y="597"/>
                    <a:pt x="0" y="597"/>
                    <a:pt x="0" y="597"/>
                  </a:cubicBezTo>
                  <a:cubicBezTo>
                    <a:pt x="4" y="597"/>
                    <a:pt x="4" y="597"/>
                    <a:pt x="4" y="597"/>
                  </a:cubicBezTo>
                  <a:cubicBezTo>
                    <a:pt x="3" y="611"/>
                    <a:pt x="9" y="617"/>
                    <a:pt x="22" y="616"/>
                  </a:cubicBezTo>
                  <a:cubicBezTo>
                    <a:pt x="86" y="616"/>
                    <a:pt x="86" y="616"/>
                    <a:pt x="86" y="616"/>
                  </a:cubicBezTo>
                  <a:cubicBezTo>
                    <a:pt x="110" y="616"/>
                    <a:pt x="123" y="607"/>
                    <a:pt x="123" y="588"/>
                  </a:cubicBezTo>
                  <a:cubicBezTo>
                    <a:pt x="123" y="565"/>
                    <a:pt x="109" y="554"/>
                    <a:pt x="82" y="555"/>
                  </a:cubicBezTo>
                  <a:cubicBezTo>
                    <a:pt x="24" y="555"/>
                    <a:pt x="24" y="555"/>
                    <a:pt x="24" y="555"/>
                  </a:cubicBezTo>
                  <a:cubicBezTo>
                    <a:pt x="11" y="554"/>
                    <a:pt x="4" y="560"/>
                    <a:pt x="4" y="574"/>
                  </a:cubicBezTo>
                  <a:cubicBezTo>
                    <a:pt x="0" y="574"/>
                    <a:pt x="0" y="574"/>
                    <a:pt x="0" y="574"/>
                  </a:cubicBezTo>
                  <a:cubicBezTo>
                    <a:pt x="0" y="532"/>
                    <a:pt x="0" y="532"/>
                    <a:pt x="0" y="532"/>
                  </a:cubicBezTo>
                  <a:close/>
                  <a:moveTo>
                    <a:pt x="31" y="461"/>
                  </a:moveTo>
                  <a:cubicBezTo>
                    <a:pt x="123" y="485"/>
                    <a:pt x="123" y="485"/>
                    <a:pt x="123" y="485"/>
                  </a:cubicBezTo>
                  <a:cubicBezTo>
                    <a:pt x="130" y="488"/>
                    <a:pt x="135" y="485"/>
                    <a:pt x="136" y="477"/>
                  </a:cubicBezTo>
                  <a:cubicBezTo>
                    <a:pt x="144" y="453"/>
                    <a:pt x="128" y="435"/>
                    <a:pt x="90" y="426"/>
                  </a:cubicBezTo>
                  <a:cubicBezTo>
                    <a:pt x="53" y="417"/>
                    <a:pt x="32" y="424"/>
                    <a:pt x="25" y="447"/>
                  </a:cubicBezTo>
                  <a:cubicBezTo>
                    <a:pt x="23" y="455"/>
                    <a:pt x="25" y="460"/>
                    <a:pt x="31" y="461"/>
                  </a:cubicBezTo>
                  <a:close/>
                  <a:moveTo>
                    <a:pt x="128" y="535"/>
                  </a:moveTo>
                  <a:cubicBezTo>
                    <a:pt x="143" y="477"/>
                    <a:pt x="143" y="477"/>
                    <a:pt x="143" y="477"/>
                  </a:cubicBezTo>
                  <a:cubicBezTo>
                    <a:pt x="153" y="433"/>
                    <a:pt x="137" y="405"/>
                    <a:pt x="97" y="393"/>
                  </a:cubicBezTo>
                  <a:cubicBezTo>
                    <a:pt x="58" y="384"/>
                    <a:pt x="31" y="402"/>
                    <a:pt x="19" y="445"/>
                  </a:cubicBezTo>
                  <a:cubicBezTo>
                    <a:pt x="4" y="501"/>
                    <a:pt x="4" y="501"/>
                    <a:pt x="4" y="501"/>
                  </a:cubicBezTo>
                  <a:cubicBezTo>
                    <a:pt x="8" y="502"/>
                    <a:pt x="8" y="502"/>
                    <a:pt x="8" y="502"/>
                  </a:cubicBezTo>
                  <a:cubicBezTo>
                    <a:pt x="11" y="492"/>
                    <a:pt x="17" y="488"/>
                    <a:pt x="24" y="490"/>
                  </a:cubicBezTo>
                  <a:cubicBezTo>
                    <a:pt x="116" y="515"/>
                    <a:pt x="116" y="515"/>
                    <a:pt x="116" y="515"/>
                  </a:cubicBezTo>
                  <a:cubicBezTo>
                    <a:pt x="124" y="517"/>
                    <a:pt x="126" y="523"/>
                    <a:pt x="124" y="533"/>
                  </a:cubicBezTo>
                  <a:cubicBezTo>
                    <a:pt x="128" y="535"/>
                    <a:pt x="128" y="535"/>
                    <a:pt x="128" y="535"/>
                  </a:cubicBezTo>
                  <a:close/>
                  <a:moveTo>
                    <a:pt x="137" y="362"/>
                  </a:moveTo>
                  <a:cubicBezTo>
                    <a:pt x="156" y="330"/>
                    <a:pt x="156" y="330"/>
                    <a:pt x="156" y="330"/>
                  </a:cubicBezTo>
                  <a:cubicBezTo>
                    <a:pt x="106" y="323"/>
                    <a:pt x="106" y="323"/>
                    <a:pt x="106" y="323"/>
                  </a:cubicBezTo>
                  <a:cubicBezTo>
                    <a:pt x="137" y="362"/>
                    <a:pt x="137" y="362"/>
                    <a:pt x="137" y="362"/>
                  </a:cubicBezTo>
                  <a:close/>
                  <a:moveTo>
                    <a:pt x="220" y="300"/>
                  </a:moveTo>
                  <a:cubicBezTo>
                    <a:pt x="224" y="302"/>
                    <a:pt x="224" y="302"/>
                    <a:pt x="224" y="302"/>
                  </a:cubicBezTo>
                  <a:cubicBezTo>
                    <a:pt x="193" y="355"/>
                    <a:pt x="193" y="355"/>
                    <a:pt x="193" y="355"/>
                  </a:cubicBezTo>
                  <a:cubicBezTo>
                    <a:pt x="189" y="353"/>
                    <a:pt x="189" y="353"/>
                    <a:pt x="189" y="353"/>
                  </a:cubicBezTo>
                  <a:cubicBezTo>
                    <a:pt x="189" y="353"/>
                    <a:pt x="189" y="352"/>
                    <a:pt x="190" y="351"/>
                  </a:cubicBezTo>
                  <a:cubicBezTo>
                    <a:pt x="194" y="342"/>
                    <a:pt x="195" y="337"/>
                    <a:pt x="190" y="336"/>
                  </a:cubicBezTo>
                  <a:cubicBezTo>
                    <a:pt x="186" y="334"/>
                    <a:pt x="177" y="332"/>
                    <a:pt x="164" y="331"/>
                  </a:cubicBezTo>
                  <a:cubicBezTo>
                    <a:pt x="143" y="368"/>
                    <a:pt x="143" y="368"/>
                    <a:pt x="143" y="368"/>
                  </a:cubicBezTo>
                  <a:cubicBezTo>
                    <a:pt x="151" y="380"/>
                    <a:pt x="157" y="387"/>
                    <a:pt x="159" y="388"/>
                  </a:cubicBezTo>
                  <a:cubicBezTo>
                    <a:pt x="163" y="390"/>
                    <a:pt x="168" y="387"/>
                    <a:pt x="174" y="379"/>
                  </a:cubicBezTo>
                  <a:cubicBezTo>
                    <a:pt x="174" y="378"/>
                    <a:pt x="174" y="378"/>
                    <a:pt x="174" y="378"/>
                  </a:cubicBezTo>
                  <a:cubicBezTo>
                    <a:pt x="178" y="380"/>
                    <a:pt x="178" y="380"/>
                    <a:pt x="178" y="380"/>
                  </a:cubicBezTo>
                  <a:cubicBezTo>
                    <a:pt x="159" y="414"/>
                    <a:pt x="159" y="414"/>
                    <a:pt x="159" y="414"/>
                  </a:cubicBezTo>
                  <a:cubicBezTo>
                    <a:pt x="155" y="412"/>
                    <a:pt x="155" y="412"/>
                    <a:pt x="155" y="412"/>
                  </a:cubicBezTo>
                  <a:cubicBezTo>
                    <a:pt x="159" y="405"/>
                    <a:pt x="156" y="396"/>
                    <a:pt x="145" y="385"/>
                  </a:cubicBezTo>
                  <a:cubicBezTo>
                    <a:pt x="75" y="295"/>
                    <a:pt x="75" y="295"/>
                    <a:pt x="75" y="295"/>
                  </a:cubicBezTo>
                  <a:cubicBezTo>
                    <a:pt x="78" y="291"/>
                    <a:pt x="78" y="291"/>
                    <a:pt x="78" y="291"/>
                  </a:cubicBezTo>
                  <a:cubicBezTo>
                    <a:pt x="186" y="304"/>
                    <a:pt x="186" y="304"/>
                    <a:pt x="186" y="304"/>
                  </a:cubicBezTo>
                  <a:cubicBezTo>
                    <a:pt x="208" y="308"/>
                    <a:pt x="219" y="306"/>
                    <a:pt x="220" y="300"/>
                  </a:cubicBezTo>
                  <a:close/>
                  <a:moveTo>
                    <a:pt x="225" y="301"/>
                  </a:moveTo>
                  <a:cubicBezTo>
                    <a:pt x="257" y="271"/>
                    <a:pt x="257" y="271"/>
                    <a:pt x="257" y="271"/>
                  </a:cubicBezTo>
                  <a:cubicBezTo>
                    <a:pt x="254" y="268"/>
                    <a:pt x="254" y="268"/>
                    <a:pt x="254" y="268"/>
                  </a:cubicBezTo>
                  <a:cubicBezTo>
                    <a:pt x="244" y="277"/>
                    <a:pt x="236" y="276"/>
                    <a:pt x="228" y="266"/>
                  </a:cubicBezTo>
                  <a:cubicBezTo>
                    <a:pt x="176" y="211"/>
                    <a:pt x="176" y="211"/>
                    <a:pt x="176" y="211"/>
                  </a:cubicBezTo>
                  <a:cubicBezTo>
                    <a:pt x="308" y="227"/>
                    <a:pt x="308" y="227"/>
                    <a:pt x="308" y="227"/>
                  </a:cubicBezTo>
                  <a:cubicBezTo>
                    <a:pt x="311" y="224"/>
                    <a:pt x="311" y="224"/>
                    <a:pt x="311" y="224"/>
                  </a:cubicBezTo>
                  <a:cubicBezTo>
                    <a:pt x="236" y="143"/>
                    <a:pt x="236" y="143"/>
                    <a:pt x="236" y="143"/>
                  </a:cubicBezTo>
                  <a:cubicBezTo>
                    <a:pt x="228" y="136"/>
                    <a:pt x="229" y="129"/>
                    <a:pt x="236" y="121"/>
                  </a:cubicBezTo>
                  <a:cubicBezTo>
                    <a:pt x="233" y="118"/>
                    <a:pt x="233" y="118"/>
                    <a:pt x="233" y="118"/>
                  </a:cubicBezTo>
                  <a:cubicBezTo>
                    <a:pt x="203" y="146"/>
                    <a:pt x="203" y="146"/>
                    <a:pt x="203" y="146"/>
                  </a:cubicBezTo>
                  <a:cubicBezTo>
                    <a:pt x="206" y="149"/>
                    <a:pt x="206" y="149"/>
                    <a:pt x="206" y="149"/>
                  </a:cubicBezTo>
                  <a:cubicBezTo>
                    <a:pt x="216" y="140"/>
                    <a:pt x="224" y="141"/>
                    <a:pt x="232" y="151"/>
                  </a:cubicBezTo>
                  <a:cubicBezTo>
                    <a:pt x="271" y="193"/>
                    <a:pt x="271" y="193"/>
                    <a:pt x="271" y="193"/>
                  </a:cubicBezTo>
                  <a:cubicBezTo>
                    <a:pt x="167" y="179"/>
                    <a:pt x="167" y="179"/>
                    <a:pt x="167" y="179"/>
                  </a:cubicBezTo>
                  <a:cubicBezTo>
                    <a:pt x="138" y="206"/>
                    <a:pt x="138" y="206"/>
                    <a:pt x="138" y="206"/>
                  </a:cubicBezTo>
                  <a:cubicBezTo>
                    <a:pt x="141" y="209"/>
                    <a:pt x="141" y="209"/>
                    <a:pt x="141" y="209"/>
                  </a:cubicBezTo>
                  <a:cubicBezTo>
                    <a:pt x="143" y="207"/>
                    <a:pt x="150" y="207"/>
                    <a:pt x="163" y="208"/>
                  </a:cubicBezTo>
                  <a:cubicBezTo>
                    <a:pt x="224" y="274"/>
                    <a:pt x="224" y="274"/>
                    <a:pt x="224" y="274"/>
                  </a:cubicBezTo>
                  <a:cubicBezTo>
                    <a:pt x="232" y="281"/>
                    <a:pt x="231" y="289"/>
                    <a:pt x="222" y="298"/>
                  </a:cubicBezTo>
                  <a:cubicBezTo>
                    <a:pt x="225" y="301"/>
                    <a:pt x="225" y="301"/>
                    <a:pt x="225" y="301"/>
                  </a:cubicBezTo>
                  <a:close/>
                  <a:moveTo>
                    <a:pt x="509" y="2"/>
                  </a:moveTo>
                  <a:cubicBezTo>
                    <a:pt x="510" y="7"/>
                    <a:pt x="510" y="7"/>
                    <a:pt x="510" y="7"/>
                  </a:cubicBezTo>
                  <a:cubicBezTo>
                    <a:pt x="500" y="10"/>
                    <a:pt x="496" y="16"/>
                    <a:pt x="500" y="26"/>
                  </a:cubicBezTo>
                  <a:cubicBezTo>
                    <a:pt x="513" y="86"/>
                    <a:pt x="513" y="86"/>
                    <a:pt x="513" y="86"/>
                  </a:cubicBezTo>
                  <a:cubicBezTo>
                    <a:pt x="517" y="103"/>
                    <a:pt x="516" y="115"/>
                    <a:pt x="511" y="123"/>
                  </a:cubicBezTo>
                  <a:cubicBezTo>
                    <a:pt x="505" y="133"/>
                    <a:pt x="494" y="140"/>
                    <a:pt x="478" y="144"/>
                  </a:cubicBezTo>
                  <a:cubicBezTo>
                    <a:pt x="461" y="148"/>
                    <a:pt x="448" y="147"/>
                    <a:pt x="438" y="143"/>
                  </a:cubicBezTo>
                  <a:cubicBezTo>
                    <a:pt x="427" y="138"/>
                    <a:pt x="420" y="128"/>
                    <a:pt x="417" y="112"/>
                  </a:cubicBezTo>
                  <a:cubicBezTo>
                    <a:pt x="403" y="50"/>
                    <a:pt x="403" y="50"/>
                    <a:pt x="403" y="50"/>
                  </a:cubicBezTo>
                  <a:cubicBezTo>
                    <a:pt x="401" y="38"/>
                    <a:pt x="394" y="33"/>
                    <a:pt x="383" y="36"/>
                  </a:cubicBezTo>
                  <a:cubicBezTo>
                    <a:pt x="382" y="32"/>
                    <a:pt x="382" y="32"/>
                    <a:pt x="382" y="32"/>
                  </a:cubicBezTo>
                  <a:cubicBezTo>
                    <a:pt x="446" y="17"/>
                    <a:pt x="446" y="17"/>
                    <a:pt x="446" y="17"/>
                  </a:cubicBezTo>
                  <a:cubicBezTo>
                    <a:pt x="447" y="21"/>
                    <a:pt x="447" y="21"/>
                    <a:pt x="447" y="21"/>
                  </a:cubicBezTo>
                  <a:cubicBezTo>
                    <a:pt x="433" y="23"/>
                    <a:pt x="428" y="30"/>
                    <a:pt x="432" y="43"/>
                  </a:cubicBezTo>
                  <a:cubicBezTo>
                    <a:pt x="447" y="105"/>
                    <a:pt x="447" y="105"/>
                    <a:pt x="447" y="105"/>
                  </a:cubicBezTo>
                  <a:cubicBezTo>
                    <a:pt x="452" y="129"/>
                    <a:pt x="463" y="139"/>
                    <a:pt x="482" y="135"/>
                  </a:cubicBezTo>
                  <a:cubicBezTo>
                    <a:pt x="505" y="130"/>
                    <a:pt x="512" y="114"/>
                    <a:pt x="505" y="87"/>
                  </a:cubicBezTo>
                  <a:cubicBezTo>
                    <a:pt x="492" y="31"/>
                    <a:pt x="492" y="31"/>
                    <a:pt x="492" y="31"/>
                  </a:cubicBezTo>
                  <a:cubicBezTo>
                    <a:pt x="490" y="18"/>
                    <a:pt x="483" y="13"/>
                    <a:pt x="470" y="16"/>
                  </a:cubicBezTo>
                  <a:cubicBezTo>
                    <a:pt x="469" y="12"/>
                    <a:pt x="469" y="12"/>
                    <a:pt x="469" y="12"/>
                  </a:cubicBezTo>
                  <a:cubicBezTo>
                    <a:pt x="509" y="2"/>
                    <a:pt x="509" y="2"/>
                    <a:pt x="509" y="2"/>
                  </a:cubicBezTo>
                  <a:close/>
                  <a:moveTo>
                    <a:pt x="532" y="129"/>
                  </a:moveTo>
                  <a:cubicBezTo>
                    <a:pt x="532" y="125"/>
                    <a:pt x="532" y="125"/>
                    <a:pt x="532" y="125"/>
                  </a:cubicBezTo>
                  <a:cubicBezTo>
                    <a:pt x="544" y="124"/>
                    <a:pt x="550" y="119"/>
                    <a:pt x="549" y="109"/>
                  </a:cubicBezTo>
                  <a:cubicBezTo>
                    <a:pt x="549" y="19"/>
                    <a:pt x="549" y="19"/>
                    <a:pt x="549" y="19"/>
                  </a:cubicBezTo>
                  <a:cubicBezTo>
                    <a:pt x="541" y="9"/>
                    <a:pt x="535" y="4"/>
                    <a:pt x="533" y="5"/>
                  </a:cubicBezTo>
                  <a:cubicBezTo>
                    <a:pt x="533" y="0"/>
                    <a:pt x="533" y="0"/>
                    <a:pt x="533" y="0"/>
                  </a:cubicBezTo>
                  <a:cubicBezTo>
                    <a:pt x="573" y="0"/>
                    <a:pt x="573" y="0"/>
                    <a:pt x="573" y="0"/>
                  </a:cubicBezTo>
                  <a:cubicBezTo>
                    <a:pt x="639" y="82"/>
                    <a:pt x="639" y="82"/>
                    <a:pt x="639" y="82"/>
                  </a:cubicBezTo>
                  <a:cubicBezTo>
                    <a:pt x="639" y="24"/>
                    <a:pt x="639" y="24"/>
                    <a:pt x="639" y="24"/>
                  </a:cubicBezTo>
                  <a:cubicBezTo>
                    <a:pt x="640" y="12"/>
                    <a:pt x="634" y="5"/>
                    <a:pt x="621" y="5"/>
                  </a:cubicBezTo>
                  <a:cubicBezTo>
                    <a:pt x="621" y="0"/>
                    <a:pt x="621" y="0"/>
                    <a:pt x="621" y="0"/>
                  </a:cubicBezTo>
                  <a:cubicBezTo>
                    <a:pt x="662" y="0"/>
                    <a:pt x="662" y="0"/>
                    <a:pt x="662" y="0"/>
                  </a:cubicBezTo>
                  <a:cubicBezTo>
                    <a:pt x="662" y="5"/>
                    <a:pt x="662" y="5"/>
                    <a:pt x="662" y="5"/>
                  </a:cubicBezTo>
                  <a:cubicBezTo>
                    <a:pt x="651" y="6"/>
                    <a:pt x="646" y="11"/>
                    <a:pt x="647" y="21"/>
                  </a:cubicBezTo>
                  <a:cubicBezTo>
                    <a:pt x="647" y="132"/>
                    <a:pt x="647" y="132"/>
                    <a:pt x="647" y="132"/>
                  </a:cubicBezTo>
                  <a:cubicBezTo>
                    <a:pt x="642" y="132"/>
                    <a:pt x="642" y="132"/>
                    <a:pt x="642" y="132"/>
                  </a:cubicBezTo>
                  <a:cubicBezTo>
                    <a:pt x="557" y="29"/>
                    <a:pt x="557" y="29"/>
                    <a:pt x="557" y="29"/>
                  </a:cubicBezTo>
                  <a:cubicBezTo>
                    <a:pt x="557" y="105"/>
                    <a:pt x="557" y="105"/>
                    <a:pt x="557" y="105"/>
                  </a:cubicBezTo>
                  <a:cubicBezTo>
                    <a:pt x="556" y="118"/>
                    <a:pt x="562" y="125"/>
                    <a:pt x="575" y="125"/>
                  </a:cubicBezTo>
                  <a:cubicBezTo>
                    <a:pt x="575" y="129"/>
                    <a:pt x="575" y="129"/>
                    <a:pt x="575" y="129"/>
                  </a:cubicBezTo>
                  <a:cubicBezTo>
                    <a:pt x="532" y="129"/>
                    <a:pt x="532" y="129"/>
                    <a:pt x="532" y="129"/>
                  </a:cubicBezTo>
                  <a:close/>
                  <a:moveTo>
                    <a:pt x="727" y="143"/>
                  </a:moveTo>
                  <a:cubicBezTo>
                    <a:pt x="714" y="141"/>
                    <a:pt x="709" y="135"/>
                    <a:pt x="712" y="126"/>
                  </a:cubicBezTo>
                  <a:cubicBezTo>
                    <a:pt x="731" y="36"/>
                    <a:pt x="731" y="36"/>
                    <a:pt x="731" y="36"/>
                  </a:cubicBezTo>
                  <a:cubicBezTo>
                    <a:pt x="732" y="27"/>
                    <a:pt x="739" y="23"/>
                    <a:pt x="751" y="26"/>
                  </a:cubicBezTo>
                  <a:cubicBezTo>
                    <a:pt x="751" y="26"/>
                    <a:pt x="752" y="26"/>
                    <a:pt x="752" y="26"/>
                  </a:cubicBezTo>
                  <a:cubicBezTo>
                    <a:pt x="753" y="22"/>
                    <a:pt x="753" y="22"/>
                    <a:pt x="753" y="22"/>
                  </a:cubicBezTo>
                  <a:cubicBezTo>
                    <a:pt x="687" y="8"/>
                    <a:pt x="687" y="8"/>
                    <a:pt x="687" y="8"/>
                  </a:cubicBezTo>
                  <a:cubicBezTo>
                    <a:pt x="686" y="12"/>
                    <a:pt x="686" y="12"/>
                    <a:pt x="686" y="12"/>
                  </a:cubicBezTo>
                  <a:cubicBezTo>
                    <a:pt x="699" y="15"/>
                    <a:pt x="703" y="21"/>
                    <a:pt x="701" y="30"/>
                  </a:cubicBezTo>
                  <a:cubicBezTo>
                    <a:pt x="682" y="119"/>
                    <a:pt x="682" y="119"/>
                    <a:pt x="682" y="119"/>
                  </a:cubicBezTo>
                  <a:cubicBezTo>
                    <a:pt x="681" y="128"/>
                    <a:pt x="674" y="132"/>
                    <a:pt x="662" y="130"/>
                  </a:cubicBezTo>
                  <a:cubicBezTo>
                    <a:pt x="661" y="134"/>
                    <a:pt x="661" y="134"/>
                    <a:pt x="661" y="134"/>
                  </a:cubicBezTo>
                  <a:cubicBezTo>
                    <a:pt x="726" y="148"/>
                    <a:pt x="726" y="148"/>
                    <a:pt x="726" y="148"/>
                  </a:cubicBezTo>
                  <a:cubicBezTo>
                    <a:pt x="727" y="143"/>
                    <a:pt x="727" y="143"/>
                    <a:pt x="727" y="143"/>
                  </a:cubicBezTo>
                  <a:close/>
                  <a:moveTo>
                    <a:pt x="894" y="79"/>
                  </a:moveTo>
                  <a:cubicBezTo>
                    <a:pt x="892" y="83"/>
                    <a:pt x="892" y="83"/>
                    <a:pt x="892" y="83"/>
                  </a:cubicBezTo>
                  <a:cubicBezTo>
                    <a:pt x="885" y="80"/>
                    <a:pt x="878" y="82"/>
                    <a:pt x="870" y="91"/>
                  </a:cubicBezTo>
                  <a:cubicBezTo>
                    <a:pt x="786" y="174"/>
                    <a:pt x="786" y="174"/>
                    <a:pt x="786" y="174"/>
                  </a:cubicBezTo>
                  <a:cubicBezTo>
                    <a:pt x="781" y="172"/>
                    <a:pt x="781" y="172"/>
                    <a:pt x="781" y="172"/>
                  </a:cubicBezTo>
                  <a:cubicBezTo>
                    <a:pt x="783" y="49"/>
                    <a:pt x="783" y="49"/>
                    <a:pt x="783" y="49"/>
                  </a:cubicBezTo>
                  <a:cubicBezTo>
                    <a:pt x="783" y="40"/>
                    <a:pt x="780" y="33"/>
                    <a:pt x="773" y="30"/>
                  </a:cubicBezTo>
                  <a:cubicBezTo>
                    <a:pt x="775" y="26"/>
                    <a:pt x="775" y="26"/>
                    <a:pt x="775" y="26"/>
                  </a:cubicBezTo>
                  <a:cubicBezTo>
                    <a:pt x="833" y="52"/>
                    <a:pt x="833" y="52"/>
                    <a:pt x="833" y="52"/>
                  </a:cubicBezTo>
                  <a:cubicBezTo>
                    <a:pt x="832" y="56"/>
                    <a:pt x="832" y="56"/>
                    <a:pt x="832" y="56"/>
                  </a:cubicBezTo>
                  <a:cubicBezTo>
                    <a:pt x="820" y="51"/>
                    <a:pt x="814" y="52"/>
                    <a:pt x="813" y="57"/>
                  </a:cubicBezTo>
                  <a:cubicBezTo>
                    <a:pt x="812" y="60"/>
                    <a:pt x="812" y="66"/>
                    <a:pt x="812" y="74"/>
                  </a:cubicBezTo>
                  <a:cubicBezTo>
                    <a:pt x="810" y="140"/>
                    <a:pt x="810" y="140"/>
                    <a:pt x="810" y="140"/>
                  </a:cubicBezTo>
                  <a:cubicBezTo>
                    <a:pt x="858" y="92"/>
                    <a:pt x="858" y="92"/>
                    <a:pt x="858" y="92"/>
                  </a:cubicBezTo>
                  <a:cubicBezTo>
                    <a:pt x="858" y="92"/>
                    <a:pt x="859" y="91"/>
                    <a:pt x="860" y="90"/>
                  </a:cubicBezTo>
                  <a:cubicBezTo>
                    <a:pt x="864" y="86"/>
                    <a:pt x="866" y="84"/>
                    <a:pt x="867" y="82"/>
                  </a:cubicBezTo>
                  <a:cubicBezTo>
                    <a:pt x="870" y="77"/>
                    <a:pt x="866" y="72"/>
                    <a:pt x="855" y="67"/>
                  </a:cubicBezTo>
                  <a:cubicBezTo>
                    <a:pt x="857" y="63"/>
                    <a:pt x="857" y="63"/>
                    <a:pt x="857" y="63"/>
                  </a:cubicBezTo>
                  <a:cubicBezTo>
                    <a:pt x="894" y="79"/>
                    <a:pt x="894" y="79"/>
                    <a:pt x="894" y="79"/>
                  </a:cubicBezTo>
                  <a:close/>
                  <a:moveTo>
                    <a:pt x="920" y="102"/>
                  </a:moveTo>
                  <a:cubicBezTo>
                    <a:pt x="929" y="110"/>
                    <a:pt x="930" y="117"/>
                    <a:pt x="924" y="124"/>
                  </a:cubicBezTo>
                  <a:cubicBezTo>
                    <a:pt x="864" y="193"/>
                    <a:pt x="864" y="193"/>
                    <a:pt x="864" y="193"/>
                  </a:cubicBezTo>
                  <a:cubicBezTo>
                    <a:pt x="859" y="201"/>
                    <a:pt x="851" y="200"/>
                    <a:pt x="842" y="193"/>
                  </a:cubicBezTo>
                  <a:cubicBezTo>
                    <a:pt x="839" y="196"/>
                    <a:pt x="839" y="196"/>
                    <a:pt x="839" y="196"/>
                  </a:cubicBezTo>
                  <a:cubicBezTo>
                    <a:pt x="923" y="269"/>
                    <a:pt x="923" y="269"/>
                    <a:pt x="923" y="269"/>
                  </a:cubicBezTo>
                  <a:cubicBezTo>
                    <a:pt x="954" y="244"/>
                    <a:pt x="954" y="244"/>
                    <a:pt x="954" y="244"/>
                  </a:cubicBezTo>
                  <a:cubicBezTo>
                    <a:pt x="951" y="241"/>
                    <a:pt x="951" y="241"/>
                    <a:pt x="951" y="241"/>
                  </a:cubicBezTo>
                  <a:cubicBezTo>
                    <a:pt x="928" y="252"/>
                    <a:pt x="909" y="250"/>
                    <a:pt x="891" y="234"/>
                  </a:cubicBezTo>
                  <a:cubicBezTo>
                    <a:pt x="882" y="226"/>
                    <a:pt x="880" y="220"/>
                    <a:pt x="885" y="215"/>
                  </a:cubicBezTo>
                  <a:cubicBezTo>
                    <a:pt x="916" y="180"/>
                    <a:pt x="916" y="180"/>
                    <a:pt x="916" y="180"/>
                  </a:cubicBezTo>
                  <a:cubicBezTo>
                    <a:pt x="931" y="192"/>
                    <a:pt x="933" y="206"/>
                    <a:pt x="920" y="223"/>
                  </a:cubicBezTo>
                  <a:cubicBezTo>
                    <a:pt x="924" y="226"/>
                    <a:pt x="924" y="226"/>
                    <a:pt x="924" y="226"/>
                  </a:cubicBezTo>
                  <a:cubicBezTo>
                    <a:pt x="966" y="177"/>
                    <a:pt x="966" y="177"/>
                    <a:pt x="966" y="177"/>
                  </a:cubicBezTo>
                  <a:cubicBezTo>
                    <a:pt x="962" y="174"/>
                    <a:pt x="962" y="174"/>
                    <a:pt x="962" y="174"/>
                  </a:cubicBezTo>
                  <a:cubicBezTo>
                    <a:pt x="948" y="189"/>
                    <a:pt x="934" y="189"/>
                    <a:pt x="920" y="175"/>
                  </a:cubicBezTo>
                  <a:cubicBezTo>
                    <a:pt x="949" y="142"/>
                    <a:pt x="949" y="142"/>
                    <a:pt x="949" y="142"/>
                  </a:cubicBezTo>
                  <a:cubicBezTo>
                    <a:pt x="953" y="136"/>
                    <a:pt x="958" y="137"/>
                    <a:pt x="965" y="144"/>
                  </a:cubicBezTo>
                  <a:cubicBezTo>
                    <a:pt x="987" y="161"/>
                    <a:pt x="991" y="179"/>
                    <a:pt x="978" y="196"/>
                  </a:cubicBezTo>
                  <a:cubicBezTo>
                    <a:pt x="981" y="200"/>
                    <a:pt x="981" y="200"/>
                    <a:pt x="981" y="200"/>
                  </a:cubicBezTo>
                  <a:cubicBezTo>
                    <a:pt x="1006" y="171"/>
                    <a:pt x="1006" y="171"/>
                    <a:pt x="1006" y="171"/>
                  </a:cubicBezTo>
                  <a:cubicBezTo>
                    <a:pt x="923" y="99"/>
                    <a:pt x="923" y="99"/>
                    <a:pt x="923" y="99"/>
                  </a:cubicBezTo>
                  <a:cubicBezTo>
                    <a:pt x="920" y="102"/>
                    <a:pt x="920" y="102"/>
                    <a:pt x="920" y="102"/>
                  </a:cubicBezTo>
                  <a:close/>
                  <a:moveTo>
                    <a:pt x="1051" y="244"/>
                  </a:moveTo>
                  <a:cubicBezTo>
                    <a:pt x="1011" y="273"/>
                    <a:pt x="1011" y="273"/>
                    <a:pt x="1011" y="273"/>
                  </a:cubicBezTo>
                  <a:cubicBezTo>
                    <a:pt x="1026" y="294"/>
                    <a:pt x="1040" y="298"/>
                    <a:pt x="1056" y="284"/>
                  </a:cubicBezTo>
                  <a:cubicBezTo>
                    <a:pt x="1070" y="273"/>
                    <a:pt x="1073" y="261"/>
                    <a:pt x="1064" y="249"/>
                  </a:cubicBezTo>
                  <a:cubicBezTo>
                    <a:pt x="1059" y="241"/>
                    <a:pt x="1055" y="239"/>
                    <a:pt x="1051" y="244"/>
                  </a:cubicBezTo>
                  <a:close/>
                  <a:moveTo>
                    <a:pt x="1013" y="377"/>
                  </a:moveTo>
                  <a:cubicBezTo>
                    <a:pt x="1009" y="379"/>
                    <a:pt x="1009" y="379"/>
                    <a:pt x="1009" y="379"/>
                  </a:cubicBezTo>
                  <a:cubicBezTo>
                    <a:pt x="986" y="348"/>
                    <a:pt x="986" y="348"/>
                    <a:pt x="986" y="348"/>
                  </a:cubicBezTo>
                  <a:cubicBezTo>
                    <a:pt x="1010" y="281"/>
                    <a:pt x="1010" y="281"/>
                    <a:pt x="1010" y="281"/>
                  </a:cubicBezTo>
                  <a:cubicBezTo>
                    <a:pt x="1007" y="277"/>
                    <a:pt x="1007" y="277"/>
                    <a:pt x="1007" y="277"/>
                  </a:cubicBezTo>
                  <a:cubicBezTo>
                    <a:pt x="977" y="299"/>
                    <a:pt x="977" y="299"/>
                    <a:pt x="977" y="299"/>
                  </a:cubicBezTo>
                  <a:cubicBezTo>
                    <a:pt x="967" y="305"/>
                    <a:pt x="965" y="313"/>
                    <a:pt x="973" y="323"/>
                  </a:cubicBezTo>
                  <a:cubicBezTo>
                    <a:pt x="969" y="326"/>
                    <a:pt x="969" y="326"/>
                    <a:pt x="969" y="326"/>
                  </a:cubicBezTo>
                  <a:cubicBezTo>
                    <a:pt x="930" y="275"/>
                    <a:pt x="930" y="275"/>
                    <a:pt x="930" y="275"/>
                  </a:cubicBezTo>
                  <a:cubicBezTo>
                    <a:pt x="934" y="272"/>
                    <a:pt x="934" y="272"/>
                    <a:pt x="934" y="272"/>
                  </a:cubicBezTo>
                  <a:cubicBezTo>
                    <a:pt x="941" y="282"/>
                    <a:pt x="949" y="283"/>
                    <a:pt x="958" y="274"/>
                  </a:cubicBezTo>
                  <a:cubicBezTo>
                    <a:pt x="1025" y="224"/>
                    <a:pt x="1025" y="224"/>
                    <a:pt x="1025" y="224"/>
                  </a:cubicBezTo>
                  <a:cubicBezTo>
                    <a:pt x="1036" y="217"/>
                    <a:pt x="1038" y="209"/>
                    <a:pt x="1030" y="200"/>
                  </a:cubicBezTo>
                  <a:cubicBezTo>
                    <a:pt x="1033" y="197"/>
                    <a:pt x="1033" y="197"/>
                    <a:pt x="1033" y="197"/>
                  </a:cubicBezTo>
                  <a:cubicBezTo>
                    <a:pt x="1070" y="246"/>
                    <a:pt x="1070" y="246"/>
                    <a:pt x="1070" y="246"/>
                  </a:cubicBezTo>
                  <a:cubicBezTo>
                    <a:pt x="1091" y="274"/>
                    <a:pt x="1093" y="295"/>
                    <a:pt x="1076" y="309"/>
                  </a:cubicBezTo>
                  <a:cubicBezTo>
                    <a:pt x="1063" y="319"/>
                    <a:pt x="1049" y="317"/>
                    <a:pt x="1032" y="305"/>
                  </a:cubicBezTo>
                  <a:cubicBezTo>
                    <a:pt x="1011" y="368"/>
                    <a:pt x="1011" y="368"/>
                    <a:pt x="1011" y="368"/>
                  </a:cubicBezTo>
                  <a:cubicBezTo>
                    <a:pt x="1011" y="372"/>
                    <a:pt x="1011" y="375"/>
                    <a:pt x="1013" y="377"/>
                  </a:cubicBezTo>
                  <a:close/>
                  <a:moveTo>
                    <a:pt x="1121" y="427"/>
                  </a:moveTo>
                  <a:cubicBezTo>
                    <a:pt x="1159" y="412"/>
                    <a:pt x="1159" y="412"/>
                    <a:pt x="1159" y="412"/>
                  </a:cubicBezTo>
                  <a:cubicBezTo>
                    <a:pt x="1157" y="406"/>
                    <a:pt x="1157" y="406"/>
                    <a:pt x="1157" y="406"/>
                  </a:cubicBezTo>
                  <a:cubicBezTo>
                    <a:pt x="1152" y="407"/>
                    <a:pt x="1149" y="406"/>
                    <a:pt x="1148" y="403"/>
                  </a:cubicBezTo>
                  <a:cubicBezTo>
                    <a:pt x="1148" y="402"/>
                    <a:pt x="1147" y="399"/>
                    <a:pt x="1147" y="395"/>
                  </a:cubicBezTo>
                  <a:cubicBezTo>
                    <a:pt x="1147" y="386"/>
                    <a:pt x="1145" y="378"/>
                    <a:pt x="1143" y="373"/>
                  </a:cubicBezTo>
                  <a:cubicBezTo>
                    <a:pt x="1133" y="348"/>
                    <a:pt x="1116" y="340"/>
                    <a:pt x="1092" y="348"/>
                  </a:cubicBezTo>
                  <a:cubicBezTo>
                    <a:pt x="1077" y="353"/>
                    <a:pt x="1069" y="368"/>
                    <a:pt x="1067" y="393"/>
                  </a:cubicBezTo>
                  <a:cubicBezTo>
                    <a:pt x="1066" y="407"/>
                    <a:pt x="1066" y="407"/>
                    <a:pt x="1066" y="407"/>
                  </a:cubicBezTo>
                  <a:cubicBezTo>
                    <a:pt x="1066" y="423"/>
                    <a:pt x="1062" y="433"/>
                    <a:pt x="1052" y="436"/>
                  </a:cubicBezTo>
                  <a:cubicBezTo>
                    <a:pt x="1039" y="440"/>
                    <a:pt x="1030" y="435"/>
                    <a:pt x="1024" y="422"/>
                  </a:cubicBezTo>
                  <a:cubicBezTo>
                    <a:pt x="1017" y="403"/>
                    <a:pt x="1024" y="386"/>
                    <a:pt x="1046" y="370"/>
                  </a:cubicBezTo>
                  <a:cubicBezTo>
                    <a:pt x="1045" y="365"/>
                    <a:pt x="1045" y="365"/>
                    <a:pt x="1045" y="365"/>
                  </a:cubicBezTo>
                  <a:cubicBezTo>
                    <a:pt x="1002" y="382"/>
                    <a:pt x="1002" y="382"/>
                    <a:pt x="1002" y="382"/>
                  </a:cubicBezTo>
                  <a:cubicBezTo>
                    <a:pt x="1004" y="387"/>
                    <a:pt x="1004" y="387"/>
                    <a:pt x="1004" y="387"/>
                  </a:cubicBezTo>
                  <a:cubicBezTo>
                    <a:pt x="1008" y="387"/>
                    <a:pt x="1010" y="388"/>
                    <a:pt x="1011" y="391"/>
                  </a:cubicBezTo>
                  <a:cubicBezTo>
                    <a:pt x="1012" y="392"/>
                    <a:pt x="1013" y="395"/>
                    <a:pt x="1013" y="399"/>
                  </a:cubicBezTo>
                  <a:cubicBezTo>
                    <a:pt x="1014" y="408"/>
                    <a:pt x="1016" y="416"/>
                    <a:pt x="1019" y="423"/>
                  </a:cubicBezTo>
                  <a:cubicBezTo>
                    <a:pt x="1031" y="450"/>
                    <a:pt x="1049" y="460"/>
                    <a:pt x="1072" y="452"/>
                  </a:cubicBezTo>
                  <a:cubicBezTo>
                    <a:pt x="1087" y="446"/>
                    <a:pt x="1095" y="436"/>
                    <a:pt x="1097" y="420"/>
                  </a:cubicBezTo>
                  <a:cubicBezTo>
                    <a:pt x="1099" y="389"/>
                    <a:pt x="1099" y="389"/>
                    <a:pt x="1099" y="389"/>
                  </a:cubicBezTo>
                  <a:cubicBezTo>
                    <a:pt x="1100" y="373"/>
                    <a:pt x="1104" y="364"/>
                    <a:pt x="1113" y="362"/>
                  </a:cubicBezTo>
                  <a:cubicBezTo>
                    <a:pt x="1123" y="358"/>
                    <a:pt x="1131" y="362"/>
                    <a:pt x="1137" y="374"/>
                  </a:cubicBezTo>
                  <a:cubicBezTo>
                    <a:pt x="1143" y="391"/>
                    <a:pt x="1137" y="407"/>
                    <a:pt x="1119" y="422"/>
                  </a:cubicBezTo>
                  <a:cubicBezTo>
                    <a:pt x="1121" y="427"/>
                    <a:pt x="1121" y="427"/>
                    <a:pt x="1121" y="427"/>
                  </a:cubicBezTo>
                  <a:close/>
                  <a:moveTo>
                    <a:pt x="1055" y="527"/>
                  </a:moveTo>
                  <a:cubicBezTo>
                    <a:pt x="1051" y="528"/>
                    <a:pt x="1051" y="528"/>
                    <a:pt x="1051" y="528"/>
                  </a:cubicBezTo>
                  <a:cubicBezTo>
                    <a:pt x="1035" y="463"/>
                    <a:pt x="1035" y="463"/>
                    <a:pt x="1035" y="463"/>
                  </a:cubicBezTo>
                  <a:cubicBezTo>
                    <a:pt x="1039" y="462"/>
                    <a:pt x="1039" y="462"/>
                    <a:pt x="1039" y="462"/>
                  </a:cubicBezTo>
                  <a:cubicBezTo>
                    <a:pt x="1043" y="474"/>
                    <a:pt x="1049" y="479"/>
                    <a:pt x="1057" y="476"/>
                  </a:cubicBezTo>
                  <a:cubicBezTo>
                    <a:pt x="1146" y="454"/>
                    <a:pt x="1146" y="454"/>
                    <a:pt x="1146" y="454"/>
                  </a:cubicBezTo>
                  <a:cubicBezTo>
                    <a:pt x="1155" y="452"/>
                    <a:pt x="1159" y="445"/>
                    <a:pt x="1155" y="433"/>
                  </a:cubicBezTo>
                  <a:cubicBezTo>
                    <a:pt x="1160" y="432"/>
                    <a:pt x="1160" y="432"/>
                    <a:pt x="1160" y="432"/>
                  </a:cubicBezTo>
                  <a:cubicBezTo>
                    <a:pt x="1176" y="497"/>
                    <a:pt x="1176" y="497"/>
                    <a:pt x="1176" y="497"/>
                  </a:cubicBezTo>
                  <a:cubicBezTo>
                    <a:pt x="1172" y="498"/>
                    <a:pt x="1172" y="498"/>
                    <a:pt x="1172" y="498"/>
                  </a:cubicBezTo>
                  <a:cubicBezTo>
                    <a:pt x="1172" y="497"/>
                    <a:pt x="1171" y="497"/>
                    <a:pt x="1171" y="496"/>
                  </a:cubicBezTo>
                  <a:cubicBezTo>
                    <a:pt x="1168" y="485"/>
                    <a:pt x="1163" y="480"/>
                    <a:pt x="1153" y="483"/>
                  </a:cubicBezTo>
                  <a:cubicBezTo>
                    <a:pt x="1065" y="505"/>
                    <a:pt x="1065" y="505"/>
                    <a:pt x="1065" y="505"/>
                  </a:cubicBezTo>
                  <a:cubicBezTo>
                    <a:pt x="1055" y="507"/>
                    <a:pt x="1052" y="514"/>
                    <a:pt x="1055" y="527"/>
                  </a:cubicBezTo>
                  <a:close/>
                  <a:moveTo>
                    <a:pt x="1057" y="616"/>
                  </a:moveTo>
                  <a:cubicBezTo>
                    <a:pt x="1056" y="602"/>
                    <a:pt x="1062" y="596"/>
                    <a:pt x="1075" y="597"/>
                  </a:cubicBezTo>
                  <a:cubicBezTo>
                    <a:pt x="1175" y="595"/>
                    <a:pt x="1175" y="595"/>
                    <a:pt x="1175" y="595"/>
                  </a:cubicBezTo>
                  <a:cubicBezTo>
                    <a:pt x="1176" y="617"/>
                    <a:pt x="1166" y="630"/>
                    <a:pt x="1144" y="632"/>
                  </a:cubicBezTo>
                  <a:cubicBezTo>
                    <a:pt x="1144" y="638"/>
                    <a:pt x="1144" y="638"/>
                    <a:pt x="1144" y="638"/>
                  </a:cubicBezTo>
                  <a:cubicBezTo>
                    <a:pt x="1182" y="637"/>
                    <a:pt x="1182" y="637"/>
                    <a:pt x="1182" y="637"/>
                  </a:cubicBezTo>
                  <a:cubicBezTo>
                    <a:pt x="1180" y="523"/>
                    <a:pt x="1180" y="523"/>
                    <a:pt x="1180" y="523"/>
                  </a:cubicBezTo>
                  <a:cubicBezTo>
                    <a:pt x="1142" y="523"/>
                    <a:pt x="1142" y="523"/>
                    <a:pt x="1142" y="523"/>
                  </a:cubicBezTo>
                  <a:cubicBezTo>
                    <a:pt x="1142" y="528"/>
                    <a:pt x="1142" y="528"/>
                    <a:pt x="1142" y="528"/>
                  </a:cubicBezTo>
                  <a:cubicBezTo>
                    <a:pt x="1164" y="530"/>
                    <a:pt x="1175" y="542"/>
                    <a:pt x="1175" y="565"/>
                  </a:cubicBezTo>
                  <a:cubicBezTo>
                    <a:pt x="1074" y="566"/>
                    <a:pt x="1074" y="566"/>
                    <a:pt x="1074" y="566"/>
                  </a:cubicBezTo>
                  <a:cubicBezTo>
                    <a:pt x="1061" y="568"/>
                    <a:pt x="1055" y="562"/>
                    <a:pt x="1056" y="548"/>
                  </a:cubicBezTo>
                  <a:cubicBezTo>
                    <a:pt x="1051" y="548"/>
                    <a:pt x="1051" y="548"/>
                    <a:pt x="1051" y="548"/>
                  </a:cubicBezTo>
                  <a:cubicBezTo>
                    <a:pt x="1053" y="616"/>
                    <a:pt x="1053" y="616"/>
                    <a:pt x="1053" y="616"/>
                  </a:cubicBezTo>
                  <a:cubicBezTo>
                    <a:pt x="1057" y="616"/>
                    <a:pt x="1057" y="616"/>
                    <a:pt x="1057" y="616"/>
                  </a:cubicBezTo>
                  <a:close/>
                  <a:moveTo>
                    <a:pt x="1151" y="794"/>
                  </a:moveTo>
                  <a:cubicBezTo>
                    <a:pt x="1146" y="793"/>
                    <a:pt x="1146" y="793"/>
                    <a:pt x="1146" y="793"/>
                  </a:cubicBezTo>
                  <a:cubicBezTo>
                    <a:pt x="1146" y="793"/>
                    <a:pt x="1146" y="793"/>
                    <a:pt x="1146" y="792"/>
                  </a:cubicBezTo>
                  <a:cubicBezTo>
                    <a:pt x="1147" y="787"/>
                    <a:pt x="1145" y="782"/>
                    <a:pt x="1142" y="779"/>
                  </a:cubicBezTo>
                  <a:cubicBezTo>
                    <a:pt x="1091" y="731"/>
                    <a:pt x="1091" y="731"/>
                    <a:pt x="1091" y="731"/>
                  </a:cubicBezTo>
                  <a:cubicBezTo>
                    <a:pt x="1057" y="724"/>
                    <a:pt x="1057" y="724"/>
                    <a:pt x="1057" y="724"/>
                  </a:cubicBezTo>
                  <a:cubicBezTo>
                    <a:pt x="1045" y="720"/>
                    <a:pt x="1038" y="724"/>
                    <a:pt x="1036" y="737"/>
                  </a:cubicBezTo>
                  <a:cubicBezTo>
                    <a:pt x="1031" y="736"/>
                    <a:pt x="1031" y="736"/>
                    <a:pt x="1031" y="736"/>
                  </a:cubicBezTo>
                  <a:cubicBezTo>
                    <a:pt x="1045" y="671"/>
                    <a:pt x="1045" y="671"/>
                    <a:pt x="1045" y="671"/>
                  </a:cubicBezTo>
                  <a:cubicBezTo>
                    <a:pt x="1049" y="672"/>
                    <a:pt x="1049" y="672"/>
                    <a:pt x="1049" y="672"/>
                  </a:cubicBezTo>
                  <a:cubicBezTo>
                    <a:pt x="1046" y="685"/>
                    <a:pt x="1051" y="692"/>
                    <a:pt x="1063" y="693"/>
                  </a:cubicBezTo>
                  <a:cubicBezTo>
                    <a:pt x="1091" y="699"/>
                    <a:pt x="1091" y="699"/>
                    <a:pt x="1091" y="699"/>
                  </a:cubicBezTo>
                  <a:cubicBezTo>
                    <a:pt x="1160" y="678"/>
                    <a:pt x="1160" y="678"/>
                    <a:pt x="1160" y="678"/>
                  </a:cubicBezTo>
                  <a:cubicBezTo>
                    <a:pt x="1167" y="676"/>
                    <a:pt x="1171" y="672"/>
                    <a:pt x="1173" y="665"/>
                  </a:cubicBezTo>
                  <a:cubicBezTo>
                    <a:pt x="1178" y="666"/>
                    <a:pt x="1178" y="666"/>
                    <a:pt x="1178" y="666"/>
                  </a:cubicBezTo>
                  <a:cubicBezTo>
                    <a:pt x="1164" y="729"/>
                    <a:pt x="1164" y="729"/>
                    <a:pt x="1164" y="729"/>
                  </a:cubicBezTo>
                  <a:cubicBezTo>
                    <a:pt x="1160" y="728"/>
                    <a:pt x="1160" y="728"/>
                    <a:pt x="1160" y="728"/>
                  </a:cubicBezTo>
                  <a:cubicBezTo>
                    <a:pt x="1163" y="716"/>
                    <a:pt x="1162" y="711"/>
                    <a:pt x="1157" y="711"/>
                  </a:cubicBezTo>
                  <a:cubicBezTo>
                    <a:pt x="1155" y="711"/>
                    <a:pt x="1152" y="711"/>
                    <a:pt x="1148" y="713"/>
                  </a:cubicBezTo>
                  <a:cubicBezTo>
                    <a:pt x="1147" y="713"/>
                    <a:pt x="1146" y="714"/>
                    <a:pt x="1146" y="714"/>
                  </a:cubicBezTo>
                  <a:cubicBezTo>
                    <a:pt x="1097" y="727"/>
                    <a:pt x="1097" y="727"/>
                    <a:pt x="1097" y="727"/>
                  </a:cubicBezTo>
                  <a:cubicBezTo>
                    <a:pt x="1128" y="755"/>
                    <a:pt x="1128" y="755"/>
                    <a:pt x="1128" y="755"/>
                  </a:cubicBezTo>
                  <a:cubicBezTo>
                    <a:pt x="1133" y="760"/>
                    <a:pt x="1138" y="764"/>
                    <a:pt x="1143" y="765"/>
                  </a:cubicBezTo>
                  <a:cubicBezTo>
                    <a:pt x="1148" y="767"/>
                    <a:pt x="1152" y="763"/>
                    <a:pt x="1155" y="752"/>
                  </a:cubicBezTo>
                  <a:cubicBezTo>
                    <a:pt x="1159" y="753"/>
                    <a:pt x="1159" y="753"/>
                    <a:pt x="1159" y="753"/>
                  </a:cubicBezTo>
                  <a:lnTo>
                    <a:pt x="1151" y="794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14" name="íṥļiďè"/>
            <p:cNvSpPr/>
            <p:nvPr/>
          </p:nvSpPr>
          <p:spPr bwMode="auto">
            <a:xfrm>
              <a:off x="4260844" y="4031997"/>
              <a:ext cx="147714" cy="178275"/>
            </a:xfrm>
            <a:custGeom>
              <a:avLst/>
              <a:gdLst>
                <a:gd name="T0" fmla="*/ 4 w 111"/>
                <a:gd name="T1" fmla="*/ 78 h 133"/>
                <a:gd name="T2" fmla="*/ 1 w 111"/>
                <a:gd name="T3" fmla="*/ 41 h 133"/>
                <a:gd name="T4" fmla="*/ 14 w 111"/>
                <a:gd name="T5" fmla="*/ 16 h 133"/>
                <a:gd name="T6" fmla="*/ 40 w 111"/>
                <a:gd name="T7" fmla="*/ 3 h 133"/>
                <a:gd name="T8" fmla="*/ 63 w 111"/>
                <a:gd name="T9" fmla="*/ 1 h 133"/>
                <a:gd name="T10" fmla="*/ 82 w 111"/>
                <a:gd name="T11" fmla="*/ 9 h 133"/>
                <a:gd name="T12" fmla="*/ 96 w 111"/>
                <a:gd name="T13" fmla="*/ 26 h 133"/>
                <a:gd name="T14" fmla="*/ 106 w 111"/>
                <a:gd name="T15" fmla="*/ 54 h 133"/>
                <a:gd name="T16" fmla="*/ 109 w 111"/>
                <a:gd name="T17" fmla="*/ 91 h 133"/>
                <a:gd name="T18" fmla="*/ 97 w 111"/>
                <a:gd name="T19" fmla="*/ 115 h 133"/>
                <a:gd name="T20" fmla="*/ 70 w 111"/>
                <a:gd name="T21" fmla="*/ 129 h 133"/>
                <a:gd name="T22" fmla="*/ 31 w 111"/>
                <a:gd name="T23" fmla="*/ 125 h 133"/>
                <a:gd name="T24" fmla="*/ 4 w 111"/>
                <a:gd name="T25" fmla="*/ 78 h 133"/>
                <a:gd name="T26" fmla="*/ 24 w 111"/>
                <a:gd name="T27" fmla="*/ 73 h 133"/>
                <a:gd name="T28" fmla="*/ 42 w 111"/>
                <a:gd name="T29" fmla="*/ 112 h 133"/>
                <a:gd name="T30" fmla="*/ 67 w 111"/>
                <a:gd name="T31" fmla="*/ 117 h 133"/>
                <a:gd name="T32" fmla="*/ 87 w 111"/>
                <a:gd name="T33" fmla="*/ 101 h 133"/>
                <a:gd name="T34" fmla="*/ 87 w 111"/>
                <a:gd name="T35" fmla="*/ 59 h 133"/>
                <a:gd name="T36" fmla="*/ 68 w 111"/>
                <a:gd name="T37" fmla="*/ 20 h 133"/>
                <a:gd name="T38" fmla="*/ 43 w 111"/>
                <a:gd name="T39" fmla="*/ 15 h 133"/>
                <a:gd name="T40" fmla="*/ 24 w 111"/>
                <a:gd name="T41" fmla="*/ 29 h 133"/>
                <a:gd name="T42" fmla="*/ 24 w 111"/>
                <a:gd name="T43" fmla="*/ 73 h 13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</a:cxnLst>
              <a:rect l="0" t="0" r="r" b="b"/>
              <a:pathLst>
                <a:path w="111" h="133">
                  <a:moveTo>
                    <a:pt x="4" y="78"/>
                  </a:moveTo>
                  <a:cubicBezTo>
                    <a:pt x="0" y="63"/>
                    <a:pt x="0" y="51"/>
                    <a:pt x="1" y="41"/>
                  </a:cubicBezTo>
                  <a:cubicBezTo>
                    <a:pt x="3" y="31"/>
                    <a:pt x="7" y="23"/>
                    <a:pt x="14" y="16"/>
                  </a:cubicBezTo>
                  <a:cubicBezTo>
                    <a:pt x="20" y="10"/>
                    <a:pt x="29" y="5"/>
                    <a:pt x="40" y="3"/>
                  </a:cubicBezTo>
                  <a:cubicBezTo>
                    <a:pt x="49" y="1"/>
                    <a:pt x="56" y="0"/>
                    <a:pt x="63" y="1"/>
                  </a:cubicBezTo>
                  <a:cubicBezTo>
                    <a:pt x="70" y="3"/>
                    <a:pt x="77" y="5"/>
                    <a:pt x="82" y="9"/>
                  </a:cubicBezTo>
                  <a:cubicBezTo>
                    <a:pt x="87" y="13"/>
                    <a:pt x="92" y="19"/>
                    <a:pt x="96" y="26"/>
                  </a:cubicBezTo>
                  <a:cubicBezTo>
                    <a:pt x="100" y="32"/>
                    <a:pt x="104" y="42"/>
                    <a:pt x="106" y="54"/>
                  </a:cubicBezTo>
                  <a:cubicBezTo>
                    <a:pt x="110" y="69"/>
                    <a:pt x="111" y="81"/>
                    <a:pt x="109" y="91"/>
                  </a:cubicBezTo>
                  <a:cubicBezTo>
                    <a:pt x="107" y="101"/>
                    <a:pt x="103" y="109"/>
                    <a:pt x="97" y="115"/>
                  </a:cubicBezTo>
                  <a:cubicBezTo>
                    <a:pt x="90" y="122"/>
                    <a:pt x="81" y="127"/>
                    <a:pt x="70" y="129"/>
                  </a:cubicBezTo>
                  <a:cubicBezTo>
                    <a:pt x="55" y="133"/>
                    <a:pt x="42" y="131"/>
                    <a:pt x="31" y="125"/>
                  </a:cubicBezTo>
                  <a:cubicBezTo>
                    <a:pt x="18" y="117"/>
                    <a:pt x="9" y="101"/>
                    <a:pt x="4" y="78"/>
                  </a:cubicBezTo>
                  <a:close/>
                  <a:moveTo>
                    <a:pt x="24" y="73"/>
                  </a:moveTo>
                  <a:cubicBezTo>
                    <a:pt x="28" y="94"/>
                    <a:pt x="35" y="106"/>
                    <a:pt x="42" y="112"/>
                  </a:cubicBezTo>
                  <a:cubicBezTo>
                    <a:pt x="50" y="117"/>
                    <a:pt x="58" y="119"/>
                    <a:pt x="67" y="117"/>
                  </a:cubicBezTo>
                  <a:cubicBezTo>
                    <a:pt x="76" y="115"/>
                    <a:pt x="82" y="110"/>
                    <a:pt x="87" y="101"/>
                  </a:cubicBezTo>
                  <a:cubicBezTo>
                    <a:pt x="91" y="93"/>
                    <a:pt x="91" y="79"/>
                    <a:pt x="87" y="59"/>
                  </a:cubicBezTo>
                  <a:cubicBezTo>
                    <a:pt x="82" y="38"/>
                    <a:pt x="76" y="25"/>
                    <a:pt x="68" y="20"/>
                  </a:cubicBezTo>
                  <a:cubicBezTo>
                    <a:pt x="60" y="15"/>
                    <a:pt x="52" y="13"/>
                    <a:pt x="43" y="15"/>
                  </a:cubicBezTo>
                  <a:cubicBezTo>
                    <a:pt x="34" y="17"/>
                    <a:pt x="28" y="22"/>
                    <a:pt x="24" y="29"/>
                  </a:cubicBezTo>
                  <a:cubicBezTo>
                    <a:pt x="19" y="38"/>
                    <a:pt x="19" y="53"/>
                    <a:pt x="24" y="73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15" name="ïşḻiḋe"/>
            <p:cNvSpPr/>
            <p:nvPr/>
          </p:nvSpPr>
          <p:spPr bwMode="auto">
            <a:xfrm>
              <a:off x="4540989" y="3911449"/>
              <a:ext cx="162994" cy="191858"/>
            </a:xfrm>
            <a:custGeom>
              <a:avLst/>
              <a:gdLst>
                <a:gd name="T0" fmla="*/ 21 w 123"/>
                <a:gd name="T1" fmla="*/ 125 h 144"/>
                <a:gd name="T2" fmla="*/ 40 w 123"/>
                <a:gd name="T3" fmla="*/ 115 h 144"/>
                <a:gd name="T4" fmla="*/ 58 w 123"/>
                <a:gd name="T5" fmla="*/ 127 h 144"/>
                <a:gd name="T6" fmla="*/ 79 w 123"/>
                <a:gd name="T7" fmla="*/ 125 h 144"/>
                <a:gd name="T8" fmla="*/ 99 w 123"/>
                <a:gd name="T9" fmla="*/ 107 h 144"/>
                <a:gd name="T10" fmla="*/ 99 w 123"/>
                <a:gd name="T11" fmla="*/ 82 h 144"/>
                <a:gd name="T12" fmla="*/ 81 w 123"/>
                <a:gd name="T13" fmla="*/ 67 h 144"/>
                <a:gd name="T14" fmla="*/ 54 w 123"/>
                <a:gd name="T15" fmla="*/ 70 h 144"/>
                <a:gd name="T16" fmla="*/ 39 w 123"/>
                <a:gd name="T17" fmla="*/ 80 h 144"/>
                <a:gd name="T18" fmla="*/ 31 w 123"/>
                <a:gd name="T19" fmla="*/ 93 h 144"/>
                <a:gd name="T20" fmla="*/ 13 w 123"/>
                <a:gd name="T21" fmla="*/ 99 h 144"/>
                <a:gd name="T22" fmla="*/ 0 w 123"/>
                <a:gd name="T23" fmla="*/ 33 h 144"/>
                <a:gd name="T24" fmla="*/ 76 w 123"/>
                <a:gd name="T25" fmla="*/ 0 h 144"/>
                <a:gd name="T26" fmla="*/ 83 w 123"/>
                <a:gd name="T27" fmla="*/ 14 h 144"/>
                <a:gd name="T28" fmla="*/ 22 w 123"/>
                <a:gd name="T29" fmla="*/ 40 h 144"/>
                <a:gd name="T30" fmla="*/ 28 w 123"/>
                <a:gd name="T31" fmla="*/ 75 h 144"/>
                <a:gd name="T32" fmla="*/ 53 w 123"/>
                <a:gd name="T33" fmla="*/ 55 h 144"/>
                <a:gd name="T34" fmla="*/ 92 w 123"/>
                <a:gd name="T35" fmla="*/ 51 h 144"/>
                <a:gd name="T36" fmla="*/ 118 w 123"/>
                <a:gd name="T37" fmla="*/ 73 h 144"/>
                <a:gd name="T38" fmla="*/ 119 w 123"/>
                <a:gd name="T39" fmla="*/ 105 h 144"/>
                <a:gd name="T40" fmla="*/ 85 w 123"/>
                <a:gd name="T41" fmla="*/ 136 h 144"/>
                <a:gd name="T42" fmla="*/ 47 w 123"/>
                <a:gd name="T43" fmla="*/ 142 h 144"/>
                <a:gd name="T44" fmla="*/ 21 w 123"/>
                <a:gd name="T45" fmla="*/ 125 h 14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</a:cxnLst>
              <a:rect l="0" t="0" r="r" b="b"/>
              <a:pathLst>
                <a:path w="123" h="144">
                  <a:moveTo>
                    <a:pt x="21" y="125"/>
                  </a:moveTo>
                  <a:cubicBezTo>
                    <a:pt x="40" y="115"/>
                    <a:pt x="40" y="115"/>
                    <a:pt x="40" y="115"/>
                  </a:cubicBezTo>
                  <a:cubicBezTo>
                    <a:pt x="45" y="122"/>
                    <a:pt x="51" y="126"/>
                    <a:pt x="58" y="127"/>
                  </a:cubicBezTo>
                  <a:cubicBezTo>
                    <a:pt x="65" y="129"/>
                    <a:pt x="72" y="128"/>
                    <a:pt x="79" y="125"/>
                  </a:cubicBezTo>
                  <a:cubicBezTo>
                    <a:pt x="89" y="121"/>
                    <a:pt x="95" y="115"/>
                    <a:pt x="99" y="107"/>
                  </a:cubicBezTo>
                  <a:cubicBezTo>
                    <a:pt x="103" y="99"/>
                    <a:pt x="103" y="91"/>
                    <a:pt x="99" y="82"/>
                  </a:cubicBezTo>
                  <a:cubicBezTo>
                    <a:pt x="95" y="74"/>
                    <a:pt x="89" y="69"/>
                    <a:pt x="81" y="67"/>
                  </a:cubicBezTo>
                  <a:cubicBezTo>
                    <a:pt x="73" y="65"/>
                    <a:pt x="64" y="66"/>
                    <a:pt x="54" y="70"/>
                  </a:cubicBezTo>
                  <a:cubicBezTo>
                    <a:pt x="48" y="72"/>
                    <a:pt x="43" y="76"/>
                    <a:pt x="39" y="80"/>
                  </a:cubicBezTo>
                  <a:cubicBezTo>
                    <a:pt x="35" y="84"/>
                    <a:pt x="33" y="89"/>
                    <a:pt x="31" y="93"/>
                  </a:cubicBezTo>
                  <a:cubicBezTo>
                    <a:pt x="13" y="99"/>
                    <a:pt x="13" y="99"/>
                    <a:pt x="13" y="99"/>
                  </a:cubicBezTo>
                  <a:cubicBezTo>
                    <a:pt x="0" y="33"/>
                    <a:pt x="0" y="33"/>
                    <a:pt x="0" y="33"/>
                  </a:cubicBezTo>
                  <a:cubicBezTo>
                    <a:pt x="76" y="0"/>
                    <a:pt x="76" y="0"/>
                    <a:pt x="76" y="0"/>
                  </a:cubicBezTo>
                  <a:cubicBezTo>
                    <a:pt x="83" y="14"/>
                    <a:pt x="83" y="14"/>
                    <a:pt x="83" y="14"/>
                  </a:cubicBezTo>
                  <a:cubicBezTo>
                    <a:pt x="22" y="40"/>
                    <a:pt x="22" y="40"/>
                    <a:pt x="22" y="40"/>
                  </a:cubicBezTo>
                  <a:cubicBezTo>
                    <a:pt x="28" y="75"/>
                    <a:pt x="28" y="75"/>
                    <a:pt x="28" y="75"/>
                  </a:cubicBezTo>
                  <a:cubicBezTo>
                    <a:pt x="35" y="66"/>
                    <a:pt x="43" y="59"/>
                    <a:pt x="53" y="55"/>
                  </a:cubicBezTo>
                  <a:cubicBezTo>
                    <a:pt x="67" y="49"/>
                    <a:pt x="79" y="48"/>
                    <a:pt x="92" y="51"/>
                  </a:cubicBezTo>
                  <a:cubicBezTo>
                    <a:pt x="104" y="54"/>
                    <a:pt x="113" y="62"/>
                    <a:pt x="118" y="73"/>
                  </a:cubicBezTo>
                  <a:cubicBezTo>
                    <a:pt x="123" y="83"/>
                    <a:pt x="123" y="94"/>
                    <a:pt x="119" y="105"/>
                  </a:cubicBezTo>
                  <a:cubicBezTo>
                    <a:pt x="113" y="119"/>
                    <a:pt x="102" y="129"/>
                    <a:pt x="85" y="136"/>
                  </a:cubicBezTo>
                  <a:cubicBezTo>
                    <a:pt x="71" y="142"/>
                    <a:pt x="58" y="144"/>
                    <a:pt x="47" y="142"/>
                  </a:cubicBezTo>
                  <a:cubicBezTo>
                    <a:pt x="35" y="140"/>
                    <a:pt x="27" y="134"/>
                    <a:pt x="21" y="125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16" name="iśḷiḍê"/>
            <p:cNvSpPr/>
            <p:nvPr/>
          </p:nvSpPr>
          <p:spPr bwMode="auto">
            <a:xfrm>
              <a:off x="3953533" y="4011623"/>
              <a:ext cx="156202" cy="176577"/>
            </a:xfrm>
            <a:custGeom>
              <a:avLst/>
              <a:gdLst>
                <a:gd name="T0" fmla="*/ 1 w 117"/>
                <a:gd name="T1" fmla="*/ 84 h 132"/>
                <a:gd name="T2" fmla="*/ 20 w 117"/>
                <a:gd name="T3" fmla="*/ 88 h 132"/>
                <a:gd name="T4" fmla="*/ 25 w 117"/>
                <a:gd name="T5" fmla="*/ 106 h 132"/>
                <a:gd name="T6" fmla="*/ 40 w 117"/>
                <a:gd name="T7" fmla="*/ 115 h 132"/>
                <a:gd name="T8" fmla="*/ 57 w 117"/>
                <a:gd name="T9" fmla="*/ 117 h 132"/>
                <a:gd name="T10" fmla="*/ 70 w 117"/>
                <a:gd name="T11" fmla="*/ 112 h 132"/>
                <a:gd name="T12" fmla="*/ 81 w 117"/>
                <a:gd name="T13" fmla="*/ 100 h 132"/>
                <a:gd name="T14" fmla="*/ 90 w 117"/>
                <a:gd name="T15" fmla="*/ 82 h 132"/>
                <a:gd name="T16" fmla="*/ 91 w 117"/>
                <a:gd name="T17" fmla="*/ 79 h 132"/>
                <a:gd name="T18" fmla="*/ 71 w 117"/>
                <a:gd name="T19" fmla="*/ 86 h 132"/>
                <a:gd name="T20" fmla="*/ 49 w 117"/>
                <a:gd name="T21" fmla="*/ 84 h 132"/>
                <a:gd name="T22" fmla="*/ 19 w 117"/>
                <a:gd name="T23" fmla="*/ 63 h 132"/>
                <a:gd name="T24" fmla="*/ 15 w 117"/>
                <a:gd name="T25" fmla="*/ 30 h 132"/>
                <a:gd name="T26" fmla="*/ 38 w 117"/>
                <a:gd name="T27" fmla="*/ 5 h 132"/>
                <a:gd name="T28" fmla="*/ 76 w 117"/>
                <a:gd name="T29" fmla="*/ 4 h 132"/>
                <a:gd name="T30" fmla="*/ 102 w 117"/>
                <a:gd name="T31" fmla="*/ 19 h 132"/>
                <a:gd name="T32" fmla="*/ 115 w 117"/>
                <a:gd name="T33" fmla="*/ 43 h 132"/>
                <a:gd name="T34" fmla="*/ 112 w 117"/>
                <a:gd name="T35" fmla="*/ 79 h 132"/>
                <a:gd name="T36" fmla="*/ 94 w 117"/>
                <a:gd name="T37" fmla="*/ 114 h 132"/>
                <a:gd name="T38" fmla="*/ 68 w 117"/>
                <a:gd name="T39" fmla="*/ 129 h 132"/>
                <a:gd name="T40" fmla="*/ 36 w 117"/>
                <a:gd name="T41" fmla="*/ 128 h 132"/>
                <a:gd name="T42" fmla="*/ 9 w 117"/>
                <a:gd name="T43" fmla="*/ 111 h 132"/>
                <a:gd name="T44" fmla="*/ 1 w 117"/>
                <a:gd name="T45" fmla="*/ 84 h 132"/>
                <a:gd name="T46" fmla="*/ 96 w 117"/>
                <a:gd name="T47" fmla="*/ 54 h 132"/>
                <a:gd name="T48" fmla="*/ 93 w 117"/>
                <a:gd name="T49" fmla="*/ 31 h 132"/>
                <a:gd name="T50" fmla="*/ 75 w 117"/>
                <a:gd name="T51" fmla="*/ 17 h 132"/>
                <a:gd name="T52" fmla="*/ 50 w 117"/>
                <a:gd name="T53" fmla="*/ 18 h 132"/>
                <a:gd name="T54" fmla="*/ 34 w 117"/>
                <a:gd name="T55" fmla="*/ 37 h 132"/>
                <a:gd name="T56" fmla="*/ 37 w 117"/>
                <a:gd name="T57" fmla="*/ 58 h 132"/>
                <a:gd name="T58" fmla="*/ 57 w 117"/>
                <a:gd name="T59" fmla="*/ 72 h 132"/>
                <a:gd name="T60" fmla="*/ 81 w 117"/>
                <a:gd name="T61" fmla="*/ 72 h 132"/>
                <a:gd name="T62" fmla="*/ 96 w 117"/>
                <a:gd name="T63" fmla="*/ 54 h 13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</a:cxnLst>
              <a:rect l="0" t="0" r="r" b="b"/>
              <a:pathLst>
                <a:path w="117" h="132">
                  <a:moveTo>
                    <a:pt x="1" y="84"/>
                  </a:moveTo>
                  <a:cubicBezTo>
                    <a:pt x="20" y="88"/>
                    <a:pt x="20" y="88"/>
                    <a:pt x="20" y="88"/>
                  </a:cubicBezTo>
                  <a:cubicBezTo>
                    <a:pt x="20" y="96"/>
                    <a:pt x="21" y="101"/>
                    <a:pt x="25" y="106"/>
                  </a:cubicBezTo>
                  <a:cubicBezTo>
                    <a:pt x="28" y="110"/>
                    <a:pt x="33" y="113"/>
                    <a:pt x="40" y="115"/>
                  </a:cubicBezTo>
                  <a:cubicBezTo>
                    <a:pt x="46" y="117"/>
                    <a:pt x="51" y="118"/>
                    <a:pt x="57" y="117"/>
                  </a:cubicBezTo>
                  <a:cubicBezTo>
                    <a:pt x="62" y="116"/>
                    <a:pt x="66" y="114"/>
                    <a:pt x="70" y="112"/>
                  </a:cubicBezTo>
                  <a:cubicBezTo>
                    <a:pt x="74" y="109"/>
                    <a:pt x="78" y="105"/>
                    <a:pt x="81" y="100"/>
                  </a:cubicBezTo>
                  <a:cubicBezTo>
                    <a:pt x="85" y="94"/>
                    <a:pt x="88" y="88"/>
                    <a:pt x="90" y="82"/>
                  </a:cubicBezTo>
                  <a:cubicBezTo>
                    <a:pt x="90" y="82"/>
                    <a:pt x="90" y="81"/>
                    <a:pt x="91" y="79"/>
                  </a:cubicBezTo>
                  <a:cubicBezTo>
                    <a:pt x="85" y="83"/>
                    <a:pt x="79" y="85"/>
                    <a:pt x="71" y="86"/>
                  </a:cubicBezTo>
                  <a:cubicBezTo>
                    <a:pt x="64" y="87"/>
                    <a:pt x="56" y="86"/>
                    <a:pt x="49" y="84"/>
                  </a:cubicBezTo>
                  <a:cubicBezTo>
                    <a:pt x="36" y="80"/>
                    <a:pt x="26" y="73"/>
                    <a:pt x="19" y="63"/>
                  </a:cubicBezTo>
                  <a:cubicBezTo>
                    <a:pt x="12" y="53"/>
                    <a:pt x="11" y="42"/>
                    <a:pt x="15" y="30"/>
                  </a:cubicBezTo>
                  <a:cubicBezTo>
                    <a:pt x="18" y="18"/>
                    <a:pt x="26" y="9"/>
                    <a:pt x="38" y="5"/>
                  </a:cubicBezTo>
                  <a:cubicBezTo>
                    <a:pt x="49" y="0"/>
                    <a:pt x="62" y="0"/>
                    <a:pt x="76" y="4"/>
                  </a:cubicBezTo>
                  <a:cubicBezTo>
                    <a:pt x="86" y="7"/>
                    <a:pt x="95" y="12"/>
                    <a:pt x="102" y="19"/>
                  </a:cubicBezTo>
                  <a:cubicBezTo>
                    <a:pt x="109" y="25"/>
                    <a:pt x="113" y="33"/>
                    <a:pt x="115" y="43"/>
                  </a:cubicBezTo>
                  <a:cubicBezTo>
                    <a:pt x="117" y="52"/>
                    <a:pt x="116" y="64"/>
                    <a:pt x="112" y="79"/>
                  </a:cubicBezTo>
                  <a:cubicBezTo>
                    <a:pt x="107" y="94"/>
                    <a:pt x="101" y="106"/>
                    <a:pt x="94" y="114"/>
                  </a:cubicBezTo>
                  <a:cubicBezTo>
                    <a:pt x="87" y="122"/>
                    <a:pt x="78" y="127"/>
                    <a:pt x="68" y="129"/>
                  </a:cubicBezTo>
                  <a:cubicBezTo>
                    <a:pt x="58" y="132"/>
                    <a:pt x="47" y="131"/>
                    <a:pt x="36" y="128"/>
                  </a:cubicBezTo>
                  <a:cubicBezTo>
                    <a:pt x="24" y="124"/>
                    <a:pt x="15" y="118"/>
                    <a:pt x="9" y="111"/>
                  </a:cubicBezTo>
                  <a:cubicBezTo>
                    <a:pt x="2" y="103"/>
                    <a:pt x="0" y="94"/>
                    <a:pt x="1" y="84"/>
                  </a:cubicBezTo>
                  <a:close/>
                  <a:moveTo>
                    <a:pt x="96" y="54"/>
                  </a:moveTo>
                  <a:cubicBezTo>
                    <a:pt x="98" y="45"/>
                    <a:pt x="98" y="38"/>
                    <a:pt x="93" y="31"/>
                  </a:cubicBezTo>
                  <a:cubicBezTo>
                    <a:pt x="89" y="24"/>
                    <a:pt x="83" y="19"/>
                    <a:pt x="75" y="17"/>
                  </a:cubicBezTo>
                  <a:cubicBezTo>
                    <a:pt x="66" y="14"/>
                    <a:pt x="58" y="15"/>
                    <a:pt x="50" y="18"/>
                  </a:cubicBezTo>
                  <a:cubicBezTo>
                    <a:pt x="42" y="22"/>
                    <a:pt x="37" y="28"/>
                    <a:pt x="34" y="37"/>
                  </a:cubicBezTo>
                  <a:cubicBezTo>
                    <a:pt x="32" y="44"/>
                    <a:pt x="33" y="52"/>
                    <a:pt x="37" y="58"/>
                  </a:cubicBezTo>
                  <a:cubicBezTo>
                    <a:pt x="42" y="65"/>
                    <a:pt x="48" y="70"/>
                    <a:pt x="57" y="72"/>
                  </a:cubicBezTo>
                  <a:cubicBezTo>
                    <a:pt x="66" y="75"/>
                    <a:pt x="74" y="75"/>
                    <a:pt x="81" y="72"/>
                  </a:cubicBezTo>
                  <a:cubicBezTo>
                    <a:pt x="88" y="68"/>
                    <a:pt x="93" y="63"/>
                    <a:pt x="96" y="5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17" name="ïŝļíďê"/>
            <p:cNvSpPr/>
            <p:nvPr/>
          </p:nvSpPr>
          <p:spPr bwMode="auto">
            <a:xfrm>
              <a:off x="3731115" y="3918241"/>
              <a:ext cx="115454" cy="151109"/>
            </a:xfrm>
            <a:custGeom>
              <a:avLst/>
              <a:gdLst>
                <a:gd name="T0" fmla="*/ 16 w 87"/>
                <a:gd name="T1" fmla="*/ 114 h 114"/>
                <a:gd name="T2" fmla="*/ 0 w 87"/>
                <a:gd name="T3" fmla="*/ 103 h 114"/>
                <a:gd name="T4" fmla="*/ 55 w 87"/>
                <a:gd name="T5" fmla="*/ 20 h 114"/>
                <a:gd name="T6" fmla="*/ 34 w 87"/>
                <a:gd name="T7" fmla="*/ 18 h 114"/>
                <a:gd name="T8" fmla="*/ 12 w 87"/>
                <a:gd name="T9" fmla="*/ 13 h 114"/>
                <a:gd name="T10" fmla="*/ 20 w 87"/>
                <a:gd name="T11" fmla="*/ 1 h 114"/>
                <a:gd name="T12" fmla="*/ 52 w 87"/>
                <a:gd name="T13" fmla="*/ 4 h 114"/>
                <a:gd name="T14" fmla="*/ 77 w 87"/>
                <a:gd name="T15" fmla="*/ 0 h 114"/>
                <a:gd name="T16" fmla="*/ 87 w 87"/>
                <a:gd name="T17" fmla="*/ 7 h 114"/>
                <a:gd name="T18" fmla="*/ 16 w 87"/>
                <a:gd name="T19" fmla="*/ 114 h 11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87" h="114">
                  <a:moveTo>
                    <a:pt x="16" y="114"/>
                  </a:moveTo>
                  <a:cubicBezTo>
                    <a:pt x="0" y="103"/>
                    <a:pt x="0" y="103"/>
                    <a:pt x="0" y="103"/>
                  </a:cubicBezTo>
                  <a:cubicBezTo>
                    <a:pt x="55" y="20"/>
                    <a:pt x="55" y="20"/>
                    <a:pt x="55" y="20"/>
                  </a:cubicBezTo>
                  <a:cubicBezTo>
                    <a:pt x="49" y="20"/>
                    <a:pt x="42" y="19"/>
                    <a:pt x="34" y="18"/>
                  </a:cubicBezTo>
                  <a:cubicBezTo>
                    <a:pt x="25" y="17"/>
                    <a:pt x="18" y="15"/>
                    <a:pt x="12" y="13"/>
                  </a:cubicBezTo>
                  <a:cubicBezTo>
                    <a:pt x="20" y="1"/>
                    <a:pt x="20" y="1"/>
                    <a:pt x="20" y="1"/>
                  </a:cubicBezTo>
                  <a:cubicBezTo>
                    <a:pt x="32" y="3"/>
                    <a:pt x="42" y="5"/>
                    <a:pt x="52" y="4"/>
                  </a:cubicBezTo>
                  <a:cubicBezTo>
                    <a:pt x="63" y="4"/>
                    <a:pt x="71" y="3"/>
                    <a:pt x="77" y="0"/>
                  </a:cubicBezTo>
                  <a:cubicBezTo>
                    <a:pt x="87" y="7"/>
                    <a:pt x="87" y="7"/>
                    <a:pt x="87" y="7"/>
                  </a:cubicBezTo>
                  <a:lnTo>
                    <a:pt x="16" y="114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18" name="ïšľîdê"/>
            <p:cNvSpPr/>
            <p:nvPr/>
          </p:nvSpPr>
          <p:spPr bwMode="auto">
            <a:xfrm>
              <a:off x="3720928" y="2868968"/>
              <a:ext cx="927027" cy="1069647"/>
            </a:xfrm>
            <a:custGeom>
              <a:avLst/>
              <a:gdLst>
                <a:gd name="T0" fmla="*/ 278 w 696"/>
                <a:gd name="T1" fmla="*/ 294 h 802"/>
                <a:gd name="T2" fmla="*/ 355 w 696"/>
                <a:gd name="T3" fmla="*/ 253 h 802"/>
                <a:gd name="T4" fmla="*/ 351 w 696"/>
                <a:gd name="T5" fmla="*/ 199 h 802"/>
                <a:gd name="T6" fmla="*/ 293 w 696"/>
                <a:gd name="T7" fmla="*/ 184 h 802"/>
                <a:gd name="T8" fmla="*/ 402 w 696"/>
                <a:gd name="T9" fmla="*/ 0 h 802"/>
                <a:gd name="T10" fmla="*/ 425 w 696"/>
                <a:gd name="T11" fmla="*/ 167 h 802"/>
                <a:gd name="T12" fmla="*/ 690 w 696"/>
                <a:gd name="T13" fmla="*/ 189 h 802"/>
                <a:gd name="T14" fmla="*/ 453 w 696"/>
                <a:gd name="T15" fmla="*/ 208 h 802"/>
                <a:gd name="T16" fmla="*/ 405 w 696"/>
                <a:gd name="T17" fmla="*/ 353 h 802"/>
                <a:gd name="T18" fmla="*/ 365 w 696"/>
                <a:gd name="T19" fmla="*/ 493 h 802"/>
                <a:gd name="T20" fmla="*/ 359 w 696"/>
                <a:gd name="T21" fmla="*/ 724 h 802"/>
                <a:gd name="T22" fmla="*/ 342 w 696"/>
                <a:gd name="T23" fmla="*/ 799 h 802"/>
                <a:gd name="T24" fmla="*/ 298 w 696"/>
                <a:gd name="T25" fmla="*/ 622 h 802"/>
                <a:gd name="T26" fmla="*/ 51 w 696"/>
                <a:gd name="T27" fmla="*/ 588 h 802"/>
                <a:gd name="T28" fmla="*/ 0 w 696"/>
                <a:gd name="T29" fmla="*/ 586 h 802"/>
                <a:gd name="T30" fmla="*/ 306 w 696"/>
                <a:gd name="T31" fmla="*/ 546 h 802"/>
                <a:gd name="T32" fmla="*/ 361 w 696"/>
                <a:gd name="T33" fmla="*/ 325 h 802"/>
                <a:gd name="T34" fmla="*/ 302 w 696"/>
                <a:gd name="T35" fmla="*/ 364 h 802"/>
                <a:gd name="T36" fmla="*/ 283 w 696"/>
                <a:gd name="T37" fmla="*/ 417 h 802"/>
                <a:gd name="T38" fmla="*/ 104 w 696"/>
                <a:gd name="T39" fmla="*/ 502 h 802"/>
                <a:gd name="T40" fmla="*/ 23 w 696"/>
                <a:gd name="T41" fmla="*/ 325 h 802"/>
                <a:gd name="T42" fmla="*/ 239 w 696"/>
                <a:gd name="T43" fmla="*/ 204 h 802"/>
                <a:gd name="T44" fmla="*/ 453 w 696"/>
                <a:gd name="T45" fmla="*/ 491 h 802"/>
                <a:gd name="T46" fmla="*/ 500 w 696"/>
                <a:gd name="T47" fmla="*/ 530 h 802"/>
                <a:gd name="T48" fmla="*/ 395 w 696"/>
                <a:gd name="T49" fmla="*/ 572 h 802"/>
                <a:gd name="T50" fmla="*/ 502 w 696"/>
                <a:gd name="T51" fmla="*/ 587 h 802"/>
                <a:gd name="T52" fmla="*/ 513 w 696"/>
                <a:gd name="T53" fmla="*/ 616 h 802"/>
                <a:gd name="T54" fmla="*/ 406 w 696"/>
                <a:gd name="T55" fmla="*/ 690 h 802"/>
                <a:gd name="T56" fmla="*/ 560 w 696"/>
                <a:gd name="T57" fmla="*/ 745 h 802"/>
                <a:gd name="T58" fmla="*/ 559 w 696"/>
                <a:gd name="T59" fmla="*/ 667 h 802"/>
                <a:gd name="T60" fmla="*/ 608 w 696"/>
                <a:gd name="T61" fmla="*/ 646 h 802"/>
                <a:gd name="T62" fmla="*/ 663 w 696"/>
                <a:gd name="T63" fmla="*/ 601 h 802"/>
                <a:gd name="T64" fmla="*/ 668 w 696"/>
                <a:gd name="T65" fmla="*/ 557 h 802"/>
                <a:gd name="T66" fmla="*/ 667 w 696"/>
                <a:gd name="T67" fmla="*/ 489 h 802"/>
                <a:gd name="T68" fmla="*/ 639 w 696"/>
                <a:gd name="T69" fmla="*/ 514 h 802"/>
                <a:gd name="T70" fmla="*/ 572 w 696"/>
                <a:gd name="T71" fmla="*/ 517 h 802"/>
                <a:gd name="T72" fmla="*/ 533 w 696"/>
                <a:gd name="T73" fmla="*/ 490 h 802"/>
                <a:gd name="T74" fmla="*/ 453 w 696"/>
                <a:gd name="T75" fmla="*/ 491 h 802"/>
                <a:gd name="T76" fmla="*/ 556 w 696"/>
                <a:gd name="T77" fmla="*/ 584 h 802"/>
                <a:gd name="T78" fmla="*/ 624 w 696"/>
                <a:gd name="T79" fmla="*/ 584 h 802"/>
                <a:gd name="T80" fmla="*/ 513 w 696"/>
                <a:gd name="T81" fmla="*/ 357 h 802"/>
                <a:gd name="T82" fmla="*/ 488 w 696"/>
                <a:gd name="T83" fmla="*/ 461 h 802"/>
                <a:gd name="T84" fmla="*/ 679 w 696"/>
                <a:gd name="T85" fmla="*/ 422 h 802"/>
                <a:gd name="T86" fmla="*/ 513 w 696"/>
                <a:gd name="T87" fmla="*/ 357 h 802"/>
                <a:gd name="T88" fmla="*/ 480 w 696"/>
                <a:gd name="T89" fmla="*/ 410 h 802"/>
                <a:gd name="T90" fmla="*/ 575 w 696"/>
                <a:gd name="T91" fmla="*/ 433 h 802"/>
                <a:gd name="T92" fmla="*/ 581 w 696"/>
                <a:gd name="T93" fmla="*/ 389 h 802"/>
                <a:gd name="T94" fmla="*/ 524 w 696"/>
                <a:gd name="T95" fmla="*/ 234 h 802"/>
                <a:gd name="T96" fmla="*/ 493 w 696"/>
                <a:gd name="T97" fmla="*/ 341 h 802"/>
                <a:gd name="T98" fmla="*/ 694 w 696"/>
                <a:gd name="T99" fmla="*/ 293 h 802"/>
                <a:gd name="T100" fmla="*/ 524 w 696"/>
                <a:gd name="T101" fmla="*/ 234 h 802"/>
                <a:gd name="T102" fmla="*/ 492 w 696"/>
                <a:gd name="T103" fmla="*/ 291 h 802"/>
                <a:gd name="T104" fmla="*/ 587 w 696"/>
                <a:gd name="T105" fmla="*/ 311 h 802"/>
                <a:gd name="T106" fmla="*/ 593 w 696"/>
                <a:gd name="T107" fmla="*/ 270 h 802"/>
                <a:gd name="T108" fmla="*/ 87 w 696"/>
                <a:gd name="T109" fmla="*/ 375 h 802"/>
                <a:gd name="T110" fmla="*/ 106 w 696"/>
                <a:gd name="T111" fmla="*/ 443 h 802"/>
                <a:gd name="T112" fmla="*/ 199 w 696"/>
                <a:gd name="T113" fmla="*/ 455 h 802"/>
                <a:gd name="T114" fmla="*/ 225 w 696"/>
                <a:gd name="T115" fmla="*/ 371 h 802"/>
                <a:gd name="T116" fmla="*/ 225 w 696"/>
                <a:gd name="T117" fmla="*/ 322 h 802"/>
                <a:gd name="T118" fmla="*/ 170 w 696"/>
                <a:gd name="T119" fmla="*/ 241 h 802"/>
                <a:gd name="T120" fmla="*/ 76 w 696"/>
                <a:gd name="T121" fmla="*/ 327 h 80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  <a:cxn ang="0">
                  <a:pos x="T118" y="T119"/>
                </a:cxn>
                <a:cxn ang="0">
                  <a:pos x="T120" y="T121"/>
                </a:cxn>
              </a:cxnLst>
              <a:rect l="0" t="0" r="r" b="b"/>
              <a:pathLst>
                <a:path w="696" h="802">
                  <a:moveTo>
                    <a:pt x="274" y="278"/>
                  </a:moveTo>
                  <a:cubicBezTo>
                    <a:pt x="276" y="283"/>
                    <a:pt x="277" y="289"/>
                    <a:pt x="278" y="294"/>
                  </a:cubicBezTo>
                  <a:cubicBezTo>
                    <a:pt x="285" y="301"/>
                    <a:pt x="295" y="302"/>
                    <a:pt x="309" y="295"/>
                  </a:cubicBezTo>
                  <a:cubicBezTo>
                    <a:pt x="329" y="282"/>
                    <a:pt x="343" y="268"/>
                    <a:pt x="355" y="253"/>
                  </a:cubicBezTo>
                  <a:cubicBezTo>
                    <a:pt x="367" y="234"/>
                    <a:pt x="370" y="216"/>
                    <a:pt x="362" y="197"/>
                  </a:cubicBezTo>
                  <a:cubicBezTo>
                    <a:pt x="360" y="196"/>
                    <a:pt x="356" y="196"/>
                    <a:pt x="351" y="199"/>
                  </a:cubicBezTo>
                  <a:cubicBezTo>
                    <a:pt x="343" y="204"/>
                    <a:pt x="336" y="210"/>
                    <a:pt x="328" y="216"/>
                  </a:cubicBezTo>
                  <a:cubicBezTo>
                    <a:pt x="303" y="235"/>
                    <a:pt x="269" y="211"/>
                    <a:pt x="293" y="184"/>
                  </a:cubicBezTo>
                  <a:cubicBezTo>
                    <a:pt x="293" y="184"/>
                    <a:pt x="344" y="134"/>
                    <a:pt x="366" y="113"/>
                  </a:cubicBezTo>
                  <a:cubicBezTo>
                    <a:pt x="387" y="92"/>
                    <a:pt x="402" y="0"/>
                    <a:pt x="402" y="0"/>
                  </a:cubicBezTo>
                  <a:cubicBezTo>
                    <a:pt x="434" y="7"/>
                    <a:pt x="457" y="58"/>
                    <a:pt x="394" y="131"/>
                  </a:cubicBezTo>
                  <a:cubicBezTo>
                    <a:pt x="404" y="143"/>
                    <a:pt x="415" y="155"/>
                    <a:pt x="425" y="167"/>
                  </a:cubicBezTo>
                  <a:cubicBezTo>
                    <a:pt x="477" y="161"/>
                    <a:pt x="523" y="155"/>
                    <a:pt x="572" y="155"/>
                  </a:cubicBezTo>
                  <a:cubicBezTo>
                    <a:pt x="646" y="154"/>
                    <a:pt x="682" y="167"/>
                    <a:pt x="690" y="189"/>
                  </a:cubicBezTo>
                  <a:cubicBezTo>
                    <a:pt x="696" y="206"/>
                    <a:pt x="683" y="206"/>
                    <a:pt x="669" y="206"/>
                  </a:cubicBezTo>
                  <a:cubicBezTo>
                    <a:pt x="603" y="207"/>
                    <a:pt x="530" y="208"/>
                    <a:pt x="453" y="208"/>
                  </a:cubicBezTo>
                  <a:cubicBezTo>
                    <a:pt x="437" y="208"/>
                    <a:pt x="409" y="206"/>
                    <a:pt x="409" y="235"/>
                  </a:cubicBezTo>
                  <a:cubicBezTo>
                    <a:pt x="414" y="276"/>
                    <a:pt x="414" y="311"/>
                    <a:pt x="405" y="353"/>
                  </a:cubicBezTo>
                  <a:cubicBezTo>
                    <a:pt x="399" y="380"/>
                    <a:pt x="390" y="407"/>
                    <a:pt x="377" y="441"/>
                  </a:cubicBezTo>
                  <a:cubicBezTo>
                    <a:pt x="371" y="457"/>
                    <a:pt x="366" y="476"/>
                    <a:pt x="365" y="493"/>
                  </a:cubicBezTo>
                  <a:cubicBezTo>
                    <a:pt x="364" y="503"/>
                    <a:pt x="362" y="517"/>
                    <a:pt x="360" y="527"/>
                  </a:cubicBezTo>
                  <a:cubicBezTo>
                    <a:pt x="348" y="597"/>
                    <a:pt x="349" y="662"/>
                    <a:pt x="359" y="724"/>
                  </a:cubicBezTo>
                  <a:cubicBezTo>
                    <a:pt x="364" y="759"/>
                    <a:pt x="366" y="786"/>
                    <a:pt x="357" y="796"/>
                  </a:cubicBezTo>
                  <a:cubicBezTo>
                    <a:pt x="352" y="801"/>
                    <a:pt x="348" y="802"/>
                    <a:pt x="342" y="799"/>
                  </a:cubicBezTo>
                  <a:cubicBezTo>
                    <a:pt x="325" y="790"/>
                    <a:pt x="306" y="751"/>
                    <a:pt x="304" y="726"/>
                  </a:cubicBezTo>
                  <a:cubicBezTo>
                    <a:pt x="302" y="691"/>
                    <a:pt x="300" y="657"/>
                    <a:pt x="298" y="622"/>
                  </a:cubicBezTo>
                  <a:cubicBezTo>
                    <a:pt x="299" y="603"/>
                    <a:pt x="294" y="596"/>
                    <a:pt x="278" y="595"/>
                  </a:cubicBezTo>
                  <a:cubicBezTo>
                    <a:pt x="203" y="592"/>
                    <a:pt x="127" y="591"/>
                    <a:pt x="51" y="588"/>
                  </a:cubicBezTo>
                  <a:cubicBezTo>
                    <a:pt x="31" y="587"/>
                    <a:pt x="19" y="599"/>
                    <a:pt x="7" y="614"/>
                  </a:cubicBezTo>
                  <a:cubicBezTo>
                    <a:pt x="5" y="604"/>
                    <a:pt x="3" y="595"/>
                    <a:pt x="0" y="586"/>
                  </a:cubicBezTo>
                  <a:cubicBezTo>
                    <a:pt x="23" y="569"/>
                    <a:pt x="42" y="551"/>
                    <a:pt x="75" y="551"/>
                  </a:cubicBezTo>
                  <a:cubicBezTo>
                    <a:pt x="152" y="549"/>
                    <a:pt x="229" y="548"/>
                    <a:pt x="306" y="546"/>
                  </a:cubicBezTo>
                  <a:cubicBezTo>
                    <a:pt x="315" y="507"/>
                    <a:pt x="324" y="469"/>
                    <a:pt x="333" y="430"/>
                  </a:cubicBezTo>
                  <a:cubicBezTo>
                    <a:pt x="343" y="395"/>
                    <a:pt x="352" y="360"/>
                    <a:pt x="361" y="325"/>
                  </a:cubicBezTo>
                  <a:cubicBezTo>
                    <a:pt x="358" y="321"/>
                    <a:pt x="355" y="318"/>
                    <a:pt x="352" y="314"/>
                  </a:cubicBezTo>
                  <a:cubicBezTo>
                    <a:pt x="335" y="331"/>
                    <a:pt x="319" y="347"/>
                    <a:pt x="302" y="364"/>
                  </a:cubicBezTo>
                  <a:cubicBezTo>
                    <a:pt x="296" y="377"/>
                    <a:pt x="290" y="390"/>
                    <a:pt x="284" y="403"/>
                  </a:cubicBezTo>
                  <a:cubicBezTo>
                    <a:pt x="284" y="408"/>
                    <a:pt x="284" y="412"/>
                    <a:pt x="283" y="417"/>
                  </a:cubicBezTo>
                  <a:cubicBezTo>
                    <a:pt x="276" y="474"/>
                    <a:pt x="259" y="498"/>
                    <a:pt x="217" y="504"/>
                  </a:cubicBezTo>
                  <a:cubicBezTo>
                    <a:pt x="180" y="509"/>
                    <a:pt x="144" y="506"/>
                    <a:pt x="104" y="502"/>
                  </a:cubicBezTo>
                  <a:cubicBezTo>
                    <a:pt x="61" y="497"/>
                    <a:pt x="37" y="466"/>
                    <a:pt x="28" y="425"/>
                  </a:cubicBezTo>
                  <a:cubicBezTo>
                    <a:pt x="21" y="390"/>
                    <a:pt x="23" y="359"/>
                    <a:pt x="23" y="325"/>
                  </a:cubicBezTo>
                  <a:cubicBezTo>
                    <a:pt x="23" y="292"/>
                    <a:pt x="60" y="214"/>
                    <a:pt x="108" y="199"/>
                  </a:cubicBezTo>
                  <a:cubicBezTo>
                    <a:pt x="152" y="185"/>
                    <a:pt x="207" y="180"/>
                    <a:pt x="239" y="204"/>
                  </a:cubicBezTo>
                  <a:cubicBezTo>
                    <a:pt x="252" y="216"/>
                    <a:pt x="266" y="242"/>
                    <a:pt x="274" y="278"/>
                  </a:cubicBezTo>
                  <a:close/>
                  <a:moveTo>
                    <a:pt x="453" y="491"/>
                  </a:moveTo>
                  <a:cubicBezTo>
                    <a:pt x="439" y="497"/>
                    <a:pt x="428" y="508"/>
                    <a:pt x="427" y="515"/>
                  </a:cubicBezTo>
                  <a:cubicBezTo>
                    <a:pt x="420" y="536"/>
                    <a:pt x="464" y="528"/>
                    <a:pt x="500" y="530"/>
                  </a:cubicBezTo>
                  <a:cubicBezTo>
                    <a:pt x="521" y="530"/>
                    <a:pt x="531" y="547"/>
                    <a:pt x="507" y="556"/>
                  </a:cubicBezTo>
                  <a:cubicBezTo>
                    <a:pt x="470" y="561"/>
                    <a:pt x="432" y="567"/>
                    <a:pt x="395" y="572"/>
                  </a:cubicBezTo>
                  <a:cubicBezTo>
                    <a:pt x="377" y="574"/>
                    <a:pt x="362" y="604"/>
                    <a:pt x="390" y="606"/>
                  </a:cubicBezTo>
                  <a:cubicBezTo>
                    <a:pt x="411" y="607"/>
                    <a:pt x="457" y="597"/>
                    <a:pt x="502" y="587"/>
                  </a:cubicBezTo>
                  <a:cubicBezTo>
                    <a:pt x="507" y="586"/>
                    <a:pt x="513" y="587"/>
                    <a:pt x="514" y="592"/>
                  </a:cubicBezTo>
                  <a:cubicBezTo>
                    <a:pt x="515" y="601"/>
                    <a:pt x="514" y="610"/>
                    <a:pt x="513" y="616"/>
                  </a:cubicBezTo>
                  <a:cubicBezTo>
                    <a:pt x="493" y="622"/>
                    <a:pt x="405" y="655"/>
                    <a:pt x="387" y="662"/>
                  </a:cubicBezTo>
                  <a:cubicBezTo>
                    <a:pt x="372" y="668"/>
                    <a:pt x="368" y="692"/>
                    <a:pt x="406" y="690"/>
                  </a:cubicBezTo>
                  <a:cubicBezTo>
                    <a:pt x="439" y="686"/>
                    <a:pt x="476" y="675"/>
                    <a:pt x="514" y="663"/>
                  </a:cubicBezTo>
                  <a:cubicBezTo>
                    <a:pt x="520" y="699"/>
                    <a:pt x="533" y="726"/>
                    <a:pt x="560" y="745"/>
                  </a:cubicBezTo>
                  <a:cubicBezTo>
                    <a:pt x="574" y="751"/>
                    <a:pt x="585" y="748"/>
                    <a:pt x="582" y="722"/>
                  </a:cubicBezTo>
                  <a:cubicBezTo>
                    <a:pt x="568" y="693"/>
                    <a:pt x="560" y="678"/>
                    <a:pt x="559" y="667"/>
                  </a:cubicBezTo>
                  <a:cubicBezTo>
                    <a:pt x="556" y="654"/>
                    <a:pt x="561" y="648"/>
                    <a:pt x="576" y="648"/>
                  </a:cubicBezTo>
                  <a:cubicBezTo>
                    <a:pt x="587" y="647"/>
                    <a:pt x="598" y="647"/>
                    <a:pt x="608" y="646"/>
                  </a:cubicBezTo>
                  <a:cubicBezTo>
                    <a:pt x="614" y="647"/>
                    <a:pt x="621" y="646"/>
                    <a:pt x="627" y="642"/>
                  </a:cubicBezTo>
                  <a:cubicBezTo>
                    <a:pt x="637" y="635"/>
                    <a:pt x="658" y="610"/>
                    <a:pt x="663" y="601"/>
                  </a:cubicBezTo>
                  <a:cubicBezTo>
                    <a:pt x="664" y="589"/>
                    <a:pt x="662" y="586"/>
                    <a:pt x="663" y="575"/>
                  </a:cubicBezTo>
                  <a:cubicBezTo>
                    <a:pt x="664" y="569"/>
                    <a:pt x="665" y="563"/>
                    <a:pt x="668" y="557"/>
                  </a:cubicBezTo>
                  <a:cubicBezTo>
                    <a:pt x="670" y="553"/>
                    <a:pt x="674" y="552"/>
                    <a:pt x="675" y="546"/>
                  </a:cubicBezTo>
                  <a:cubicBezTo>
                    <a:pt x="670" y="528"/>
                    <a:pt x="669" y="509"/>
                    <a:pt x="667" y="489"/>
                  </a:cubicBezTo>
                  <a:cubicBezTo>
                    <a:pt x="664" y="473"/>
                    <a:pt x="643" y="474"/>
                    <a:pt x="640" y="487"/>
                  </a:cubicBezTo>
                  <a:cubicBezTo>
                    <a:pt x="639" y="496"/>
                    <a:pt x="640" y="505"/>
                    <a:pt x="639" y="514"/>
                  </a:cubicBezTo>
                  <a:cubicBezTo>
                    <a:pt x="635" y="536"/>
                    <a:pt x="618" y="537"/>
                    <a:pt x="603" y="537"/>
                  </a:cubicBezTo>
                  <a:cubicBezTo>
                    <a:pt x="590" y="537"/>
                    <a:pt x="562" y="537"/>
                    <a:pt x="572" y="517"/>
                  </a:cubicBezTo>
                  <a:cubicBezTo>
                    <a:pt x="585" y="498"/>
                    <a:pt x="581" y="483"/>
                    <a:pt x="561" y="485"/>
                  </a:cubicBezTo>
                  <a:cubicBezTo>
                    <a:pt x="552" y="486"/>
                    <a:pt x="543" y="489"/>
                    <a:pt x="533" y="490"/>
                  </a:cubicBezTo>
                  <a:cubicBezTo>
                    <a:pt x="522" y="491"/>
                    <a:pt x="492" y="486"/>
                    <a:pt x="475" y="487"/>
                  </a:cubicBezTo>
                  <a:cubicBezTo>
                    <a:pt x="466" y="487"/>
                    <a:pt x="464" y="486"/>
                    <a:pt x="453" y="491"/>
                  </a:cubicBezTo>
                  <a:close/>
                  <a:moveTo>
                    <a:pt x="591" y="563"/>
                  </a:moveTo>
                  <a:cubicBezTo>
                    <a:pt x="572" y="563"/>
                    <a:pt x="559" y="573"/>
                    <a:pt x="556" y="584"/>
                  </a:cubicBezTo>
                  <a:cubicBezTo>
                    <a:pt x="553" y="597"/>
                    <a:pt x="563" y="607"/>
                    <a:pt x="591" y="603"/>
                  </a:cubicBezTo>
                  <a:cubicBezTo>
                    <a:pt x="615" y="600"/>
                    <a:pt x="623" y="596"/>
                    <a:pt x="624" y="584"/>
                  </a:cubicBezTo>
                  <a:cubicBezTo>
                    <a:pt x="624" y="569"/>
                    <a:pt x="610" y="563"/>
                    <a:pt x="591" y="563"/>
                  </a:cubicBezTo>
                  <a:close/>
                  <a:moveTo>
                    <a:pt x="513" y="357"/>
                  </a:moveTo>
                  <a:cubicBezTo>
                    <a:pt x="468" y="353"/>
                    <a:pt x="427" y="380"/>
                    <a:pt x="427" y="411"/>
                  </a:cubicBezTo>
                  <a:cubicBezTo>
                    <a:pt x="426" y="438"/>
                    <a:pt x="447" y="455"/>
                    <a:pt x="488" y="461"/>
                  </a:cubicBezTo>
                  <a:cubicBezTo>
                    <a:pt x="533" y="467"/>
                    <a:pt x="560" y="469"/>
                    <a:pt x="604" y="470"/>
                  </a:cubicBezTo>
                  <a:cubicBezTo>
                    <a:pt x="640" y="470"/>
                    <a:pt x="678" y="453"/>
                    <a:pt x="679" y="422"/>
                  </a:cubicBezTo>
                  <a:cubicBezTo>
                    <a:pt x="681" y="376"/>
                    <a:pt x="647" y="365"/>
                    <a:pt x="603" y="361"/>
                  </a:cubicBezTo>
                  <a:cubicBezTo>
                    <a:pt x="603" y="361"/>
                    <a:pt x="513" y="357"/>
                    <a:pt x="513" y="357"/>
                  </a:cubicBezTo>
                  <a:close/>
                  <a:moveTo>
                    <a:pt x="530" y="389"/>
                  </a:moveTo>
                  <a:cubicBezTo>
                    <a:pt x="488" y="388"/>
                    <a:pt x="480" y="399"/>
                    <a:pt x="480" y="410"/>
                  </a:cubicBezTo>
                  <a:cubicBezTo>
                    <a:pt x="479" y="420"/>
                    <a:pt x="490" y="427"/>
                    <a:pt x="513" y="430"/>
                  </a:cubicBezTo>
                  <a:cubicBezTo>
                    <a:pt x="537" y="433"/>
                    <a:pt x="550" y="434"/>
                    <a:pt x="575" y="433"/>
                  </a:cubicBezTo>
                  <a:cubicBezTo>
                    <a:pt x="595" y="433"/>
                    <a:pt x="637" y="425"/>
                    <a:pt x="638" y="410"/>
                  </a:cubicBezTo>
                  <a:cubicBezTo>
                    <a:pt x="640" y="392"/>
                    <a:pt x="605" y="390"/>
                    <a:pt x="581" y="389"/>
                  </a:cubicBezTo>
                  <a:cubicBezTo>
                    <a:pt x="581" y="389"/>
                    <a:pt x="530" y="389"/>
                    <a:pt x="530" y="389"/>
                  </a:cubicBezTo>
                  <a:close/>
                  <a:moveTo>
                    <a:pt x="524" y="234"/>
                  </a:moveTo>
                  <a:cubicBezTo>
                    <a:pt x="462" y="235"/>
                    <a:pt x="439" y="261"/>
                    <a:pt x="438" y="292"/>
                  </a:cubicBezTo>
                  <a:cubicBezTo>
                    <a:pt x="437" y="319"/>
                    <a:pt x="452" y="337"/>
                    <a:pt x="493" y="341"/>
                  </a:cubicBezTo>
                  <a:cubicBezTo>
                    <a:pt x="537" y="341"/>
                    <a:pt x="582" y="342"/>
                    <a:pt x="626" y="341"/>
                  </a:cubicBezTo>
                  <a:cubicBezTo>
                    <a:pt x="662" y="340"/>
                    <a:pt x="694" y="324"/>
                    <a:pt x="694" y="293"/>
                  </a:cubicBezTo>
                  <a:cubicBezTo>
                    <a:pt x="694" y="244"/>
                    <a:pt x="658" y="237"/>
                    <a:pt x="615" y="235"/>
                  </a:cubicBezTo>
                  <a:cubicBezTo>
                    <a:pt x="615" y="235"/>
                    <a:pt x="525" y="235"/>
                    <a:pt x="524" y="234"/>
                  </a:cubicBezTo>
                  <a:close/>
                  <a:moveTo>
                    <a:pt x="543" y="270"/>
                  </a:moveTo>
                  <a:cubicBezTo>
                    <a:pt x="501" y="269"/>
                    <a:pt x="493" y="280"/>
                    <a:pt x="492" y="291"/>
                  </a:cubicBezTo>
                  <a:cubicBezTo>
                    <a:pt x="492" y="301"/>
                    <a:pt x="502" y="310"/>
                    <a:pt x="525" y="311"/>
                  </a:cubicBezTo>
                  <a:cubicBezTo>
                    <a:pt x="550" y="311"/>
                    <a:pt x="562" y="311"/>
                    <a:pt x="587" y="311"/>
                  </a:cubicBezTo>
                  <a:cubicBezTo>
                    <a:pt x="607" y="311"/>
                    <a:pt x="635" y="299"/>
                    <a:pt x="635" y="288"/>
                  </a:cubicBezTo>
                  <a:cubicBezTo>
                    <a:pt x="635" y="270"/>
                    <a:pt x="618" y="271"/>
                    <a:pt x="593" y="270"/>
                  </a:cubicBezTo>
                  <a:cubicBezTo>
                    <a:pt x="593" y="270"/>
                    <a:pt x="543" y="270"/>
                    <a:pt x="543" y="270"/>
                  </a:cubicBezTo>
                  <a:close/>
                  <a:moveTo>
                    <a:pt x="87" y="375"/>
                  </a:moveTo>
                  <a:cubicBezTo>
                    <a:pt x="73" y="376"/>
                    <a:pt x="70" y="379"/>
                    <a:pt x="72" y="390"/>
                  </a:cubicBezTo>
                  <a:cubicBezTo>
                    <a:pt x="80" y="408"/>
                    <a:pt x="86" y="428"/>
                    <a:pt x="106" y="443"/>
                  </a:cubicBezTo>
                  <a:cubicBezTo>
                    <a:pt x="123" y="456"/>
                    <a:pt x="134" y="458"/>
                    <a:pt x="155" y="458"/>
                  </a:cubicBezTo>
                  <a:cubicBezTo>
                    <a:pt x="174" y="458"/>
                    <a:pt x="187" y="457"/>
                    <a:pt x="199" y="455"/>
                  </a:cubicBezTo>
                  <a:cubicBezTo>
                    <a:pt x="213" y="452"/>
                    <a:pt x="224" y="442"/>
                    <a:pt x="227" y="425"/>
                  </a:cubicBezTo>
                  <a:cubicBezTo>
                    <a:pt x="229" y="407"/>
                    <a:pt x="228" y="382"/>
                    <a:pt x="225" y="371"/>
                  </a:cubicBezTo>
                  <a:cubicBezTo>
                    <a:pt x="177" y="372"/>
                    <a:pt x="135" y="373"/>
                    <a:pt x="87" y="375"/>
                  </a:cubicBezTo>
                  <a:close/>
                  <a:moveTo>
                    <a:pt x="225" y="322"/>
                  </a:moveTo>
                  <a:cubicBezTo>
                    <a:pt x="225" y="307"/>
                    <a:pt x="225" y="298"/>
                    <a:pt x="224" y="283"/>
                  </a:cubicBezTo>
                  <a:cubicBezTo>
                    <a:pt x="222" y="255"/>
                    <a:pt x="195" y="240"/>
                    <a:pt x="170" y="241"/>
                  </a:cubicBezTo>
                  <a:cubicBezTo>
                    <a:pt x="132" y="241"/>
                    <a:pt x="98" y="248"/>
                    <a:pt x="88" y="269"/>
                  </a:cubicBezTo>
                  <a:cubicBezTo>
                    <a:pt x="80" y="286"/>
                    <a:pt x="76" y="303"/>
                    <a:pt x="76" y="327"/>
                  </a:cubicBezTo>
                  <a:cubicBezTo>
                    <a:pt x="127" y="323"/>
                    <a:pt x="176" y="321"/>
                    <a:pt x="225" y="322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grpSp>
          <p:nvGrpSpPr>
            <p:cNvPr id="119" name="îsľïde"/>
            <p:cNvGrpSpPr/>
            <p:nvPr/>
          </p:nvGrpSpPr>
          <p:grpSpPr>
            <a:xfrm>
              <a:off x="5491155" y="3891242"/>
              <a:ext cx="3281937" cy="380319"/>
              <a:chOff x="5459413" y="4016376"/>
              <a:chExt cx="3068637" cy="355601"/>
            </a:xfrm>
            <a:grpFill/>
          </p:grpSpPr>
          <p:sp>
            <p:nvSpPr>
              <p:cNvPr id="133" name="îsļiḋê"/>
              <p:cNvSpPr/>
              <p:nvPr/>
            </p:nvSpPr>
            <p:spPr bwMode="auto">
              <a:xfrm>
                <a:off x="5459413" y="4022726"/>
                <a:ext cx="236537" cy="284163"/>
              </a:xfrm>
              <a:custGeom>
                <a:avLst/>
                <a:gdLst>
                  <a:gd name="T0" fmla="*/ 43 w 45"/>
                  <a:gd name="T1" fmla="*/ 13 h 52"/>
                  <a:gd name="T2" fmla="*/ 26 w 45"/>
                  <a:gd name="T3" fmla="*/ 2 h 52"/>
                  <a:gd name="T4" fmla="*/ 23 w 45"/>
                  <a:gd name="T5" fmla="*/ 2 h 52"/>
                  <a:gd name="T6" fmla="*/ 16 w 45"/>
                  <a:gd name="T7" fmla="*/ 8 h 52"/>
                  <a:gd name="T8" fmla="*/ 16 w 45"/>
                  <a:gd name="T9" fmla="*/ 24 h 52"/>
                  <a:gd name="T10" fmla="*/ 23 w 45"/>
                  <a:gd name="T11" fmla="*/ 24 h 52"/>
                  <a:gd name="T12" fmla="*/ 31 w 45"/>
                  <a:gd name="T13" fmla="*/ 17 h 52"/>
                  <a:gd name="T14" fmla="*/ 31 w 45"/>
                  <a:gd name="T15" fmla="*/ 15 h 52"/>
                  <a:gd name="T16" fmla="*/ 33 w 45"/>
                  <a:gd name="T17" fmla="*/ 15 h 52"/>
                  <a:gd name="T18" fmla="*/ 33 w 45"/>
                  <a:gd name="T19" fmla="*/ 36 h 52"/>
                  <a:gd name="T20" fmla="*/ 31 w 45"/>
                  <a:gd name="T21" fmla="*/ 36 h 52"/>
                  <a:gd name="T22" fmla="*/ 31 w 45"/>
                  <a:gd name="T23" fmla="*/ 34 h 52"/>
                  <a:gd name="T24" fmla="*/ 24 w 45"/>
                  <a:gd name="T25" fmla="*/ 26 h 52"/>
                  <a:gd name="T26" fmla="*/ 16 w 45"/>
                  <a:gd name="T27" fmla="*/ 26 h 52"/>
                  <a:gd name="T28" fmla="*/ 16 w 45"/>
                  <a:gd name="T29" fmla="*/ 45 h 52"/>
                  <a:gd name="T30" fmla="*/ 21 w 45"/>
                  <a:gd name="T31" fmla="*/ 50 h 52"/>
                  <a:gd name="T32" fmla="*/ 25 w 45"/>
                  <a:gd name="T33" fmla="*/ 50 h 52"/>
                  <a:gd name="T34" fmla="*/ 25 w 45"/>
                  <a:gd name="T35" fmla="*/ 52 h 52"/>
                  <a:gd name="T36" fmla="*/ 0 w 45"/>
                  <a:gd name="T37" fmla="*/ 52 h 52"/>
                  <a:gd name="T38" fmla="*/ 0 w 45"/>
                  <a:gd name="T39" fmla="*/ 50 h 52"/>
                  <a:gd name="T40" fmla="*/ 3 w 45"/>
                  <a:gd name="T41" fmla="*/ 50 h 52"/>
                  <a:gd name="T42" fmla="*/ 8 w 45"/>
                  <a:gd name="T43" fmla="*/ 45 h 52"/>
                  <a:gd name="T44" fmla="*/ 8 w 45"/>
                  <a:gd name="T45" fmla="*/ 8 h 52"/>
                  <a:gd name="T46" fmla="*/ 2 w 45"/>
                  <a:gd name="T47" fmla="*/ 2 h 52"/>
                  <a:gd name="T48" fmla="*/ 0 w 45"/>
                  <a:gd name="T49" fmla="*/ 2 h 52"/>
                  <a:gd name="T50" fmla="*/ 0 w 45"/>
                  <a:gd name="T51" fmla="*/ 0 h 52"/>
                  <a:gd name="T52" fmla="*/ 41 w 45"/>
                  <a:gd name="T53" fmla="*/ 0 h 52"/>
                  <a:gd name="T54" fmla="*/ 45 w 45"/>
                  <a:gd name="T55" fmla="*/ 12 h 52"/>
                  <a:gd name="T56" fmla="*/ 43 w 45"/>
                  <a:gd name="T57" fmla="*/ 13 h 5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</a:cxnLst>
                <a:rect l="0" t="0" r="r" b="b"/>
                <a:pathLst>
                  <a:path w="45" h="52">
                    <a:moveTo>
                      <a:pt x="43" y="13"/>
                    </a:moveTo>
                    <a:cubicBezTo>
                      <a:pt x="41" y="9"/>
                      <a:pt x="37" y="2"/>
                      <a:pt x="26" y="2"/>
                    </a:cubicBezTo>
                    <a:cubicBezTo>
                      <a:pt x="23" y="2"/>
                      <a:pt x="23" y="2"/>
                      <a:pt x="23" y="2"/>
                    </a:cubicBezTo>
                    <a:cubicBezTo>
                      <a:pt x="19" y="2"/>
                      <a:pt x="16" y="4"/>
                      <a:pt x="16" y="8"/>
                    </a:cubicBezTo>
                    <a:cubicBezTo>
                      <a:pt x="16" y="24"/>
                      <a:pt x="16" y="24"/>
                      <a:pt x="16" y="24"/>
                    </a:cubicBezTo>
                    <a:cubicBezTo>
                      <a:pt x="23" y="24"/>
                      <a:pt x="23" y="24"/>
                      <a:pt x="23" y="24"/>
                    </a:cubicBezTo>
                    <a:cubicBezTo>
                      <a:pt x="27" y="24"/>
                      <a:pt x="31" y="21"/>
                      <a:pt x="31" y="17"/>
                    </a:cubicBezTo>
                    <a:cubicBezTo>
                      <a:pt x="31" y="15"/>
                      <a:pt x="31" y="15"/>
                      <a:pt x="31" y="15"/>
                    </a:cubicBezTo>
                    <a:cubicBezTo>
                      <a:pt x="33" y="15"/>
                      <a:pt x="33" y="15"/>
                      <a:pt x="33" y="15"/>
                    </a:cubicBezTo>
                    <a:cubicBezTo>
                      <a:pt x="33" y="36"/>
                      <a:pt x="33" y="36"/>
                      <a:pt x="33" y="36"/>
                    </a:cubicBezTo>
                    <a:cubicBezTo>
                      <a:pt x="31" y="36"/>
                      <a:pt x="31" y="36"/>
                      <a:pt x="31" y="36"/>
                    </a:cubicBezTo>
                    <a:cubicBezTo>
                      <a:pt x="31" y="34"/>
                      <a:pt x="31" y="34"/>
                      <a:pt x="31" y="34"/>
                    </a:cubicBezTo>
                    <a:cubicBezTo>
                      <a:pt x="31" y="31"/>
                      <a:pt x="28" y="26"/>
                      <a:pt x="24" y="26"/>
                    </a:cubicBezTo>
                    <a:cubicBezTo>
                      <a:pt x="16" y="26"/>
                      <a:pt x="16" y="26"/>
                      <a:pt x="16" y="26"/>
                    </a:cubicBezTo>
                    <a:cubicBezTo>
                      <a:pt x="16" y="45"/>
                      <a:pt x="16" y="45"/>
                      <a:pt x="16" y="45"/>
                    </a:cubicBezTo>
                    <a:cubicBezTo>
                      <a:pt x="16" y="48"/>
                      <a:pt x="18" y="50"/>
                      <a:pt x="21" y="50"/>
                    </a:cubicBezTo>
                    <a:cubicBezTo>
                      <a:pt x="25" y="50"/>
                      <a:pt x="25" y="50"/>
                      <a:pt x="25" y="50"/>
                    </a:cubicBezTo>
                    <a:cubicBezTo>
                      <a:pt x="25" y="52"/>
                      <a:pt x="25" y="52"/>
                      <a:pt x="25" y="52"/>
                    </a:cubicBezTo>
                    <a:cubicBezTo>
                      <a:pt x="0" y="52"/>
                      <a:pt x="0" y="52"/>
                      <a:pt x="0" y="52"/>
                    </a:cubicBezTo>
                    <a:cubicBezTo>
                      <a:pt x="0" y="50"/>
                      <a:pt x="0" y="50"/>
                      <a:pt x="0" y="50"/>
                    </a:cubicBezTo>
                    <a:cubicBezTo>
                      <a:pt x="3" y="50"/>
                      <a:pt x="3" y="50"/>
                      <a:pt x="3" y="50"/>
                    </a:cubicBezTo>
                    <a:cubicBezTo>
                      <a:pt x="6" y="50"/>
                      <a:pt x="8" y="49"/>
                      <a:pt x="8" y="45"/>
                    </a:cubicBezTo>
                    <a:cubicBezTo>
                      <a:pt x="8" y="8"/>
                      <a:pt x="8" y="8"/>
                      <a:pt x="8" y="8"/>
                    </a:cubicBezTo>
                    <a:cubicBezTo>
                      <a:pt x="8" y="5"/>
                      <a:pt x="6" y="2"/>
                      <a:pt x="2" y="2"/>
                    </a:cubicBezTo>
                    <a:cubicBezTo>
                      <a:pt x="0" y="2"/>
                      <a:pt x="0" y="2"/>
                      <a:pt x="0" y="2"/>
                    </a:cubicBezTo>
                    <a:cubicBezTo>
                      <a:pt x="0" y="0"/>
                      <a:pt x="0" y="0"/>
                      <a:pt x="0" y="0"/>
                    </a:cubicBezTo>
                    <a:cubicBezTo>
                      <a:pt x="41" y="0"/>
                      <a:pt x="41" y="0"/>
                      <a:pt x="41" y="0"/>
                    </a:cubicBezTo>
                    <a:cubicBezTo>
                      <a:pt x="45" y="12"/>
                      <a:pt x="45" y="12"/>
                      <a:pt x="45" y="12"/>
                    </a:cubicBezTo>
                    <a:lnTo>
                      <a:pt x="43" y="13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134" name="íš1îḓe"/>
              <p:cNvSpPr/>
              <p:nvPr/>
            </p:nvSpPr>
            <p:spPr bwMode="auto">
              <a:xfrm>
                <a:off x="5716588" y="4114801"/>
                <a:ext cx="193675" cy="201613"/>
              </a:xfrm>
              <a:custGeom>
                <a:avLst/>
                <a:gdLst>
                  <a:gd name="T0" fmla="*/ 0 w 37"/>
                  <a:gd name="T1" fmla="*/ 3 h 37"/>
                  <a:gd name="T2" fmla="*/ 12 w 37"/>
                  <a:gd name="T3" fmla="*/ 0 h 37"/>
                  <a:gd name="T4" fmla="*/ 12 w 37"/>
                  <a:gd name="T5" fmla="*/ 25 h 37"/>
                  <a:gd name="T6" fmla="*/ 18 w 37"/>
                  <a:gd name="T7" fmla="*/ 32 h 37"/>
                  <a:gd name="T8" fmla="*/ 24 w 37"/>
                  <a:gd name="T9" fmla="*/ 28 h 37"/>
                  <a:gd name="T10" fmla="*/ 24 w 37"/>
                  <a:gd name="T11" fmla="*/ 7 h 37"/>
                  <a:gd name="T12" fmla="*/ 22 w 37"/>
                  <a:gd name="T13" fmla="*/ 4 h 37"/>
                  <a:gd name="T14" fmla="*/ 19 w 37"/>
                  <a:gd name="T15" fmla="*/ 4 h 37"/>
                  <a:gd name="T16" fmla="*/ 19 w 37"/>
                  <a:gd name="T17" fmla="*/ 3 h 37"/>
                  <a:gd name="T18" fmla="*/ 32 w 37"/>
                  <a:gd name="T19" fmla="*/ 0 h 37"/>
                  <a:gd name="T20" fmla="*/ 32 w 37"/>
                  <a:gd name="T21" fmla="*/ 29 h 37"/>
                  <a:gd name="T22" fmla="*/ 35 w 37"/>
                  <a:gd name="T23" fmla="*/ 33 h 37"/>
                  <a:gd name="T24" fmla="*/ 37 w 37"/>
                  <a:gd name="T25" fmla="*/ 33 h 37"/>
                  <a:gd name="T26" fmla="*/ 37 w 37"/>
                  <a:gd name="T27" fmla="*/ 35 h 37"/>
                  <a:gd name="T28" fmla="*/ 24 w 37"/>
                  <a:gd name="T29" fmla="*/ 35 h 37"/>
                  <a:gd name="T30" fmla="*/ 24 w 37"/>
                  <a:gd name="T31" fmla="*/ 31 h 37"/>
                  <a:gd name="T32" fmla="*/ 15 w 37"/>
                  <a:gd name="T33" fmla="*/ 37 h 37"/>
                  <a:gd name="T34" fmla="*/ 5 w 37"/>
                  <a:gd name="T35" fmla="*/ 26 h 37"/>
                  <a:gd name="T36" fmla="*/ 5 w 37"/>
                  <a:gd name="T37" fmla="*/ 7 h 37"/>
                  <a:gd name="T38" fmla="*/ 2 w 37"/>
                  <a:gd name="T39" fmla="*/ 4 h 37"/>
                  <a:gd name="T40" fmla="*/ 0 w 37"/>
                  <a:gd name="T41" fmla="*/ 4 h 37"/>
                  <a:gd name="T42" fmla="*/ 0 w 37"/>
                  <a:gd name="T43" fmla="*/ 3 h 3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</a:cxnLst>
                <a:rect l="0" t="0" r="r" b="b"/>
                <a:pathLst>
                  <a:path w="37" h="37">
                    <a:moveTo>
                      <a:pt x="0" y="3"/>
                    </a:moveTo>
                    <a:cubicBezTo>
                      <a:pt x="12" y="0"/>
                      <a:pt x="12" y="0"/>
                      <a:pt x="12" y="0"/>
                    </a:cubicBezTo>
                    <a:cubicBezTo>
                      <a:pt x="12" y="25"/>
                      <a:pt x="12" y="25"/>
                      <a:pt x="12" y="25"/>
                    </a:cubicBezTo>
                    <a:cubicBezTo>
                      <a:pt x="12" y="28"/>
                      <a:pt x="14" y="32"/>
                      <a:pt x="18" y="32"/>
                    </a:cubicBezTo>
                    <a:cubicBezTo>
                      <a:pt x="21" y="32"/>
                      <a:pt x="23" y="30"/>
                      <a:pt x="24" y="28"/>
                    </a:cubicBezTo>
                    <a:cubicBezTo>
                      <a:pt x="24" y="7"/>
                      <a:pt x="24" y="7"/>
                      <a:pt x="24" y="7"/>
                    </a:cubicBezTo>
                    <a:cubicBezTo>
                      <a:pt x="24" y="5"/>
                      <a:pt x="24" y="4"/>
                      <a:pt x="22" y="4"/>
                    </a:cubicBezTo>
                    <a:cubicBezTo>
                      <a:pt x="21" y="4"/>
                      <a:pt x="20" y="4"/>
                      <a:pt x="19" y="4"/>
                    </a:cubicBezTo>
                    <a:cubicBezTo>
                      <a:pt x="19" y="3"/>
                      <a:pt x="19" y="3"/>
                      <a:pt x="19" y="3"/>
                    </a:cubicBezTo>
                    <a:cubicBezTo>
                      <a:pt x="32" y="0"/>
                      <a:pt x="32" y="0"/>
                      <a:pt x="32" y="0"/>
                    </a:cubicBezTo>
                    <a:cubicBezTo>
                      <a:pt x="32" y="29"/>
                      <a:pt x="32" y="29"/>
                      <a:pt x="32" y="29"/>
                    </a:cubicBezTo>
                    <a:cubicBezTo>
                      <a:pt x="32" y="32"/>
                      <a:pt x="33" y="33"/>
                      <a:pt x="35" y="33"/>
                    </a:cubicBezTo>
                    <a:cubicBezTo>
                      <a:pt x="37" y="33"/>
                      <a:pt x="37" y="33"/>
                      <a:pt x="37" y="33"/>
                    </a:cubicBezTo>
                    <a:cubicBezTo>
                      <a:pt x="37" y="35"/>
                      <a:pt x="37" y="35"/>
                      <a:pt x="37" y="35"/>
                    </a:cubicBezTo>
                    <a:cubicBezTo>
                      <a:pt x="24" y="35"/>
                      <a:pt x="24" y="35"/>
                      <a:pt x="24" y="35"/>
                    </a:cubicBezTo>
                    <a:cubicBezTo>
                      <a:pt x="24" y="31"/>
                      <a:pt x="24" y="31"/>
                      <a:pt x="24" y="31"/>
                    </a:cubicBezTo>
                    <a:cubicBezTo>
                      <a:pt x="23" y="33"/>
                      <a:pt x="20" y="37"/>
                      <a:pt x="15" y="37"/>
                    </a:cubicBezTo>
                    <a:cubicBezTo>
                      <a:pt x="10" y="37"/>
                      <a:pt x="5" y="34"/>
                      <a:pt x="5" y="26"/>
                    </a:cubicBezTo>
                    <a:cubicBezTo>
                      <a:pt x="5" y="7"/>
                      <a:pt x="5" y="7"/>
                      <a:pt x="5" y="7"/>
                    </a:cubicBezTo>
                    <a:cubicBezTo>
                      <a:pt x="5" y="6"/>
                      <a:pt x="4" y="4"/>
                      <a:pt x="2" y="4"/>
                    </a:cubicBezTo>
                    <a:cubicBezTo>
                      <a:pt x="2" y="4"/>
                      <a:pt x="1" y="4"/>
                      <a:pt x="0" y="4"/>
                    </a:cubicBezTo>
                    <a:lnTo>
                      <a:pt x="0" y="3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135" name="iš1iďe"/>
              <p:cNvSpPr/>
              <p:nvPr/>
            </p:nvSpPr>
            <p:spPr bwMode="auto">
              <a:xfrm>
                <a:off x="5937250" y="4016376"/>
                <a:ext cx="193675" cy="300038"/>
              </a:xfrm>
              <a:custGeom>
                <a:avLst/>
                <a:gdLst>
                  <a:gd name="T0" fmla="*/ 23 w 37"/>
                  <a:gd name="T1" fmla="*/ 53 h 55"/>
                  <a:gd name="T2" fmla="*/ 23 w 37"/>
                  <a:gd name="T3" fmla="*/ 50 h 55"/>
                  <a:gd name="T4" fmla="*/ 14 w 37"/>
                  <a:gd name="T5" fmla="*/ 55 h 55"/>
                  <a:gd name="T6" fmla="*/ 0 w 37"/>
                  <a:gd name="T7" fmla="*/ 36 h 55"/>
                  <a:gd name="T8" fmla="*/ 15 w 37"/>
                  <a:gd name="T9" fmla="*/ 18 h 55"/>
                  <a:gd name="T10" fmla="*/ 23 w 37"/>
                  <a:gd name="T11" fmla="*/ 21 h 55"/>
                  <a:gd name="T12" fmla="*/ 23 w 37"/>
                  <a:gd name="T13" fmla="*/ 7 h 55"/>
                  <a:gd name="T14" fmla="*/ 20 w 37"/>
                  <a:gd name="T15" fmla="*/ 4 h 55"/>
                  <a:gd name="T16" fmla="*/ 17 w 37"/>
                  <a:gd name="T17" fmla="*/ 5 h 55"/>
                  <a:gd name="T18" fmla="*/ 16 w 37"/>
                  <a:gd name="T19" fmla="*/ 3 h 55"/>
                  <a:gd name="T20" fmla="*/ 31 w 37"/>
                  <a:gd name="T21" fmla="*/ 0 h 55"/>
                  <a:gd name="T22" fmla="*/ 31 w 37"/>
                  <a:gd name="T23" fmla="*/ 48 h 55"/>
                  <a:gd name="T24" fmla="*/ 35 w 37"/>
                  <a:gd name="T25" fmla="*/ 51 h 55"/>
                  <a:gd name="T26" fmla="*/ 37 w 37"/>
                  <a:gd name="T27" fmla="*/ 51 h 55"/>
                  <a:gd name="T28" fmla="*/ 37 w 37"/>
                  <a:gd name="T29" fmla="*/ 53 h 55"/>
                  <a:gd name="T30" fmla="*/ 23 w 37"/>
                  <a:gd name="T31" fmla="*/ 53 h 55"/>
                  <a:gd name="T32" fmla="*/ 23 w 37"/>
                  <a:gd name="T33" fmla="*/ 24 h 55"/>
                  <a:gd name="T34" fmla="*/ 17 w 37"/>
                  <a:gd name="T35" fmla="*/ 21 h 55"/>
                  <a:gd name="T36" fmla="*/ 8 w 37"/>
                  <a:gd name="T37" fmla="*/ 37 h 55"/>
                  <a:gd name="T38" fmla="*/ 17 w 37"/>
                  <a:gd name="T39" fmla="*/ 51 h 55"/>
                  <a:gd name="T40" fmla="*/ 23 w 37"/>
                  <a:gd name="T41" fmla="*/ 48 h 55"/>
                  <a:gd name="T42" fmla="*/ 23 w 37"/>
                  <a:gd name="T43" fmla="*/ 24 h 55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</a:cxnLst>
                <a:rect l="0" t="0" r="r" b="b"/>
                <a:pathLst>
                  <a:path w="37" h="55">
                    <a:moveTo>
                      <a:pt x="23" y="53"/>
                    </a:moveTo>
                    <a:cubicBezTo>
                      <a:pt x="23" y="50"/>
                      <a:pt x="23" y="50"/>
                      <a:pt x="23" y="50"/>
                    </a:cubicBezTo>
                    <a:cubicBezTo>
                      <a:pt x="22" y="52"/>
                      <a:pt x="20" y="55"/>
                      <a:pt x="14" y="55"/>
                    </a:cubicBezTo>
                    <a:cubicBezTo>
                      <a:pt x="5" y="55"/>
                      <a:pt x="0" y="45"/>
                      <a:pt x="0" y="36"/>
                    </a:cubicBezTo>
                    <a:cubicBezTo>
                      <a:pt x="0" y="26"/>
                      <a:pt x="6" y="18"/>
                      <a:pt x="15" y="18"/>
                    </a:cubicBezTo>
                    <a:cubicBezTo>
                      <a:pt x="19" y="18"/>
                      <a:pt x="21" y="19"/>
                      <a:pt x="23" y="21"/>
                    </a:cubicBezTo>
                    <a:cubicBezTo>
                      <a:pt x="23" y="7"/>
                      <a:pt x="23" y="7"/>
                      <a:pt x="23" y="7"/>
                    </a:cubicBezTo>
                    <a:cubicBezTo>
                      <a:pt x="23" y="6"/>
                      <a:pt x="22" y="4"/>
                      <a:pt x="20" y="4"/>
                    </a:cubicBezTo>
                    <a:cubicBezTo>
                      <a:pt x="19" y="4"/>
                      <a:pt x="18" y="5"/>
                      <a:pt x="17" y="5"/>
                    </a:cubicBezTo>
                    <a:cubicBezTo>
                      <a:pt x="16" y="3"/>
                      <a:pt x="16" y="3"/>
                      <a:pt x="16" y="3"/>
                    </a:cubicBezTo>
                    <a:cubicBezTo>
                      <a:pt x="31" y="0"/>
                      <a:pt x="31" y="0"/>
                      <a:pt x="31" y="0"/>
                    </a:cubicBezTo>
                    <a:cubicBezTo>
                      <a:pt x="31" y="48"/>
                      <a:pt x="31" y="48"/>
                      <a:pt x="31" y="48"/>
                    </a:cubicBezTo>
                    <a:cubicBezTo>
                      <a:pt x="31" y="50"/>
                      <a:pt x="32" y="51"/>
                      <a:pt x="35" y="51"/>
                    </a:cubicBezTo>
                    <a:cubicBezTo>
                      <a:pt x="37" y="51"/>
                      <a:pt x="37" y="51"/>
                      <a:pt x="37" y="51"/>
                    </a:cubicBezTo>
                    <a:cubicBezTo>
                      <a:pt x="37" y="53"/>
                      <a:pt x="37" y="53"/>
                      <a:pt x="37" y="53"/>
                    </a:cubicBezTo>
                    <a:lnTo>
                      <a:pt x="23" y="53"/>
                    </a:lnTo>
                    <a:close/>
                    <a:moveTo>
                      <a:pt x="23" y="24"/>
                    </a:moveTo>
                    <a:cubicBezTo>
                      <a:pt x="22" y="22"/>
                      <a:pt x="21" y="21"/>
                      <a:pt x="17" y="21"/>
                    </a:cubicBezTo>
                    <a:cubicBezTo>
                      <a:pt x="10" y="21"/>
                      <a:pt x="8" y="30"/>
                      <a:pt x="8" y="37"/>
                    </a:cubicBezTo>
                    <a:cubicBezTo>
                      <a:pt x="8" y="45"/>
                      <a:pt x="12" y="51"/>
                      <a:pt x="17" y="51"/>
                    </a:cubicBezTo>
                    <a:cubicBezTo>
                      <a:pt x="20" y="51"/>
                      <a:pt x="22" y="49"/>
                      <a:pt x="23" y="48"/>
                    </a:cubicBezTo>
                    <a:lnTo>
                      <a:pt x="23" y="24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136" name="iŝļíḓè"/>
              <p:cNvSpPr/>
              <p:nvPr/>
            </p:nvSpPr>
            <p:spPr bwMode="auto">
              <a:xfrm>
                <a:off x="6153150" y="4114801"/>
                <a:ext cx="173037" cy="201613"/>
              </a:xfrm>
              <a:custGeom>
                <a:avLst/>
                <a:gdLst>
                  <a:gd name="T0" fmla="*/ 25 w 33"/>
                  <a:gd name="T1" fmla="*/ 37 h 37"/>
                  <a:gd name="T2" fmla="*/ 19 w 33"/>
                  <a:gd name="T3" fmla="*/ 33 h 37"/>
                  <a:gd name="T4" fmla="*/ 9 w 33"/>
                  <a:gd name="T5" fmla="*/ 37 h 37"/>
                  <a:gd name="T6" fmla="*/ 0 w 33"/>
                  <a:gd name="T7" fmla="*/ 29 h 37"/>
                  <a:gd name="T8" fmla="*/ 3 w 33"/>
                  <a:gd name="T9" fmla="*/ 24 h 37"/>
                  <a:gd name="T10" fmla="*/ 19 w 33"/>
                  <a:gd name="T11" fmla="*/ 15 h 37"/>
                  <a:gd name="T12" fmla="*/ 19 w 33"/>
                  <a:gd name="T13" fmla="*/ 6 h 37"/>
                  <a:gd name="T14" fmla="*/ 15 w 33"/>
                  <a:gd name="T15" fmla="*/ 2 h 37"/>
                  <a:gd name="T16" fmla="*/ 11 w 33"/>
                  <a:gd name="T17" fmla="*/ 6 h 37"/>
                  <a:gd name="T18" fmla="*/ 6 w 33"/>
                  <a:gd name="T19" fmla="*/ 12 h 37"/>
                  <a:gd name="T20" fmla="*/ 1 w 33"/>
                  <a:gd name="T21" fmla="*/ 7 h 37"/>
                  <a:gd name="T22" fmla="*/ 3 w 33"/>
                  <a:gd name="T23" fmla="*/ 3 h 37"/>
                  <a:gd name="T24" fmla="*/ 15 w 33"/>
                  <a:gd name="T25" fmla="*/ 0 h 37"/>
                  <a:gd name="T26" fmla="*/ 26 w 33"/>
                  <a:gd name="T27" fmla="*/ 3 h 37"/>
                  <a:gd name="T28" fmla="*/ 27 w 33"/>
                  <a:gd name="T29" fmla="*/ 9 h 37"/>
                  <a:gd name="T30" fmla="*/ 27 w 33"/>
                  <a:gd name="T31" fmla="*/ 28 h 37"/>
                  <a:gd name="T32" fmla="*/ 29 w 33"/>
                  <a:gd name="T33" fmla="*/ 33 h 37"/>
                  <a:gd name="T34" fmla="*/ 32 w 33"/>
                  <a:gd name="T35" fmla="*/ 31 h 37"/>
                  <a:gd name="T36" fmla="*/ 33 w 33"/>
                  <a:gd name="T37" fmla="*/ 32 h 37"/>
                  <a:gd name="T38" fmla="*/ 25 w 33"/>
                  <a:gd name="T39" fmla="*/ 37 h 37"/>
                  <a:gd name="T40" fmla="*/ 19 w 33"/>
                  <a:gd name="T41" fmla="*/ 17 h 37"/>
                  <a:gd name="T42" fmla="*/ 9 w 33"/>
                  <a:gd name="T43" fmla="*/ 28 h 37"/>
                  <a:gd name="T44" fmla="*/ 14 w 33"/>
                  <a:gd name="T45" fmla="*/ 33 h 37"/>
                  <a:gd name="T46" fmla="*/ 19 w 33"/>
                  <a:gd name="T47" fmla="*/ 31 h 37"/>
                  <a:gd name="T48" fmla="*/ 19 w 33"/>
                  <a:gd name="T49" fmla="*/ 17 h 3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</a:cxnLst>
                <a:rect l="0" t="0" r="r" b="b"/>
                <a:pathLst>
                  <a:path w="33" h="37">
                    <a:moveTo>
                      <a:pt x="25" y="37"/>
                    </a:moveTo>
                    <a:cubicBezTo>
                      <a:pt x="23" y="37"/>
                      <a:pt x="20" y="35"/>
                      <a:pt x="19" y="33"/>
                    </a:cubicBezTo>
                    <a:cubicBezTo>
                      <a:pt x="17" y="34"/>
                      <a:pt x="14" y="37"/>
                      <a:pt x="9" y="37"/>
                    </a:cubicBezTo>
                    <a:cubicBezTo>
                      <a:pt x="3" y="37"/>
                      <a:pt x="0" y="33"/>
                      <a:pt x="0" y="29"/>
                    </a:cubicBezTo>
                    <a:cubicBezTo>
                      <a:pt x="0" y="28"/>
                      <a:pt x="1" y="26"/>
                      <a:pt x="3" y="24"/>
                    </a:cubicBezTo>
                    <a:cubicBezTo>
                      <a:pt x="7" y="18"/>
                      <a:pt x="14" y="16"/>
                      <a:pt x="19" y="15"/>
                    </a:cubicBezTo>
                    <a:cubicBezTo>
                      <a:pt x="19" y="6"/>
                      <a:pt x="19" y="6"/>
                      <a:pt x="19" y="6"/>
                    </a:cubicBezTo>
                    <a:cubicBezTo>
                      <a:pt x="19" y="5"/>
                      <a:pt x="19" y="2"/>
                      <a:pt x="15" y="2"/>
                    </a:cubicBezTo>
                    <a:cubicBezTo>
                      <a:pt x="11" y="2"/>
                      <a:pt x="11" y="5"/>
                      <a:pt x="11" y="6"/>
                    </a:cubicBezTo>
                    <a:cubicBezTo>
                      <a:pt x="10" y="8"/>
                      <a:pt x="10" y="12"/>
                      <a:pt x="6" y="12"/>
                    </a:cubicBezTo>
                    <a:cubicBezTo>
                      <a:pt x="3" y="12"/>
                      <a:pt x="1" y="10"/>
                      <a:pt x="1" y="7"/>
                    </a:cubicBezTo>
                    <a:cubicBezTo>
                      <a:pt x="1" y="6"/>
                      <a:pt x="2" y="4"/>
                      <a:pt x="3" y="3"/>
                    </a:cubicBezTo>
                    <a:cubicBezTo>
                      <a:pt x="7" y="0"/>
                      <a:pt x="14" y="0"/>
                      <a:pt x="15" y="0"/>
                    </a:cubicBezTo>
                    <a:cubicBezTo>
                      <a:pt x="17" y="0"/>
                      <a:pt x="24" y="0"/>
                      <a:pt x="26" y="3"/>
                    </a:cubicBezTo>
                    <a:cubicBezTo>
                      <a:pt x="27" y="5"/>
                      <a:pt x="27" y="8"/>
                      <a:pt x="27" y="9"/>
                    </a:cubicBezTo>
                    <a:cubicBezTo>
                      <a:pt x="27" y="28"/>
                      <a:pt x="27" y="28"/>
                      <a:pt x="27" y="28"/>
                    </a:cubicBezTo>
                    <a:cubicBezTo>
                      <a:pt x="27" y="30"/>
                      <a:pt x="27" y="33"/>
                      <a:pt x="29" y="33"/>
                    </a:cubicBezTo>
                    <a:cubicBezTo>
                      <a:pt x="31" y="33"/>
                      <a:pt x="32" y="32"/>
                      <a:pt x="32" y="31"/>
                    </a:cubicBezTo>
                    <a:cubicBezTo>
                      <a:pt x="33" y="32"/>
                      <a:pt x="33" y="32"/>
                      <a:pt x="33" y="32"/>
                    </a:cubicBezTo>
                    <a:cubicBezTo>
                      <a:pt x="30" y="37"/>
                      <a:pt x="26" y="37"/>
                      <a:pt x="25" y="37"/>
                    </a:cubicBezTo>
                    <a:close/>
                    <a:moveTo>
                      <a:pt x="19" y="17"/>
                    </a:moveTo>
                    <a:cubicBezTo>
                      <a:pt x="16" y="18"/>
                      <a:pt x="9" y="22"/>
                      <a:pt x="9" y="28"/>
                    </a:cubicBezTo>
                    <a:cubicBezTo>
                      <a:pt x="9" y="33"/>
                      <a:pt x="13" y="33"/>
                      <a:pt x="14" y="33"/>
                    </a:cubicBezTo>
                    <a:cubicBezTo>
                      <a:pt x="16" y="33"/>
                      <a:pt x="18" y="33"/>
                      <a:pt x="19" y="31"/>
                    </a:cubicBezTo>
                    <a:lnTo>
                      <a:pt x="19" y="17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137" name="îšļîḋê"/>
              <p:cNvSpPr/>
              <p:nvPr/>
            </p:nvSpPr>
            <p:spPr bwMode="auto">
              <a:xfrm>
                <a:off x="6337300" y="4114801"/>
                <a:ext cx="198437" cy="192088"/>
              </a:xfrm>
              <a:custGeom>
                <a:avLst/>
                <a:gdLst>
                  <a:gd name="T0" fmla="*/ 0 w 38"/>
                  <a:gd name="T1" fmla="*/ 33 h 35"/>
                  <a:gd name="T2" fmla="*/ 5 w 38"/>
                  <a:gd name="T3" fmla="*/ 29 h 35"/>
                  <a:gd name="T4" fmla="*/ 5 w 38"/>
                  <a:gd name="T5" fmla="*/ 7 h 35"/>
                  <a:gd name="T6" fmla="*/ 3 w 38"/>
                  <a:gd name="T7" fmla="*/ 4 h 35"/>
                  <a:gd name="T8" fmla="*/ 0 w 38"/>
                  <a:gd name="T9" fmla="*/ 4 h 35"/>
                  <a:gd name="T10" fmla="*/ 0 w 38"/>
                  <a:gd name="T11" fmla="*/ 2 h 35"/>
                  <a:gd name="T12" fmla="*/ 12 w 38"/>
                  <a:gd name="T13" fmla="*/ 0 h 35"/>
                  <a:gd name="T14" fmla="*/ 12 w 38"/>
                  <a:gd name="T15" fmla="*/ 6 h 35"/>
                  <a:gd name="T16" fmla="*/ 24 w 38"/>
                  <a:gd name="T17" fmla="*/ 0 h 35"/>
                  <a:gd name="T18" fmla="*/ 33 w 38"/>
                  <a:gd name="T19" fmla="*/ 10 h 35"/>
                  <a:gd name="T20" fmla="*/ 33 w 38"/>
                  <a:gd name="T21" fmla="*/ 29 h 35"/>
                  <a:gd name="T22" fmla="*/ 36 w 38"/>
                  <a:gd name="T23" fmla="*/ 33 h 35"/>
                  <a:gd name="T24" fmla="*/ 38 w 38"/>
                  <a:gd name="T25" fmla="*/ 33 h 35"/>
                  <a:gd name="T26" fmla="*/ 38 w 38"/>
                  <a:gd name="T27" fmla="*/ 35 h 35"/>
                  <a:gd name="T28" fmla="*/ 25 w 38"/>
                  <a:gd name="T29" fmla="*/ 35 h 35"/>
                  <a:gd name="T30" fmla="*/ 25 w 38"/>
                  <a:gd name="T31" fmla="*/ 11 h 35"/>
                  <a:gd name="T32" fmla="*/ 20 w 38"/>
                  <a:gd name="T33" fmla="*/ 4 h 35"/>
                  <a:gd name="T34" fmla="*/ 12 w 38"/>
                  <a:gd name="T35" fmla="*/ 9 h 35"/>
                  <a:gd name="T36" fmla="*/ 12 w 38"/>
                  <a:gd name="T37" fmla="*/ 29 h 35"/>
                  <a:gd name="T38" fmla="*/ 17 w 38"/>
                  <a:gd name="T39" fmla="*/ 33 h 35"/>
                  <a:gd name="T40" fmla="*/ 17 w 38"/>
                  <a:gd name="T41" fmla="*/ 35 h 35"/>
                  <a:gd name="T42" fmla="*/ 0 w 38"/>
                  <a:gd name="T43" fmla="*/ 35 h 35"/>
                  <a:gd name="T44" fmla="*/ 0 w 38"/>
                  <a:gd name="T45" fmla="*/ 33 h 35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</a:cxnLst>
                <a:rect l="0" t="0" r="r" b="b"/>
                <a:pathLst>
                  <a:path w="38" h="35">
                    <a:moveTo>
                      <a:pt x="0" y="33"/>
                    </a:moveTo>
                    <a:cubicBezTo>
                      <a:pt x="3" y="33"/>
                      <a:pt x="5" y="33"/>
                      <a:pt x="5" y="29"/>
                    </a:cubicBezTo>
                    <a:cubicBezTo>
                      <a:pt x="5" y="7"/>
                      <a:pt x="5" y="7"/>
                      <a:pt x="5" y="7"/>
                    </a:cubicBezTo>
                    <a:cubicBezTo>
                      <a:pt x="5" y="6"/>
                      <a:pt x="5" y="4"/>
                      <a:pt x="3" y="4"/>
                    </a:cubicBezTo>
                    <a:cubicBezTo>
                      <a:pt x="2" y="4"/>
                      <a:pt x="1" y="4"/>
                      <a:pt x="0" y="4"/>
                    </a:cubicBezTo>
                    <a:cubicBezTo>
                      <a:pt x="0" y="2"/>
                      <a:pt x="0" y="2"/>
                      <a:pt x="0" y="2"/>
                    </a:cubicBezTo>
                    <a:cubicBezTo>
                      <a:pt x="12" y="0"/>
                      <a:pt x="12" y="0"/>
                      <a:pt x="12" y="0"/>
                    </a:cubicBezTo>
                    <a:cubicBezTo>
                      <a:pt x="12" y="6"/>
                      <a:pt x="12" y="6"/>
                      <a:pt x="12" y="6"/>
                    </a:cubicBezTo>
                    <a:cubicBezTo>
                      <a:pt x="14" y="4"/>
                      <a:pt x="18" y="0"/>
                      <a:pt x="24" y="0"/>
                    </a:cubicBezTo>
                    <a:cubicBezTo>
                      <a:pt x="29" y="0"/>
                      <a:pt x="33" y="4"/>
                      <a:pt x="33" y="10"/>
                    </a:cubicBezTo>
                    <a:cubicBezTo>
                      <a:pt x="33" y="29"/>
                      <a:pt x="33" y="29"/>
                      <a:pt x="33" y="29"/>
                    </a:cubicBezTo>
                    <a:cubicBezTo>
                      <a:pt x="33" y="31"/>
                      <a:pt x="34" y="33"/>
                      <a:pt x="36" y="33"/>
                    </a:cubicBezTo>
                    <a:cubicBezTo>
                      <a:pt x="38" y="33"/>
                      <a:pt x="38" y="33"/>
                      <a:pt x="38" y="33"/>
                    </a:cubicBezTo>
                    <a:cubicBezTo>
                      <a:pt x="38" y="35"/>
                      <a:pt x="38" y="35"/>
                      <a:pt x="38" y="35"/>
                    </a:cubicBezTo>
                    <a:cubicBezTo>
                      <a:pt x="25" y="35"/>
                      <a:pt x="25" y="35"/>
                      <a:pt x="25" y="35"/>
                    </a:cubicBezTo>
                    <a:cubicBezTo>
                      <a:pt x="25" y="11"/>
                      <a:pt x="25" y="11"/>
                      <a:pt x="25" y="11"/>
                    </a:cubicBezTo>
                    <a:cubicBezTo>
                      <a:pt x="25" y="6"/>
                      <a:pt x="22" y="4"/>
                      <a:pt x="20" y="4"/>
                    </a:cubicBezTo>
                    <a:cubicBezTo>
                      <a:pt x="16" y="4"/>
                      <a:pt x="13" y="8"/>
                      <a:pt x="12" y="9"/>
                    </a:cubicBezTo>
                    <a:cubicBezTo>
                      <a:pt x="12" y="29"/>
                      <a:pt x="12" y="29"/>
                      <a:pt x="12" y="29"/>
                    </a:cubicBezTo>
                    <a:cubicBezTo>
                      <a:pt x="12" y="33"/>
                      <a:pt x="15" y="33"/>
                      <a:pt x="17" y="33"/>
                    </a:cubicBezTo>
                    <a:cubicBezTo>
                      <a:pt x="17" y="35"/>
                      <a:pt x="17" y="35"/>
                      <a:pt x="17" y="35"/>
                    </a:cubicBezTo>
                    <a:cubicBezTo>
                      <a:pt x="0" y="35"/>
                      <a:pt x="0" y="35"/>
                      <a:pt x="0" y="35"/>
                    </a:cubicBezTo>
                    <a:lnTo>
                      <a:pt x="0" y="33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138" name="ïṡḻïḑe"/>
              <p:cNvSpPr/>
              <p:nvPr/>
            </p:nvSpPr>
            <p:spPr bwMode="auto">
              <a:xfrm>
                <a:off x="6683375" y="4022726"/>
                <a:ext cx="268287" cy="293688"/>
              </a:xfrm>
              <a:custGeom>
                <a:avLst/>
                <a:gdLst>
                  <a:gd name="T0" fmla="*/ 51 w 51"/>
                  <a:gd name="T1" fmla="*/ 2 h 54"/>
                  <a:gd name="T2" fmla="*/ 48 w 51"/>
                  <a:gd name="T3" fmla="*/ 2 h 54"/>
                  <a:gd name="T4" fmla="*/ 43 w 51"/>
                  <a:gd name="T5" fmla="*/ 8 h 54"/>
                  <a:gd name="T6" fmla="*/ 43 w 51"/>
                  <a:gd name="T7" fmla="*/ 36 h 54"/>
                  <a:gd name="T8" fmla="*/ 26 w 51"/>
                  <a:gd name="T9" fmla="*/ 54 h 54"/>
                  <a:gd name="T10" fmla="*/ 8 w 51"/>
                  <a:gd name="T11" fmla="*/ 36 h 54"/>
                  <a:gd name="T12" fmla="*/ 8 w 51"/>
                  <a:gd name="T13" fmla="*/ 7 h 54"/>
                  <a:gd name="T14" fmla="*/ 3 w 51"/>
                  <a:gd name="T15" fmla="*/ 2 h 54"/>
                  <a:gd name="T16" fmla="*/ 0 w 51"/>
                  <a:gd name="T17" fmla="*/ 2 h 54"/>
                  <a:gd name="T18" fmla="*/ 0 w 51"/>
                  <a:gd name="T19" fmla="*/ 0 h 54"/>
                  <a:gd name="T20" fmla="*/ 24 w 51"/>
                  <a:gd name="T21" fmla="*/ 0 h 54"/>
                  <a:gd name="T22" fmla="*/ 24 w 51"/>
                  <a:gd name="T23" fmla="*/ 2 h 54"/>
                  <a:gd name="T24" fmla="*/ 21 w 51"/>
                  <a:gd name="T25" fmla="*/ 2 h 54"/>
                  <a:gd name="T26" fmla="*/ 16 w 51"/>
                  <a:gd name="T27" fmla="*/ 7 h 54"/>
                  <a:gd name="T28" fmla="*/ 16 w 51"/>
                  <a:gd name="T29" fmla="*/ 35 h 54"/>
                  <a:gd name="T30" fmla="*/ 29 w 51"/>
                  <a:gd name="T31" fmla="*/ 51 h 54"/>
                  <a:gd name="T32" fmla="*/ 41 w 51"/>
                  <a:gd name="T33" fmla="*/ 37 h 54"/>
                  <a:gd name="T34" fmla="*/ 41 w 51"/>
                  <a:gd name="T35" fmla="*/ 8 h 54"/>
                  <a:gd name="T36" fmla="*/ 35 w 51"/>
                  <a:gd name="T37" fmla="*/ 2 h 54"/>
                  <a:gd name="T38" fmla="*/ 34 w 51"/>
                  <a:gd name="T39" fmla="*/ 2 h 54"/>
                  <a:gd name="T40" fmla="*/ 34 w 51"/>
                  <a:gd name="T41" fmla="*/ 0 h 54"/>
                  <a:gd name="T42" fmla="*/ 51 w 51"/>
                  <a:gd name="T43" fmla="*/ 0 h 54"/>
                  <a:gd name="T44" fmla="*/ 51 w 51"/>
                  <a:gd name="T45" fmla="*/ 2 h 5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</a:cxnLst>
                <a:rect l="0" t="0" r="r" b="b"/>
                <a:pathLst>
                  <a:path w="51" h="54">
                    <a:moveTo>
                      <a:pt x="51" y="2"/>
                    </a:moveTo>
                    <a:cubicBezTo>
                      <a:pt x="48" y="2"/>
                      <a:pt x="48" y="2"/>
                      <a:pt x="48" y="2"/>
                    </a:cubicBezTo>
                    <a:cubicBezTo>
                      <a:pt x="45" y="2"/>
                      <a:pt x="43" y="4"/>
                      <a:pt x="43" y="8"/>
                    </a:cubicBezTo>
                    <a:cubicBezTo>
                      <a:pt x="43" y="36"/>
                      <a:pt x="43" y="36"/>
                      <a:pt x="43" y="36"/>
                    </a:cubicBezTo>
                    <a:cubicBezTo>
                      <a:pt x="43" y="44"/>
                      <a:pt x="39" y="54"/>
                      <a:pt x="26" y="54"/>
                    </a:cubicBezTo>
                    <a:cubicBezTo>
                      <a:pt x="17" y="54"/>
                      <a:pt x="8" y="49"/>
                      <a:pt x="8" y="36"/>
                    </a:cubicBezTo>
                    <a:cubicBezTo>
                      <a:pt x="8" y="7"/>
                      <a:pt x="8" y="7"/>
                      <a:pt x="8" y="7"/>
                    </a:cubicBezTo>
                    <a:cubicBezTo>
                      <a:pt x="8" y="4"/>
                      <a:pt x="6" y="2"/>
                      <a:pt x="3" y="2"/>
                    </a:cubicBezTo>
                    <a:cubicBezTo>
                      <a:pt x="0" y="2"/>
                      <a:pt x="0" y="2"/>
                      <a:pt x="0" y="2"/>
                    </a:cubicBezTo>
                    <a:cubicBezTo>
                      <a:pt x="0" y="0"/>
                      <a:pt x="0" y="0"/>
                      <a:pt x="0" y="0"/>
                    </a:cubicBezTo>
                    <a:cubicBezTo>
                      <a:pt x="24" y="0"/>
                      <a:pt x="24" y="0"/>
                      <a:pt x="24" y="0"/>
                    </a:cubicBezTo>
                    <a:cubicBezTo>
                      <a:pt x="24" y="2"/>
                      <a:pt x="24" y="2"/>
                      <a:pt x="24" y="2"/>
                    </a:cubicBezTo>
                    <a:cubicBezTo>
                      <a:pt x="21" y="2"/>
                      <a:pt x="21" y="2"/>
                      <a:pt x="21" y="2"/>
                    </a:cubicBezTo>
                    <a:cubicBezTo>
                      <a:pt x="17" y="2"/>
                      <a:pt x="16" y="4"/>
                      <a:pt x="16" y="7"/>
                    </a:cubicBezTo>
                    <a:cubicBezTo>
                      <a:pt x="16" y="35"/>
                      <a:pt x="16" y="35"/>
                      <a:pt x="16" y="35"/>
                    </a:cubicBezTo>
                    <a:cubicBezTo>
                      <a:pt x="16" y="46"/>
                      <a:pt x="22" y="51"/>
                      <a:pt x="29" y="51"/>
                    </a:cubicBezTo>
                    <a:cubicBezTo>
                      <a:pt x="36" y="51"/>
                      <a:pt x="41" y="45"/>
                      <a:pt x="41" y="37"/>
                    </a:cubicBezTo>
                    <a:cubicBezTo>
                      <a:pt x="41" y="8"/>
                      <a:pt x="41" y="8"/>
                      <a:pt x="41" y="8"/>
                    </a:cubicBezTo>
                    <a:cubicBezTo>
                      <a:pt x="41" y="5"/>
                      <a:pt x="39" y="2"/>
                      <a:pt x="35" y="2"/>
                    </a:cubicBezTo>
                    <a:cubicBezTo>
                      <a:pt x="34" y="2"/>
                      <a:pt x="34" y="2"/>
                      <a:pt x="34" y="2"/>
                    </a:cubicBezTo>
                    <a:cubicBezTo>
                      <a:pt x="34" y="0"/>
                      <a:pt x="34" y="0"/>
                      <a:pt x="34" y="0"/>
                    </a:cubicBezTo>
                    <a:cubicBezTo>
                      <a:pt x="51" y="0"/>
                      <a:pt x="51" y="0"/>
                      <a:pt x="51" y="0"/>
                    </a:cubicBezTo>
                    <a:lnTo>
                      <a:pt x="51" y="2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139" name="íS1ïḑé"/>
              <p:cNvSpPr/>
              <p:nvPr/>
            </p:nvSpPr>
            <p:spPr bwMode="auto">
              <a:xfrm>
                <a:off x="6967538" y="4114801"/>
                <a:ext cx="200025" cy="192088"/>
              </a:xfrm>
              <a:custGeom>
                <a:avLst/>
                <a:gdLst>
                  <a:gd name="T0" fmla="*/ 1 w 38"/>
                  <a:gd name="T1" fmla="*/ 33 h 35"/>
                  <a:gd name="T2" fmla="*/ 5 w 38"/>
                  <a:gd name="T3" fmla="*/ 29 h 35"/>
                  <a:gd name="T4" fmla="*/ 5 w 38"/>
                  <a:gd name="T5" fmla="*/ 7 h 35"/>
                  <a:gd name="T6" fmla="*/ 3 w 38"/>
                  <a:gd name="T7" fmla="*/ 4 h 35"/>
                  <a:gd name="T8" fmla="*/ 1 w 38"/>
                  <a:gd name="T9" fmla="*/ 4 h 35"/>
                  <a:gd name="T10" fmla="*/ 0 w 38"/>
                  <a:gd name="T11" fmla="*/ 2 h 35"/>
                  <a:gd name="T12" fmla="*/ 13 w 38"/>
                  <a:gd name="T13" fmla="*/ 0 h 35"/>
                  <a:gd name="T14" fmla="*/ 13 w 38"/>
                  <a:gd name="T15" fmla="*/ 6 h 35"/>
                  <a:gd name="T16" fmla="*/ 24 w 38"/>
                  <a:gd name="T17" fmla="*/ 0 h 35"/>
                  <a:gd name="T18" fmla="*/ 33 w 38"/>
                  <a:gd name="T19" fmla="*/ 10 h 35"/>
                  <a:gd name="T20" fmla="*/ 33 w 38"/>
                  <a:gd name="T21" fmla="*/ 29 h 35"/>
                  <a:gd name="T22" fmla="*/ 36 w 38"/>
                  <a:gd name="T23" fmla="*/ 33 h 35"/>
                  <a:gd name="T24" fmla="*/ 38 w 38"/>
                  <a:gd name="T25" fmla="*/ 33 h 35"/>
                  <a:gd name="T26" fmla="*/ 38 w 38"/>
                  <a:gd name="T27" fmla="*/ 35 h 35"/>
                  <a:gd name="T28" fmla="*/ 26 w 38"/>
                  <a:gd name="T29" fmla="*/ 35 h 35"/>
                  <a:gd name="T30" fmla="*/ 26 w 38"/>
                  <a:gd name="T31" fmla="*/ 11 h 35"/>
                  <a:gd name="T32" fmla="*/ 20 w 38"/>
                  <a:gd name="T33" fmla="*/ 4 h 35"/>
                  <a:gd name="T34" fmla="*/ 13 w 38"/>
                  <a:gd name="T35" fmla="*/ 9 h 35"/>
                  <a:gd name="T36" fmla="*/ 13 w 38"/>
                  <a:gd name="T37" fmla="*/ 29 h 35"/>
                  <a:gd name="T38" fmla="*/ 18 w 38"/>
                  <a:gd name="T39" fmla="*/ 33 h 35"/>
                  <a:gd name="T40" fmla="*/ 18 w 38"/>
                  <a:gd name="T41" fmla="*/ 35 h 35"/>
                  <a:gd name="T42" fmla="*/ 1 w 38"/>
                  <a:gd name="T43" fmla="*/ 35 h 35"/>
                  <a:gd name="T44" fmla="*/ 1 w 38"/>
                  <a:gd name="T45" fmla="*/ 33 h 35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</a:cxnLst>
                <a:rect l="0" t="0" r="r" b="b"/>
                <a:pathLst>
                  <a:path w="38" h="35">
                    <a:moveTo>
                      <a:pt x="1" y="33"/>
                    </a:moveTo>
                    <a:cubicBezTo>
                      <a:pt x="3" y="33"/>
                      <a:pt x="5" y="33"/>
                      <a:pt x="5" y="29"/>
                    </a:cubicBezTo>
                    <a:cubicBezTo>
                      <a:pt x="5" y="7"/>
                      <a:pt x="5" y="7"/>
                      <a:pt x="5" y="7"/>
                    </a:cubicBezTo>
                    <a:cubicBezTo>
                      <a:pt x="5" y="6"/>
                      <a:pt x="5" y="4"/>
                      <a:pt x="3" y="4"/>
                    </a:cubicBezTo>
                    <a:cubicBezTo>
                      <a:pt x="2" y="4"/>
                      <a:pt x="1" y="4"/>
                      <a:pt x="1" y="4"/>
                    </a:cubicBezTo>
                    <a:cubicBezTo>
                      <a:pt x="0" y="2"/>
                      <a:pt x="0" y="2"/>
                      <a:pt x="0" y="2"/>
                    </a:cubicBezTo>
                    <a:cubicBezTo>
                      <a:pt x="13" y="0"/>
                      <a:pt x="13" y="0"/>
                      <a:pt x="13" y="0"/>
                    </a:cubicBezTo>
                    <a:cubicBezTo>
                      <a:pt x="13" y="6"/>
                      <a:pt x="13" y="6"/>
                      <a:pt x="13" y="6"/>
                    </a:cubicBezTo>
                    <a:cubicBezTo>
                      <a:pt x="15" y="4"/>
                      <a:pt x="19" y="0"/>
                      <a:pt x="24" y="0"/>
                    </a:cubicBezTo>
                    <a:cubicBezTo>
                      <a:pt x="29" y="0"/>
                      <a:pt x="33" y="4"/>
                      <a:pt x="33" y="10"/>
                    </a:cubicBezTo>
                    <a:cubicBezTo>
                      <a:pt x="33" y="29"/>
                      <a:pt x="33" y="29"/>
                      <a:pt x="33" y="29"/>
                    </a:cubicBezTo>
                    <a:cubicBezTo>
                      <a:pt x="33" y="31"/>
                      <a:pt x="34" y="33"/>
                      <a:pt x="36" y="33"/>
                    </a:cubicBezTo>
                    <a:cubicBezTo>
                      <a:pt x="38" y="33"/>
                      <a:pt x="38" y="33"/>
                      <a:pt x="38" y="33"/>
                    </a:cubicBezTo>
                    <a:cubicBezTo>
                      <a:pt x="38" y="35"/>
                      <a:pt x="38" y="35"/>
                      <a:pt x="38" y="35"/>
                    </a:cubicBezTo>
                    <a:cubicBezTo>
                      <a:pt x="26" y="35"/>
                      <a:pt x="26" y="35"/>
                      <a:pt x="26" y="35"/>
                    </a:cubicBezTo>
                    <a:cubicBezTo>
                      <a:pt x="26" y="11"/>
                      <a:pt x="26" y="11"/>
                      <a:pt x="26" y="11"/>
                    </a:cubicBezTo>
                    <a:cubicBezTo>
                      <a:pt x="26" y="6"/>
                      <a:pt x="22" y="4"/>
                      <a:pt x="20" y="4"/>
                    </a:cubicBezTo>
                    <a:cubicBezTo>
                      <a:pt x="17" y="4"/>
                      <a:pt x="14" y="8"/>
                      <a:pt x="13" y="9"/>
                    </a:cubicBezTo>
                    <a:cubicBezTo>
                      <a:pt x="13" y="29"/>
                      <a:pt x="13" y="29"/>
                      <a:pt x="13" y="29"/>
                    </a:cubicBezTo>
                    <a:cubicBezTo>
                      <a:pt x="13" y="33"/>
                      <a:pt x="16" y="33"/>
                      <a:pt x="18" y="33"/>
                    </a:cubicBezTo>
                    <a:cubicBezTo>
                      <a:pt x="18" y="35"/>
                      <a:pt x="18" y="35"/>
                      <a:pt x="18" y="35"/>
                    </a:cubicBezTo>
                    <a:cubicBezTo>
                      <a:pt x="1" y="35"/>
                      <a:pt x="1" y="35"/>
                      <a:pt x="1" y="35"/>
                    </a:cubicBezTo>
                    <a:lnTo>
                      <a:pt x="1" y="33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140" name="ï$ḻîḍe"/>
              <p:cNvSpPr/>
              <p:nvPr/>
            </p:nvSpPr>
            <p:spPr bwMode="auto">
              <a:xfrm>
                <a:off x="7188200" y="4016376"/>
                <a:ext cx="100012" cy="290513"/>
              </a:xfrm>
              <a:custGeom>
                <a:avLst/>
                <a:gdLst>
                  <a:gd name="T0" fmla="*/ 0 w 19"/>
                  <a:gd name="T1" fmla="*/ 51 h 53"/>
                  <a:gd name="T2" fmla="*/ 2 w 19"/>
                  <a:gd name="T3" fmla="*/ 51 h 53"/>
                  <a:gd name="T4" fmla="*/ 6 w 19"/>
                  <a:gd name="T5" fmla="*/ 47 h 53"/>
                  <a:gd name="T6" fmla="*/ 6 w 19"/>
                  <a:gd name="T7" fmla="*/ 26 h 53"/>
                  <a:gd name="T8" fmla="*/ 3 w 19"/>
                  <a:gd name="T9" fmla="*/ 22 h 53"/>
                  <a:gd name="T10" fmla="*/ 1 w 19"/>
                  <a:gd name="T11" fmla="*/ 23 h 53"/>
                  <a:gd name="T12" fmla="*/ 0 w 19"/>
                  <a:gd name="T13" fmla="*/ 21 h 53"/>
                  <a:gd name="T14" fmla="*/ 13 w 19"/>
                  <a:gd name="T15" fmla="*/ 18 h 53"/>
                  <a:gd name="T16" fmla="*/ 13 w 19"/>
                  <a:gd name="T17" fmla="*/ 47 h 53"/>
                  <a:gd name="T18" fmla="*/ 17 w 19"/>
                  <a:gd name="T19" fmla="*/ 51 h 53"/>
                  <a:gd name="T20" fmla="*/ 19 w 19"/>
                  <a:gd name="T21" fmla="*/ 51 h 53"/>
                  <a:gd name="T22" fmla="*/ 19 w 19"/>
                  <a:gd name="T23" fmla="*/ 53 h 53"/>
                  <a:gd name="T24" fmla="*/ 0 w 19"/>
                  <a:gd name="T25" fmla="*/ 53 h 53"/>
                  <a:gd name="T26" fmla="*/ 0 w 19"/>
                  <a:gd name="T27" fmla="*/ 51 h 53"/>
                  <a:gd name="T28" fmla="*/ 15 w 19"/>
                  <a:gd name="T29" fmla="*/ 5 h 53"/>
                  <a:gd name="T30" fmla="*/ 9 w 19"/>
                  <a:gd name="T31" fmla="*/ 10 h 53"/>
                  <a:gd name="T32" fmla="*/ 4 w 19"/>
                  <a:gd name="T33" fmla="*/ 5 h 53"/>
                  <a:gd name="T34" fmla="*/ 9 w 19"/>
                  <a:gd name="T35" fmla="*/ 0 h 53"/>
                  <a:gd name="T36" fmla="*/ 15 w 19"/>
                  <a:gd name="T37" fmla="*/ 5 h 53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</a:cxnLst>
                <a:rect l="0" t="0" r="r" b="b"/>
                <a:pathLst>
                  <a:path w="19" h="53">
                    <a:moveTo>
                      <a:pt x="0" y="51"/>
                    </a:moveTo>
                    <a:cubicBezTo>
                      <a:pt x="2" y="51"/>
                      <a:pt x="2" y="51"/>
                      <a:pt x="2" y="51"/>
                    </a:cubicBezTo>
                    <a:cubicBezTo>
                      <a:pt x="4" y="51"/>
                      <a:pt x="6" y="49"/>
                      <a:pt x="6" y="47"/>
                    </a:cubicBezTo>
                    <a:cubicBezTo>
                      <a:pt x="6" y="26"/>
                      <a:pt x="6" y="26"/>
                      <a:pt x="6" y="26"/>
                    </a:cubicBezTo>
                    <a:cubicBezTo>
                      <a:pt x="6" y="24"/>
                      <a:pt x="5" y="22"/>
                      <a:pt x="3" y="22"/>
                    </a:cubicBezTo>
                    <a:cubicBezTo>
                      <a:pt x="3" y="22"/>
                      <a:pt x="2" y="22"/>
                      <a:pt x="1" y="23"/>
                    </a:cubicBezTo>
                    <a:cubicBezTo>
                      <a:pt x="0" y="21"/>
                      <a:pt x="0" y="21"/>
                      <a:pt x="0" y="21"/>
                    </a:cubicBezTo>
                    <a:cubicBezTo>
                      <a:pt x="13" y="18"/>
                      <a:pt x="13" y="18"/>
                      <a:pt x="13" y="18"/>
                    </a:cubicBezTo>
                    <a:cubicBezTo>
                      <a:pt x="13" y="47"/>
                      <a:pt x="13" y="47"/>
                      <a:pt x="13" y="47"/>
                    </a:cubicBezTo>
                    <a:cubicBezTo>
                      <a:pt x="13" y="50"/>
                      <a:pt x="14" y="51"/>
                      <a:pt x="17" y="51"/>
                    </a:cubicBezTo>
                    <a:cubicBezTo>
                      <a:pt x="19" y="51"/>
                      <a:pt x="19" y="51"/>
                      <a:pt x="19" y="51"/>
                    </a:cubicBezTo>
                    <a:cubicBezTo>
                      <a:pt x="19" y="53"/>
                      <a:pt x="19" y="53"/>
                      <a:pt x="19" y="53"/>
                    </a:cubicBezTo>
                    <a:cubicBezTo>
                      <a:pt x="0" y="53"/>
                      <a:pt x="0" y="53"/>
                      <a:pt x="0" y="53"/>
                    </a:cubicBezTo>
                    <a:lnTo>
                      <a:pt x="0" y="51"/>
                    </a:lnTo>
                    <a:close/>
                    <a:moveTo>
                      <a:pt x="15" y="5"/>
                    </a:moveTo>
                    <a:cubicBezTo>
                      <a:pt x="15" y="7"/>
                      <a:pt x="12" y="10"/>
                      <a:pt x="9" y="10"/>
                    </a:cubicBezTo>
                    <a:cubicBezTo>
                      <a:pt x="7" y="10"/>
                      <a:pt x="4" y="7"/>
                      <a:pt x="4" y="5"/>
                    </a:cubicBezTo>
                    <a:cubicBezTo>
                      <a:pt x="4" y="2"/>
                      <a:pt x="7" y="0"/>
                      <a:pt x="9" y="0"/>
                    </a:cubicBezTo>
                    <a:cubicBezTo>
                      <a:pt x="12" y="0"/>
                      <a:pt x="15" y="2"/>
                      <a:pt x="15" y="5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141" name="ïṣ1íḍè"/>
              <p:cNvSpPr/>
              <p:nvPr/>
            </p:nvSpPr>
            <p:spPr bwMode="auto">
              <a:xfrm>
                <a:off x="7308850" y="4119564"/>
                <a:ext cx="195262" cy="196850"/>
              </a:xfrm>
              <a:custGeom>
                <a:avLst/>
                <a:gdLst>
                  <a:gd name="T0" fmla="*/ 36 w 37"/>
                  <a:gd name="T1" fmla="*/ 3 h 36"/>
                  <a:gd name="T2" fmla="*/ 31 w 37"/>
                  <a:gd name="T3" fmla="*/ 6 h 36"/>
                  <a:gd name="T4" fmla="*/ 20 w 37"/>
                  <a:gd name="T5" fmla="*/ 36 h 36"/>
                  <a:gd name="T6" fmla="*/ 18 w 37"/>
                  <a:gd name="T7" fmla="*/ 36 h 36"/>
                  <a:gd name="T8" fmla="*/ 5 w 37"/>
                  <a:gd name="T9" fmla="*/ 7 h 36"/>
                  <a:gd name="T10" fmla="*/ 0 w 37"/>
                  <a:gd name="T11" fmla="*/ 3 h 36"/>
                  <a:gd name="T12" fmla="*/ 0 w 37"/>
                  <a:gd name="T13" fmla="*/ 0 h 36"/>
                  <a:gd name="T14" fmla="*/ 16 w 37"/>
                  <a:gd name="T15" fmla="*/ 0 h 36"/>
                  <a:gd name="T16" fmla="*/ 16 w 37"/>
                  <a:gd name="T17" fmla="*/ 3 h 36"/>
                  <a:gd name="T18" fmla="*/ 15 w 37"/>
                  <a:gd name="T19" fmla="*/ 3 h 36"/>
                  <a:gd name="T20" fmla="*/ 13 w 37"/>
                  <a:gd name="T21" fmla="*/ 5 h 36"/>
                  <a:gd name="T22" fmla="*/ 13 w 37"/>
                  <a:gd name="T23" fmla="*/ 7 h 36"/>
                  <a:gd name="T24" fmla="*/ 21 w 37"/>
                  <a:gd name="T25" fmla="*/ 25 h 36"/>
                  <a:gd name="T26" fmla="*/ 29 w 37"/>
                  <a:gd name="T27" fmla="*/ 6 h 36"/>
                  <a:gd name="T28" fmla="*/ 29 w 37"/>
                  <a:gd name="T29" fmla="*/ 5 h 36"/>
                  <a:gd name="T30" fmla="*/ 27 w 37"/>
                  <a:gd name="T31" fmla="*/ 3 h 36"/>
                  <a:gd name="T32" fmla="*/ 24 w 37"/>
                  <a:gd name="T33" fmla="*/ 3 h 36"/>
                  <a:gd name="T34" fmla="*/ 24 w 37"/>
                  <a:gd name="T35" fmla="*/ 0 h 36"/>
                  <a:gd name="T36" fmla="*/ 37 w 37"/>
                  <a:gd name="T37" fmla="*/ 0 h 36"/>
                  <a:gd name="T38" fmla="*/ 37 w 37"/>
                  <a:gd name="T39" fmla="*/ 3 h 36"/>
                  <a:gd name="T40" fmla="*/ 36 w 37"/>
                  <a:gd name="T41" fmla="*/ 3 h 3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</a:cxnLst>
                <a:rect l="0" t="0" r="r" b="b"/>
                <a:pathLst>
                  <a:path w="37" h="36">
                    <a:moveTo>
                      <a:pt x="36" y="3"/>
                    </a:moveTo>
                    <a:cubicBezTo>
                      <a:pt x="33" y="3"/>
                      <a:pt x="32" y="5"/>
                      <a:pt x="31" y="6"/>
                    </a:cubicBezTo>
                    <a:cubicBezTo>
                      <a:pt x="20" y="36"/>
                      <a:pt x="20" y="36"/>
                      <a:pt x="20" y="36"/>
                    </a:cubicBezTo>
                    <a:cubicBezTo>
                      <a:pt x="18" y="36"/>
                      <a:pt x="18" y="36"/>
                      <a:pt x="18" y="36"/>
                    </a:cubicBezTo>
                    <a:cubicBezTo>
                      <a:pt x="5" y="7"/>
                      <a:pt x="5" y="7"/>
                      <a:pt x="5" y="7"/>
                    </a:cubicBezTo>
                    <a:cubicBezTo>
                      <a:pt x="3" y="3"/>
                      <a:pt x="2" y="3"/>
                      <a:pt x="0" y="3"/>
                    </a:cubicBezTo>
                    <a:cubicBezTo>
                      <a:pt x="0" y="0"/>
                      <a:pt x="0" y="0"/>
                      <a:pt x="0" y="0"/>
                    </a:cubicBezTo>
                    <a:cubicBezTo>
                      <a:pt x="16" y="0"/>
                      <a:pt x="16" y="0"/>
                      <a:pt x="16" y="0"/>
                    </a:cubicBezTo>
                    <a:cubicBezTo>
                      <a:pt x="16" y="3"/>
                      <a:pt x="16" y="3"/>
                      <a:pt x="16" y="3"/>
                    </a:cubicBezTo>
                    <a:cubicBezTo>
                      <a:pt x="15" y="3"/>
                      <a:pt x="15" y="3"/>
                      <a:pt x="15" y="3"/>
                    </a:cubicBezTo>
                    <a:cubicBezTo>
                      <a:pt x="14" y="3"/>
                      <a:pt x="13" y="3"/>
                      <a:pt x="13" y="5"/>
                    </a:cubicBezTo>
                    <a:cubicBezTo>
                      <a:pt x="13" y="6"/>
                      <a:pt x="13" y="7"/>
                      <a:pt x="13" y="7"/>
                    </a:cubicBezTo>
                    <a:cubicBezTo>
                      <a:pt x="21" y="25"/>
                      <a:pt x="21" y="25"/>
                      <a:pt x="21" y="25"/>
                    </a:cubicBezTo>
                    <a:cubicBezTo>
                      <a:pt x="29" y="6"/>
                      <a:pt x="29" y="6"/>
                      <a:pt x="29" y="6"/>
                    </a:cubicBezTo>
                    <a:cubicBezTo>
                      <a:pt x="29" y="6"/>
                      <a:pt x="29" y="5"/>
                      <a:pt x="29" y="5"/>
                    </a:cubicBezTo>
                    <a:cubicBezTo>
                      <a:pt x="29" y="4"/>
                      <a:pt x="29" y="3"/>
                      <a:pt x="27" y="3"/>
                    </a:cubicBezTo>
                    <a:cubicBezTo>
                      <a:pt x="24" y="3"/>
                      <a:pt x="24" y="3"/>
                      <a:pt x="24" y="3"/>
                    </a:cubicBezTo>
                    <a:cubicBezTo>
                      <a:pt x="24" y="0"/>
                      <a:pt x="24" y="0"/>
                      <a:pt x="24" y="0"/>
                    </a:cubicBezTo>
                    <a:cubicBezTo>
                      <a:pt x="37" y="0"/>
                      <a:pt x="37" y="0"/>
                      <a:pt x="37" y="0"/>
                    </a:cubicBezTo>
                    <a:cubicBezTo>
                      <a:pt x="37" y="3"/>
                      <a:pt x="37" y="3"/>
                      <a:pt x="37" y="3"/>
                    </a:cubicBezTo>
                    <a:lnTo>
                      <a:pt x="36" y="3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142" name="íśliḍè"/>
              <p:cNvSpPr/>
              <p:nvPr/>
            </p:nvSpPr>
            <p:spPr bwMode="auto">
              <a:xfrm>
                <a:off x="7529513" y="4114801"/>
                <a:ext cx="163512" cy="201613"/>
              </a:xfrm>
              <a:custGeom>
                <a:avLst/>
                <a:gdLst>
                  <a:gd name="T0" fmla="*/ 16 w 31"/>
                  <a:gd name="T1" fmla="*/ 37 h 37"/>
                  <a:gd name="T2" fmla="*/ 0 w 31"/>
                  <a:gd name="T3" fmla="*/ 19 h 37"/>
                  <a:gd name="T4" fmla="*/ 16 w 31"/>
                  <a:gd name="T5" fmla="*/ 0 h 37"/>
                  <a:gd name="T6" fmla="*/ 24 w 31"/>
                  <a:gd name="T7" fmla="*/ 4 h 37"/>
                  <a:gd name="T8" fmla="*/ 30 w 31"/>
                  <a:gd name="T9" fmla="*/ 16 h 37"/>
                  <a:gd name="T10" fmla="*/ 8 w 31"/>
                  <a:gd name="T11" fmla="*/ 16 h 37"/>
                  <a:gd name="T12" fmla="*/ 18 w 31"/>
                  <a:gd name="T13" fmla="*/ 33 h 37"/>
                  <a:gd name="T14" fmla="*/ 29 w 31"/>
                  <a:gd name="T15" fmla="*/ 26 h 37"/>
                  <a:gd name="T16" fmla="*/ 31 w 31"/>
                  <a:gd name="T17" fmla="*/ 27 h 37"/>
                  <a:gd name="T18" fmla="*/ 16 w 31"/>
                  <a:gd name="T19" fmla="*/ 37 h 37"/>
                  <a:gd name="T20" fmla="*/ 16 w 31"/>
                  <a:gd name="T21" fmla="*/ 2 h 37"/>
                  <a:gd name="T22" fmla="*/ 8 w 31"/>
                  <a:gd name="T23" fmla="*/ 14 h 37"/>
                  <a:gd name="T24" fmla="*/ 22 w 31"/>
                  <a:gd name="T25" fmla="*/ 14 h 37"/>
                  <a:gd name="T26" fmla="*/ 16 w 31"/>
                  <a:gd name="T27" fmla="*/ 2 h 3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</a:cxnLst>
                <a:rect l="0" t="0" r="r" b="b"/>
                <a:pathLst>
                  <a:path w="31" h="37">
                    <a:moveTo>
                      <a:pt x="16" y="37"/>
                    </a:moveTo>
                    <a:cubicBezTo>
                      <a:pt x="7" y="37"/>
                      <a:pt x="0" y="30"/>
                      <a:pt x="0" y="19"/>
                    </a:cubicBezTo>
                    <a:cubicBezTo>
                      <a:pt x="0" y="8"/>
                      <a:pt x="7" y="0"/>
                      <a:pt x="16" y="0"/>
                    </a:cubicBezTo>
                    <a:cubicBezTo>
                      <a:pt x="20" y="0"/>
                      <a:pt x="23" y="2"/>
                      <a:pt x="24" y="4"/>
                    </a:cubicBezTo>
                    <a:cubicBezTo>
                      <a:pt x="29" y="9"/>
                      <a:pt x="29" y="14"/>
                      <a:pt x="30" y="16"/>
                    </a:cubicBezTo>
                    <a:cubicBezTo>
                      <a:pt x="8" y="16"/>
                      <a:pt x="8" y="16"/>
                      <a:pt x="8" y="16"/>
                    </a:cubicBezTo>
                    <a:cubicBezTo>
                      <a:pt x="7" y="29"/>
                      <a:pt x="13" y="33"/>
                      <a:pt x="18" y="33"/>
                    </a:cubicBezTo>
                    <a:cubicBezTo>
                      <a:pt x="23" y="33"/>
                      <a:pt x="27" y="28"/>
                      <a:pt x="29" y="26"/>
                    </a:cubicBezTo>
                    <a:cubicBezTo>
                      <a:pt x="31" y="27"/>
                      <a:pt x="31" y="27"/>
                      <a:pt x="31" y="27"/>
                    </a:cubicBezTo>
                    <a:cubicBezTo>
                      <a:pt x="29" y="30"/>
                      <a:pt x="25" y="37"/>
                      <a:pt x="16" y="37"/>
                    </a:cubicBezTo>
                    <a:close/>
                    <a:moveTo>
                      <a:pt x="16" y="2"/>
                    </a:moveTo>
                    <a:cubicBezTo>
                      <a:pt x="9" y="2"/>
                      <a:pt x="8" y="11"/>
                      <a:pt x="8" y="14"/>
                    </a:cubicBezTo>
                    <a:cubicBezTo>
                      <a:pt x="22" y="14"/>
                      <a:pt x="22" y="14"/>
                      <a:pt x="22" y="14"/>
                    </a:cubicBezTo>
                    <a:cubicBezTo>
                      <a:pt x="22" y="10"/>
                      <a:pt x="21" y="2"/>
                      <a:pt x="16" y="2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143" name="íšļiḓè"/>
              <p:cNvSpPr/>
              <p:nvPr/>
            </p:nvSpPr>
            <p:spPr bwMode="auto">
              <a:xfrm>
                <a:off x="7713663" y="4114801"/>
                <a:ext cx="173037" cy="192088"/>
              </a:xfrm>
              <a:custGeom>
                <a:avLst/>
                <a:gdLst>
                  <a:gd name="T0" fmla="*/ 14 w 33"/>
                  <a:gd name="T1" fmla="*/ 7 h 35"/>
                  <a:gd name="T2" fmla="*/ 26 w 33"/>
                  <a:gd name="T3" fmla="*/ 0 h 35"/>
                  <a:gd name="T4" fmla="*/ 33 w 33"/>
                  <a:gd name="T5" fmla="*/ 5 h 35"/>
                  <a:gd name="T6" fmla="*/ 28 w 33"/>
                  <a:gd name="T7" fmla="*/ 11 h 35"/>
                  <a:gd name="T8" fmla="*/ 23 w 33"/>
                  <a:gd name="T9" fmla="*/ 6 h 35"/>
                  <a:gd name="T10" fmla="*/ 22 w 33"/>
                  <a:gd name="T11" fmla="*/ 5 h 35"/>
                  <a:gd name="T12" fmla="*/ 14 w 33"/>
                  <a:gd name="T13" fmla="*/ 14 h 35"/>
                  <a:gd name="T14" fmla="*/ 14 w 33"/>
                  <a:gd name="T15" fmla="*/ 28 h 35"/>
                  <a:gd name="T16" fmla="*/ 19 w 33"/>
                  <a:gd name="T17" fmla="*/ 33 h 35"/>
                  <a:gd name="T18" fmla="*/ 21 w 33"/>
                  <a:gd name="T19" fmla="*/ 33 h 35"/>
                  <a:gd name="T20" fmla="*/ 21 w 33"/>
                  <a:gd name="T21" fmla="*/ 35 h 35"/>
                  <a:gd name="T22" fmla="*/ 0 w 33"/>
                  <a:gd name="T23" fmla="*/ 35 h 35"/>
                  <a:gd name="T24" fmla="*/ 0 w 33"/>
                  <a:gd name="T25" fmla="*/ 33 h 35"/>
                  <a:gd name="T26" fmla="*/ 1 w 33"/>
                  <a:gd name="T27" fmla="*/ 33 h 35"/>
                  <a:gd name="T28" fmla="*/ 7 w 33"/>
                  <a:gd name="T29" fmla="*/ 28 h 35"/>
                  <a:gd name="T30" fmla="*/ 7 w 33"/>
                  <a:gd name="T31" fmla="*/ 8 h 35"/>
                  <a:gd name="T32" fmla="*/ 4 w 33"/>
                  <a:gd name="T33" fmla="*/ 5 h 35"/>
                  <a:gd name="T34" fmla="*/ 1 w 33"/>
                  <a:gd name="T35" fmla="*/ 5 h 35"/>
                  <a:gd name="T36" fmla="*/ 0 w 33"/>
                  <a:gd name="T37" fmla="*/ 4 h 35"/>
                  <a:gd name="T38" fmla="*/ 14 w 33"/>
                  <a:gd name="T39" fmla="*/ 0 h 35"/>
                  <a:gd name="T40" fmla="*/ 14 w 33"/>
                  <a:gd name="T41" fmla="*/ 7 h 35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</a:cxnLst>
                <a:rect l="0" t="0" r="r" b="b"/>
                <a:pathLst>
                  <a:path w="33" h="35">
                    <a:moveTo>
                      <a:pt x="14" y="7"/>
                    </a:moveTo>
                    <a:cubicBezTo>
                      <a:pt x="16" y="4"/>
                      <a:pt x="19" y="0"/>
                      <a:pt x="26" y="0"/>
                    </a:cubicBezTo>
                    <a:cubicBezTo>
                      <a:pt x="31" y="0"/>
                      <a:pt x="33" y="2"/>
                      <a:pt x="33" y="5"/>
                    </a:cubicBezTo>
                    <a:cubicBezTo>
                      <a:pt x="33" y="8"/>
                      <a:pt x="31" y="11"/>
                      <a:pt x="28" y="11"/>
                    </a:cubicBezTo>
                    <a:cubicBezTo>
                      <a:pt x="25" y="11"/>
                      <a:pt x="23" y="9"/>
                      <a:pt x="23" y="6"/>
                    </a:cubicBezTo>
                    <a:cubicBezTo>
                      <a:pt x="23" y="5"/>
                      <a:pt x="23" y="5"/>
                      <a:pt x="22" y="5"/>
                    </a:cubicBezTo>
                    <a:cubicBezTo>
                      <a:pt x="17" y="5"/>
                      <a:pt x="15" y="12"/>
                      <a:pt x="14" y="14"/>
                    </a:cubicBezTo>
                    <a:cubicBezTo>
                      <a:pt x="14" y="28"/>
                      <a:pt x="14" y="28"/>
                      <a:pt x="14" y="28"/>
                    </a:cubicBezTo>
                    <a:cubicBezTo>
                      <a:pt x="14" y="32"/>
                      <a:pt x="16" y="33"/>
                      <a:pt x="19" y="33"/>
                    </a:cubicBezTo>
                    <a:cubicBezTo>
                      <a:pt x="21" y="33"/>
                      <a:pt x="21" y="33"/>
                      <a:pt x="21" y="33"/>
                    </a:cubicBezTo>
                    <a:cubicBezTo>
                      <a:pt x="21" y="35"/>
                      <a:pt x="21" y="35"/>
                      <a:pt x="21" y="35"/>
                    </a:cubicBezTo>
                    <a:cubicBezTo>
                      <a:pt x="0" y="35"/>
                      <a:pt x="0" y="35"/>
                      <a:pt x="0" y="35"/>
                    </a:cubicBezTo>
                    <a:cubicBezTo>
                      <a:pt x="0" y="33"/>
                      <a:pt x="0" y="33"/>
                      <a:pt x="0" y="33"/>
                    </a:cubicBezTo>
                    <a:cubicBezTo>
                      <a:pt x="1" y="33"/>
                      <a:pt x="1" y="33"/>
                      <a:pt x="1" y="33"/>
                    </a:cubicBezTo>
                    <a:cubicBezTo>
                      <a:pt x="5" y="33"/>
                      <a:pt x="7" y="32"/>
                      <a:pt x="7" y="28"/>
                    </a:cubicBezTo>
                    <a:cubicBezTo>
                      <a:pt x="7" y="8"/>
                      <a:pt x="7" y="8"/>
                      <a:pt x="7" y="8"/>
                    </a:cubicBezTo>
                    <a:cubicBezTo>
                      <a:pt x="7" y="5"/>
                      <a:pt x="5" y="5"/>
                      <a:pt x="4" y="5"/>
                    </a:cubicBezTo>
                    <a:cubicBezTo>
                      <a:pt x="2" y="5"/>
                      <a:pt x="1" y="5"/>
                      <a:pt x="1" y="5"/>
                    </a:cubicBezTo>
                    <a:cubicBezTo>
                      <a:pt x="0" y="4"/>
                      <a:pt x="0" y="4"/>
                      <a:pt x="0" y="4"/>
                    </a:cubicBezTo>
                    <a:cubicBezTo>
                      <a:pt x="14" y="0"/>
                      <a:pt x="14" y="0"/>
                      <a:pt x="14" y="0"/>
                    </a:cubicBezTo>
                    <a:lnTo>
                      <a:pt x="14" y="7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144" name="i$lïḓê"/>
              <p:cNvSpPr/>
              <p:nvPr/>
            </p:nvSpPr>
            <p:spPr bwMode="auto">
              <a:xfrm>
                <a:off x="7902575" y="4114801"/>
                <a:ext cx="142875" cy="201613"/>
              </a:xfrm>
              <a:custGeom>
                <a:avLst/>
                <a:gdLst>
                  <a:gd name="T0" fmla="*/ 16 w 27"/>
                  <a:gd name="T1" fmla="*/ 37 h 37"/>
                  <a:gd name="T2" fmla="*/ 12 w 27"/>
                  <a:gd name="T3" fmla="*/ 36 h 37"/>
                  <a:gd name="T4" fmla="*/ 8 w 27"/>
                  <a:gd name="T5" fmla="*/ 35 h 37"/>
                  <a:gd name="T6" fmla="*/ 4 w 27"/>
                  <a:gd name="T7" fmla="*/ 37 h 37"/>
                  <a:gd name="T8" fmla="*/ 0 w 27"/>
                  <a:gd name="T9" fmla="*/ 25 h 37"/>
                  <a:gd name="T10" fmla="*/ 3 w 27"/>
                  <a:gd name="T11" fmla="*/ 24 h 37"/>
                  <a:gd name="T12" fmla="*/ 6 w 27"/>
                  <a:gd name="T13" fmla="*/ 29 h 37"/>
                  <a:gd name="T14" fmla="*/ 16 w 27"/>
                  <a:gd name="T15" fmla="*/ 34 h 37"/>
                  <a:gd name="T16" fmla="*/ 22 w 27"/>
                  <a:gd name="T17" fmla="*/ 29 h 37"/>
                  <a:gd name="T18" fmla="*/ 12 w 27"/>
                  <a:gd name="T19" fmla="*/ 21 h 37"/>
                  <a:gd name="T20" fmla="*/ 2 w 27"/>
                  <a:gd name="T21" fmla="*/ 10 h 37"/>
                  <a:gd name="T22" fmla="*/ 12 w 27"/>
                  <a:gd name="T23" fmla="*/ 0 h 37"/>
                  <a:gd name="T24" fmla="*/ 16 w 27"/>
                  <a:gd name="T25" fmla="*/ 1 h 37"/>
                  <a:gd name="T26" fmla="*/ 20 w 27"/>
                  <a:gd name="T27" fmla="*/ 1 h 37"/>
                  <a:gd name="T28" fmla="*/ 24 w 27"/>
                  <a:gd name="T29" fmla="*/ 0 h 37"/>
                  <a:gd name="T30" fmla="*/ 27 w 27"/>
                  <a:gd name="T31" fmla="*/ 11 h 37"/>
                  <a:gd name="T32" fmla="*/ 25 w 27"/>
                  <a:gd name="T33" fmla="*/ 12 h 37"/>
                  <a:gd name="T34" fmla="*/ 13 w 27"/>
                  <a:gd name="T35" fmla="*/ 3 h 37"/>
                  <a:gd name="T36" fmla="*/ 8 w 27"/>
                  <a:gd name="T37" fmla="*/ 7 h 37"/>
                  <a:gd name="T38" fmla="*/ 16 w 27"/>
                  <a:gd name="T39" fmla="*/ 14 h 37"/>
                  <a:gd name="T40" fmla="*/ 27 w 27"/>
                  <a:gd name="T41" fmla="*/ 26 h 37"/>
                  <a:gd name="T42" fmla="*/ 16 w 27"/>
                  <a:gd name="T43" fmla="*/ 37 h 3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</a:cxnLst>
                <a:rect l="0" t="0" r="r" b="b"/>
                <a:pathLst>
                  <a:path w="27" h="37">
                    <a:moveTo>
                      <a:pt x="16" y="37"/>
                    </a:moveTo>
                    <a:cubicBezTo>
                      <a:pt x="15" y="37"/>
                      <a:pt x="14" y="37"/>
                      <a:pt x="12" y="36"/>
                    </a:cubicBezTo>
                    <a:cubicBezTo>
                      <a:pt x="12" y="36"/>
                      <a:pt x="8" y="35"/>
                      <a:pt x="8" y="35"/>
                    </a:cubicBezTo>
                    <a:cubicBezTo>
                      <a:pt x="6" y="35"/>
                      <a:pt x="5" y="36"/>
                      <a:pt x="4" y="37"/>
                    </a:cubicBezTo>
                    <a:cubicBezTo>
                      <a:pt x="0" y="25"/>
                      <a:pt x="0" y="25"/>
                      <a:pt x="0" y="25"/>
                    </a:cubicBezTo>
                    <a:cubicBezTo>
                      <a:pt x="3" y="24"/>
                      <a:pt x="3" y="24"/>
                      <a:pt x="3" y="24"/>
                    </a:cubicBezTo>
                    <a:cubicBezTo>
                      <a:pt x="4" y="27"/>
                      <a:pt x="5" y="28"/>
                      <a:pt x="6" y="29"/>
                    </a:cubicBezTo>
                    <a:cubicBezTo>
                      <a:pt x="8" y="32"/>
                      <a:pt x="12" y="34"/>
                      <a:pt x="16" y="34"/>
                    </a:cubicBezTo>
                    <a:cubicBezTo>
                      <a:pt x="19" y="34"/>
                      <a:pt x="22" y="32"/>
                      <a:pt x="22" y="29"/>
                    </a:cubicBezTo>
                    <a:cubicBezTo>
                      <a:pt x="22" y="26"/>
                      <a:pt x="21" y="25"/>
                      <a:pt x="12" y="21"/>
                    </a:cubicBezTo>
                    <a:cubicBezTo>
                      <a:pt x="6" y="18"/>
                      <a:pt x="2" y="15"/>
                      <a:pt x="2" y="10"/>
                    </a:cubicBezTo>
                    <a:cubicBezTo>
                      <a:pt x="2" y="5"/>
                      <a:pt x="6" y="0"/>
                      <a:pt x="12" y="0"/>
                    </a:cubicBezTo>
                    <a:cubicBezTo>
                      <a:pt x="13" y="0"/>
                      <a:pt x="14" y="0"/>
                      <a:pt x="16" y="1"/>
                    </a:cubicBezTo>
                    <a:cubicBezTo>
                      <a:pt x="18" y="1"/>
                      <a:pt x="19" y="1"/>
                      <a:pt x="20" y="1"/>
                    </a:cubicBezTo>
                    <a:cubicBezTo>
                      <a:pt x="20" y="1"/>
                      <a:pt x="22" y="1"/>
                      <a:pt x="24" y="0"/>
                    </a:cubicBezTo>
                    <a:cubicBezTo>
                      <a:pt x="27" y="11"/>
                      <a:pt x="27" y="11"/>
                      <a:pt x="27" y="11"/>
                    </a:cubicBezTo>
                    <a:cubicBezTo>
                      <a:pt x="25" y="12"/>
                      <a:pt x="25" y="12"/>
                      <a:pt x="25" y="12"/>
                    </a:cubicBezTo>
                    <a:cubicBezTo>
                      <a:pt x="24" y="9"/>
                      <a:pt x="21" y="3"/>
                      <a:pt x="13" y="3"/>
                    </a:cubicBezTo>
                    <a:cubicBezTo>
                      <a:pt x="10" y="3"/>
                      <a:pt x="8" y="4"/>
                      <a:pt x="8" y="7"/>
                    </a:cubicBezTo>
                    <a:cubicBezTo>
                      <a:pt x="8" y="9"/>
                      <a:pt x="9" y="10"/>
                      <a:pt x="16" y="14"/>
                    </a:cubicBezTo>
                    <a:cubicBezTo>
                      <a:pt x="25" y="18"/>
                      <a:pt x="27" y="21"/>
                      <a:pt x="27" y="26"/>
                    </a:cubicBezTo>
                    <a:cubicBezTo>
                      <a:pt x="27" y="33"/>
                      <a:pt x="22" y="37"/>
                      <a:pt x="16" y="37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145" name="iś1ïḍé"/>
              <p:cNvSpPr/>
              <p:nvPr/>
            </p:nvSpPr>
            <p:spPr bwMode="auto">
              <a:xfrm>
                <a:off x="8070850" y="4016376"/>
                <a:ext cx="100012" cy="290513"/>
              </a:xfrm>
              <a:custGeom>
                <a:avLst/>
                <a:gdLst>
                  <a:gd name="T0" fmla="*/ 0 w 19"/>
                  <a:gd name="T1" fmla="*/ 51 h 53"/>
                  <a:gd name="T2" fmla="*/ 2 w 19"/>
                  <a:gd name="T3" fmla="*/ 51 h 53"/>
                  <a:gd name="T4" fmla="*/ 6 w 19"/>
                  <a:gd name="T5" fmla="*/ 47 h 53"/>
                  <a:gd name="T6" fmla="*/ 6 w 19"/>
                  <a:gd name="T7" fmla="*/ 26 h 53"/>
                  <a:gd name="T8" fmla="*/ 3 w 19"/>
                  <a:gd name="T9" fmla="*/ 22 h 53"/>
                  <a:gd name="T10" fmla="*/ 1 w 19"/>
                  <a:gd name="T11" fmla="*/ 23 h 53"/>
                  <a:gd name="T12" fmla="*/ 0 w 19"/>
                  <a:gd name="T13" fmla="*/ 21 h 53"/>
                  <a:gd name="T14" fmla="*/ 13 w 19"/>
                  <a:gd name="T15" fmla="*/ 18 h 53"/>
                  <a:gd name="T16" fmla="*/ 13 w 19"/>
                  <a:gd name="T17" fmla="*/ 47 h 53"/>
                  <a:gd name="T18" fmla="*/ 17 w 19"/>
                  <a:gd name="T19" fmla="*/ 51 h 53"/>
                  <a:gd name="T20" fmla="*/ 19 w 19"/>
                  <a:gd name="T21" fmla="*/ 51 h 53"/>
                  <a:gd name="T22" fmla="*/ 19 w 19"/>
                  <a:gd name="T23" fmla="*/ 53 h 53"/>
                  <a:gd name="T24" fmla="*/ 0 w 19"/>
                  <a:gd name="T25" fmla="*/ 53 h 53"/>
                  <a:gd name="T26" fmla="*/ 0 w 19"/>
                  <a:gd name="T27" fmla="*/ 51 h 53"/>
                  <a:gd name="T28" fmla="*/ 15 w 19"/>
                  <a:gd name="T29" fmla="*/ 5 h 53"/>
                  <a:gd name="T30" fmla="*/ 9 w 19"/>
                  <a:gd name="T31" fmla="*/ 10 h 53"/>
                  <a:gd name="T32" fmla="*/ 4 w 19"/>
                  <a:gd name="T33" fmla="*/ 5 h 53"/>
                  <a:gd name="T34" fmla="*/ 9 w 19"/>
                  <a:gd name="T35" fmla="*/ 0 h 53"/>
                  <a:gd name="T36" fmla="*/ 15 w 19"/>
                  <a:gd name="T37" fmla="*/ 5 h 53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</a:cxnLst>
                <a:rect l="0" t="0" r="r" b="b"/>
                <a:pathLst>
                  <a:path w="19" h="53">
                    <a:moveTo>
                      <a:pt x="0" y="51"/>
                    </a:moveTo>
                    <a:cubicBezTo>
                      <a:pt x="2" y="51"/>
                      <a:pt x="2" y="51"/>
                      <a:pt x="2" y="51"/>
                    </a:cubicBezTo>
                    <a:cubicBezTo>
                      <a:pt x="4" y="51"/>
                      <a:pt x="6" y="49"/>
                      <a:pt x="6" y="47"/>
                    </a:cubicBezTo>
                    <a:cubicBezTo>
                      <a:pt x="6" y="26"/>
                      <a:pt x="6" y="26"/>
                      <a:pt x="6" y="26"/>
                    </a:cubicBezTo>
                    <a:cubicBezTo>
                      <a:pt x="6" y="24"/>
                      <a:pt x="5" y="22"/>
                      <a:pt x="3" y="22"/>
                    </a:cubicBezTo>
                    <a:cubicBezTo>
                      <a:pt x="3" y="22"/>
                      <a:pt x="2" y="22"/>
                      <a:pt x="1" y="23"/>
                    </a:cubicBezTo>
                    <a:cubicBezTo>
                      <a:pt x="0" y="21"/>
                      <a:pt x="0" y="21"/>
                      <a:pt x="0" y="21"/>
                    </a:cubicBezTo>
                    <a:cubicBezTo>
                      <a:pt x="13" y="18"/>
                      <a:pt x="13" y="18"/>
                      <a:pt x="13" y="18"/>
                    </a:cubicBezTo>
                    <a:cubicBezTo>
                      <a:pt x="13" y="47"/>
                      <a:pt x="13" y="47"/>
                      <a:pt x="13" y="47"/>
                    </a:cubicBezTo>
                    <a:cubicBezTo>
                      <a:pt x="13" y="50"/>
                      <a:pt x="14" y="51"/>
                      <a:pt x="17" y="51"/>
                    </a:cubicBezTo>
                    <a:cubicBezTo>
                      <a:pt x="19" y="51"/>
                      <a:pt x="19" y="51"/>
                      <a:pt x="19" y="51"/>
                    </a:cubicBezTo>
                    <a:cubicBezTo>
                      <a:pt x="19" y="53"/>
                      <a:pt x="19" y="53"/>
                      <a:pt x="19" y="53"/>
                    </a:cubicBezTo>
                    <a:cubicBezTo>
                      <a:pt x="0" y="53"/>
                      <a:pt x="0" y="53"/>
                      <a:pt x="0" y="53"/>
                    </a:cubicBezTo>
                    <a:lnTo>
                      <a:pt x="0" y="51"/>
                    </a:lnTo>
                    <a:close/>
                    <a:moveTo>
                      <a:pt x="15" y="5"/>
                    </a:moveTo>
                    <a:cubicBezTo>
                      <a:pt x="15" y="7"/>
                      <a:pt x="12" y="10"/>
                      <a:pt x="9" y="10"/>
                    </a:cubicBezTo>
                    <a:cubicBezTo>
                      <a:pt x="7" y="10"/>
                      <a:pt x="4" y="7"/>
                      <a:pt x="4" y="5"/>
                    </a:cubicBezTo>
                    <a:cubicBezTo>
                      <a:pt x="4" y="2"/>
                      <a:pt x="7" y="0"/>
                      <a:pt x="9" y="0"/>
                    </a:cubicBezTo>
                    <a:cubicBezTo>
                      <a:pt x="12" y="0"/>
                      <a:pt x="15" y="2"/>
                      <a:pt x="15" y="5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146" name="íşļîḓé"/>
              <p:cNvSpPr/>
              <p:nvPr/>
            </p:nvSpPr>
            <p:spPr bwMode="auto">
              <a:xfrm>
                <a:off x="8186738" y="4054476"/>
                <a:ext cx="127000" cy="261938"/>
              </a:xfrm>
              <a:custGeom>
                <a:avLst/>
                <a:gdLst>
                  <a:gd name="T0" fmla="*/ 0 w 24"/>
                  <a:gd name="T1" fmla="*/ 15 h 48"/>
                  <a:gd name="T2" fmla="*/ 0 w 24"/>
                  <a:gd name="T3" fmla="*/ 12 h 48"/>
                  <a:gd name="T4" fmla="*/ 11 w 24"/>
                  <a:gd name="T5" fmla="*/ 3 h 48"/>
                  <a:gd name="T6" fmla="*/ 11 w 24"/>
                  <a:gd name="T7" fmla="*/ 0 h 48"/>
                  <a:gd name="T8" fmla="*/ 14 w 24"/>
                  <a:gd name="T9" fmla="*/ 0 h 48"/>
                  <a:gd name="T10" fmla="*/ 14 w 24"/>
                  <a:gd name="T11" fmla="*/ 12 h 48"/>
                  <a:gd name="T12" fmla="*/ 24 w 24"/>
                  <a:gd name="T13" fmla="*/ 12 h 48"/>
                  <a:gd name="T14" fmla="*/ 24 w 24"/>
                  <a:gd name="T15" fmla="*/ 15 h 48"/>
                  <a:gd name="T16" fmla="*/ 14 w 24"/>
                  <a:gd name="T17" fmla="*/ 15 h 48"/>
                  <a:gd name="T18" fmla="*/ 14 w 24"/>
                  <a:gd name="T19" fmla="*/ 39 h 48"/>
                  <a:gd name="T20" fmla="*/ 18 w 24"/>
                  <a:gd name="T21" fmla="*/ 44 h 48"/>
                  <a:gd name="T22" fmla="*/ 23 w 24"/>
                  <a:gd name="T23" fmla="*/ 41 h 48"/>
                  <a:gd name="T24" fmla="*/ 24 w 24"/>
                  <a:gd name="T25" fmla="*/ 42 h 48"/>
                  <a:gd name="T26" fmla="*/ 14 w 24"/>
                  <a:gd name="T27" fmla="*/ 48 h 48"/>
                  <a:gd name="T28" fmla="*/ 6 w 24"/>
                  <a:gd name="T29" fmla="*/ 39 h 48"/>
                  <a:gd name="T30" fmla="*/ 6 w 24"/>
                  <a:gd name="T31" fmla="*/ 15 h 48"/>
                  <a:gd name="T32" fmla="*/ 0 w 24"/>
                  <a:gd name="T33" fmla="*/ 15 h 4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</a:cxnLst>
                <a:rect l="0" t="0" r="r" b="b"/>
                <a:pathLst>
                  <a:path w="24" h="48">
                    <a:moveTo>
                      <a:pt x="0" y="15"/>
                    </a:moveTo>
                    <a:cubicBezTo>
                      <a:pt x="0" y="12"/>
                      <a:pt x="0" y="12"/>
                      <a:pt x="0" y="12"/>
                    </a:cubicBezTo>
                    <a:cubicBezTo>
                      <a:pt x="10" y="12"/>
                      <a:pt x="11" y="4"/>
                      <a:pt x="11" y="3"/>
                    </a:cubicBezTo>
                    <a:cubicBezTo>
                      <a:pt x="11" y="0"/>
                      <a:pt x="11" y="0"/>
                      <a:pt x="11" y="0"/>
                    </a:cubicBezTo>
                    <a:cubicBezTo>
                      <a:pt x="14" y="0"/>
                      <a:pt x="14" y="0"/>
                      <a:pt x="14" y="0"/>
                    </a:cubicBezTo>
                    <a:cubicBezTo>
                      <a:pt x="14" y="12"/>
                      <a:pt x="14" y="12"/>
                      <a:pt x="14" y="12"/>
                    </a:cubicBezTo>
                    <a:cubicBezTo>
                      <a:pt x="24" y="12"/>
                      <a:pt x="24" y="12"/>
                      <a:pt x="24" y="12"/>
                    </a:cubicBezTo>
                    <a:cubicBezTo>
                      <a:pt x="24" y="15"/>
                      <a:pt x="24" y="15"/>
                      <a:pt x="24" y="15"/>
                    </a:cubicBezTo>
                    <a:cubicBezTo>
                      <a:pt x="14" y="15"/>
                      <a:pt x="14" y="15"/>
                      <a:pt x="14" y="15"/>
                    </a:cubicBezTo>
                    <a:cubicBezTo>
                      <a:pt x="14" y="39"/>
                      <a:pt x="14" y="39"/>
                      <a:pt x="14" y="39"/>
                    </a:cubicBezTo>
                    <a:cubicBezTo>
                      <a:pt x="14" y="43"/>
                      <a:pt x="16" y="44"/>
                      <a:pt x="18" y="44"/>
                    </a:cubicBezTo>
                    <a:cubicBezTo>
                      <a:pt x="20" y="44"/>
                      <a:pt x="21" y="42"/>
                      <a:pt x="23" y="41"/>
                    </a:cubicBezTo>
                    <a:cubicBezTo>
                      <a:pt x="24" y="42"/>
                      <a:pt x="24" y="42"/>
                      <a:pt x="24" y="42"/>
                    </a:cubicBezTo>
                    <a:cubicBezTo>
                      <a:pt x="22" y="45"/>
                      <a:pt x="19" y="48"/>
                      <a:pt x="14" y="48"/>
                    </a:cubicBezTo>
                    <a:cubicBezTo>
                      <a:pt x="9" y="48"/>
                      <a:pt x="6" y="44"/>
                      <a:pt x="6" y="39"/>
                    </a:cubicBezTo>
                    <a:cubicBezTo>
                      <a:pt x="6" y="15"/>
                      <a:pt x="6" y="15"/>
                      <a:pt x="6" y="15"/>
                    </a:cubicBezTo>
                    <a:lnTo>
                      <a:pt x="0" y="15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147" name="ïṡḻîḑè"/>
              <p:cNvSpPr/>
              <p:nvPr/>
            </p:nvSpPr>
            <p:spPr bwMode="auto">
              <a:xfrm>
                <a:off x="8329613" y="4119564"/>
                <a:ext cx="198437" cy="252413"/>
              </a:xfrm>
              <a:custGeom>
                <a:avLst/>
                <a:gdLst>
                  <a:gd name="T0" fmla="*/ 36 w 38"/>
                  <a:gd name="T1" fmla="*/ 3 h 46"/>
                  <a:gd name="T2" fmla="*/ 31 w 38"/>
                  <a:gd name="T3" fmla="*/ 8 h 46"/>
                  <a:gd name="T4" fmla="*/ 19 w 38"/>
                  <a:gd name="T5" fmla="*/ 37 h 46"/>
                  <a:gd name="T6" fmla="*/ 7 w 38"/>
                  <a:gd name="T7" fmla="*/ 46 h 46"/>
                  <a:gd name="T8" fmla="*/ 2 w 38"/>
                  <a:gd name="T9" fmla="*/ 41 h 46"/>
                  <a:gd name="T10" fmla="*/ 7 w 38"/>
                  <a:gd name="T11" fmla="*/ 36 h 46"/>
                  <a:gd name="T12" fmla="*/ 11 w 38"/>
                  <a:gd name="T13" fmla="*/ 40 h 46"/>
                  <a:gd name="T14" fmla="*/ 12 w 38"/>
                  <a:gd name="T15" fmla="*/ 41 h 46"/>
                  <a:gd name="T16" fmla="*/ 17 w 38"/>
                  <a:gd name="T17" fmla="*/ 35 h 46"/>
                  <a:gd name="T18" fmla="*/ 18 w 38"/>
                  <a:gd name="T19" fmla="*/ 34 h 46"/>
                  <a:gd name="T20" fmla="*/ 6 w 38"/>
                  <a:gd name="T21" fmla="*/ 7 h 46"/>
                  <a:gd name="T22" fmla="*/ 1 w 38"/>
                  <a:gd name="T23" fmla="*/ 3 h 46"/>
                  <a:gd name="T24" fmla="*/ 0 w 38"/>
                  <a:gd name="T25" fmla="*/ 3 h 46"/>
                  <a:gd name="T26" fmla="*/ 0 w 38"/>
                  <a:gd name="T27" fmla="*/ 0 h 46"/>
                  <a:gd name="T28" fmla="*/ 18 w 38"/>
                  <a:gd name="T29" fmla="*/ 0 h 46"/>
                  <a:gd name="T30" fmla="*/ 18 w 38"/>
                  <a:gd name="T31" fmla="*/ 3 h 46"/>
                  <a:gd name="T32" fmla="*/ 16 w 38"/>
                  <a:gd name="T33" fmla="*/ 3 h 46"/>
                  <a:gd name="T34" fmla="*/ 14 w 38"/>
                  <a:gd name="T35" fmla="*/ 5 h 46"/>
                  <a:gd name="T36" fmla="*/ 15 w 38"/>
                  <a:gd name="T37" fmla="*/ 8 h 46"/>
                  <a:gd name="T38" fmla="*/ 22 w 38"/>
                  <a:gd name="T39" fmla="*/ 24 h 46"/>
                  <a:gd name="T40" fmla="*/ 28 w 38"/>
                  <a:gd name="T41" fmla="*/ 8 h 46"/>
                  <a:gd name="T42" fmla="*/ 29 w 38"/>
                  <a:gd name="T43" fmla="*/ 5 h 46"/>
                  <a:gd name="T44" fmla="*/ 26 w 38"/>
                  <a:gd name="T45" fmla="*/ 3 h 46"/>
                  <a:gd name="T46" fmla="*/ 23 w 38"/>
                  <a:gd name="T47" fmla="*/ 3 h 46"/>
                  <a:gd name="T48" fmla="*/ 23 w 38"/>
                  <a:gd name="T49" fmla="*/ 0 h 46"/>
                  <a:gd name="T50" fmla="*/ 38 w 38"/>
                  <a:gd name="T51" fmla="*/ 0 h 46"/>
                  <a:gd name="T52" fmla="*/ 38 w 38"/>
                  <a:gd name="T53" fmla="*/ 3 h 46"/>
                  <a:gd name="T54" fmla="*/ 36 w 38"/>
                  <a:gd name="T55" fmla="*/ 3 h 4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</a:cxnLst>
                <a:rect l="0" t="0" r="r" b="b"/>
                <a:pathLst>
                  <a:path w="38" h="46">
                    <a:moveTo>
                      <a:pt x="36" y="3"/>
                    </a:moveTo>
                    <a:cubicBezTo>
                      <a:pt x="33" y="3"/>
                      <a:pt x="32" y="6"/>
                      <a:pt x="31" y="8"/>
                    </a:cubicBezTo>
                    <a:cubicBezTo>
                      <a:pt x="19" y="37"/>
                      <a:pt x="19" y="37"/>
                      <a:pt x="19" y="37"/>
                    </a:cubicBezTo>
                    <a:cubicBezTo>
                      <a:pt x="17" y="42"/>
                      <a:pt x="12" y="46"/>
                      <a:pt x="7" y="46"/>
                    </a:cubicBezTo>
                    <a:cubicBezTo>
                      <a:pt x="4" y="46"/>
                      <a:pt x="2" y="44"/>
                      <a:pt x="2" y="41"/>
                    </a:cubicBezTo>
                    <a:cubicBezTo>
                      <a:pt x="2" y="38"/>
                      <a:pt x="4" y="36"/>
                      <a:pt x="7" y="36"/>
                    </a:cubicBezTo>
                    <a:cubicBezTo>
                      <a:pt x="10" y="36"/>
                      <a:pt x="10" y="38"/>
                      <a:pt x="11" y="40"/>
                    </a:cubicBezTo>
                    <a:cubicBezTo>
                      <a:pt x="12" y="41"/>
                      <a:pt x="12" y="41"/>
                      <a:pt x="12" y="41"/>
                    </a:cubicBezTo>
                    <a:cubicBezTo>
                      <a:pt x="14" y="41"/>
                      <a:pt x="17" y="37"/>
                      <a:pt x="17" y="35"/>
                    </a:cubicBezTo>
                    <a:cubicBezTo>
                      <a:pt x="18" y="34"/>
                      <a:pt x="18" y="34"/>
                      <a:pt x="18" y="34"/>
                    </a:cubicBezTo>
                    <a:cubicBezTo>
                      <a:pt x="6" y="7"/>
                      <a:pt x="6" y="7"/>
                      <a:pt x="6" y="7"/>
                    </a:cubicBezTo>
                    <a:cubicBezTo>
                      <a:pt x="5" y="4"/>
                      <a:pt x="3" y="3"/>
                      <a:pt x="1" y="3"/>
                    </a:cubicBezTo>
                    <a:cubicBezTo>
                      <a:pt x="0" y="3"/>
                      <a:pt x="0" y="3"/>
                      <a:pt x="0" y="3"/>
                    </a:cubicBezTo>
                    <a:cubicBezTo>
                      <a:pt x="0" y="0"/>
                      <a:pt x="0" y="0"/>
                      <a:pt x="0" y="0"/>
                    </a:cubicBezTo>
                    <a:cubicBezTo>
                      <a:pt x="18" y="0"/>
                      <a:pt x="18" y="0"/>
                      <a:pt x="18" y="0"/>
                    </a:cubicBezTo>
                    <a:cubicBezTo>
                      <a:pt x="18" y="3"/>
                      <a:pt x="18" y="3"/>
                      <a:pt x="18" y="3"/>
                    </a:cubicBezTo>
                    <a:cubicBezTo>
                      <a:pt x="16" y="3"/>
                      <a:pt x="16" y="3"/>
                      <a:pt x="16" y="3"/>
                    </a:cubicBezTo>
                    <a:cubicBezTo>
                      <a:pt x="15" y="3"/>
                      <a:pt x="14" y="4"/>
                      <a:pt x="14" y="5"/>
                    </a:cubicBezTo>
                    <a:cubicBezTo>
                      <a:pt x="14" y="6"/>
                      <a:pt x="14" y="7"/>
                      <a:pt x="15" y="8"/>
                    </a:cubicBezTo>
                    <a:cubicBezTo>
                      <a:pt x="22" y="24"/>
                      <a:pt x="22" y="24"/>
                      <a:pt x="22" y="24"/>
                    </a:cubicBezTo>
                    <a:cubicBezTo>
                      <a:pt x="28" y="8"/>
                      <a:pt x="28" y="8"/>
                      <a:pt x="28" y="8"/>
                    </a:cubicBezTo>
                    <a:cubicBezTo>
                      <a:pt x="29" y="7"/>
                      <a:pt x="29" y="6"/>
                      <a:pt x="29" y="5"/>
                    </a:cubicBezTo>
                    <a:cubicBezTo>
                      <a:pt x="29" y="4"/>
                      <a:pt x="27" y="3"/>
                      <a:pt x="26" y="3"/>
                    </a:cubicBezTo>
                    <a:cubicBezTo>
                      <a:pt x="23" y="3"/>
                      <a:pt x="23" y="3"/>
                      <a:pt x="23" y="3"/>
                    </a:cubicBezTo>
                    <a:cubicBezTo>
                      <a:pt x="23" y="0"/>
                      <a:pt x="23" y="0"/>
                      <a:pt x="23" y="0"/>
                    </a:cubicBezTo>
                    <a:cubicBezTo>
                      <a:pt x="38" y="0"/>
                      <a:pt x="38" y="0"/>
                      <a:pt x="38" y="0"/>
                    </a:cubicBezTo>
                    <a:cubicBezTo>
                      <a:pt x="38" y="3"/>
                      <a:pt x="38" y="3"/>
                      <a:pt x="38" y="3"/>
                    </a:cubicBezTo>
                    <a:lnTo>
                      <a:pt x="36" y="3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</p:grpSp>
        <p:grpSp>
          <p:nvGrpSpPr>
            <p:cNvPr id="120" name="ísḷîḓe"/>
            <p:cNvGrpSpPr/>
            <p:nvPr/>
          </p:nvGrpSpPr>
          <p:grpSpPr>
            <a:xfrm>
              <a:off x="5477124" y="2634664"/>
              <a:ext cx="741350" cy="1171206"/>
              <a:chOff x="4718050" y="4784723"/>
              <a:chExt cx="755650" cy="1193799"/>
            </a:xfrm>
            <a:grpFill/>
          </p:grpSpPr>
          <p:sp>
            <p:nvSpPr>
              <p:cNvPr id="131" name="ïṡļîḑê"/>
              <p:cNvSpPr/>
              <p:nvPr/>
            </p:nvSpPr>
            <p:spPr bwMode="auto">
              <a:xfrm>
                <a:off x="4718050" y="4784723"/>
                <a:ext cx="373063" cy="1193799"/>
              </a:xfrm>
              <a:custGeom>
                <a:avLst/>
                <a:gdLst>
                  <a:gd name="T0" fmla="*/ 279 w 367"/>
                  <a:gd name="T1" fmla="*/ 506 h 1171"/>
                  <a:gd name="T2" fmla="*/ 247 w 367"/>
                  <a:gd name="T3" fmla="*/ 408 h 1171"/>
                  <a:gd name="T4" fmla="*/ 207 w 367"/>
                  <a:gd name="T5" fmla="*/ 413 h 1171"/>
                  <a:gd name="T6" fmla="*/ 257 w 367"/>
                  <a:gd name="T7" fmla="*/ 316 h 1171"/>
                  <a:gd name="T8" fmla="*/ 275 w 367"/>
                  <a:gd name="T9" fmla="*/ 282 h 1171"/>
                  <a:gd name="T10" fmla="*/ 295 w 367"/>
                  <a:gd name="T11" fmla="*/ 258 h 1171"/>
                  <a:gd name="T12" fmla="*/ 312 w 367"/>
                  <a:gd name="T13" fmla="*/ 221 h 1171"/>
                  <a:gd name="T14" fmla="*/ 352 w 367"/>
                  <a:gd name="T15" fmla="*/ 167 h 1171"/>
                  <a:gd name="T16" fmla="*/ 365 w 367"/>
                  <a:gd name="T17" fmla="*/ 133 h 1171"/>
                  <a:gd name="T18" fmla="*/ 365 w 367"/>
                  <a:gd name="T19" fmla="*/ 119 h 1171"/>
                  <a:gd name="T20" fmla="*/ 285 w 367"/>
                  <a:gd name="T21" fmla="*/ 1 h 1171"/>
                  <a:gd name="T22" fmla="*/ 277 w 367"/>
                  <a:gd name="T23" fmla="*/ 73 h 1171"/>
                  <a:gd name="T24" fmla="*/ 277 w 367"/>
                  <a:gd name="T25" fmla="*/ 92 h 1171"/>
                  <a:gd name="T26" fmla="*/ 295 w 367"/>
                  <a:gd name="T27" fmla="*/ 149 h 1171"/>
                  <a:gd name="T28" fmla="*/ 199 w 367"/>
                  <a:gd name="T29" fmla="*/ 333 h 1171"/>
                  <a:gd name="T30" fmla="*/ 149 w 367"/>
                  <a:gd name="T31" fmla="*/ 412 h 1171"/>
                  <a:gd name="T32" fmla="*/ 127 w 367"/>
                  <a:gd name="T33" fmla="*/ 499 h 1171"/>
                  <a:gd name="T34" fmla="*/ 196 w 367"/>
                  <a:gd name="T35" fmla="*/ 505 h 1171"/>
                  <a:gd name="T36" fmla="*/ 210 w 367"/>
                  <a:gd name="T37" fmla="*/ 498 h 1171"/>
                  <a:gd name="T38" fmla="*/ 178 w 367"/>
                  <a:gd name="T39" fmla="*/ 591 h 1171"/>
                  <a:gd name="T40" fmla="*/ 159 w 367"/>
                  <a:gd name="T41" fmla="*/ 636 h 1171"/>
                  <a:gd name="T42" fmla="*/ 139 w 367"/>
                  <a:gd name="T43" fmla="*/ 677 h 1171"/>
                  <a:gd name="T44" fmla="*/ 124 w 367"/>
                  <a:gd name="T45" fmla="*/ 701 h 1171"/>
                  <a:gd name="T46" fmla="*/ 77 w 367"/>
                  <a:gd name="T47" fmla="*/ 785 h 1171"/>
                  <a:gd name="T48" fmla="*/ 46 w 367"/>
                  <a:gd name="T49" fmla="*/ 829 h 1171"/>
                  <a:gd name="T50" fmla="*/ 35 w 367"/>
                  <a:gd name="T51" fmla="*/ 857 h 1171"/>
                  <a:gd name="T52" fmla="*/ 11 w 367"/>
                  <a:gd name="T53" fmla="*/ 897 h 1171"/>
                  <a:gd name="T54" fmla="*/ 12 w 367"/>
                  <a:gd name="T55" fmla="*/ 906 h 1171"/>
                  <a:gd name="T56" fmla="*/ 0 w 367"/>
                  <a:gd name="T57" fmla="*/ 948 h 1171"/>
                  <a:gd name="T58" fmla="*/ 10 w 367"/>
                  <a:gd name="T59" fmla="*/ 959 h 1171"/>
                  <a:gd name="T60" fmla="*/ 77 w 367"/>
                  <a:gd name="T61" fmla="*/ 893 h 1171"/>
                  <a:gd name="T62" fmla="*/ 113 w 367"/>
                  <a:gd name="T63" fmla="*/ 854 h 1171"/>
                  <a:gd name="T64" fmla="*/ 138 w 367"/>
                  <a:gd name="T65" fmla="*/ 817 h 1171"/>
                  <a:gd name="T66" fmla="*/ 140 w 367"/>
                  <a:gd name="T67" fmla="*/ 876 h 1171"/>
                  <a:gd name="T68" fmla="*/ 138 w 367"/>
                  <a:gd name="T69" fmla="*/ 913 h 1171"/>
                  <a:gd name="T70" fmla="*/ 140 w 367"/>
                  <a:gd name="T71" fmla="*/ 926 h 1171"/>
                  <a:gd name="T72" fmla="*/ 133 w 367"/>
                  <a:gd name="T73" fmla="*/ 970 h 1171"/>
                  <a:gd name="T74" fmla="*/ 133 w 367"/>
                  <a:gd name="T75" fmla="*/ 994 h 1171"/>
                  <a:gd name="T76" fmla="*/ 128 w 367"/>
                  <a:gd name="T77" fmla="*/ 999 h 1171"/>
                  <a:gd name="T78" fmla="*/ 127 w 367"/>
                  <a:gd name="T79" fmla="*/ 1073 h 1171"/>
                  <a:gd name="T80" fmla="*/ 157 w 367"/>
                  <a:gd name="T81" fmla="*/ 1171 h 1171"/>
                  <a:gd name="T82" fmla="*/ 179 w 367"/>
                  <a:gd name="T83" fmla="*/ 1170 h 1171"/>
                  <a:gd name="T84" fmla="*/ 192 w 367"/>
                  <a:gd name="T85" fmla="*/ 1159 h 1171"/>
                  <a:gd name="T86" fmla="*/ 201 w 367"/>
                  <a:gd name="T87" fmla="*/ 1137 h 1171"/>
                  <a:gd name="T88" fmla="*/ 205 w 367"/>
                  <a:gd name="T89" fmla="*/ 1075 h 1171"/>
                  <a:gd name="T90" fmla="*/ 198 w 367"/>
                  <a:gd name="T91" fmla="*/ 1069 h 1171"/>
                  <a:gd name="T92" fmla="*/ 198 w 367"/>
                  <a:gd name="T93" fmla="*/ 950 h 1171"/>
                  <a:gd name="T94" fmla="*/ 205 w 367"/>
                  <a:gd name="T95" fmla="*/ 935 h 1171"/>
                  <a:gd name="T96" fmla="*/ 205 w 367"/>
                  <a:gd name="T97" fmla="*/ 916 h 1171"/>
                  <a:gd name="T98" fmla="*/ 210 w 367"/>
                  <a:gd name="T99" fmla="*/ 893 h 1171"/>
                  <a:gd name="T100" fmla="*/ 209 w 367"/>
                  <a:gd name="T101" fmla="*/ 878 h 1171"/>
                  <a:gd name="T102" fmla="*/ 220 w 367"/>
                  <a:gd name="T103" fmla="*/ 842 h 1171"/>
                  <a:gd name="T104" fmla="*/ 220 w 367"/>
                  <a:gd name="T105" fmla="*/ 814 h 1171"/>
                  <a:gd name="T106" fmla="*/ 181 w 367"/>
                  <a:gd name="T107" fmla="*/ 711 h 1171"/>
                  <a:gd name="T108" fmla="*/ 210 w 367"/>
                  <a:gd name="T109" fmla="*/ 643 h 1171"/>
                  <a:gd name="T110" fmla="*/ 279 w 367"/>
                  <a:gd name="T111" fmla="*/ 506 h 117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  <a:cxn ang="0">
                    <a:pos x="T90" y="T91"/>
                  </a:cxn>
                  <a:cxn ang="0">
                    <a:pos x="T92" y="T93"/>
                  </a:cxn>
                  <a:cxn ang="0">
                    <a:pos x="T94" y="T95"/>
                  </a:cxn>
                  <a:cxn ang="0">
                    <a:pos x="T96" y="T97"/>
                  </a:cxn>
                  <a:cxn ang="0">
                    <a:pos x="T98" y="T99"/>
                  </a:cxn>
                  <a:cxn ang="0">
                    <a:pos x="T100" y="T101"/>
                  </a:cxn>
                  <a:cxn ang="0">
                    <a:pos x="T102" y="T103"/>
                  </a:cxn>
                  <a:cxn ang="0">
                    <a:pos x="T104" y="T105"/>
                  </a:cxn>
                  <a:cxn ang="0">
                    <a:pos x="T106" y="T107"/>
                  </a:cxn>
                  <a:cxn ang="0">
                    <a:pos x="T108" y="T109"/>
                  </a:cxn>
                  <a:cxn ang="0">
                    <a:pos x="T110" y="T111"/>
                  </a:cxn>
                </a:cxnLst>
                <a:rect l="0" t="0" r="r" b="b"/>
                <a:pathLst>
                  <a:path w="367" h="1171">
                    <a:moveTo>
                      <a:pt x="279" y="506"/>
                    </a:moveTo>
                    <a:cubicBezTo>
                      <a:pt x="298" y="459"/>
                      <a:pt x="292" y="421"/>
                      <a:pt x="247" y="408"/>
                    </a:cubicBezTo>
                    <a:cubicBezTo>
                      <a:pt x="230" y="403"/>
                      <a:pt x="221" y="412"/>
                      <a:pt x="207" y="413"/>
                    </a:cubicBezTo>
                    <a:cubicBezTo>
                      <a:pt x="225" y="375"/>
                      <a:pt x="242" y="350"/>
                      <a:pt x="257" y="316"/>
                    </a:cubicBezTo>
                    <a:cubicBezTo>
                      <a:pt x="261" y="307"/>
                      <a:pt x="278" y="293"/>
                      <a:pt x="275" y="282"/>
                    </a:cubicBezTo>
                    <a:cubicBezTo>
                      <a:pt x="281" y="273"/>
                      <a:pt x="290" y="266"/>
                      <a:pt x="295" y="258"/>
                    </a:cubicBezTo>
                    <a:cubicBezTo>
                      <a:pt x="302" y="245"/>
                      <a:pt x="303" y="232"/>
                      <a:pt x="312" y="221"/>
                    </a:cubicBezTo>
                    <a:cubicBezTo>
                      <a:pt x="321" y="208"/>
                      <a:pt x="345" y="182"/>
                      <a:pt x="352" y="167"/>
                    </a:cubicBezTo>
                    <a:cubicBezTo>
                      <a:pt x="356" y="156"/>
                      <a:pt x="360" y="144"/>
                      <a:pt x="365" y="133"/>
                    </a:cubicBezTo>
                    <a:cubicBezTo>
                      <a:pt x="367" y="126"/>
                      <a:pt x="363" y="122"/>
                      <a:pt x="365" y="119"/>
                    </a:cubicBezTo>
                    <a:cubicBezTo>
                      <a:pt x="365" y="68"/>
                      <a:pt x="339" y="0"/>
                      <a:pt x="285" y="1"/>
                    </a:cubicBezTo>
                    <a:cubicBezTo>
                      <a:pt x="276" y="21"/>
                      <a:pt x="270" y="45"/>
                      <a:pt x="277" y="73"/>
                    </a:cubicBezTo>
                    <a:cubicBezTo>
                      <a:pt x="277" y="79"/>
                      <a:pt x="277" y="85"/>
                      <a:pt x="277" y="92"/>
                    </a:cubicBezTo>
                    <a:cubicBezTo>
                      <a:pt x="280" y="99"/>
                      <a:pt x="299" y="140"/>
                      <a:pt x="295" y="149"/>
                    </a:cubicBezTo>
                    <a:cubicBezTo>
                      <a:pt x="264" y="215"/>
                      <a:pt x="234" y="276"/>
                      <a:pt x="199" y="333"/>
                    </a:cubicBezTo>
                    <a:cubicBezTo>
                      <a:pt x="186" y="354"/>
                      <a:pt x="156" y="390"/>
                      <a:pt x="149" y="412"/>
                    </a:cubicBezTo>
                    <a:cubicBezTo>
                      <a:pt x="142" y="432"/>
                      <a:pt x="105" y="464"/>
                      <a:pt x="127" y="499"/>
                    </a:cubicBezTo>
                    <a:cubicBezTo>
                      <a:pt x="136" y="514"/>
                      <a:pt x="178" y="517"/>
                      <a:pt x="196" y="505"/>
                    </a:cubicBezTo>
                    <a:cubicBezTo>
                      <a:pt x="200" y="503"/>
                      <a:pt x="202" y="499"/>
                      <a:pt x="210" y="498"/>
                    </a:cubicBezTo>
                    <a:cubicBezTo>
                      <a:pt x="204" y="536"/>
                      <a:pt x="195" y="561"/>
                      <a:pt x="178" y="591"/>
                    </a:cubicBezTo>
                    <a:cubicBezTo>
                      <a:pt x="182" y="599"/>
                      <a:pt x="159" y="628"/>
                      <a:pt x="159" y="636"/>
                    </a:cubicBezTo>
                    <a:cubicBezTo>
                      <a:pt x="159" y="642"/>
                      <a:pt x="143" y="669"/>
                      <a:pt x="139" y="677"/>
                    </a:cubicBezTo>
                    <a:cubicBezTo>
                      <a:pt x="142" y="682"/>
                      <a:pt x="125" y="697"/>
                      <a:pt x="124" y="701"/>
                    </a:cubicBezTo>
                    <a:cubicBezTo>
                      <a:pt x="109" y="734"/>
                      <a:pt x="93" y="755"/>
                      <a:pt x="77" y="785"/>
                    </a:cubicBezTo>
                    <a:cubicBezTo>
                      <a:pt x="69" y="801"/>
                      <a:pt x="56" y="815"/>
                      <a:pt x="46" y="829"/>
                    </a:cubicBezTo>
                    <a:cubicBezTo>
                      <a:pt x="40" y="839"/>
                      <a:pt x="41" y="845"/>
                      <a:pt x="35" y="857"/>
                    </a:cubicBezTo>
                    <a:cubicBezTo>
                      <a:pt x="30" y="869"/>
                      <a:pt x="15" y="883"/>
                      <a:pt x="11" y="897"/>
                    </a:cubicBezTo>
                    <a:cubicBezTo>
                      <a:pt x="12" y="900"/>
                      <a:pt x="12" y="903"/>
                      <a:pt x="12" y="906"/>
                    </a:cubicBezTo>
                    <a:cubicBezTo>
                      <a:pt x="7" y="917"/>
                      <a:pt x="0" y="932"/>
                      <a:pt x="0" y="948"/>
                    </a:cubicBezTo>
                    <a:cubicBezTo>
                      <a:pt x="3" y="952"/>
                      <a:pt x="6" y="955"/>
                      <a:pt x="10" y="959"/>
                    </a:cubicBezTo>
                    <a:cubicBezTo>
                      <a:pt x="33" y="957"/>
                      <a:pt x="68" y="913"/>
                      <a:pt x="77" y="893"/>
                    </a:cubicBezTo>
                    <a:cubicBezTo>
                      <a:pt x="84" y="881"/>
                      <a:pt x="104" y="868"/>
                      <a:pt x="113" y="854"/>
                    </a:cubicBezTo>
                    <a:cubicBezTo>
                      <a:pt x="120" y="844"/>
                      <a:pt x="126" y="820"/>
                      <a:pt x="138" y="817"/>
                    </a:cubicBezTo>
                    <a:cubicBezTo>
                      <a:pt x="140" y="821"/>
                      <a:pt x="142" y="869"/>
                      <a:pt x="140" y="876"/>
                    </a:cubicBezTo>
                    <a:cubicBezTo>
                      <a:pt x="140" y="876"/>
                      <a:pt x="138" y="913"/>
                      <a:pt x="138" y="913"/>
                    </a:cubicBezTo>
                    <a:cubicBezTo>
                      <a:pt x="138" y="915"/>
                      <a:pt x="141" y="922"/>
                      <a:pt x="140" y="926"/>
                    </a:cubicBezTo>
                    <a:cubicBezTo>
                      <a:pt x="134" y="939"/>
                      <a:pt x="133" y="949"/>
                      <a:pt x="133" y="970"/>
                    </a:cubicBezTo>
                    <a:cubicBezTo>
                      <a:pt x="133" y="978"/>
                      <a:pt x="133" y="986"/>
                      <a:pt x="133" y="994"/>
                    </a:cubicBezTo>
                    <a:cubicBezTo>
                      <a:pt x="131" y="996"/>
                      <a:pt x="130" y="998"/>
                      <a:pt x="128" y="999"/>
                    </a:cubicBezTo>
                    <a:cubicBezTo>
                      <a:pt x="128" y="1024"/>
                      <a:pt x="127" y="1048"/>
                      <a:pt x="127" y="1073"/>
                    </a:cubicBezTo>
                    <a:cubicBezTo>
                      <a:pt x="113" y="1114"/>
                      <a:pt x="126" y="1161"/>
                      <a:pt x="157" y="1171"/>
                    </a:cubicBezTo>
                    <a:cubicBezTo>
                      <a:pt x="165" y="1171"/>
                      <a:pt x="172" y="1170"/>
                      <a:pt x="179" y="1170"/>
                    </a:cubicBezTo>
                    <a:cubicBezTo>
                      <a:pt x="182" y="1164"/>
                      <a:pt x="188" y="1163"/>
                      <a:pt x="192" y="1159"/>
                    </a:cubicBezTo>
                    <a:cubicBezTo>
                      <a:pt x="195" y="1152"/>
                      <a:pt x="198" y="1144"/>
                      <a:pt x="201" y="1137"/>
                    </a:cubicBezTo>
                    <a:cubicBezTo>
                      <a:pt x="203" y="1131"/>
                      <a:pt x="209" y="1085"/>
                      <a:pt x="205" y="1075"/>
                    </a:cubicBezTo>
                    <a:cubicBezTo>
                      <a:pt x="202" y="1073"/>
                      <a:pt x="200" y="1071"/>
                      <a:pt x="198" y="1069"/>
                    </a:cubicBezTo>
                    <a:cubicBezTo>
                      <a:pt x="198" y="1030"/>
                      <a:pt x="198" y="990"/>
                      <a:pt x="198" y="950"/>
                    </a:cubicBezTo>
                    <a:cubicBezTo>
                      <a:pt x="199" y="943"/>
                      <a:pt x="203" y="941"/>
                      <a:pt x="205" y="935"/>
                    </a:cubicBezTo>
                    <a:cubicBezTo>
                      <a:pt x="205" y="928"/>
                      <a:pt x="205" y="922"/>
                      <a:pt x="205" y="916"/>
                    </a:cubicBezTo>
                    <a:cubicBezTo>
                      <a:pt x="207" y="909"/>
                      <a:pt x="208" y="901"/>
                      <a:pt x="210" y="893"/>
                    </a:cubicBezTo>
                    <a:cubicBezTo>
                      <a:pt x="210" y="888"/>
                      <a:pt x="209" y="883"/>
                      <a:pt x="209" y="878"/>
                    </a:cubicBezTo>
                    <a:cubicBezTo>
                      <a:pt x="213" y="867"/>
                      <a:pt x="217" y="852"/>
                      <a:pt x="220" y="842"/>
                    </a:cubicBezTo>
                    <a:cubicBezTo>
                      <a:pt x="220" y="833"/>
                      <a:pt x="220" y="823"/>
                      <a:pt x="220" y="814"/>
                    </a:cubicBezTo>
                    <a:cubicBezTo>
                      <a:pt x="225" y="779"/>
                      <a:pt x="207" y="725"/>
                      <a:pt x="181" y="711"/>
                    </a:cubicBezTo>
                    <a:cubicBezTo>
                      <a:pt x="181" y="682"/>
                      <a:pt x="201" y="665"/>
                      <a:pt x="210" y="643"/>
                    </a:cubicBezTo>
                    <a:cubicBezTo>
                      <a:pt x="231" y="597"/>
                      <a:pt x="260" y="553"/>
                      <a:pt x="279" y="506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132" name="iṣľîḑe"/>
              <p:cNvSpPr/>
              <p:nvPr/>
            </p:nvSpPr>
            <p:spPr bwMode="auto">
              <a:xfrm>
                <a:off x="5000625" y="4865685"/>
                <a:ext cx="473075" cy="1063624"/>
              </a:xfrm>
              <a:custGeom>
                <a:avLst/>
                <a:gdLst>
                  <a:gd name="T0" fmla="*/ 392 w 466"/>
                  <a:gd name="T1" fmla="*/ 857 h 1043"/>
                  <a:gd name="T2" fmla="*/ 253 w 466"/>
                  <a:gd name="T3" fmla="*/ 759 h 1043"/>
                  <a:gd name="T4" fmla="*/ 169 w 466"/>
                  <a:gd name="T5" fmla="*/ 808 h 1043"/>
                  <a:gd name="T6" fmla="*/ 236 w 466"/>
                  <a:gd name="T7" fmla="*/ 670 h 1043"/>
                  <a:gd name="T8" fmla="*/ 319 w 466"/>
                  <a:gd name="T9" fmla="*/ 617 h 1043"/>
                  <a:gd name="T10" fmla="*/ 341 w 466"/>
                  <a:gd name="T11" fmla="*/ 489 h 1043"/>
                  <a:gd name="T12" fmla="*/ 362 w 466"/>
                  <a:gd name="T13" fmla="*/ 400 h 1043"/>
                  <a:gd name="T14" fmla="*/ 283 w 466"/>
                  <a:gd name="T15" fmla="*/ 247 h 1043"/>
                  <a:gd name="T16" fmla="*/ 147 w 466"/>
                  <a:gd name="T17" fmla="*/ 437 h 1043"/>
                  <a:gd name="T18" fmla="*/ 159 w 466"/>
                  <a:gd name="T19" fmla="*/ 389 h 1043"/>
                  <a:gd name="T20" fmla="*/ 325 w 466"/>
                  <a:gd name="T21" fmla="*/ 161 h 1043"/>
                  <a:gd name="T22" fmla="*/ 437 w 466"/>
                  <a:gd name="T23" fmla="*/ 1 h 1043"/>
                  <a:gd name="T24" fmla="*/ 356 w 466"/>
                  <a:gd name="T25" fmla="*/ 43 h 1043"/>
                  <a:gd name="T26" fmla="*/ 194 w 466"/>
                  <a:gd name="T27" fmla="*/ 172 h 1043"/>
                  <a:gd name="T28" fmla="*/ 201 w 466"/>
                  <a:gd name="T29" fmla="*/ 147 h 1043"/>
                  <a:gd name="T30" fmla="*/ 146 w 466"/>
                  <a:gd name="T31" fmla="*/ 23 h 1043"/>
                  <a:gd name="T32" fmla="*/ 96 w 466"/>
                  <a:gd name="T33" fmla="*/ 306 h 1043"/>
                  <a:gd name="T34" fmla="*/ 211 w 466"/>
                  <a:gd name="T35" fmla="*/ 214 h 1043"/>
                  <a:gd name="T36" fmla="*/ 384 w 466"/>
                  <a:gd name="T37" fmla="*/ 56 h 1043"/>
                  <a:gd name="T38" fmla="*/ 352 w 466"/>
                  <a:gd name="T39" fmla="*/ 93 h 1043"/>
                  <a:gd name="T40" fmla="*/ 240 w 466"/>
                  <a:gd name="T41" fmla="*/ 220 h 1043"/>
                  <a:gd name="T42" fmla="*/ 68 w 466"/>
                  <a:gd name="T43" fmla="*/ 555 h 1043"/>
                  <a:gd name="T44" fmla="*/ 110 w 466"/>
                  <a:gd name="T45" fmla="*/ 700 h 1043"/>
                  <a:gd name="T46" fmla="*/ 142 w 466"/>
                  <a:gd name="T47" fmla="*/ 574 h 1043"/>
                  <a:gd name="T48" fmla="*/ 258 w 466"/>
                  <a:gd name="T49" fmla="*/ 344 h 1043"/>
                  <a:gd name="T50" fmla="*/ 341 w 466"/>
                  <a:gd name="T51" fmla="*/ 260 h 1043"/>
                  <a:gd name="T52" fmla="*/ 332 w 466"/>
                  <a:gd name="T53" fmla="*/ 376 h 1043"/>
                  <a:gd name="T54" fmla="*/ 313 w 466"/>
                  <a:gd name="T55" fmla="*/ 503 h 1043"/>
                  <a:gd name="T56" fmla="*/ 293 w 466"/>
                  <a:gd name="T57" fmla="*/ 576 h 1043"/>
                  <a:gd name="T58" fmla="*/ 284 w 466"/>
                  <a:gd name="T59" fmla="*/ 627 h 1043"/>
                  <a:gd name="T60" fmla="*/ 284 w 466"/>
                  <a:gd name="T61" fmla="*/ 455 h 1043"/>
                  <a:gd name="T62" fmla="*/ 201 w 466"/>
                  <a:gd name="T63" fmla="*/ 572 h 1043"/>
                  <a:gd name="T64" fmla="*/ 3 w 466"/>
                  <a:gd name="T65" fmla="*/ 1027 h 1043"/>
                  <a:gd name="T66" fmla="*/ 105 w 466"/>
                  <a:gd name="T67" fmla="*/ 958 h 1043"/>
                  <a:gd name="T68" fmla="*/ 301 w 466"/>
                  <a:gd name="T69" fmla="*/ 768 h 1043"/>
                  <a:gd name="T70" fmla="*/ 378 w 466"/>
                  <a:gd name="T71" fmla="*/ 740 h 1043"/>
                  <a:gd name="T72" fmla="*/ 219 w 466"/>
                  <a:gd name="T73" fmla="*/ 881 h 1043"/>
                  <a:gd name="T74" fmla="*/ 304 w 466"/>
                  <a:gd name="T75" fmla="*/ 979 h 1043"/>
                  <a:gd name="T76" fmla="*/ 435 w 466"/>
                  <a:gd name="T77" fmla="*/ 991 h 1043"/>
                  <a:gd name="T78" fmla="*/ 449 w 466"/>
                  <a:gd name="T79" fmla="*/ 951 h 1043"/>
                  <a:gd name="T80" fmla="*/ 129 w 466"/>
                  <a:gd name="T81" fmla="*/ 467 h 1043"/>
                  <a:gd name="T82" fmla="*/ 134 w 466"/>
                  <a:gd name="T83" fmla="*/ 466 h 1043"/>
                  <a:gd name="T84" fmla="*/ 277 w 466"/>
                  <a:gd name="T85" fmla="*/ 889 h 1043"/>
                  <a:gd name="T86" fmla="*/ 309 w 466"/>
                  <a:gd name="T87" fmla="*/ 910 h 1043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</a:cxnLst>
                <a:rect l="0" t="0" r="r" b="b"/>
                <a:pathLst>
                  <a:path w="466" h="1043">
                    <a:moveTo>
                      <a:pt x="412" y="914"/>
                    </a:moveTo>
                    <a:cubicBezTo>
                      <a:pt x="407" y="911"/>
                      <a:pt x="388" y="899"/>
                      <a:pt x="385" y="893"/>
                    </a:cubicBezTo>
                    <a:cubicBezTo>
                      <a:pt x="379" y="887"/>
                      <a:pt x="392" y="857"/>
                      <a:pt x="392" y="857"/>
                    </a:cubicBezTo>
                    <a:cubicBezTo>
                      <a:pt x="396" y="826"/>
                      <a:pt x="441" y="785"/>
                      <a:pt x="420" y="740"/>
                    </a:cubicBezTo>
                    <a:cubicBezTo>
                      <a:pt x="405" y="709"/>
                      <a:pt x="367" y="710"/>
                      <a:pt x="334" y="722"/>
                    </a:cubicBezTo>
                    <a:cubicBezTo>
                      <a:pt x="307" y="731"/>
                      <a:pt x="277" y="745"/>
                      <a:pt x="253" y="759"/>
                    </a:cubicBezTo>
                    <a:cubicBezTo>
                      <a:pt x="245" y="763"/>
                      <a:pt x="238" y="773"/>
                      <a:pt x="230" y="776"/>
                    </a:cubicBezTo>
                    <a:cubicBezTo>
                      <a:pt x="210" y="786"/>
                      <a:pt x="190" y="795"/>
                      <a:pt x="173" y="808"/>
                    </a:cubicBezTo>
                    <a:cubicBezTo>
                      <a:pt x="171" y="808"/>
                      <a:pt x="170" y="808"/>
                      <a:pt x="169" y="808"/>
                    </a:cubicBezTo>
                    <a:cubicBezTo>
                      <a:pt x="168" y="807"/>
                      <a:pt x="167" y="805"/>
                      <a:pt x="166" y="803"/>
                    </a:cubicBezTo>
                    <a:cubicBezTo>
                      <a:pt x="195" y="763"/>
                      <a:pt x="208" y="713"/>
                      <a:pt x="233" y="670"/>
                    </a:cubicBezTo>
                    <a:cubicBezTo>
                      <a:pt x="234" y="670"/>
                      <a:pt x="235" y="670"/>
                      <a:pt x="236" y="670"/>
                    </a:cubicBezTo>
                    <a:cubicBezTo>
                      <a:pt x="238" y="694"/>
                      <a:pt x="273" y="713"/>
                      <a:pt x="298" y="708"/>
                    </a:cubicBezTo>
                    <a:cubicBezTo>
                      <a:pt x="310" y="691"/>
                      <a:pt x="311" y="654"/>
                      <a:pt x="319" y="634"/>
                    </a:cubicBezTo>
                    <a:cubicBezTo>
                      <a:pt x="319" y="628"/>
                      <a:pt x="319" y="623"/>
                      <a:pt x="319" y="617"/>
                    </a:cubicBezTo>
                    <a:cubicBezTo>
                      <a:pt x="322" y="609"/>
                      <a:pt x="326" y="592"/>
                      <a:pt x="330" y="582"/>
                    </a:cubicBezTo>
                    <a:cubicBezTo>
                      <a:pt x="331" y="567"/>
                      <a:pt x="332" y="552"/>
                      <a:pt x="334" y="537"/>
                    </a:cubicBezTo>
                    <a:cubicBezTo>
                      <a:pt x="338" y="523"/>
                      <a:pt x="344" y="505"/>
                      <a:pt x="341" y="489"/>
                    </a:cubicBezTo>
                    <a:cubicBezTo>
                      <a:pt x="344" y="485"/>
                      <a:pt x="346" y="475"/>
                      <a:pt x="348" y="469"/>
                    </a:cubicBezTo>
                    <a:cubicBezTo>
                      <a:pt x="348" y="463"/>
                      <a:pt x="348" y="458"/>
                      <a:pt x="348" y="453"/>
                    </a:cubicBezTo>
                    <a:cubicBezTo>
                      <a:pt x="353" y="441"/>
                      <a:pt x="361" y="413"/>
                      <a:pt x="362" y="400"/>
                    </a:cubicBezTo>
                    <a:cubicBezTo>
                      <a:pt x="363" y="387"/>
                      <a:pt x="385" y="326"/>
                      <a:pt x="382" y="322"/>
                    </a:cubicBezTo>
                    <a:cubicBezTo>
                      <a:pt x="386" y="291"/>
                      <a:pt x="408" y="244"/>
                      <a:pt x="375" y="223"/>
                    </a:cubicBezTo>
                    <a:cubicBezTo>
                      <a:pt x="343" y="203"/>
                      <a:pt x="305" y="232"/>
                      <a:pt x="283" y="247"/>
                    </a:cubicBezTo>
                    <a:cubicBezTo>
                      <a:pt x="227" y="285"/>
                      <a:pt x="193" y="338"/>
                      <a:pt x="165" y="400"/>
                    </a:cubicBezTo>
                    <a:cubicBezTo>
                      <a:pt x="163" y="402"/>
                      <a:pt x="161" y="404"/>
                      <a:pt x="159" y="406"/>
                    </a:cubicBezTo>
                    <a:cubicBezTo>
                      <a:pt x="153" y="415"/>
                      <a:pt x="151" y="428"/>
                      <a:pt x="147" y="437"/>
                    </a:cubicBezTo>
                    <a:cubicBezTo>
                      <a:pt x="145" y="441"/>
                      <a:pt x="138" y="449"/>
                      <a:pt x="137" y="452"/>
                    </a:cubicBezTo>
                    <a:cubicBezTo>
                      <a:pt x="134" y="450"/>
                      <a:pt x="136" y="450"/>
                      <a:pt x="135" y="447"/>
                    </a:cubicBezTo>
                    <a:cubicBezTo>
                      <a:pt x="147" y="437"/>
                      <a:pt x="149" y="410"/>
                      <a:pt x="159" y="389"/>
                    </a:cubicBezTo>
                    <a:cubicBezTo>
                      <a:pt x="176" y="353"/>
                      <a:pt x="199" y="322"/>
                      <a:pt x="218" y="287"/>
                    </a:cubicBezTo>
                    <a:cubicBezTo>
                      <a:pt x="235" y="253"/>
                      <a:pt x="267" y="226"/>
                      <a:pt x="291" y="193"/>
                    </a:cubicBezTo>
                    <a:cubicBezTo>
                      <a:pt x="300" y="180"/>
                      <a:pt x="316" y="173"/>
                      <a:pt x="325" y="161"/>
                    </a:cubicBezTo>
                    <a:cubicBezTo>
                      <a:pt x="332" y="151"/>
                      <a:pt x="347" y="133"/>
                      <a:pt x="357" y="127"/>
                    </a:cubicBezTo>
                    <a:cubicBezTo>
                      <a:pt x="398" y="100"/>
                      <a:pt x="438" y="61"/>
                      <a:pt x="454" y="13"/>
                    </a:cubicBezTo>
                    <a:cubicBezTo>
                      <a:pt x="448" y="9"/>
                      <a:pt x="442" y="5"/>
                      <a:pt x="437" y="1"/>
                    </a:cubicBezTo>
                    <a:cubicBezTo>
                      <a:pt x="432" y="6"/>
                      <a:pt x="422" y="0"/>
                      <a:pt x="417" y="2"/>
                    </a:cubicBezTo>
                    <a:cubicBezTo>
                      <a:pt x="412" y="4"/>
                      <a:pt x="405" y="12"/>
                      <a:pt x="401" y="15"/>
                    </a:cubicBezTo>
                    <a:cubicBezTo>
                      <a:pt x="386" y="26"/>
                      <a:pt x="371" y="33"/>
                      <a:pt x="356" y="43"/>
                    </a:cubicBezTo>
                    <a:cubicBezTo>
                      <a:pt x="343" y="50"/>
                      <a:pt x="333" y="65"/>
                      <a:pt x="321" y="72"/>
                    </a:cubicBezTo>
                    <a:cubicBezTo>
                      <a:pt x="281" y="99"/>
                      <a:pt x="252" y="129"/>
                      <a:pt x="212" y="155"/>
                    </a:cubicBezTo>
                    <a:cubicBezTo>
                      <a:pt x="206" y="161"/>
                      <a:pt x="200" y="166"/>
                      <a:pt x="194" y="172"/>
                    </a:cubicBezTo>
                    <a:cubicBezTo>
                      <a:pt x="193" y="172"/>
                      <a:pt x="193" y="173"/>
                      <a:pt x="192" y="174"/>
                    </a:cubicBezTo>
                    <a:cubicBezTo>
                      <a:pt x="192" y="172"/>
                      <a:pt x="192" y="171"/>
                      <a:pt x="191" y="170"/>
                    </a:cubicBezTo>
                    <a:cubicBezTo>
                      <a:pt x="197" y="167"/>
                      <a:pt x="196" y="156"/>
                      <a:pt x="201" y="147"/>
                    </a:cubicBezTo>
                    <a:cubicBezTo>
                      <a:pt x="206" y="135"/>
                      <a:pt x="213" y="122"/>
                      <a:pt x="215" y="105"/>
                    </a:cubicBezTo>
                    <a:cubicBezTo>
                      <a:pt x="220" y="69"/>
                      <a:pt x="183" y="22"/>
                      <a:pt x="147" y="23"/>
                    </a:cubicBezTo>
                    <a:cubicBezTo>
                      <a:pt x="146" y="23"/>
                      <a:pt x="146" y="23"/>
                      <a:pt x="146" y="23"/>
                    </a:cubicBezTo>
                    <a:cubicBezTo>
                      <a:pt x="135" y="37"/>
                      <a:pt x="137" y="61"/>
                      <a:pt x="129" y="78"/>
                    </a:cubicBezTo>
                    <a:cubicBezTo>
                      <a:pt x="112" y="117"/>
                      <a:pt x="88" y="163"/>
                      <a:pt x="73" y="211"/>
                    </a:cubicBezTo>
                    <a:cubicBezTo>
                      <a:pt x="63" y="245"/>
                      <a:pt x="76" y="295"/>
                      <a:pt x="96" y="306"/>
                    </a:cubicBezTo>
                    <a:cubicBezTo>
                      <a:pt x="120" y="302"/>
                      <a:pt x="141" y="277"/>
                      <a:pt x="154" y="264"/>
                    </a:cubicBezTo>
                    <a:cubicBezTo>
                      <a:pt x="157" y="260"/>
                      <a:pt x="160" y="256"/>
                      <a:pt x="163" y="253"/>
                    </a:cubicBezTo>
                    <a:cubicBezTo>
                      <a:pt x="183" y="243"/>
                      <a:pt x="194" y="226"/>
                      <a:pt x="211" y="214"/>
                    </a:cubicBezTo>
                    <a:cubicBezTo>
                      <a:pt x="238" y="196"/>
                      <a:pt x="259" y="176"/>
                      <a:pt x="280" y="152"/>
                    </a:cubicBezTo>
                    <a:cubicBezTo>
                      <a:pt x="295" y="134"/>
                      <a:pt x="322" y="117"/>
                      <a:pt x="332" y="98"/>
                    </a:cubicBezTo>
                    <a:cubicBezTo>
                      <a:pt x="341" y="82"/>
                      <a:pt x="377" y="69"/>
                      <a:pt x="384" y="56"/>
                    </a:cubicBezTo>
                    <a:cubicBezTo>
                      <a:pt x="385" y="56"/>
                      <a:pt x="386" y="56"/>
                      <a:pt x="387" y="56"/>
                    </a:cubicBezTo>
                    <a:cubicBezTo>
                      <a:pt x="387" y="56"/>
                      <a:pt x="387" y="57"/>
                      <a:pt x="387" y="58"/>
                    </a:cubicBezTo>
                    <a:cubicBezTo>
                      <a:pt x="377" y="71"/>
                      <a:pt x="363" y="80"/>
                      <a:pt x="352" y="93"/>
                    </a:cubicBezTo>
                    <a:cubicBezTo>
                      <a:pt x="353" y="94"/>
                      <a:pt x="333" y="115"/>
                      <a:pt x="329" y="120"/>
                    </a:cubicBezTo>
                    <a:cubicBezTo>
                      <a:pt x="304" y="147"/>
                      <a:pt x="277" y="172"/>
                      <a:pt x="253" y="201"/>
                    </a:cubicBezTo>
                    <a:cubicBezTo>
                      <a:pt x="255" y="203"/>
                      <a:pt x="243" y="217"/>
                      <a:pt x="240" y="220"/>
                    </a:cubicBezTo>
                    <a:cubicBezTo>
                      <a:pt x="224" y="237"/>
                      <a:pt x="209" y="257"/>
                      <a:pt x="195" y="276"/>
                    </a:cubicBezTo>
                    <a:cubicBezTo>
                      <a:pt x="141" y="351"/>
                      <a:pt x="103" y="443"/>
                      <a:pt x="75" y="534"/>
                    </a:cubicBezTo>
                    <a:cubicBezTo>
                      <a:pt x="73" y="542"/>
                      <a:pt x="70" y="550"/>
                      <a:pt x="68" y="555"/>
                    </a:cubicBezTo>
                    <a:cubicBezTo>
                      <a:pt x="69" y="559"/>
                      <a:pt x="69" y="562"/>
                      <a:pt x="70" y="566"/>
                    </a:cubicBezTo>
                    <a:cubicBezTo>
                      <a:pt x="57" y="602"/>
                      <a:pt x="13" y="739"/>
                      <a:pt x="88" y="738"/>
                    </a:cubicBezTo>
                    <a:cubicBezTo>
                      <a:pt x="102" y="728"/>
                      <a:pt x="105" y="719"/>
                      <a:pt x="110" y="700"/>
                    </a:cubicBezTo>
                    <a:cubicBezTo>
                      <a:pt x="110" y="693"/>
                      <a:pt x="110" y="686"/>
                      <a:pt x="110" y="679"/>
                    </a:cubicBezTo>
                    <a:cubicBezTo>
                      <a:pt x="122" y="655"/>
                      <a:pt x="126" y="615"/>
                      <a:pt x="140" y="589"/>
                    </a:cubicBezTo>
                    <a:cubicBezTo>
                      <a:pt x="141" y="584"/>
                      <a:pt x="141" y="579"/>
                      <a:pt x="142" y="574"/>
                    </a:cubicBezTo>
                    <a:cubicBezTo>
                      <a:pt x="165" y="524"/>
                      <a:pt x="183" y="467"/>
                      <a:pt x="205" y="419"/>
                    </a:cubicBezTo>
                    <a:cubicBezTo>
                      <a:pt x="214" y="398"/>
                      <a:pt x="232" y="380"/>
                      <a:pt x="243" y="359"/>
                    </a:cubicBezTo>
                    <a:cubicBezTo>
                      <a:pt x="248" y="354"/>
                      <a:pt x="253" y="349"/>
                      <a:pt x="258" y="344"/>
                    </a:cubicBezTo>
                    <a:cubicBezTo>
                      <a:pt x="266" y="328"/>
                      <a:pt x="277" y="315"/>
                      <a:pt x="293" y="304"/>
                    </a:cubicBezTo>
                    <a:cubicBezTo>
                      <a:pt x="295" y="301"/>
                      <a:pt x="297" y="298"/>
                      <a:pt x="299" y="295"/>
                    </a:cubicBezTo>
                    <a:cubicBezTo>
                      <a:pt x="312" y="282"/>
                      <a:pt x="324" y="268"/>
                      <a:pt x="341" y="260"/>
                    </a:cubicBezTo>
                    <a:cubicBezTo>
                      <a:pt x="344" y="262"/>
                      <a:pt x="347" y="264"/>
                      <a:pt x="349" y="265"/>
                    </a:cubicBezTo>
                    <a:cubicBezTo>
                      <a:pt x="360" y="282"/>
                      <a:pt x="347" y="312"/>
                      <a:pt x="341" y="324"/>
                    </a:cubicBezTo>
                    <a:cubicBezTo>
                      <a:pt x="345" y="329"/>
                      <a:pt x="334" y="370"/>
                      <a:pt x="332" y="376"/>
                    </a:cubicBezTo>
                    <a:cubicBezTo>
                      <a:pt x="328" y="397"/>
                      <a:pt x="324" y="419"/>
                      <a:pt x="320" y="440"/>
                    </a:cubicBezTo>
                    <a:cubicBezTo>
                      <a:pt x="319" y="458"/>
                      <a:pt x="316" y="463"/>
                      <a:pt x="312" y="476"/>
                    </a:cubicBezTo>
                    <a:cubicBezTo>
                      <a:pt x="314" y="481"/>
                      <a:pt x="314" y="501"/>
                      <a:pt x="313" y="503"/>
                    </a:cubicBezTo>
                    <a:cubicBezTo>
                      <a:pt x="311" y="505"/>
                      <a:pt x="308" y="507"/>
                      <a:pt x="306" y="508"/>
                    </a:cubicBezTo>
                    <a:cubicBezTo>
                      <a:pt x="306" y="516"/>
                      <a:pt x="306" y="525"/>
                      <a:pt x="306" y="533"/>
                    </a:cubicBezTo>
                    <a:cubicBezTo>
                      <a:pt x="301" y="544"/>
                      <a:pt x="296" y="563"/>
                      <a:pt x="293" y="576"/>
                    </a:cubicBezTo>
                    <a:cubicBezTo>
                      <a:pt x="294" y="580"/>
                      <a:pt x="295" y="585"/>
                      <a:pt x="295" y="590"/>
                    </a:cubicBezTo>
                    <a:cubicBezTo>
                      <a:pt x="292" y="599"/>
                      <a:pt x="288" y="614"/>
                      <a:pt x="288" y="625"/>
                    </a:cubicBezTo>
                    <a:cubicBezTo>
                      <a:pt x="286" y="625"/>
                      <a:pt x="285" y="626"/>
                      <a:pt x="284" y="627"/>
                    </a:cubicBezTo>
                    <a:cubicBezTo>
                      <a:pt x="260" y="620"/>
                      <a:pt x="276" y="577"/>
                      <a:pt x="282" y="564"/>
                    </a:cubicBezTo>
                    <a:cubicBezTo>
                      <a:pt x="287" y="551"/>
                      <a:pt x="312" y="507"/>
                      <a:pt x="302" y="480"/>
                    </a:cubicBezTo>
                    <a:cubicBezTo>
                      <a:pt x="298" y="470"/>
                      <a:pt x="290" y="463"/>
                      <a:pt x="284" y="455"/>
                    </a:cubicBezTo>
                    <a:cubicBezTo>
                      <a:pt x="275" y="443"/>
                      <a:pt x="265" y="436"/>
                      <a:pt x="253" y="432"/>
                    </a:cubicBezTo>
                    <a:cubicBezTo>
                      <a:pt x="236" y="426"/>
                      <a:pt x="225" y="439"/>
                      <a:pt x="218" y="444"/>
                    </a:cubicBezTo>
                    <a:cubicBezTo>
                      <a:pt x="187" y="466"/>
                      <a:pt x="191" y="536"/>
                      <a:pt x="201" y="572"/>
                    </a:cubicBezTo>
                    <a:cubicBezTo>
                      <a:pt x="203" y="580"/>
                      <a:pt x="209" y="614"/>
                      <a:pt x="206" y="622"/>
                    </a:cubicBezTo>
                    <a:cubicBezTo>
                      <a:pt x="164" y="721"/>
                      <a:pt x="105" y="809"/>
                      <a:pt x="58" y="908"/>
                    </a:cubicBezTo>
                    <a:cubicBezTo>
                      <a:pt x="40" y="947"/>
                      <a:pt x="0" y="975"/>
                      <a:pt x="3" y="1027"/>
                    </a:cubicBezTo>
                    <a:cubicBezTo>
                      <a:pt x="10" y="1032"/>
                      <a:pt x="17" y="1037"/>
                      <a:pt x="24" y="1043"/>
                    </a:cubicBezTo>
                    <a:cubicBezTo>
                      <a:pt x="58" y="1041"/>
                      <a:pt x="79" y="996"/>
                      <a:pt x="94" y="968"/>
                    </a:cubicBezTo>
                    <a:cubicBezTo>
                      <a:pt x="97" y="965"/>
                      <a:pt x="101" y="962"/>
                      <a:pt x="105" y="958"/>
                    </a:cubicBezTo>
                    <a:cubicBezTo>
                      <a:pt x="115" y="944"/>
                      <a:pt x="122" y="933"/>
                      <a:pt x="132" y="918"/>
                    </a:cubicBezTo>
                    <a:cubicBezTo>
                      <a:pt x="138" y="909"/>
                      <a:pt x="151" y="903"/>
                      <a:pt x="157" y="894"/>
                    </a:cubicBezTo>
                    <a:cubicBezTo>
                      <a:pt x="187" y="846"/>
                      <a:pt x="255" y="801"/>
                      <a:pt x="301" y="768"/>
                    </a:cubicBezTo>
                    <a:cubicBezTo>
                      <a:pt x="308" y="763"/>
                      <a:pt x="338" y="749"/>
                      <a:pt x="347" y="745"/>
                    </a:cubicBezTo>
                    <a:cubicBezTo>
                      <a:pt x="357" y="742"/>
                      <a:pt x="364" y="743"/>
                      <a:pt x="371" y="738"/>
                    </a:cubicBezTo>
                    <a:cubicBezTo>
                      <a:pt x="375" y="739"/>
                      <a:pt x="375" y="739"/>
                      <a:pt x="378" y="740"/>
                    </a:cubicBezTo>
                    <a:cubicBezTo>
                      <a:pt x="390" y="781"/>
                      <a:pt x="348" y="829"/>
                      <a:pt x="342" y="860"/>
                    </a:cubicBezTo>
                    <a:cubicBezTo>
                      <a:pt x="323" y="860"/>
                      <a:pt x="315" y="851"/>
                      <a:pt x="300" y="845"/>
                    </a:cubicBezTo>
                    <a:cubicBezTo>
                      <a:pt x="261" y="831"/>
                      <a:pt x="230" y="846"/>
                      <a:pt x="219" y="881"/>
                    </a:cubicBezTo>
                    <a:cubicBezTo>
                      <a:pt x="218" y="886"/>
                      <a:pt x="223" y="890"/>
                      <a:pt x="224" y="894"/>
                    </a:cubicBezTo>
                    <a:cubicBezTo>
                      <a:pt x="234" y="922"/>
                      <a:pt x="250" y="944"/>
                      <a:pt x="275" y="963"/>
                    </a:cubicBezTo>
                    <a:cubicBezTo>
                      <a:pt x="281" y="967"/>
                      <a:pt x="290" y="984"/>
                      <a:pt x="304" y="979"/>
                    </a:cubicBezTo>
                    <a:cubicBezTo>
                      <a:pt x="331" y="971"/>
                      <a:pt x="343" y="932"/>
                      <a:pt x="360" y="928"/>
                    </a:cubicBezTo>
                    <a:cubicBezTo>
                      <a:pt x="375" y="940"/>
                      <a:pt x="385" y="961"/>
                      <a:pt x="401" y="973"/>
                    </a:cubicBezTo>
                    <a:cubicBezTo>
                      <a:pt x="412" y="980"/>
                      <a:pt x="425" y="986"/>
                      <a:pt x="435" y="991"/>
                    </a:cubicBezTo>
                    <a:cubicBezTo>
                      <a:pt x="441" y="995"/>
                      <a:pt x="446" y="1001"/>
                      <a:pt x="456" y="1001"/>
                    </a:cubicBezTo>
                    <a:cubicBezTo>
                      <a:pt x="460" y="999"/>
                      <a:pt x="465" y="993"/>
                      <a:pt x="466" y="988"/>
                    </a:cubicBezTo>
                    <a:cubicBezTo>
                      <a:pt x="460" y="982"/>
                      <a:pt x="456" y="960"/>
                      <a:pt x="449" y="951"/>
                    </a:cubicBezTo>
                    <a:cubicBezTo>
                      <a:pt x="443" y="942"/>
                      <a:pt x="421" y="919"/>
                      <a:pt x="412" y="914"/>
                    </a:cubicBezTo>
                    <a:close/>
                    <a:moveTo>
                      <a:pt x="134" y="466"/>
                    </a:moveTo>
                    <a:cubicBezTo>
                      <a:pt x="132" y="466"/>
                      <a:pt x="131" y="467"/>
                      <a:pt x="129" y="467"/>
                    </a:cubicBezTo>
                    <a:cubicBezTo>
                      <a:pt x="130" y="465"/>
                      <a:pt x="131" y="462"/>
                      <a:pt x="132" y="460"/>
                    </a:cubicBezTo>
                    <a:cubicBezTo>
                      <a:pt x="133" y="461"/>
                      <a:pt x="134" y="461"/>
                      <a:pt x="134" y="462"/>
                    </a:cubicBezTo>
                    <a:cubicBezTo>
                      <a:pt x="134" y="463"/>
                      <a:pt x="134" y="465"/>
                      <a:pt x="134" y="466"/>
                    </a:cubicBezTo>
                    <a:close/>
                    <a:moveTo>
                      <a:pt x="309" y="910"/>
                    </a:moveTo>
                    <a:cubicBezTo>
                      <a:pt x="303" y="914"/>
                      <a:pt x="300" y="912"/>
                      <a:pt x="291" y="915"/>
                    </a:cubicBezTo>
                    <a:cubicBezTo>
                      <a:pt x="285" y="907"/>
                      <a:pt x="281" y="900"/>
                      <a:pt x="277" y="889"/>
                    </a:cubicBezTo>
                    <a:cubicBezTo>
                      <a:pt x="278" y="888"/>
                      <a:pt x="277" y="889"/>
                      <a:pt x="278" y="888"/>
                    </a:cubicBezTo>
                    <a:cubicBezTo>
                      <a:pt x="290" y="888"/>
                      <a:pt x="297" y="893"/>
                      <a:pt x="306" y="894"/>
                    </a:cubicBezTo>
                    <a:cubicBezTo>
                      <a:pt x="309" y="898"/>
                      <a:pt x="310" y="902"/>
                      <a:pt x="309" y="910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</p:grpSp>
        <p:grpSp>
          <p:nvGrpSpPr>
            <p:cNvPr id="121" name="íšľïḋê"/>
            <p:cNvGrpSpPr/>
            <p:nvPr/>
          </p:nvGrpSpPr>
          <p:grpSpPr>
            <a:xfrm>
              <a:off x="8190759" y="2868968"/>
              <a:ext cx="635165" cy="888620"/>
              <a:chOff x="6813550" y="4995860"/>
              <a:chExt cx="660400" cy="923924"/>
            </a:xfrm>
            <a:grpFill/>
          </p:grpSpPr>
          <p:sp>
            <p:nvSpPr>
              <p:cNvPr id="127" name="ïşḻiḍe"/>
              <p:cNvSpPr/>
              <p:nvPr/>
            </p:nvSpPr>
            <p:spPr bwMode="auto">
              <a:xfrm>
                <a:off x="6813550" y="4995860"/>
                <a:ext cx="660400" cy="923924"/>
              </a:xfrm>
              <a:custGeom>
                <a:avLst/>
                <a:gdLst>
                  <a:gd name="T0" fmla="*/ 467 w 649"/>
                  <a:gd name="T1" fmla="*/ 260 h 907"/>
                  <a:gd name="T2" fmla="*/ 543 w 649"/>
                  <a:gd name="T3" fmla="*/ 120 h 907"/>
                  <a:gd name="T4" fmla="*/ 577 w 649"/>
                  <a:gd name="T5" fmla="*/ 2 h 907"/>
                  <a:gd name="T6" fmla="*/ 462 w 649"/>
                  <a:gd name="T7" fmla="*/ 50 h 907"/>
                  <a:gd name="T8" fmla="*/ 562 w 649"/>
                  <a:gd name="T9" fmla="*/ 49 h 907"/>
                  <a:gd name="T10" fmla="*/ 445 w 649"/>
                  <a:gd name="T11" fmla="*/ 265 h 907"/>
                  <a:gd name="T12" fmla="*/ 433 w 649"/>
                  <a:gd name="T13" fmla="*/ 236 h 907"/>
                  <a:gd name="T14" fmla="*/ 395 w 649"/>
                  <a:gd name="T15" fmla="*/ 120 h 907"/>
                  <a:gd name="T16" fmla="*/ 460 w 649"/>
                  <a:gd name="T17" fmla="*/ 18 h 907"/>
                  <a:gd name="T18" fmla="*/ 294 w 649"/>
                  <a:gd name="T19" fmla="*/ 91 h 907"/>
                  <a:gd name="T20" fmla="*/ 301 w 649"/>
                  <a:gd name="T21" fmla="*/ 122 h 907"/>
                  <a:gd name="T22" fmla="*/ 283 w 649"/>
                  <a:gd name="T23" fmla="*/ 157 h 907"/>
                  <a:gd name="T24" fmla="*/ 315 w 649"/>
                  <a:gd name="T25" fmla="*/ 202 h 907"/>
                  <a:gd name="T26" fmla="*/ 193 w 649"/>
                  <a:gd name="T27" fmla="*/ 266 h 907"/>
                  <a:gd name="T28" fmla="*/ 231 w 649"/>
                  <a:gd name="T29" fmla="*/ 330 h 907"/>
                  <a:gd name="T30" fmla="*/ 308 w 649"/>
                  <a:gd name="T31" fmla="*/ 264 h 907"/>
                  <a:gd name="T32" fmla="*/ 362 w 649"/>
                  <a:gd name="T33" fmla="*/ 332 h 907"/>
                  <a:gd name="T34" fmla="*/ 175 w 649"/>
                  <a:gd name="T35" fmla="*/ 395 h 907"/>
                  <a:gd name="T36" fmla="*/ 177 w 649"/>
                  <a:gd name="T37" fmla="*/ 277 h 907"/>
                  <a:gd name="T38" fmla="*/ 155 w 649"/>
                  <a:gd name="T39" fmla="*/ 258 h 907"/>
                  <a:gd name="T40" fmla="*/ 165 w 649"/>
                  <a:gd name="T41" fmla="*/ 428 h 907"/>
                  <a:gd name="T42" fmla="*/ 246 w 649"/>
                  <a:gd name="T43" fmla="*/ 406 h 907"/>
                  <a:gd name="T44" fmla="*/ 278 w 649"/>
                  <a:gd name="T45" fmla="*/ 393 h 907"/>
                  <a:gd name="T46" fmla="*/ 384 w 649"/>
                  <a:gd name="T47" fmla="*/ 399 h 907"/>
                  <a:gd name="T48" fmla="*/ 366 w 649"/>
                  <a:gd name="T49" fmla="*/ 494 h 907"/>
                  <a:gd name="T50" fmla="*/ 199 w 649"/>
                  <a:gd name="T51" fmla="*/ 615 h 907"/>
                  <a:gd name="T52" fmla="*/ 93 w 649"/>
                  <a:gd name="T53" fmla="*/ 660 h 907"/>
                  <a:gd name="T54" fmla="*/ 20 w 649"/>
                  <a:gd name="T55" fmla="*/ 679 h 907"/>
                  <a:gd name="T56" fmla="*/ 75 w 649"/>
                  <a:gd name="T57" fmla="*/ 751 h 907"/>
                  <a:gd name="T58" fmla="*/ 158 w 649"/>
                  <a:gd name="T59" fmla="*/ 718 h 907"/>
                  <a:gd name="T60" fmla="*/ 303 w 649"/>
                  <a:gd name="T61" fmla="*/ 847 h 907"/>
                  <a:gd name="T62" fmla="*/ 74 w 649"/>
                  <a:gd name="T63" fmla="*/ 775 h 907"/>
                  <a:gd name="T64" fmla="*/ 143 w 649"/>
                  <a:gd name="T65" fmla="*/ 847 h 907"/>
                  <a:gd name="T66" fmla="*/ 329 w 649"/>
                  <a:gd name="T67" fmla="*/ 906 h 907"/>
                  <a:gd name="T68" fmla="*/ 342 w 649"/>
                  <a:gd name="T69" fmla="*/ 787 h 907"/>
                  <a:gd name="T70" fmla="*/ 374 w 649"/>
                  <a:gd name="T71" fmla="*/ 641 h 907"/>
                  <a:gd name="T72" fmla="*/ 426 w 649"/>
                  <a:gd name="T73" fmla="*/ 624 h 907"/>
                  <a:gd name="T74" fmla="*/ 444 w 649"/>
                  <a:gd name="T75" fmla="*/ 561 h 907"/>
                  <a:gd name="T76" fmla="*/ 331 w 649"/>
                  <a:gd name="T77" fmla="*/ 570 h 907"/>
                  <a:gd name="T78" fmla="*/ 434 w 649"/>
                  <a:gd name="T79" fmla="*/ 481 h 907"/>
                  <a:gd name="T80" fmla="*/ 300 w 649"/>
                  <a:gd name="T81" fmla="*/ 473 h 907"/>
                  <a:gd name="T82" fmla="*/ 353 w 649"/>
                  <a:gd name="T83" fmla="*/ 434 h 907"/>
                  <a:gd name="T84" fmla="*/ 474 w 649"/>
                  <a:gd name="T85" fmla="*/ 401 h 907"/>
                  <a:gd name="T86" fmla="*/ 244 w 649"/>
                  <a:gd name="T87" fmla="*/ 294 h 907"/>
                  <a:gd name="T88" fmla="*/ 336 w 649"/>
                  <a:gd name="T89" fmla="*/ 238 h 907"/>
                  <a:gd name="T90" fmla="*/ 349 w 649"/>
                  <a:gd name="T91" fmla="*/ 250 h 907"/>
                  <a:gd name="T92" fmla="*/ 412 w 649"/>
                  <a:gd name="T93" fmla="*/ 129 h 907"/>
                  <a:gd name="T94" fmla="*/ 411 w 649"/>
                  <a:gd name="T95" fmla="*/ 138 h 907"/>
                  <a:gd name="T96" fmla="*/ 390 w 649"/>
                  <a:gd name="T97" fmla="*/ 272 h 907"/>
                  <a:gd name="T98" fmla="*/ 433 w 649"/>
                  <a:gd name="T99" fmla="*/ 353 h 907"/>
                  <a:gd name="T100" fmla="*/ 470 w 649"/>
                  <a:gd name="T101" fmla="*/ 334 h 907"/>
                  <a:gd name="T102" fmla="*/ 626 w 649"/>
                  <a:gd name="T103" fmla="*/ 306 h 90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  <a:cxn ang="0">
                    <a:pos x="T90" y="T91"/>
                  </a:cxn>
                  <a:cxn ang="0">
                    <a:pos x="T92" y="T93"/>
                  </a:cxn>
                  <a:cxn ang="0">
                    <a:pos x="T94" y="T95"/>
                  </a:cxn>
                  <a:cxn ang="0">
                    <a:pos x="T96" y="T97"/>
                  </a:cxn>
                  <a:cxn ang="0">
                    <a:pos x="T98" y="T99"/>
                  </a:cxn>
                  <a:cxn ang="0">
                    <a:pos x="T100" y="T101"/>
                  </a:cxn>
                  <a:cxn ang="0">
                    <a:pos x="T102" y="T103"/>
                  </a:cxn>
                </a:cxnLst>
                <a:rect l="0" t="0" r="r" b="b"/>
                <a:pathLst>
                  <a:path w="649" h="907">
                    <a:moveTo>
                      <a:pt x="513" y="305"/>
                    </a:moveTo>
                    <a:cubicBezTo>
                      <a:pt x="507" y="305"/>
                      <a:pt x="501" y="305"/>
                      <a:pt x="496" y="305"/>
                    </a:cubicBezTo>
                    <a:cubicBezTo>
                      <a:pt x="482" y="309"/>
                      <a:pt x="468" y="309"/>
                      <a:pt x="455" y="315"/>
                    </a:cubicBezTo>
                    <a:cubicBezTo>
                      <a:pt x="439" y="314"/>
                      <a:pt x="463" y="267"/>
                      <a:pt x="467" y="260"/>
                    </a:cubicBezTo>
                    <a:cubicBezTo>
                      <a:pt x="484" y="234"/>
                      <a:pt x="495" y="199"/>
                      <a:pt x="508" y="170"/>
                    </a:cubicBezTo>
                    <a:cubicBezTo>
                      <a:pt x="514" y="159"/>
                      <a:pt x="524" y="151"/>
                      <a:pt x="530" y="141"/>
                    </a:cubicBezTo>
                    <a:cubicBezTo>
                      <a:pt x="531" y="138"/>
                      <a:pt x="531" y="135"/>
                      <a:pt x="532" y="132"/>
                    </a:cubicBezTo>
                    <a:cubicBezTo>
                      <a:pt x="536" y="128"/>
                      <a:pt x="539" y="124"/>
                      <a:pt x="543" y="120"/>
                    </a:cubicBezTo>
                    <a:cubicBezTo>
                      <a:pt x="543" y="118"/>
                      <a:pt x="543" y="115"/>
                      <a:pt x="543" y="113"/>
                    </a:cubicBezTo>
                    <a:cubicBezTo>
                      <a:pt x="547" y="110"/>
                      <a:pt x="551" y="106"/>
                      <a:pt x="556" y="103"/>
                    </a:cubicBezTo>
                    <a:cubicBezTo>
                      <a:pt x="561" y="92"/>
                      <a:pt x="566" y="85"/>
                      <a:pt x="571" y="77"/>
                    </a:cubicBezTo>
                    <a:cubicBezTo>
                      <a:pt x="577" y="66"/>
                      <a:pt x="598" y="13"/>
                      <a:pt x="577" y="2"/>
                    </a:cubicBezTo>
                    <a:cubicBezTo>
                      <a:pt x="575" y="0"/>
                      <a:pt x="546" y="2"/>
                      <a:pt x="540" y="4"/>
                    </a:cubicBezTo>
                    <a:cubicBezTo>
                      <a:pt x="513" y="13"/>
                      <a:pt x="488" y="28"/>
                      <a:pt x="465" y="37"/>
                    </a:cubicBezTo>
                    <a:cubicBezTo>
                      <a:pt x="463" y="40"/>
                      <a:pt x="462" y="43"/>
                      <a:pt x="462" y="49"/>
                    </a:cubicBezTo>
                    <a:cubicBezTo>
                      <a:pt x="462" y="49"/>
                      <a:pt x="462" y="50"/>
                      <a:pt x="462" y="50"/>
                    </a:cubicBezTo>
                    <a:cubicBezTo>
                      <a:pt x="476" y="59"/>
                      <a:pt x="513" y="35"/>
                      <a:pt x="527" y="30"/>
                    </a:cubicBezTo>
                    <a:cubicBezTo>
                      <a:pt x="539" y="25"/>
                      <a:pt x="540" y="32"/>
                      <a:pt x="551" y="23"/>
                    </a:cubicBezTo>
                    <a:cubicBezTo>
                      <a:pt x="555" y="23"/>
                      <a:pt x="558" y="24"/>
                      <a:pt x="561" y="25"/>
                    </a:cubicBezTo>
                    <a:cubicBezTo>
                      <a:pt x="561" y="33"/>
                      <a:pt x="561" y="41"/>
                      <a:pt x="562" y="49"/>
                    </a:cubicBezTo>
                    <a:cubicBezTo>
                      <a:pt x="549" y="75"/>
                      <a:pt x="534" y="104"/>
                      <a:pt x="520" y="126"/>
                    </a:cubicBezTo>
                    <a:cubicBezTo>
                      <a:pt x="507" y="146"/>
                      <a:pt x="490" y="164"/>
                      <a:pt x="481" y="185"/>
                    </a:cubicBezTo>
                    <a:cubicBezTo>
                      <a:pt x="474" y="200"/>
                      <a:pt x="465" y="217"/>
                      <a:pt x="458" y="232"/>
                    </a:cubicBezTo>
                    <a:cubicBezTo>
                      <a:pt x="454" y="243"/>
                      <a:pt x="449" y="254"/>
                      <a:pt x="445" y="265"/>
                    </a:cubicBezTo>
                    <a:cubicBezTo>
                      <a:pt x="437" y="277"/>
                      <a:pt x="422" y="303"/>
                      <a:pt x="417" y="319"/>
                    </a:cubicBezTo>
                    <a:cubicBezTo>
                      <a:pt x="412" y="322"/>
                      <a:pt x="407" y="323"/>
                      <a:pt x="397" y="323"/>
                    </a:cubicBezTo>
                    <a:cubicBezTo>
                      <a:pt x="396" y="321"/>
                      <a:pt x="397" y="323"/>
                      <a:pt x="395" y="321"/>
                    </a:cubicBezTo>
                    <a:cubicBezTo>
                      <a:pt x="396" y="286"/>
                      <a:pt x="450" y="279"/>
                      <a:pt x="433" y="236"/>
                    </a:cubicBezTo>
                    <a:cubicBezTo>
                      <a:pt x="429" y="228"/>
                      <a:pt x="432" y="226"/>
                      <a:pt x="425" y="221"/>
                    </a:cubicBezTo>
                    <a:cubicBezTo>
                      <a:pt x="425" y="194"/>
                      <a:pt x="460" y="111"/>
                      <a:pt x="422" y="99"/>
                    </a:cubicBezTo>
                    <a:cubicBezTo>
                      <a:pt x="418" y="103"/>
                      <a:pt x="415" y="102"/>
                      <a:pt x="409" y="106"/>
                    </a:cubicBezTo>
                    <a:cubicBezTo>
                      <a:pt x="404" y="110"/>
                      <a:pt x="399" y="115"/>
                      <a:pt x="395" y="120"/>
                    </a:cubicBezTo>
                    <a:cubicBezTo>
                      <a:pt x="386" y="115"/>
                      <a:pt x="378" y="109"/>
                      <a:pt x="368" y="109"/>
                    </a:cubicBezTo>
                    <a:cubicBezTo>
                      <a:pt x="366" y="107"/>
                      <a:pt x="364" y="104"/>
                      <a:pt x="362" y="102"/>
                    </a:cubicBezTo>
                    <a:cubicBezTo>
                      <a:pt x="380" y="87"/>
                      <a:pt x="432" y="33"/>
                      <a:pt x="454" y="31"/>
                    </a:cubicBezTo>
                    <a:cubicBezTo>
                      <a:pt x="458" y="27"/>
                      <a:pt x="460" y="26"/>
                      <a:pt x="460" y="18"/>
                    </a:cubicBezTo>
                    <a:cubicBezTo>
                      <a:pt x="454" y="10"/>
                      <a:pt x="444" y="2"/>
                      <a:pt x="434" y="2"/>
                    </a:cubicBezTo>
                    <a:cubicBezTo>
                      <a:pt x="411" y="19"/>
                      <a:pt x="396" y="51"/>
                      <a:pt x="373" y="65"/>
                    </a:cubicBezTo>
                    <a:cubicBezTo>
                      <a:pt x="363" y="71"/>
                      <a:pt x="346" y="82"/>
                      <a:pt x="343" y="90"/>
                    </a:cubicBezTo>
                    <a:cubicBezTo>
                      <a:pt x="327" y="90"/>
                      <a:pt x="308" y="86"/>
                      <a:pt x="294" y="91"/>
                    </a:cubicBezTo>
                    <a:cubicBezTo>
                      <a:pt x="288" y="94"/>
                      <a:pt x="285" y="100"/>
                      <a:pt x="277" y="102"/>
                    </a:cubicBezTo>
                    <a:cubicBezTo>
                      <a:pt x="274" y="106"/>
                      <a:pt x="273" y="108"/>
                      <a:pt x="273" y="117"/>
                    </a:cubicBezTo>
                    <a:cubicBezTo>
                      <a:pt x="273" y="117"/>
                      <a:pt x="273" y="117"/>
                      <a:pt x="273" y="117"/>
                    </a:cubicBezTo>
                    <a:cubicBezTo>
                      <a:pt x="280" y="122"/>
                      <a:pt x="299" y="118"/>
                      <a:pt x="301" y="122"/>
                    </a:cubicBezTo>
                    <a:cubicBezTo>
                      <a:pt x="303" y="124"/>
                      <a:pt x="302" y="123"/>
                      <a:pt x="303" y="126"/>
                    </a:cubicBezTo>
                    <a:cubicBezTo>
                      <a:pt x="295" y="129"/>
                      <a:pt x="290" y="137"/>
                      <a:pt x="282" y="138"/>
                    </a:cubicBezTo>
                    <a:cubicBezTo>
                      <a:pt x="279" y="142"/>
                      <a:pt x="279" y="146"/>
                      <a:pt x="279" y="153"/>
                    </a:cubicBezTo>
                    <a:cubicBezTo>
                      <a:pt x="281" y="154"/>
                      <a:pt x="282" y="156"/>
                      <a:pt x="283" y="157"/>
                    </a:cubicBezTo>
                    <a:cubicBezTo>
                      <a:pt x="304" y="153"/>
                      <a:pt x="320" y="142"/>
                      <a:pt x="331" y="126"/>
                    </a:cubicBezTo>
                    <a:cubicBezTo>
                      <a:pt x="340" y="126"/>
                      <a:pt x="348" y="126"/>
                      <a:pt x="354" y="127"/>
                    </a:cubicBezTo>
                    <a:cubicBezTo>
                      <a:pt x="357" y="131"/>
                      <a:pt x="359" y="132"/>
                      <a:pt x="360" y="138"/>
                    </a:cubicBezTo>
                    <a:cubicBezTo>
                      <a:pt x="345" y="158"/>
                      <a:pt x="330" y="179"/>
                      <a:pt x="315" y="202"/>
                    </a:cubicBezTo>
                    <a:cubicBezTo>
                      <a:pt x="305" y="202"/>
                      <a:pt x="299" y="198"/>
                      <a:pt x="293" y="194"/>
                    </a:cubicBezTo>
                    <a:cubicBezTo>
                      <a:pt x="285" y="194"/>
                      <a:pt x="238" y="255"/>
                      <a:pt x="237" y="263"/>
                    </a:cubicBezTo>
                    <a:cubicBezTo>
                      <a:pt x="231" y="269"/>
                      <a:pt x="225" y="274"/>
                      <a:pt x="219" y="280"/>
                    </a:cubicBezTo>
                    <a:cubicBezTo>
                      <a:pt x="212" y="273"/>
                      <a:pt x="205" y="266"/>
                      <a:pt x="193" y="266"/>
                    </a:cubicBezTo>
                    <a:cubicBezTo>
                      <a:pt x="181" y="284"/>
                      <a:pt x="184" y="320"/>
                      <a:pt x="208" y="325"/>
                    </a:cubicBezTo>
                    <a:cubicBezTo>
                      <a:pt x="214" y="320"/>
                      <a:pt x="220" y="320"/>
                      <a:pt x="224" y="314"/>
                    </a:cubicBezTo>
                    <a:cubicBezTo>
                      <a:pt x="228" y="314"/>
                      <a:pt x="228" y="314"/>
                      <a:pt x="229" y="315"/>
                    </a:cubicBezTo>
                    <a:cubicBezTo>
                      <a:pt x="232" y="314"/>
                      <a:pt x="231" y="326"/>
                      <a:pt x="231" y="330"/>
                    </a:cubicBezTo>
                    <a:cubicBezTo>
                      <a:pt x="235" y="333"/>
                      <a:pt x="236" y="334"/>
                      <a:pt x="243" y="334"/>
                    </a:cubicBezTo>
                    <a:cubicBezTo>
                      <a:pt x="250" y="328"/>
                      <a:pt x="253" y="321"/>
                      <a:pt x="257" y="315"/>
                    </a:cubicBezTo>
                    <a:cubicBezTo>
                      <a:pt x="270" y="295"/>
                      <a:pt x="289" y="281"/>
                      <a:pt x="302" y="264"/>
                    </a:cubicBezTo>
                    <a:cubicBezTo>
                      <a:pt x="304" y="264"/>
                      <a:pt x="306" y="264"/>
                      <a:pt x="308" y="264"/>
                    </a:cubicBezTo>
                    <a:cubicBezTo>
                      <a:pt x="315" y="274"/>
                      <a:pt x="318" y="287"/>
                      <a:pt x="325" y="296"/>
                    </a:cubicBezTo>
                    <a:cubicBezTo>
                      <a:pt x="318" y="300"/>
                      <a:pt x="305" y="306"/>
                      <a:pt x="293" y="306"/>
                    </a:cubicBezTo>
                    <a:cubicBezTo>
                      <a:pt x="293" y="308"/>
                      <a:pt x="293" y="310"/>
                      <a:pt x="293" y="312"/>
                    </a:cubicBezTo>
                    <a:cubicBezTo>
                      <a:pt x="300" y="317"/>
                      <a:pt x="352" y="332"/>
                      <a:pt x="362" y="332"/>
                    </a:cubicBezTo>
                    <a:cubicBezTo>
                      <a:pt x="362" y="333"/>
                      <a:pt x="362" y="335"/>
                      <a:pt x="362" y="336"/>
                    </a:cubicBezTo>
                    <a:cubicBezTo>
                      <a:pt x="337" y="347"/>
                      <a:pt x="304" y="350"/>
                      <a:pt x="276" y="358"/>
                    </a:cubicBezTo>
                    <a:cubicBezTo>
                      <a:pt x="248" y="367"/>
                      <a:pt x="220" y="375"/>
                      <a:pt x="191" y="385"/>
                    </a:cubicBezTo>
                    <a:cubicBezTo>
                      <a:pt x="186" y="388"/>
                      <a:pt x="181" y="391"/>
                      <a:pt x="175" y="395"/>
                    </a:cubicBezTo>
                    <a:cubicBezTo>
                      <a:pt x="174" y="393"/>
                      <a:pt x="175" y="394"/>
                      <a:pt x="174" y="393"/>
                    </a:cubicBezTo>
                    <a:cubicBezTo>
                      <a:pt x="176" y="377"/>
                      <a:pt x="179" y="362"/>
                      <a:pt x="181" y="346"/>
                    </a:cubicBezTo>
                    <a:cubicBezTo>
                      <a:pt x="176" y="329"/>
                      <a:pt x="179" y="300"/>
                      <a:pt x="175" y="285"/>
                    </a:cubicBezTo>
                    <a:cubicBezTo>
                      <a:pt x="176" y="282"/>
                      <a:pt x="177" y="279"/>
                      <a:pt x="177" y="277"/>
                    </a:cubicBezTo>
                    <a:cubicBezTo>
                      <a:pt x="172" y="265"/>
                      <a:pt x="172" y="249"/>
                      <a:pt x="172" y="232"/>
                    </a:cubicBezTo>
                    <a:cubicBezTo>
                      <a:pt x="169" y="230"/>
                      <a:pt x="165" y="227"/>
                      <a:pt x="164" y="224"/>
                    </a:cubicBezTo>
                    <a:cubicBezTo>
                      <a:pt x="162" y="224"/>
                      <a:pt x="160" y="224"/>
                      <a:pt x="158" y="224"/>
                    </a:cubicBezTo>
                    <a:cubicBezTo>
                      <a:pt x="151" y="235"/>
                      <a:pt x="160" y="244"/>
                      <a:pt x="155" y="258"/>
                    </a:cubicBezTo>
                    <a:cubicBezTo>
                      <a:pt x="150" y="274"/>
                      <a:pt x="151" y="293"/>
                      <a:pt x="148" y="309"/>
                    </a:cubicBezTo>
                    <a:cubicBezTo>
                      <a:pt x="149" y="315"/>
                      <a:pt x="150" y="322"/>
                      <a:pt x="150" y="328"/>
                    </a:cubicBezTo>
                    <a:cubicBezTo>
                      <a:pt x="143" y="347"/>
                      <a:pt x="144" y="382"/>
                      <a:pt x="150" y="400"/>
                    </a:cubicBezTo>
                    <a:cubicBezTo>
                      <a:pt x="156" y="414"/>
                      <a:pt x="151" y="424"/>
                      <a:pt x="165" y="428"/>
                    </a:cubicBezTo>
                    <a:cubicBezTo>
                      <a:pt x="182" y="434"/>
                      <a:pt x="210" y="418"/>
                      <a:pt x="219" y="413"/>
                    </a:cubicBezTo>
                    <a:cubicBezTo>
                      <a:pt x="223" y="413"/>
                      <a:pt x="226" y="413"/>
                      <a:pt x="229" y="413"/>
                    </a:cubicBezTo>
                    <a:cubicBezTo>
                      <a:pt x="232" y="411"/>
                      <a:pt x="234" y="409"/>
                      <a:pt x="237" y="407"/>
                    </a:cubicBezTo>
                    <a:cubicBezTo>
                      <a:pt x="240" y="406"/>
                      <a:pt x="243" y="406"/>
                      <a:pt x="246" y="406"/>
                    </a:cubicBezTo>
                    <a:cubicBezTo>
                      <a:pt x="248" y="404"/>
                      <a:pt x="249" y="402"/>
                      <a:pt x="250" y="401"/>
                    </a:cubicBezTo>
                    <a:cubicBezTo>
                      <a:pt x="254" y="401"/>
                      <a:pt x="258" y="401"/>
                      <a:pt x="261" y="401"/>
                    </a:cubicBezTo>
                    <a:cubicBezTo>
                      <a:pt x="263" y="398"/>
                      <a:pt x="265" y="396"/>
                      <a:pt x="266" y="394"/>
                    </a:cubicBezTo>
                    <a:cubicBezTo>
                      <a:pt x="270" y="394"/>
                      <a:pt x="274" y="393"/>
                      <a:pt x="278" y="393"/>
                    </a:cubicBezTo>
                    <a:cubicBezTo>
                      <a:pt x="280" y="392"/>
                      <a:pt x="282" y="389"/>
                      <a:pt x="283" y="388"/>
                    </a:cubicBezTo>
                    <a:cubicBezTo>
                      <a:pt x="288" y="388"/>
                      <a:pt x="292" y="387"/>
                      <a:pt x="296" y="387"/>
                    </a:cubicBezTo>
                    <a:cubicBezTo>
                      <a:pt x="318" y="376"/>
                      <a:pt x="352" y="357"/>
                      <a:pt x="379" y="362"/>
                    </a:cubicBezTo>
                    <a:cubicBezTo>
                      <a:pt x="379" y="378"/>
                      <a:pt x="381" y="391"/>
                      <a:pt x="384" y="399"/>
                    </a:cubicBezTo>
                    <a:cubicBezTo>
                      <a:pt x="365" y="402"/>
                      <a:pt x="348" y="416"/>
                      <a:pt x="333" y="425"/>
                    </a:cubicBezTo>
                    <a:cubicBezTo>
                      <a:pt x="301" y="444"/>
                      <a:pt x="241" y="466"/>
                      <a:pt x="239" y="511"/>
                    </a:cubicBezTo>
                    <a:cubicBezTo>
                      <a:pt x="258" y="523"/>
                      <a:pt x="333" y="507"/>
                      <a:pt x="349" y="502"/>
                    </a:cubicBezTo>
                    <a:cubicBezTo>
                      <a:pt x="355" y="500"/>
                      <a:pt x="360" y="494"/>
                      <a:pt x="366" y="494"/>
                    </a:cubicBezTo>
                    <a:cubicBezTo>
                      <a:pt x="367" y="493"/>
                      <a:pt x="369" y="491"/>
                      <a:pt x="370" y="490"/>
                    </a:cubicBezTo>
                    <a:cubicBezTo>
                      <a:pt x="371" y="492"/>
                      <a:pt x="371" y="491"/>
                      <a:pt x="373" y="493"/>
                    </a:cubicBezTo>
                    <a:cubicBezTo>
                      <a:pt x="367" y="511"/>
                      <a:pt x="304" y="556"/>
                      <a:pt x="303" y="579"/>
                    </a:cubicBezTo>
                    <a:cubicBezTo>
                      <a:pt x="277" y="597"/>
                      <a:pt x="230" y="604"/>
                      <a:pt x="199" y="615"/>
                    </a:cubicBezTo>
                    <a:cubicBezTo>
                      <a:pt x="195" y="614"/>
                      <a:pt x="191" y="613"/>
                      <a:pt x="187" y="611"/>
                    </a:cubicBezTo>
                    <a:cubicBezTo>
                      <a:pt x="173" y="616"/>
                      <a:pt x="163" y="631"/>
                      <a:pt x="154" y="635"/>
                    </a:cubicBezTo>
                    <a:cubicBezTo>
                      <a:pt x="149" y="635"/>
                      <a:pt x="145" y="635"/>
                      <a:pt x="141" y="635"/>
                    </a:cubicBezTo>
                    <a:cubicBezTo>
                      <a:pt x="125" y="641"/>
                      <a:pt x="107" y="653"/>
                      <a:pt x="93" y="660"/>
                    </a:cubicBezTo>
                    <a:cubicBezTo>
                      <a:pt x="86" y="655"/>
                      <a:pt x="64" y="669"/>
                      <a:pt x="60" y="671"/>
                    </a:cubicBezTo>
                    <a:cubicBezTo>
                      <a:pt x="56" y="671"/>
                      <a:pt x="52" y="671"/>
                      <a:pt x="47" y="670"/>
                    </a:cubicBezTo>
                    <a:cubicBezTo>
                      <a:pt x="46" y="673"/>
                      <a:pt x="44" y="675"/>
                      <a:pt x="42" y="677"/>
                    </a:cubicBezTo>
                    <a:cubicBezTo>
                      <a:pt x="34" y="681"/>
                      <a:pt x="27" y="672"/>
                      <a:pt x="20" y="679"/>
                    </a:cubicBezTo>
                    <a:cubicBezTo>
                      <a:pt x="13" y="680"/>
                      <a:pt x="0" y="692"/>
                      <a:pt x="6" y="704"/>
                    </a:cubicBezTo>
                    <a:cubicBezTo>
                      <a:pt x="14" y="720"/>
                      <a:pt x="26" y="740"/>
                      <a:pt x="43" y="747"/>
                    </a:cubicBezTo>
                    <a:cubicBezTo>
                      <a:pt x="49" y="750"/>
                      <a:pt x="55" y="746"/>
                      <a:pt x="62" y="750"/>
                    </a:cubicBezTo>
                    <a:cubicBezTo>
                      <a:pt x="64" y="750"/>
                      <a:pt x="71" y="753"/>
                      <a:pt x="75" y="751"/>
                    </a:cubicBezTo>
                    <a:cubicBezTo>
                      <a:pt x="85" y="747"/>
                      <a:pt x="97" y="747"/>
                      <a:pt x="109" y="742"/>
                    </a:cubicBezTo>
                    <a:cubicBezTo>
                      <a:pt x="117" y="738"/>
                      <a:pt x="128" y="729"/>
                      <a:pt x="138" y="725"/>
                    </a:cubicBezTo>
                    <a:cubicBezTo>
                      <a:pt x="142" y="725"/>
                      <a:pt x="147" y="725"/>
                      <a:pt x="151" y="725"/>
                    </a:cubicBezTo>
                    <a:cubicBezTo>
                      <a:pt x="153" y="724"/>
                      <a:pt x="156" y="719"/>
                      <a:pt x="158" y="718"/>
                    </a:cubicBezTo>
                    <a:cubicBezTo>
                      <a:pt x="177" y="710"/>
                      <a:pt x="199" y="703"/>
                      <a:pt x="217" y="691"/>
                    </a:cubicBezTo>
                    <a:cubicBezTo>
                      <a:pt x="233" y="680"/>
                      <a:pt x="277" y="652"/>
                      <a:pt x="299" y="657"/>
                    </a:cubicBezTo>
                    <a:cubicBezTo>
                      <a:pt x="307" y="669"/>
                      <a:pt x="299" y="690"/>
                      <a:pt x="303" y="707"/>
                    </a:cubicBezTo>
                    <a:cubicBezTo>
                      <a:pt x="311" y="741"/>
                      <a:pt x="303" y="804"/>
                      <a:pt x="303" y="847"/>
                    </a:cubicBezTo>
                    <a:cubicBezTo>
                      <a:pt x="294" y="845"/>
                      <a:pt x="283" y="862"/>
                      <a:pt x="266" y="854"/>
                    </a:cubicBezTo>
                    <a:cubicBezTo>
                      <a:pt x="248" y="846"/>
                      <a:pt x="223" y="841"/>
                      <a:pt x="204" y="835"/>
                    </a:cubicBezTo>
                    <a:cubicBezTo>
                      <a:pt x="201" y="835"/>
                      <a:pt x="198" y="835"/>
                      <a:pt x="195" y="836"/>
                    </a:cubicBezTo>
                    <a:cubicBezTo>
                      <a:pt x="154" y="814"/>
                      <a:pt x="114" y="794"/>
                      <a:pt x="74" y="775"/>
                    </a:cubicBezTo>
                    <a:cubicBezTo>
                      <a:pt x="71" y="775"/>
                      <a:pt x="69" y="776"/>
                      <a:pt x="66" y="777"/>
                    </a:cubicBezTo>
                    <a:cubicBezTo>
                      <a:pt x="65" y="778"/>
                      <a:pt x="64" y="779"/>
                      <a:pt x="63" y="780"/>
                    </a:cubicBezTo>
                    <a:cubicBezTo>
                      <a:pt x="64" y="797"/>
                      <a:pt x="107" y="820"/>
                      <a:pt x="121" y="829"/>
                    </a:cubicBezTo>
                    <a:cubicBezTo>
                      <a:pt x="129" y="833"/>
                      <a:pt x="135" y="842"/>
                      <a:pt x="143" y="847"/>
                    </a:cubicBezTo>
                    <a:cubicBezTo>
                      <a:pt x="146" y="843"/>
                      <a:pt x="160" y="852"/>
                      <a:pt x="164" y="854"/>
                    </a:cubicBezTo>
                    <a:cubicBezTo>
                      <a:pt x="186" y="867"/>
                      <a:pt x="210" y="875"/>
                      <a:pt x="233" y="885"/>
                    </a:cubicBezTo>
                    <a:cubicBezTo>
                      <a:pt x="233" y="885"/>
                      <a:pt x="277" y="894"/>
                      <a:pt x="281" y="895"/>
                    </a:cubicBezTo>
                    <a:cubicBezTo>
                      <a:pt x="295" y="901"/>
                      <a:pt x="312" y="907"/>
                      <a:pt x="329" y="906"/>
                    </a:cubicBezTo>
                    <a:cubicBezTo>
                      <a:pt x="329" y="906"/>
                      <a:pt x="329" y="906"/>
                      <a:pt x="330" y="906"/>
                    </a:cubicBezTo>
                    <a:cubicBezTo>
                      <a:pt x="332" y="903"/>
                      <a:pt x="332" y="897"/>
                      <a:pt x="333" y="895"/>
                    </a:cubicBezTo>
                    <a:cubicBezTo>
                      <a:pt x="338" y="885"/>
                      <a:pt x="350" y="876"/>
                      <a:pt x="354" y="866"/>
                    </a:cubicBezTo>
                    <a:cubicBezTo>
                      <a:pt x="358" y="856"/>
                      <a:pt x="347" y="799"/>
                      <a:pt x="342" y="787"/>
                    </a:cubicBezTo>
                    <a:cubicBezTo>
                      <a:pt x="343" y="775"/>
                      <a:pt x="343" y="763"/>
                      <a:pt x="343" y="751"/>
                    </a:cubicBezTo>
                    <a:cubicBezTo>
                      <a:pt x="335" y="722"/>
                      <a:pt x="334" y="678"/>
                      <a:pt x="333" y="654"/>
                    </a:cubicBezTo>
                    <a:cubicBezTo>
                      <a:pt x="338" y="650"/>
                      <a:pt x="343" y="645"/>
                      <a:pt x="348" y="643"/>
                    </a:cubicBezTo>
                    <a:cubicBezTo>
                      <a:pt x="357" y="642"/>
                      <a:pt x="365" y="641"/>
                      <a:pt x="374" y="641"/>
                    </a:cubicBezTo>
                    <a:cubicBezTo>
                      <a:pt x="375" y="639"/>
                      <a:pt x="376" y="637"/>
                      <a:pt x="378" y="635"/>
                    </a:cubicBezTo>
                    <a:cubicBezTo>
                      <a:pt x="384" y="632"/>
                      <a:pt x="402" y="633"/>
                      <a:pt x="412" y="629"/>
                    </a:cubicBezTo>
                    <a:cubicBezTo>
                      <a:pt x="414" y="628"/>
                      <a:pt x="416" y="623"/>
                      <a:pt x="418" y="622"/>
                    </a:cubicBezTo>
                    <a:cubicBezTo>
                      <a:pt x="421" y="621"/>
                      <a:pt x="425" y="624"/>
                      <a:pt x="426" y="624"/>
                    </a:cubicBezTo>
                    <a:cubicBezTo>
                      <a:pt x="434" y="626"/>
                      <a:pt x="442" y="619"/>
                      <a:pt x="445" y="616"/>
                    </a:cubicBezTo>
                    <a:cubicBezTo>
                      <a:pt x="469" y="623"/>
                      <a:pt x="503" y="644"/>
                      <a:pt x="530" y="633"/>
                    </a:cubicBezTo>
                    <a:cubicBezTo>
                      <a:pt x="551" y="625"/>
                      <a:pt x="571" y="584"/>
                      <a:pt x="544" y="567"/>
                    </a:cubicBezTo>
                    <a:cubicBezTo>
                      <a:pt x="513" y="547"/>
                      <a:pt x="481" y="550"/>
                      <a:pt x="444" y="561"/>
                    </a:cubicBezTo>
                    <a:cubicBezTo>
                      <a:pt x="425" y="566"/>
                      <a:pt x="403" y="564"/>
                      <a:pt x="385" y="570"/>
                    </a:cubicBezTo>
                    <a:cubicBezTo>
                      <a:pt x="378" y="570"/>
                      <a:pt x="370" y="570"/>
                      <a:pt x="363" y="570"/>
                    </a:cubicBezTo>
                    <a:cubicBezTo>
                      <a:pt x="353" y="573"/>
                      <a:pt x="342" y="576"/>
                      <a:pt x="331" y="574"/>
                    </a:cubicBezTo>
                    <a:cubicBezTo>
                      <a:pt x="331" y="573"/>
                      <a:pt x="331" y="571"/>
                      <a:pt x="331" y="570"/>
                    </a:cubicBezTo>
                    <a:cubicBezTo>
                      <a:pt x="337" y="566"/>
                      <a:pt x="342" y="560"/>
                      <a:pt x="348" y="557"/>
                    </a:cubicBezTo>
                    <a:cubicBezTo>
                      <a:pt x="355" y="557"/>
                      <a:pt x="362" y="556"/>
                      <a:pt x="369" y="556"/>
                    </a:cubicBezTo>
                    <a:cubicBezTo>
                      <a:pt x="388" y="547"/>
                      <a:pt x="412" y="528"/>
                      <a:pt x="422" y="509"/>
                    </a:cubicBezTo>
                    <a:cubicBezTo>
                      <a:pt x="425" y="503"/>
                      <a:pt x="439" y="492"/>
                      <a:pt x="434" y="481"/>
                    </a:cubicBezTo>
                    <a:cubicBezTo>
                      <a:pt x="434" y="479"/>
                      <a:pt x="406" y="461"/>
                      <a:pt x="402" y="460"/>
                    </a:cubicBezTo>
                    <a:cubicBezTo>
                      <a:pt x="379" y="462"/>
                      <a:pt x="355" y="465"/>
                      <a:pt x="331" y="467"/>
                    </a:cubicBezTo>
                    <a:cubicBezTo>
                      <a:pt x="323" y="467"/>
                      <a:pt x="315" y="467"/>
                      <a:pt x="306" y="467"/>
                    </a:cubicBezTo>
                    <a:cubicBezTo>
                      <a:pt x="304" y="468"/>
                      <a:pt x="303" y="472"/>
                      <a:pt x="300" y="473"/>
                    </a:cubicBezTo>
                    <a:cubicBezTo>
                      <a:pt x="299" y="472"/>
                      <a:pt x="297" y="471"/>
                      <a:pt x="296" y="471"/>
                    </a:cubicBezTo>
                    <a:cubicBezTo>
                      <a:pt x="296" y="469"/>
                      <a:pt x="296" y="468"/>
                      <a:pt x="296" y="467"/>
                    </a:cubicBezTo>
                    <a:cubicBezTo>
                      <a:pt x="313" y="460"/>
                      <a:pt x="327" y="443"/>
                      <a:pt x="342" y="436"/>
                    </a:cubicBezTo>
                    <a:cubicBezTo>
                      <a:pt x="346" y="435"/>
                      <a:pt x="350" y="435"/>
                      <a:pt x="353" y="434"/>
                    </a:cubicBezTo>
                    <a:cubicBezTo>
                      <a:pt x="357" y="432"/>
                      <a:pt x="364" y="424"/>
                      <a:pt x="368" y="423"/>
                    </a:cubicBezTo>
                    <a:cubicBezTo>
                      <a:pt x="370" y="424"/>
                      <a:pt x="373" y="425"/>
                      <a:pt x="375" y="426"/>
                    </a:cubicBezTo>
                    <a:cubicBezTo>
                      <a:pt x="398" y="416"/>
                      <a:pt x="434" y="410"/>
                      <a:pt x="459" y="401"/>
                    </a:cubicBezTo>
                    <a:cubicBezTo>
                      <a:pt x="464" y="401"/>
                      <a:pt x="469" y="401"/>
                      <a:pt x="474" y="401"/>
                    </a:cubicBezTo>
                    <a:cubicBezTo>
                      <a:pt x="510" y="389"/>
                      <a:pt x="552" y="379"/>
                      <a:pt x="586" y="364"/>
                    </a:cubicBezTo>
                    <a:cubicBezTo>
                      <a:pt x="616" y="350"/>
                      <a:pt x="649" y="340"/>
                      <a:pt x="648" y="299"/>
                    </a:cubicBezTo>
                    <a:cubicBezTo>
                      <a:pt x="622" y="273"/>
                      <a:pt x="543" y="293"/>
                      <a:pt x="513" y="305"/>
                    </a:cubicBezTo>
                    <a:close/>
                    <a:moveTo>
                      <a:pt x="244" y="294"/>
                    </a:moveTo>
                    <a:cubicBezTo>
                      <a:pt x="258" y="272"/>
                      <a:pt x="266" y="246"/>
                      <a:pt x="279" y="228"/>
                    </a:cubicBezTo>
                    <a:cubicBezTo>
                      <a:pt x="294" y="236"/>
                      <a:pt x="252" y="291"/>
                      <a:pt x="244" y="294"/>
                    </a:cubicBezTo>
                    <a:close/>
                    <a:moveTo>
                      <a:pt x="349" y="250"/>
                    </a:moveTo>
                    <a:cubicBezTo>
                      <a:pt x="345" y="246"/>
                      <a:pt x="341" y="242"/>
                      <a:pt x="336" y="238"/>
                    </a:cubicBezTo>
                    <a:cubicBezTo>
                      <a:pt x="326" y="215"/>
                      <a:pt x="352" y="193"/>
                      <a:pt x="362" y="178"/>
                    </a:cubicBezTo>
                    <a:cubicBezTo>
                      <a:pt x="363" y="178"/>
                      <a:pt x="363" y="178"/>
                      <a:pt x="364" y="178"/>
                    </a:cubicBezTo>
                    <a:cubicBezTo>
                      <a:pt x="361" y="199"/>
                      <a:pt x="359" y="255"/>
                      <a:pt x="365" y="272"/>
                    </a:cubicBezTo>
                    <a:cubicBezTo>
                      <a:pt x="356" y="271"/>
                      <a:pt x="353" y="256"/>
                      <a:pt x="349" y="250"/>
                    </a:cubicBezTo>
                    <a:close/>
                    <a:moveTo>
                      <a:pt x="385" y="229"/>
                    </a:moveTo>
                    <a:cubicBezTo>
                      <a:pt x="385" y="210"/>
                      <a:pt x="385" y="192"/>
                      <a:pt x="385" y="174"/>
                    </a:cubicBezTo>
                    <a:cubicBezTo>
                      <a:pt x="387" y="172"/>
                      <a:pt x="389" y="170"/>
                      <a:pt x="391" y="168"/>
                    </a:cubicBezTo>
                    <a:cubicBezTo>
                      <a:pt x="398" y="153"/>
                      <a:pt x="399" y="137"/>
                      <a:pt x="412" y="129"/>
                    </a:cubicBezTo>
                    <a:cubicBezTo>
                      <a:pt x="411" y="129"/>
                      <a:pt x="411" y="128"/>
                      <a:pt x="411" y="127"/>
                    </a:cubicBezTo>
                    <a:cubicBezTo>
                      <a:pt x="414" y="128"/>
                      <a:pt x="414" y="127"/>
                      <a:pt x="416" y="129"/>
                    </a:cubicBezTo>
                    <a:cubicBezTo>
                      <a:pt x="416" y="129"/>
                      <a:pt x="417" y="129"/>
                      <a:pt x="417" y="128"/>
                    </a:cubicBezTo>
                    <a:cubicBezTo>
                      <a:pt x="415" y="132"/>
                      <a:pt x="413" y="135"/>
                      <a:pt x="411" y="138"/>
                    </a:cubicBezTo>
                    <a:cubicBezTo>
                      <a:pt x="410" y="142"/>
                      <a:pt x="412" y="147"/>
                      <a:pt x="413" y="149"/>
                    </a:cubicBezTo>
                    <a:cubicBezTo>
                      <a:pt x="405" y="157"/>
                      <a:pt x="397" y="234"/>
                      <a:pt x="410" y="246"/>
                    </a:cubicBezTo>
                    <a:cubicBezTo>
                      <a:pt x="410" y="257"/>
                      <a:pt x="398" y="268"/>
                      <a:pt x="389" y="270"/>
                    </a:cubicBezTo>
                    <a:cubicBezTo>
                      <a:pt x="389" y="271"/>
                      <a:pt x="389" y="271"/>
                      <a:pt x="390" y="272"/>
                    </a:cubicBezTo>
                    <a:cubicBezTo>
                      <a:pt x="381" y="265"/>
                      <a:pt x="385" y="243"/>
                      <a:pt x="385" y="229"/>
                    </a:cubicBezTo>
                    <a:close/>
                    <a:moveTo>
                      <a:pt x="584" y="329"/>
                    </a:moveTo>
                    <a:cubicBezTo>
                      <a:pt x="538" y="360"/>
                      <a:pt x="476" y="375"/>
                      <a:pt x="414" y="388"/>
                    </a:cubicBezTo>
                    <a:cubicBezTo>
                      <a:pt x="407" y="369"/>
                      <a:pt x="428" y="364"/>
                      <a:pt x="433" y="353"/>
                    </a:cubicBezTo>
                    <a:cubicBezTo>
                      <a:pt x="433" y="351"/>
                      <a:pt x="433" y="348"/>
                      <a:pt x="433" y="346"/>
                    </a:cubicBezTo>
                    <a:cubicBezTo>
                      <a:pt x="433" y="346"/>
                      <a:pt x="434" y="346"/>
                      <a:pt x="434" y="347"/>
                    </a:cubicBezTo>
                    <a:cubicBezTo>
                      <a:pt x="434" y="346"/>
                      <a:pt x="434" y="346"/>
                      <a:pt x="434" y="345"/>
                    </a:cubicBezTo>
                    <a:cubicBezTo>
                      <a:pt x="435" y="344"/>
                      <a:pt x="468" y="333"/>
                      <a:pt x="470" y="334"/>
                    </a:cubicBezTo>
                    <a:cubicBezTo>
                      <a:pt x="476" y="337"/>
                      <a:pt x="493" y="329"/>
                      <a:pt x="500" y="326"/>
                    </a:cubicBezTo>
                    <a:cubicBezTo>
                      <a:pt x="505" y="329"/>
                      <a:pt x="562" y="313"/>
                      <a:pt x="569" y="310"/>
                    </a:cubicBezTo>
                    <a:cubicBezTo>
                      <a:pt x="579" y="307"/>
                      <a:pt x="586" y="310"/>
                      <a:pt x="592" y="305"/>
                    </a:cubicBezTo>
                    <a:cubicBezTo>
                      <a:pt x="600" y="304"/>
                      <a:pt x="625" y="305"/>
                      <a:pt x="626" y="306"/>
                    </a:cubicBezTo>
                    <a:cubicBezTo>
                      <a:pt x="627" y="306"/>
                      <a:pt x="628" y="306"/>
                      <a:pt x="629" y="306"/>
                    </a:cubicBezTo>
                    <a:cubicBezTo>
                      <a:pt x="622" y="316"/>
                      <a:pt x="595" y="322"/>
                      <a:pt x="584" y="329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128" name="iṩḷîḑé"/>
              <p:cNvSpPr/>
              <p:nvPr/>
            </p:nvSpPr>
            <p:spPr bwMode="auto">
              <a:xfrm>
                <a:off x="6967538" y="4999035"/>
                <a:ext cx="112713" cy="184150"/>
              </a:xfrm>
              <a:custGeom>
                <a:avLst/>
                <a:gdLst>
                  <a:gd name="T0" fmla="*/ 4 w 111"/>
                  <a:gd name="T1" fmla="*/ 181 h 181"/>
                  <a:gd name="T2" fmla="*/ 16 w 111"/>
                  <a:gd name="T3" fmla="*/ 163 h 181"/>
                  <a:gd name="T4" fmla="*/ 87 w 111"/>
                  <a:gd name="T5" fmla="*/ 91 h 181"/>
                  <a:gd name="T6" fmla="*/ 106 w 111"/>
                  <a:gd name="T7" fmla="*/ 60 h 181"/>
                  <a:gd name="T8" fmla="*/ 93 w 111"/>
                  <a:gd name="T9" fmla="*/ 0 h 181"/>
                  <a:gd name="T10" fmla="*/ 90 w 111"/>
                  <a:gd name="T11" fmla="*/ 0 h 181"/>
                  <a:gd name="T12" fmla="*/ 46 w 111"/>
                  <a:gd name="T13" fmla="*/ 94 h 181"/>
                  <a:gd name="T14" fmla="*/ 0 w 111"/>
                  <a:gd name="T15" fmla="*/ 177 h 181"/>
                  <a:gd name="T16" fmla="*/ 3 w 111"/>
                  <a:gd name="T17" fmla="*/ 181 h 181"/>
                  <a:gd name="T18" fmla="*/ 4 w 111"/>
                  <a:gd name="T19" fmla="*/ 181 h 18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</a:cxnLst>
                <a:rect l="0" t="0" r="r" b="b"/>
                <a:pathLst>
                  <a:path w="111" h="181">
                    <a:moveTo>
                      <a:pt x="4" y="181"/>
                    </a:moveTo>
                    <a:cubicBezTo>
                      <a:pt x="10" y="176"/>
                      <a:pt x="11" y="168"/>
                      <a:pt x="16" y="163"/>
                    </a:cubicBezTo>
                    <a:cubicBezTo>
                      <a:pt x="40" y="141"/>
                      <a:pt x="63" y="115"/>
                      <a:pt x="87" y="91"/>
                    </a:cubicBezTo>
                    <a:cubicBezTo>
                      <a:pt x="91" y="87"/>
                      <a:pt x="108" y="64"/>
                      <a:pt x="106" y="60"/>
                    </a:cubicBezTo>
                    <a:cubicBezTo>
                      <a:pt x="111" y="37"/>
                      <a:pt x="108" y="12"/>
                      <a:pt x="93" y="0"/>
                    </a:cubicBezTo>
                    <a:cubicBezTo>
                      <a:pt x="92" y="0"/>
                      <a:pt x="91" y="0"/>
                      <a:pt x="90" y="0"/>
                    </a:cubicBezTo>
                    <a:cubicBezTo>
                      <a:pt x="70" y="27"/>
                      <a:pt x="59" y="65"/>
                      <a:pt x="46" y="94"/>
                    </a:cubicBezTo>
                    <a:cubicBezTo>
                      <a:pt x="32" y="124"/>
                      <a:pt x="11" y="143"/>
                      <a:pt x="0" y="177"/>
                    </a:cubicBezTo>
                    <a:cubicBezTo>
                      <a:pt x="1" y="179"/>
                      <a:pt x="2" y="180"/>
                      <a:pt x="3" y="181"/>
                    </a:cubicBezTo>
                    <a:cubicBezTo>
                      <a:pt x="3" y="181"/>
                      <a:pt x="4" y="181"/>
                      <a:pt x="4" y="181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129" name="ïṧlïḋè"/>
              <p:cNvSpPr/>
              <p:nvPr/>
            </p:nvSpPr>
            <p:spPr bwMode="auto">
              <a:xfrm>
                <a:off x="7018338" y="5157785"/>
                <a:ext cx="57150" cy="71437"/>
              </a:xfrm>
              <a:custGeom>
                <a:avLst/>
                <a:gdLst>
                  <a:gd name="T0" fmla="*/ 1 w 56"/>
                  <a:gd name="T1" fmla="*/ 65 h 70"/>
                  <a:gd name="T2" fmla="*/ 5 w 56"/>
                  <a:gd name="T3" fmla="*/ 70 h 70"/>
                  <a:gd name="T4" fmla="*/ 52 w 56"/>
                  <a:gd name="T5" fmla="*/ 48 h 70"/>
                  <a:gd name="T6" fmla="*/ 55 w 56"/>
                  <a:gd name="T7" fmla="*/ 26 h 70"/>
                  <a:gd name="T8" fmla="*/ 11 w 56"/>
                  <a:gd name="T9" fmla="*/ 0 h 70"/>
                  <a:gd name="T10" fmla="*/ 4 w 56"/>
                  <a:gd name="T11" fmla="*/ 30 h 70"/>
                  <a:gd name="T12" fmla="*/ 6 w 56"/>
                  <a:gd name="T13" fmla="*/ 46 h 70"/>
                  <a:gd name="T14" fmla="*/ 1 w 56"/>
                  <a:gd name="T15" fmla="*/ 65 h 7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</a:cxnLst>
                <a:rect l="0" t="0" r="r" b="b"/>
                <a:pathLst>
                  <a:path w="56" h="70">
                    <a:moveTo>
                      <a:pt x="1" y="65"/>
                    </a:moveTo>
                    <a:cubicBezTo>
                      <a:pt x="2" y="67"/>
                      <a:pt x="3" y="68"/>
                      <a:pt x="5" y="70"/>
                    </a:cubicBezTo>
                    <a:cubicBezTo>
                      <a:pt x="23" y="67"/>
                      <a:pt x="36" y="52"/>
                      <a:pt x="52" y="48"/>
                    </a:cubicBezTo>
                    <a:cubicBezTo>
                      <a:pt x="56" y="41"/>
                      <a:pt x="55" y="33"/>
                      <a:pt x="55" y="26"/>
                    </a:cubicBezTo>
                    <a:cubicBezTo>
                      <a:pt x="42" y="15"/>
                      <a:pt x="31" y="1"/>
                      <a:pt x="11" y="0"/>
                    </a:cubicBezTo>
                    <a:cubicBezTo>
                      <a:pt x="7" y="4"/>
                      <a:pt x="0" y="19"/>
                      <a:pt x="4" y="30"/>
                    </a:cubicBezTo>
                    <a:cubicBezTo>
                      <a:pt x="5" y="32"/>
                      <a:pt x="8" y="41"/>
                      <a:pt x="6" y="46"/>
                    </a:cubicBezTo>
                    <a:cubicBezTo>
                      <a:pt x="4" y="50"/>
                      <a:pt x="1" y="59"/>
                      <a:pt x="1" y="65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130" name="íṩḷïdè"/>
              <p:cNvSpPr/>
              <p:nvPr/>
            </p:nvSpPr>
            <p:spPr bwMode="auto">
              <a:xfrm>
                <a:off x="6881813" y="5394322"/>
                <a:ext cx="50800" cy="155575"/>
              </a:xfrm>
              <a:custGeom>
                <a:avLst/>
                <a:gdLst>
                  <a:gd name="T0" fmla="*/ 31 w 50"/>
                  <a:gd name="T1" fmla="*/ 148 h 154"/>
                  <a:gd name="T2" fmla="*/ 40 w 50"/>
                  <a:gd name="T3" fmla="*/ 89 h 154"/>
                  <a:gd name="T4" fmla="*/ 39 w 50"/>
                  <a:gd name="T5" fmla="*/ 58 h 154"/>
                  <a:gd name="T6" fmla="*/ 48 w 50"/>
                  <a:gd name="T7" fmla="*/ 3 h 154"/>
                  <a:gd name="T8" fmla="*/ 42 w 50"/>
                  <a:gd name="T9" fmla="*/ 0 h 154"/>
                  <a:gd name="T10" fmla="*/ 11 w 50"/>
                  <a:gd name="T11" fmla="*/ 56 h 154"/>
                  <a:gd name="T12" fmla="*/ 12 w 50"/>
                  <a:gd name="T13" fmla="*/ 70 h 154"/>
                  <a:gd name="T14" fmla="*/ 6 w 50"/>
                  <a:gd name="T15" fmla="*/ 79 h 154"/>
                  <a:gd name="T16" fmla="*/ 6 w 50"/>
                  <a:gd name="T17" fmla="*/ 102 h 154"/>
                  <a:gd name="T18" fmla="*/ 10 w 50"/>
                  <a:gd name="T19" fmla="*/ 154 h 154"/>
                  <a:gd name="T20" fmla="*/ 31 w 50"/>
                  <a:gd name="T21" fmla="*/ 148 h 15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</a:cxnLst>
                <a:rect l="0" t="0" r="r" b="b"/>
                <a:pathLst>
                  <a:path w="50" h="154">
                    <a:moveTo>
                      <a:pt x="31" y="148"/>
                    </a:moveTo>
                    <a:cubicBezTo>
                      <a:pt x="39" y="134"/>
                      <a:pt x="40" y="109"/>
                      <a:pt x="40" y="89"/>
                    </a:cubicBezTo>
                    <a:cubicBezTo>
                      <a:pt x="40" y="78"/>
                      <a:pt x="40" y="68"/>
                      <a:pt x="39" y="58"/>
                    </a:cubicBezTo>
                    <a:cubicBezTo>
                      <a:pt x="48" y="47"/>
                      <a:pt x="50" y="22"/>
                      <a:pt x="48" y="3"/>
                    </a:cubicBezTo>
                    <a:cubicBezTo>
                      <a:pt x="45" y="1"/>
                      <a:pt x="46" y="1"/>
                      <a:pt x="42" y="0"/>
                    </a:cubicBezTo>
                    <a:cubicBezTo>
                      <a:pt x="34" y="19"/>
                      <a:pt x="20" y="36"/>
                      <a:pt x="11" y="56"/>
                    </a:cubicBezTo>
                    <a:cubicBezTo>
                      <a:pt x="12" y="61"/>
                      <a:pt x="12" y="66"/>
                      <a:pt x="12" y="70"/>
                    </a:cubicBezTo>
                    <a:cubicBezTo>
                      <a:pt x="11" y="73"/>
                      <a:pt x="7" y="76"/>
                      <a:pt x="6" y="79"/>
                    </a:cubicBezTo>
                    <a:cubicBezTo>
                      <a:pt x="6" y="86"/>
                      <a:pt x="6" y="94"/>
                      <a:pt x="6" y="102"/>
                    </a:cubicBezTo>
                    <a:cubicBezTo>
                      <a:pt x="0" y="114"/>
                      <a:pt x="0" y="139"/>
                      <a:pt x="10" y="154"/>
                    </a:cubicBezTo>
                    <a:cubicBezTo>
                      <a:pt x="22" y="154"/>
                      <a:pt x="23" y="150"/>
                      <a:pt x="31" y="148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</p:grpSp>
        <p:grpSp>
          <p:nvGrpSpPr>
            <p:cNvPr id="122" name="iṩ1ídè"/>
            <p:cNvGrpSpPr/>
            <p:nvPr/>
          </p:nvGrpSpPr>
          <p:grpSpPr>
            <a:xfrm>
              <a:off x="7273918" y="2792408"/>
              <a:ext cx="599342" cy="855718"/>
              <a:chOff x="6115050" y="4976810"/>
              <a:chExt cx="560388" cy="800100"/>
            </a:xfrm>
            <a:grpFill/>
          </p:grpSpPr>
          <p:sp>
            <p:nvSpPr>
              <p:cNvPr id="125" name="íśḷíďê"/>
              <p:cNvSpPr/>
              <p:nvPr/>
            </p:nvSpPr>
            <p:spPr bwMode="auto">
              <a:xfrm>
                <a:off x="6115050" y="4976810"/>
                <a:ext cx="477838" cy="792162"/>
              </a:xfrm>
              <a:custGeom>
                <a:avLst/>
                <a:gdLst>
                  <a:gd name="T0" fmla="*/ 471 w 471"/>
                  <a:gd name="T1" fmla="*/ 354 h 778"/>
                  <a:gd name="T2" fmla="*/ 358 w 471"/>
                  <a:gd name="T3" fmla="*/ 323 h 778"/>
                  <a:gd name="T4" fmla="*/ 351 w 471"/>
                  <a:gd name="T5" fmla="*/ 337 h 778"/>
                  <a:gd name="T6" fmla="*/ 384 w 471"/>
                  <a:gd name="T7" fmla="*/ 358 h 778"/>
                  <a:gd name="T8" fmla="*/ 366 w 471"/>
                  <a:gd name="T9" fmla="*/ 387 h 778"/>
                  <a:gd name="T10" fmla="*/ 288 w 471"/>
                  <a:gd name="T11" fmla="*/ 435 h 778"/>
                  <a:gd name="T12" fmla="*/ 288 w 471"/>
                  <a:gd name="T13" fmla="*/ 418 h 778"/>
                  <a:gd name="T14" fmla="*/ 288 w 471"/>
                  <a:gd name="T15" fmla="*/ 403 h 778"/>
                  <a:gd name="T16" fmla="*/ 305 w 471"/>
                  <a:gd name="T17" fmla="*/ 352 h 778"/>
                  <a:gd name="T18" fmla="*/ 305 w 471"/>
                  <a:gd name="T19" fmla="*/ 336 h 778"/>
                  <a:gd name="T20" fmla="*/ 315 w 471"/>
                  <a:gd name="T21" fmla="*/ 315 h 778"/>
                  <a:gd name="T22" fmla="*/ 316 w 471"/>
                  <a:gd name="T23" fmla="*/ 291 h 778"/>
                  <a:gd name="T24" fmla="*/ 326 w 471"/>
                  <a:gd name="T25" fmla="*/ 223 h 778"/>
                  <a:gd name="T26" fmla="*/ 329 w 471"/>
                  <a:gd name="T27" fmla="*/ 170 h 778"/>
                  <a:gd name="T28" fmla="*/ 346 w 471"/>
                  <a:gd name="T29" fmla="*/ 98 h 778"/>
                  <a:gd name="T30" fmla="*/ 356 w 471"/>
                  <a:gd name="T31" fmla="*/ 26 h 778"/>
                  <a:gd name="T32" fmla="*/ 303 w 471"/>
                  <a:gd name="T33" fmla="*/ 0 h 778"/>
                  <a:gd name="T34" fmla="*/ 288 w 471"/>
                  <a:gd name="T35" fmla="*/ 47 h 778"/>
                  <a:gd name="T36" fmla="*/ 292 w 471"/>
                  <a:gd name="T37" fmla="*/ 60 h 778"/>
                  <a:gd name="T38" fmla="*/ 288 w 471"/>
                  <a:gd name="T39" fmla="*/ 135 h 778"/>
                  <a:gd name="T40" fmla="*/ 281 w 471"/>
                  <a:gd name="T41" fmla="*/ 178 h 778"/>
                  <a:gd name="T42" fmla="*/ 283 w 471"/>
                  <a:gd name="T43" fmla="*/ 191 h 778"/>
                  <a:gd name="T44" fmla="*/ 276 w 471"/>
                  <a:gd name="T45" fmla="*/ 215 h 778"/>
                  <a:gd name="T46" fmla="*/ 277 w 471"/>
                  <a:gd name="T47" fmla="*/ 245 h 778"/>
                  <a:gd name="T48" fmla="*/ 246 w 471"/>
                  <a:gd name="T49" fmla="*/ 391 h 778"/>
                  <a:gd name="T50" fmla="*/ 247 w 471"/>
                  <a:gd name="T51" fmla="*/ 405 h 778"/>
                  <a:gd name="T52" fmla="*/ 240 w 471"/>
                  <a:gd name="T53" fmla="*/ 414 h 778"/>
                  <a:gd name="T54" fmla="*/ 224 w 471"/>
                  <a:gd name="T55" fmla="*/ 470 h 778"/>
                  <a:gd name="T56" fmla="*/ 141 w 471"/>
                  <a:gd name="T57" fmla="*/ 533 h 778"/>
                  <a:gd name="T58" fmla="*/ 106 w 471"/>
                  <a:gd name="T59" fmla="*/ 563 h 778"/>
                  <a:gd name="T60" fmla="*/ 63 w 471"/>
                  <a:gd name="T61" fmla="*/ 583 h 778"/>
                  <a:gd name="T62" fmla="*/ 57 w 471"/>
                  <a:gd name="T63" fmla="*/ 591 h 778"/>
                  <a:gd name="T64" fmla="*/ 71 w 471"/>
                  <a:gd name="T65" fmla="*/ 619 h 778"/>
                  <a:gd name="T66" fmla="*/ 78 w 471"/>
                  <a:gd name="T67" fmla="*/ 623 h 778"/>
                  <a:gd name="T68" fmla="*/ 117 w 471"/>
                  <a:gd name="T69" fmla="*/ 598 h 778"/>
                  <a:gd name="T70" fmla="*/ 140 w 471"/>
                  <a:gd name="T71" fmla="*/ 577 h 778"/>
                  <a:gd name="T72" fmla="*/ 152 w 471"/>
                  <a:gd name="T73" fmla="*/ 563 h 778"/>
                  <a:gd name="T74" fmla="*/ 169 w 471"/>
                  <a:gd name="T75" fmla="*/ 554 h 778"/>
                  <a:gd name="T76" fmla="*/ 181 w 471"/>
                  <a:gd name="T77" fmla="*/ 539 h 778"/>
                  <a:gd name="T78" fmla="*/ 192 w 471"/>
                  <a:gd name="T79" fmla="*/ 537 h 778"/>
                  <a:gd name="T80" fmla="*/ 206 w 471"/>
                  <a:gd name="T81" fmla="*/ 522 h 778"/>
                  <a:gd name="T82" fmla="*/ 211 w 471"/>
                  <a:gd name="T83" fmla="*/ 524 h 778"/>
                  <a:gd name="T84" fmla="*/ 186 w 471"/>
                  <a:gd name="T85" fmla="*/ 584 h 778"/>
                  <a:gd name="T86" fmla="*/ 86 w 471"/>
                  <a:gd name="T87" fmla="*/ 703 h 778"/>
                  <a:gd name="T88" fmla="*/ 77 w 471"/>
                  <a:gd name="T89" fmla="*/ 703 h 778"/>
                  <a:gd name="T90" fmla="*/ 35 w 471"/>
                  <a:gd name="T91" fmla="*/ 720 h 778"/>
                  <a:gd name="T92" fmla="*/ 10 w 471"/>
                  <a:gd name="T93" fmla="*/ 720 h 778"/>
                  <a:gd name="T94" fmla="*/ 0 w 471"/>
                  <a:gd name="T95" fmla="*/ 728 h 778"/>
                  <a:gd name="T96" fmla="*/ 11 w 471"/>
                  <a:gd name="T97" fmla="*/ 746 h 778"/>
                  <a:gd name="T98" fmla="*/ 143 w 471"/>
                  <a:gd name="T99" fmla="*/ 731 h 778"/>
                  <a:gd name="T100" fmla="*/ 235 w 471"/>
                  <a:gd name="T101" fmla="*/ 584 h 778"/>
                  <a:gd name="T102" fmla="*/ 270 w 471"/>
                  <a:gd name="T103" fmla="*/ 489 h 778"/>
                  <a:gd name="T104" fmla="*/ 327 w 471"/>
                  <a:gd name="T105" fmla="*/ 452 h 778"/>
                  <a:gd name="T106" fmla="*/ 471 w 471"/>
                  <a:gd name="T107" fmla="*/ 354 h 77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  <a:cxn ang="0">
                    <a:pos x="T90" y="T91"/>
                  </a:cxn>
                  <a:cxn ang="0">
                    <a:pos x="T92" y="T93"/>
                  </a:cxn>
                  <a:cxn ang="0">
                    <a:pos x="T94" y="T95"/>
                  </a:cxn>
                  <a:cxn ang="0">
                    <a:pos x="T96" y="T97"/>
                  </a:cxn>
                  <a:cxn ang="0">
                    <a:pos x="T98" y="T99"/>
                  </a:cxn>
                  <a:cxn ang="0">
                    <a:pos x="T100" y="T101"/>
                  </a:cxn>
                  <a:cxn ang="0">
                    <a:pos x="T102" y="T103"/>
                  </a:cxn>
                  <a:cxn ang="0">
                    <a:pos x="T104" y="T105"/>
                  </a:cxn>
                  <a:cxn ang="0">
                    <a:pos x="T106" y="T107"/>
                  </a:cxn>
                </a:cxnLst>
                <a:rect l="0" t="0" r="r" b="b"/>
                <a:pathLst>
                  <a:path w="471" h="778">
                    <a:moveTo>
                      <a:pt x="471" y="354"/>
                    </a:moveTo>
                    <a:cubicBezTo>
                      <a:pt x="467" y="329"/>
                      <a:pt x="390" y="322"/>
                      <a:pt x="358" y="323"/>
                    </a:cubicBezTo>
                    <a:cubicBezTo>
                      <a:pt x="355" y="327"/>
                      <a:pt x="351" y="330"/>
                      <a:pt x="351" y="337"/>
                    </a:cubicBezTo>
                    <a:cubicBezTo>
                      <a:pt x="362" y="342"/>
                      <a:pt x="370" y="356"/>
                      <a:pt x="384" y="358"/>
                    </a:cubicBezTo>
                    <a:cubicBezTo>
                      <a:pt x="396" y="375"/>
                      <a:pt x="379" y="381"/>
                      <a:pt x="366" y="387"/>
                    </a:cubicBezTo>
                    <a:cubicBezTo>
                      <a:pt x="358" y="391"/>
                      <a:pt x="288" y="433"/>
                      <a:pt x="288" y="435"/>
                    </a:cubicBezTo>
                    <a:cubicBezTo>
                      <a:pt x="276" y="432"/>
                      <a:pt x="287" y="422"/>
                      <a:pt x="288" y="418"/>
                    </a:cubicBezTo>
                    <a:cubicBezTo>
                      <a:pt x="288" y="413"/>
                      <a:pt x="288" y="408"/>
                      <a:pt x="288" y="403"/>
                    </a:cubicBezTo>
                    <a:cubicBezTo>
                      <a:pt x="296" y="386"/>
                      <a:pt x="299" y="370"/>
                      <a:pt x="305" y="352"/>
                    </a:cubicBezTo>
                    <a:cubicBezTo>
                      <a:pt x="305" y="347"/>
                      <a:pt x="305" y="341"/>
                      <a:pt x="305" y="336"/>
                    </a:cubicBezTo>
                    <a:cubicBezTo>
                      <a:pt x="308" y="331"/>
                      <a:pt x="313" y="321"/>
                      <a:pt x="315" y="315"/>
                    </a:cubicBezTo>
                    <a:cubicBezTo>
                      <a:pt x="316" y="307"/>
                      <a:pt x="316" y="299"/>
                      <a:pt x="316" y="291"/>
                    </a:cubicBezTo>
                    <a:cubicBezTo>
                      <a:pt x="323" y="271"/>
                      <a:pt x="319" y="240"/>
                      <a:pt x="326" y="223"/>
                    </a:cubicBezTo>
                    <a:cubicBezTo>
                      <a:pt x="326" y="223"/>
                      <a:pt x="327" y="173"/>
                      <a:pt x="329" y="170"/>
                    </a:cubicBezTo>
                    <a:cubicBezTo>
                      <a:pt x="337" y="151"/>
                      <a:pt x="340" y="120"/>
                      <a:pt x="346" y="98"/>
                    </a:cubicBezTo>
                    <a:cubicBezTo>
                      <a:pt x="350" y="82"/>
                      <a:pt x="363" y="37"/>
                      <a:pt x="356" y="26"/>
                    </a:cubicBezTo>
                    <a:cubicBezTo>
                      <a:pt x="345" y="9"/>
                      <a:pt x="322" y="5"/>
                      <a:pt x="303" y="0"/>
                    </a:cubicBezTo>
                    <a:cubicBezTo>
                      <a:pt x="295" y="12"/>
                      <a:pt x="287" y="27"/>
                      <a:pt x="288" y="47"/>
                    </a:cubicBezTo>
                    <a:cubicBezTo>
                      <a:pt x="289" y="52"/>
                      <a:pt x="294" y="54"/>
                      <a:pt x="292" y="60"/>
                    </a:cubicBezTo>
                    <a:cubicBezTo>
                      <a:pt x="286" y="78"/>
                      <a:pt x="284" y="111"/>
                      <a:pt x="288" y="135"/>
                    </a:cubicBezTo>
                    <a:cubicBezTo>
                      <a:pt x="284" y="143"/>
                      <a:pt x="283" y="165"/>
                      <a:pt x="281" y="178"/>
                    </a:cubicBezTo>
                    <a:cubicBezTo>
                      <a:pt x="281" y="182"/>
                      <a:pt x="282" y="186"/>
                      <a:pt x="283" y="191"/>
                    </a:cubicBezTo>
                    <a:cubicBezTo>
                      <a:pt x="280" y="198"/>
                      <a:pt x="278" y="209"/>
                      <a:pt x="276" y="215"/>
                    </a:cubicBezTo>
                    <a:cubicBezTo>
                      <a:pt x="276" y="225"/>
                      <a:pt x="276" y="235"/>
                      <a:pt x="277" y="245"/>
                    </a:cubicBezTo>
                    <a:cubicBezTo>
                      <a:pt x="263" y="290"/>
                      <a:pt x="265" y="349"/>
                      <a:pt x="246" y="391"/>
                    </a:cubicBezTo>
                    <a:cubicBezTo>
                      <a:pt x="247" y="396"/>
                      <a:pt x="247" y="400"/>
                      <a:pt x="247" y="405"/>
                    </a:cubicBezTo>
                    <a:cubicBezTo>
                      <a:pt x="246" y="407"/>
                      <a:pt x="241" y="411"/>
                      <a:pt x="240" y="414"/>
                    </a:cubicBezTo>
                    <a:cubicBezTo>
                      <a:pt x="235" y="430"/>
                      <a:pt x="236" y="460"/>
                      <a:pt x="224" y="470"/>
                    </a:cubicBezTo>
                    <a:cubicBezTo>
                      <a:pt x="200" y="491"/>
                      <a:pt x="168" y="515"/>
                      <a:pt x="141" y="533"/>
                    </a:cubicBezTo>
                    <a:cubicBezTo>
                      <a:pt x="129" y="541"/>
                      <a:pt x="118" y="556"/>
                      <a:pt x="106" y="563"/>
                    </a:cubicBezTo>
                    <a:cubicBezTo>
                      <a:pt x="95" y="570"/>
                      <a:pt x="65" y="570"/>
                      <a:pt x="63" y="583"/>
                    </a:cubicBezTo>
                    <a:cubicBezTo>
                      <a:pt x="58" y="584"/>
                      <a:pt x="58" y="585"/>
                      <a:pt x="57" y="591"/>
                    </a:cubicBezTo>
                    <a:cubicBezTo>
                      <a:pt x="62" y="597"/>
                      <a:pt x="69" y="610"/>
                      <a:pt x="71" y="619"/>
                    </a:cubicBezTo>
                    <a:cubicBezTo>
                      <a:pt x="73" y="621"/>
                      <a:pt x="75" y="622"/>
                      <a:pt x="78" y="623"/>
                    </a:cubicBezTo>
                    <a:cubicBezTo>
                      <a:pt x="94" y="623"/>
                      <a:pt x="108" y="607"/>
                      <a:pt x="117" y="598"/>
                    </a:cubicBezTo>
                    <a:cubicBezTo>
                      <a:pt x="124" y="591"/>
                      <a:pt x="132" y="584"/>
                      <a:pt x="140" y="577"/>
                    </a:cubicBezTo>
                    <a:cubicBezTo>
                      <a:pt x="143" y="574"/>
                      <a:pt x="147" y="566"/>
                      <a:pt x="152" y="563"/>
                    </a:cubicBezTo>
                    <a:cubicBezTo>
                      <a:pt x="158" y="560"/>
                      <a:pt x="163" y="557"/>
                      <a:pt x="169" y="554"/>
                    </a:cubicBezTo>
                    <a:cubicBezTo>
                      <a:pt x="173" y="549"/>
                      <a:pt x="177" y="544"/>
                      <a:pt x="181" y="539"/>
                    </a:cubicBezTo>
                    <a:cubicBezTo>
                      <a:pt x="185" y="538"/>
                      <a:pt x="188" y="537"/>
                      <a:pt x="192" y="537"/>
                    </a:cubicBezTo>
                    <a:cubicBezTo>
                      <a:pt x="195" y="534"/>
                      <a:pt x="203" y="526"/>
                      <a:pt x="206" y="522"/>
                    </a:cubicBezTo>
                    <a:cubicBezTo>
                      <a:pt x="208" y="523"/>
                      <a:pt x="209" y="523"/>
                      <a:pt x="211" y="524"/>
                    </a:cubicBezTo>
                    <a:cubicBezTo>
                      <a:pt x="211" y="549"/>
                      <a:pt x="195" y="565"/>
                      <a:pt x="186" y="584"/>
                    </a:cubicBezTo>
                    <a:cubicBezTo>
                      <a:pt x="168" y="625"/>
                      <a:pt x="122" y="683"/>
                      <a:pt x="86" y="703"/>
                    </a:cubicBezTo>
                    <a:cubicBezTo>
                      <a:pt x="83" y="703"/>
                      <a:pt x="80" y="703"/>
                      <a:pt x="77" y="703"/>
                    </a:cubicBezTo>
                    <a:cubicBezTo>
                      <a:pt x="66" y="707"/>
                      <a:pt x="47" y="714"/>
                      <a:pt x="35" y="720"/>
                    </a:cubicBezTo>
                    <a:cubicBezTo>
                      <a:pt x="27" y="720"/>
                      <a:pt x="18" y="720"/>
                      <a:pt x="10" y="720"/>
                    </a:cubicBezTo>
                    <a:cubicBezTo>
                      <a:pt x="7" y="722"/>
                      <a:pt x="4" y="725"/>
                      <a:pt x="0" y="728"/>
                    </a:cubicBezTo>
                    <a:cubicBezTo>
                      <a:pt x="0" y="739"/>
                      <a:pt x="6" y="740"/>
                      <a:pt x="11" y="746"/>
                    </a:cubicBezTo>
                    <a:cubicBezTo>
                      <a:pt x="42" y="778"/>
                      <a:pt x="124" y="759"/>
                      <a:pt x="143" y="731"/>
                    </a:cubicBezTo>
                    <a:cubicBezTo>
                      <a:pt x="175" y="683"/>
                      <a:pt x="208" y="637"/>
                      <a:pt x="235" y="584"/>
                    </a:cubicBezTo>
                    <a:cubicBezTo>
                      <a:pt x="250" y="552"/>
                      <a:pt x="254" y="521"/>
                      <a:pt x="270" y="489"/>
                    </a:cubicBezTo>
                    <a:cubicBezTo>
                      <a:pt x="275" y="480"/>
                      <a:pt x="317" y="460"/>
                      <a:pt x="327" y="452"/>
                    </a:cubicBezTo>
                    <a:cubicBezTo>
                      <a:pt x="374" y="417"/>
                      <a:pt x="424" y="388"/>
                      <a:pt x="471" y="35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126" name="íšľíḑê"/>
              <p:cNvSpPr/>
              <p:nvPr/>
            </p:nvSpPr>
            <p:spPr bwMode="auto">
              <a:xfrm>
                <a:off x="6384925" y="5484810"/>
                <a:ext cx="290513" cy="292100"/>
              </a:xfrm>
              <a:custGeom>
                <a:avLst/>
                <a:gdLst>
                  <a:gd name="T0" fmla="*/ 229 w 286"/>
                  <a:gd name="T1" fmla="*/ 216 h 287"/>
                  <a:gd name="T2" fmla="*/ 225 w 286"/>
                  <a:gd name="T3" fmla="*/ 211 h 287"/>
                  <a:gd name="T4" fmla="*/ 210 w 286"/>
                  <a:gd name="T5" fmla="*/ 210 h 287"/>
                  <a:gd name="T6" fmla="*/ 206 w 286"/>
                  <a:gd name="T7" fmla="*/ 205 h 287"/>
                  <a:gd name="T8" fmla="*/ 194 w 286"/>
                  <a:gd name="T9" fmla="*/ 205 h 287"/>
                  <a:gd name="T10" fmla="*/ 171 w 286"/>
                  <a:gd name="T11" fmla="*/ 192 h 287"/>
                  <a:gd name="T12" fmla="*/ 151 w 286"/>
                  <a:gd name="T13" fmla="*/ 169 h 287"/>
                  <a:gd name="T14" fmla="*/ 117 w 286"/>
                  <a:gd name="T15" fmla="*/ 142 h 287"/>
                  <a:gd name="T16" fmla="*/ 107 w 286"/>
                  <a:gd name="T17" fmla="*/ 120 h 287"/>
                  <a:gd name="T18" fmla="*/ 66 w 286"/>
                  <a:gd name="T19" fmla="*/ 56 h 287"/>
                  <a:gd name="T20" fmla="*/ 14 w 286"/>
                  <a:gd name="T21" fmla="*/ 0 h 287"/>
                  <a:gd name="T22" fmla="*/ 40 w 286"/>
                  <a:gd name="T23" fmla="*/ 118 h 287"/>
                  <a:gd name="T24" fmla="*/ 65 w 286"/>
                  <a:gd name="T25" fmla="*/ 182 h 287"/>
                  <a:gd name="T26" fmla="*/ 66 w 286"/>
                  <a:gd name="T27" fmla="*/ 204 h 287"/>
                  <a:gd name="T28" fmla="*/ 88 w 286"/>
                  <a:gd name="T29" fmla="*/ 257 h 287"/>
                  <a:gd name="T30" fmla="*/ 103 w 286"/>
                  <a:gd name="T31" fmla="*/ 268 h 287"/>
                  <a:gd name="T32" fmla="*/ 151 w 286"/>
                  <a:gd name="T33" fmla="*/ 276 h 287"/>
                  <a:gd name="T34" fmla="*/ 172 w 286"/>
                  <a:gd name="T35" fmla="*/ 276 h 287"/>
                  <a:gd name="T36" fmla="*/ 183 w 286"/>
                  <a:gd name="T37" fmla="*/ 270 h 287"/>
                  <a:gd name="T38" fmla="*/ 232 w 286"/>
                  <a:gd name="T39" fmla="*/ 269 h 287"/>
                  <a:gd name="T40" fmla="*/ 286 w 286"/>
                  <a:gd name="T41" fmla="*/ 238 h 287"/>
                  <a:gd name="T42" fmla="*/ 229 w 286"/>
                  <a:gd name="T43" fmla="*/ 216 h 28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</a:cxnLst>
                <a:rect l="0" t="0" r="r" b="b"/>
                <a:pathLst>
                  <a:path w="286" h="287">
                    <a:moveTo>
                      <a:pt x="229" y="216"/>
                    </a:moveTo>
                    <a:cubicBezTo>
                      <a:pt x="228" y="214"/>
                      <a:pt x="226" y="212"/>
                      <a:pt x="225" y="211"/>
                    </a:cubicBezTo>
                    <a:cubicBezTo>
                      <a:pt x="220" y="210"/>
                      <a:pt x="215" y="210"/>
                      <a:pt x="210" y="210"/>
                    </a:cubicBezTo>
                    <a:cubicBezTo>
                      <a:pt x="209" y="208"/>
                      <a:pt x="208" y="206"/>
                      <a:pt x="206" y="205"/>
                    </a:cubicBezTo>
                    <a:cubicBezTo>
                      <a:pt x="202" y="205"/>
                      <a:pt x="198" y="205"/>
                      <a:pt x="194" y="205"/>
                    </a:cubicBezTo>
                    <a:cubicBezTo>
                      <a:pt x="201" y="202"/>
                      <a:pt x="175" y="194"/>
                      <a:pt x="171" y="192"/>
                    </a:cubicBezTo>
                    <a:cubicBezTo>
                      <a:pt x="164" y="184"/>
                      <a:pt x="157" y="177"/>
                      <a:pt x="151" y="169"/>
                    </a:cubicBezTo>
                    <a:cubicBezTo>
                      <a:pt x="142" y="158"/>
                      <a:pt x="125" y="155"/>
                      <a:pt x="117" y="142"/>
                    </a:cubicBezTo>
                    <a:cubicBezTo>
                      <a:pt x="119" y="141"/>
                      <a:pt x="109" y="123"/>
                      <a:pt x="107" y="120"/>
                    </a:cubicBezTo>
                    <a:cubicBezTo>
                      <a:pt x="94" y="107"/>
                      <a:pt x="75" y="72"/>
                      <a:pt x="66" y="56"/>
                    </a:cubicBezTo>
                    <a:cubicBezTo>
                      <a:pt x="55" y="37"/>
                      <a:pt x="41" y="2"/>
                      <a:pt x="14" y="0"/>
                    </a:cubicBezTo>
                    <a:cubicBezTo>
                      <a:pt x="0" y="23"/>
                      <a:pt x="32" y="95"/>
                      <a:pt x="40" y="118"/>
                    </a:cubicBezTo>
                    <a:cubicBezTo>
                      <a:pt x="48" y="141"/>
                      <a:pt x="55" y="165"/>
                      <a:pt x="65" y="182"/>
                    </a:cubicBezTo>
                    <a:cubicBezTo>
                      <a:pt x="65" y="189"/>
                      <a:pt x="66" y="197"/>
                      <a:pt x="66" y="204"/>
                    </a:cubicBezTo>
                    <a:cubicBezTo>
                      <a:pt x="74" y="223"/>
                      <a:pt x="78" y="242"/>
                      <a:pt x="88" y="257"/>
                    </a:cubicBezTo>
                    <a:cubicBezTo>
                      <a:pt x="93" y="261"/>
                      <a:pt x="98" y="264"/>
                      <a:pt x="103" y="268"/>
                    </a:cubicBezTo>
                    <a:cubicBezTo>
                      <a:pt x="122" y="278"/>
                      <a:pt x="128" y="287"/>
                      <a:pt x="151" y="276"/>
                    </a:cubicBezTo>
                    <a:cubicBezTo>
                      <a:pt x="158" y="276"/>
                      <a:pt x="165" y="276"/>
                      <a:pt x="172" y="276"/>
                    </a:cubicBezTo>
                    <a:cubicBezTo>
                      <a:pt x="175" y="274"/>
                      <a:pt x="179" y="272"/>
                      <a:pt x="183" y="270"/>
                    </a:cubicBezTo>
                    <a:cubicBezTo>
                      <a:pt x="199" y="269"/>
                      <a:pt x="216" y="269"/>
                      <a:pt x="232" y="269"/>
                    </a:cubicBezTo>
                    <a:cubicBezTo>
                      <a:pt x="258" y="256"/>
                      <a:pt x="267" y="261"/>
                      <a:pt x="286" y="238"/>
                    </a:cubicBezTo>
                    <a:cubicBezTo>
                      <a:pt x="272" y="217"/>
                      <a:pt x="250" y="226"/>
                      <a:pt x="229" y="216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</p:grpSp>
        <p:sp>
          <p:nvSpPr>
            <p:cNvPr id="123" name="ïšḻîḍe"/>
            <p:cNvSpPr/>
            <p:nvPr/>
          </p:nvSpPr>
          <p:spPr bwMode="auto">
            <a:xfrm>
              <a:off x="6615743" y="3000099"/>
              <a:ext cx="425964" cy="517912"/>
            </a:xfrm>
            <a:custGeom>
              <a:avLst/>
              <a:gdLst>
                <a:gd name="T0" fmla="*/ 20 w 354"/>
                <a:gd name="T1" fmla="*/ 276 h 430"/>
                <a:gd name="T2" fmla="*/ 22 w 354"/>
                <a:gd name="T3" fmla="*/ 302 h 430"/>
                <a:gd name="T4" fmla="*/ 27 w 354"/>
                <a:gd name="T5" fmla="*/ 307 h 430"/>
                <a:gd name="T6" fmla="*/ 25 w 354"/>
                <a:gd name="T7" fmla="*/ 328 h 430"/>
                <a:gd name="T8" fmla="*/ 49 w 354"/>
                <a:gd name="T9" fmla="*/ 418 h 430"/>
                <a:gd name="T10" fmla="*/ 68 w 354"/>
                <a:gd name="T11" fmla="*/ 408 h 430"/>
                <a:gd name="T12" fmla="*/ 70 w 354"/>
                <a:gd name="T13" fmla="*/ 387 h 430"/>
                <a:gd name="T14" fmla="*/ 83 w 354"/>
                <a:gd name="T15" fmla="*/ 331 h 430"/>
                <a:gd name="T16" fmla="*/ 50 w 354"/>
                <a:gd name="T17" fmla="*/ 251 h 430"/>
                <a:gd name="T18" fmla="*/ 50 w 354"/>
                <a:gd name="T19" fmla="*/ 237 h 430"/>
                <a:gd name="T20" fmla="*/ 44 w 354"/>
                <a:gd name="T21" fmla="*/ 232 h 430"/>
                <a:gd name="T22" fmla="*/ 50 w 354"/>
                <a:gd name="T23" fmla="*/ 196 h 430"/>
                <a:gd name="T24" fmla="*/ 79 w 354"/>
                <a:gd name="T25" fmla="*/ 177 h 430"/>
                <a:gd name="T26" fmla="*/ 85 w 354"/>
                <a:gd name="T27" fmla="*/ 169 h 430"/>
                <a:gd name="T28" fmla="*/ 111 w 354"/>
                <a:gd name="T29" fmla="*/ 152 h 430"/>
                <a:gd name="T30" fmla="*/ 168 w 354"/>
                <a:gd name="T31" fmla="*/ 99 h 430"/>
                <a:gd name="T32" fmla="*/ 193 w 354"/>
                <a:gd name="T33" fmla="*/ 85 h 430"/>
                <a:gd name="T34" fmla="*/ 293 w 354"/>
                <a:gd name="T35" fmla="*/ 47 h 430"/>
                <a:gd name="T36" fmla="*/ 272 w 354"/>
                <a:gd name="T37" fmla="*/ 101 h 430"/>
                <a:gd name="T38" fmla="*/ 241 w 354"/>
                <a:gd name="T39" fmla="*/ 177 h 430"/>
                <a:gd name="T40" fmla="*/ 241 w 354"/>
                <a:gd name="T41" fmla="*/ 190 h 430"/>
                <a:gd name="T42" fmla="*/ 230 w 354"/>
                <a:gd name="T43" fmla="*/ 208 h 430"/>
                <a:gd name="T44" fmla="*/ 230 w 354"/>
                <a:gd name="T45" fmla="*/ 225 h 430"/>
                <a:gd name="T46" fmla="*/ 218 w 354"/>
                <a:gd name="T47" fmla="*/ 245 h 430"/>
                <a:gd name="T48" fmla="*/ 218 w 354"/>
                <a:gd name="T49" fmla="*/ 263 h 430"/>
                <a:gd name="T50" fmla="*/ 213 w 354"/>
                <a:gd name="T51" fmla="*/ 267 h 430"/>
                <a:gd name="T52" fmla="*/ 210 w 354"/>
                <a:gd name="T53" fmla="*/ 279 h 430"/>
                <a:gd name="T54" fmla="*/ 210 w 354"/>
                <a:gd name="T55" fmla="*/ 281 h 430"/>
                <a:gd name="T56" fmla="*/ 193 w 354"/>
                <a:gd name="T57" fmla="*/ 248 h 430"/>
                <a:gd name="T58" fmla="*/ 106 w 354"/>
                <a:gd name="T59" fmla="*/ 189 h 430"/>
                <a:gd name="T60" fmla="*/ 103 w 354"/>
                <a:gd name="T61" fmla="*/ 267 h 430"/>
                <a:gd name="T62" fmla="*/ 131 w 354"/>
                <a:gd name="T63" fmla="*/ 332 h 430"/>
                <a:gd name="T64" fmla="*/ 112 w 354"/>
                <a:gd name="T65" fmla="*/ 365 h 430"/>
                <a:gd name="T66" fmla="*/ 90 w 354"/>
                <a:gd name="T67" fmla="*/ 396 h 430"/>
                <a:gd name="T68" fmla="*/ 85 w 354"/>
                <a:gd name="T69" fmla="*/ 407 h 430"/>
                <a:gd name="T70" fmla="*/ 89 w 354"/>
                <a:gd name="T71" fmla="*/ 412 h 430"/>
                <a:gd name="T72" fmla="*/ 143 w 354"/>
                <a:gd name="T73" fmla="*/ 366 h 430"/>
                <a:gd name="T74" fmla="*/ 154 w 354"/>
                <a:gd name="T75" fmla="*/ 366 h 430"/>
                <a:gd name="T76" fmla="*/ 208 w 354"/>
                <a:gd name="T77" fmla="*/ 430 h 430"/>
                <a:gd name="T78" fmla="*/ 213 w 354"/>
                <a:gd name="T79" fmla="*/ 430 h 430"/>
                <a:gd name="T80" fmla="*/ 260 w 354"/>
                <a:gd name="T81" fmla="*/ 289 h 430"/>
                <a:gd name="T82" fmla="*/ 282 w 354"/>
                <a:gd name="T83" fmla="*/ 224 h 430"/>
                <a:gd name="T84" fmla="*/ 281 w 354"/>
                <a:gd name="T85" fmla="*/ 214 h 430"/>
                <a:gd name="T86" fmla="*/ 292 w 354"/>
                <a:gd name="T87" fmla="*/ 186 h 430"/>
                <a:gd name="T88" fmla="*/ 294 w 354"/>
                <a:gd name="T89" fmla="*/ 170 h 430"/>
                <a:gd name="T90" fmla="*/ 311 w 354"/>
                <a:gd name="T91" fmla="*/ 138 h 430"/>
                <a:gd name="T92" fmla="*/ 317 w 354"/>
                <a:gd name="T93" fmla="*/ 111 h 430"/>
                <a:gd name="T94" fmla="*/ 330 w 354"/>
                <a:gd name="T95" fmla="*/ 92 h 430"/>
                <a:gd name="T96" fmla="*/ 343 w 354"/>
                <a:gd name="T97" fmla="*/ 40 h 430"/>
                <a:gd name="T98" fmla="*/ 291 w 354"/>
                <a:gd name="T99" fmla="*/ 0 h 430"/>
                <a:gd name="T100" fmla="*/ 272 w 354"/>
                <a:gd name="T101" fmla="*/ 8 h 430"/>
                <a:gd name="T102" fmla="*/ 210 w 354"/>
                <a:gd name="T103" fmla="*/ 31 h 430"/>
                <a:gd name="T104" fmla="*/ 176 w 354"/>
                <a:gd name="T105" fmla="*/ 53 h 430"/>
                <a:gd name="T106" fmla="*/ 168 w 354"/>
                <a:gd name="T107" fmla="*/ 52 h 430"/>
                <a:gd name="T108" fmla="*/ 162 w 354"/>
                <a:gd name="T109" fmla="*/ 59 h 430"/>
                <a:gd name="T110" fmla="*/ 143 w 354"/>
                <a:gd name="T111" fmla="*/ 65 h 430"/>
                <a:gd name="T112" fmla="*/ 75 w 354"/>
                <a:gd name="T113" fmla="*/ 109 h 430"/>
                <a:gd name="T114" fmla="*/ 26 w 354"/>
                <a:gd name="T115" fmla="*/ 155 h 430"/>
                <a:gd name="T116" fmla="*/ 25 w 354"/>
                <a:gd name="T117" fmla="*/ 222 h 430"/>
                <a:gd name="T118" fmla="*/ 7 w 354"/>
                <a:gd name="T119" fmla="*/ 227 h 430"/>
                <a:gd name="T120" fmla="*/ 15 w 354"/>
                <a:gd name="T121" fmla="*/ 269 h 430"/>
                <a:gd name="T122" fmla="*/ 20 w 354"/>
                <a:gd name="T123" fmla="*/ 276 h 43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  <a:cxn ang="0">
                  <a:pos x="T118" y="T119"/>
                </a:cxn>
                <a:cxn ang="0">
                  <a:pos x="T120" y="T121"/>
                </a:cxn>
                <a:cxn ang="0">
                  <a:pos x="T122" y="T123"/>
                </a:cxn>
              </a:cxnLst>
              <a:rect l="0" t="0" r="r" b="b"/>
              <a:pathLst>
                <a:path w="354" h="430">
                  <a:moveTo>
                    <a:pt x="20" y="276"/>
                  </a:moveTo>
                  <a:cubicBezTo>
                    <a:pt x="21" y="285"/>
                    <a:pt x="22" y="293"/>
                    <a:pt x="22" y="302"/>
                  </a:cubicBezTo>
                  <a:cubicBezTo>
                    <a:pt x="24" y="304"/>
                    <a:pt x="25" y="305"/>
                    <a:pt x="27" y="307"/>
                  </a:cubicBezTo>
                  <a:cubicBezTo>
                    <a:pt x="27" y="314"/>
                    <a:pt x="26" y="321"/>
                    <a:pt x="25" y="328"/>
                  </a:cubicBezTo>
                  <a:cubicBezTo>
                    <a:pt x="33" y="356"/>
                    <a:pt x="27" y="403"/>
                    <a:pt x="49" y="418"/>
                  </a:cubicBezTo>
                  <a:cubicBezTo>
                    <a:pt x="56" y="425"/>
                    <a:pt x="65" y="412"/>
                    <a:pt x="68" y="408"/>
                  </a:cubicBezTo>
                  <a:cubicBezTo>
                    <a:pt x="68" y="401"/>
                    <a:pt x="69" y="394"/>
                    <a:pt x="70" y="387"/>
                  </a:cubicBezTo>
                  <a:cubicBezTo>
                    <a:pt x="76" y="375"/>
                    <a:pt x="86" y="354"/>
                    <a:pt x="83" y="331"/>
                  </a:cubicBezTo>
                  <a:cubicBezTo>
                    <a:pt x="78" y="299"/>
                    <a:pt x="61" y="276"/>
                    <a:pt x="50" y="251"/>
                  </a:cubicBezTo>
                  <a:cubicBezTo>
                    <a:pt x="50" y="246"/>
                    <a:pt x="50" y="242"/>
                    <a:pt x="50" y="237"/>
                  </a:cubicBezTo>
                  <a:cubicBezTo>
                    <a:pt x="48" y="235"/>
                    <a:pt x="46" y="234"/>
                    <a:pt x="44" y="232"/>
                  </a:cubicBezTo>
                  <a:cubicBezTo>
                    <a:pt x="39" y="222"/>
                    <a:pt x="50" y="209"/>
                    <a:pt x="50" y="196"/>
                  </a:cubicBezTo>
                  <a:cubicBezTo>
                    <a:pt x="59" y="186"/>
                    <a:pt x="66" y="184"/>
                    <a:pt x="79" y="177"/>
                  </a:cubicBezTo>
                  <a:cubicBezTo>
                    <a:pt x="81" y="174"/>
                    <a:pt x="83" y="172"/>
                    <a:pt x="85" y="169"/>
                  </a:cubicBezTo>
                  <a:cubicBezTo>
                    <a:pt x="94" y="164"/>
                    <a:pt x="102" y="158"/>
                    <a:pt x="111" y="152"/>
                  </a:cubicBezTo>
                  <a:cubicBezTo>
                    <a:pt x="126" y="142"/>
                    <a:pt x="158" y="112"/>
                    <a:pt x="168" y="99"/>
                  </a:cubicBezTo>
                  <a:cubicBezTo>
                    <a:pt x="169" y="101"/>
                    <a:pt x="188" y="88"/>
                    <a:pt x="193" y="85"/>
                  </a:cubicBezTo>
                  <a:cubicBezTo>
                    <a:pt x="222" y="70"/>
                    <a:pt x="248" y="46"/>
                    <a:pt x="293" y="47"/>
                  </a:cubicBezTo>
                  <a:cubicBezTo>
                    <a:pt x="292" y="59"/>
                    <a:pt x="278" y="86"/>
                    <a:pt x="272" y="101"/>
                  </a:cubicBezTo>
                  <a:cubicBezTo>
                    <a:pt x="259" y="128"/>
                    <a:pt x="255" y="152"/>
                    <a:pt x="241" y="177"/>
                  </a:cubicBezTo>
                  <a:cubicBezTo>
                    <a:pt x="241" y="181"/>
                    <a:pt x="241" y="186"/>
                    <a:pt x="241" y="190"/>
                  </a:cubicBezTo>
                  <a:cubicBezTo>
                    <a:pt x="239" y="194"/>
                    <a:pt x="232" y="203"/>
                    <a:pt x="230" y="208"/>
                  </a:cubicBezTo>
                  <a:cubicBezTo>
                    <a:pt x="230" y="213"/>
                    <a:pt x="230" y="219"/>
                    <a:pt x="230" y="225"/>
                  </a:cubicBezTo>
                  <a:cubicBezTo>
                    <a:pt x="228" y="232"/>
                    <a:pt x="221" y="238"/>
                    <a:pt x="218" y="245"/>
                  </a:cubicBezTo>
                  <a:cubicBezTo>
                    <a:pt x="218" y="251"/>
                    <a:pt x="218" y="257"/>
                    <a:pt x="218" y="263"/>
                  </a:cubicBezTo>
                  <a:cubicBezTo>
                    <a:pt x="216" y="265"/>
                    <a:pt x="214" y="266"/>
                    <a:pt x="213" y="267"/>
                  </a:cubicBezTo>
                  <a:cubicBezTo>
                    <a:pt x="212" y="270"/>
                    <a:pt x="213" y="276"/>
                    <a:pt x="210" y="279"/>
                  </a:cubicBezTo>
                  <a:cubicBezTo>
                    <a:pt x="210" y="280"/>
                    <a:pt x="210" y="280"/>
                    <a:pt x="210" y="281"/>
                  </a:cubicBezTo>
                  <a:cubicBezTo>
                    <a:pt x="201" y="277"/>
                    <a:pt x="199" y="257"/>
                    <a:pt x="193" y="248"/>
                  </a:cubicBezTo>
                  <a:cubicBezTo>
                    <a:pt x="175" y="223"/>
                    <a:pt x="147" y="190"/>
                    <a:pt x="106" y="189"/>
                  </a:cubicBezTo>
                  <a:cubicBezTo>
                    <a:pt x="89" y="206"/>
                    <a:pt x="93" y="245"/>
                    <a:pt x="103" y="267"/>
                  </a:cubicBezTo>
                  <a:cubicBezTo>
                    <a:pt x="106" y="275"/>
                    <a:pt x="133" y="322"/>
                    <a:pt x="131" y="332"/>
                  </a:cubicBezTo>
                  <a:cubicBezTo>
                    <a:pt x="128" y="344"/>
                    <a:pt x="118" y="357"/>
                    <a:pt x="112" y="365"/>
                  </a:cubicBezTo>
                  <a:cubicBezTo>
                    <a:pt x="106" y="374"/>
                    <a:pt x="102" y="394"/>
                    <a:pt x="90" y="396"/>
                  </a:cubicBezTo>
                  <a:cubicBezTo>
                    <a:pt x="85" y="402"/>
                    <a:pt x="86" y="401"/>
                    <a:pt x="85" y="407"/>
                  </a:cubicBezTo>
                  <a:cubicBezTo>
                    <a:pt x="86" y="409"/>
                    <a:pt x="88" y="410"/>
                    <a:pt x="89" y="412"/>
                  </a:cubicBezTo>
                  <a:cubicBezTo>
                    <a:pt x="106" y="411"/>
                    <a:pt x="136" y="378"/>
                    <a:pt x="143" y="366"/>
                  </a:cubicBezTo>
                  <a:cubicBezTo>
                    <a:pt x="147" y="366"/>
                    <a:pt x="151" y="366"/>
                    <a:pt x="154" y="366"/>
                  </a:cubicBezTo>
                  <a:cubicBezTo>
                    <a:pt x="173" y="387"/>
                    <a:pt x="194" y="406"/>
                    <a:pt x="208" y="430"/>
                  </a:cubicBezTo>
                  <a:cubicBezTo>
                    <a:pt x="209" y="430"/>
                    <a:pt x="211" y="430"/>
                    <a:pt x="213" y="430"/>
                  </a:cubicBezTo>
                  <a:cubicBezTo>
                    <a:pt x="249" y="405"/>
                    <a:pt x="244" y="337"/>
                    <a:pt x="260" y="289"/>
                  </a:cubicBezTo>
                  <a:cubicBezTo>
                    <a:pt x="266" y="271"/>
                    <a:pt x="275" y="244"/>
                    <a:pt x="282" y="224"/>
                  </a:cubicBezTo>
                  <a:cubicBezTo>
                    <a:pt x="281" y="221"/>
                    <a:pt x="281" y="217"/>
                    <a:pt x="281" y="214"/>
                  </a:cubicBezTo>
                  <a:cubicBezTo>
                    <a:pt x="284" y="206"/>
                    <a:pt x="290" y="191"/>
                    <a:pt x="292" y="186"/>
                  </a:cubicBezTo>
                  <a:cubicBezTo>
                    <a:pt x="292" y="181"/>
                    <a:pt x="293" y="176"/>
                    <a:pt x="294" y="170"/>
                  </a:cubicBezTo>
                  <a:cubicBezTo>
                    <a:pt x="298" y="161"/>
                    <a:pt x="309" y="149"/>
                    <a:pt x="311" y="138"/>
                  </a:cubicBezTo>
                  <a:cubicBezTo>
                    <a:pt x="313" y="130"/>
                    <a:pt x="313" y="122"/>
                    <a:pt x="317" y="111"/>
                  </a:cubicBezTo>
                  <a:cubicBezTo>
                    <a:pt x="318" y="114"/>
                    <a:pt x="329" y="94"/>
                    <a:pt x="330" y="92"/>
                  </a:cubicBezTo>
                  <a:cubicBezTo>
                    <a:pt x="337" y="75"/>
                    <a:pt x="337" y="57"/>
                    <a:pt x="343" y="40"/>
                  </a:cubicBezTo>
                  <a:cubicBezTo>
                    <a:pt x="354" y="9"/>
                    <a:pt x="317" y="0"/>
                    <a:pt x="291" y="0"/>
                  </a:cubicBezTo>
                  <a:cubicBezTo>
                    <a:pt x="287" y="8"/>
                    <a:pt x="280" y="5"/>
                    <a:pt x="272" y="8"/>
                  </a:cubicBezTo>
                  <a:cubicBezTo>
                    <a:pt x="261" y="12"/>
                    <a:pt x="217" y="31"/>
                    <a:pt x="210" y="31"/>
                  </a:cubicBezTo>
                  <a:cubicBezTo>
                    <a:pt x="200" y="37"/>
                    <a:pt x="187" y="48"/>
                    <a:pt x="176" y="53"/>
                  </a:cubicBezTo>
                  <a:cubicBezTo>
                    <a:pt x="173" y="53"/>
                    <a:pt x="170" y="53"/>
                    <a:pt x="168" y="52"/>
                  </a:cubicBezTo>
                  <a:cubicBezTo>
                    <a:pt x="166" y="55"/>
                    <a:pt x="164" y="57"/>
                    <a:pt x="162" y="59"/>
                  </a:cubicBezTo>
                  <a:cubicBezTo>
                    <a:pt x="155" y="63"/>
                    <a:pt x="149" y="61"/>
                    <a:pt x="143" y="65"/>
                  </a:cubicBezTo>
                  <a:cubicBezTo>
                    <a:pt x="122" y="78"/>
                    <a:pt x="97" y="95"/>
                    <a:pt x="75" y="109"/>
                  </a:cubicBezTo>
                  <a:cubicBezTo>
                    <a:pt x="58" y="120"/>
                    <a:pt x="34" y="135"/>
                    <a:pt x="26" y="155"/>
                  </a:cubicBezTo>
                  <a:cubicBezTo>
                    <a:pt x="20" y="173"/>
                    <a:pt x="24" y="201"/>
                    <a:pt x="25" y="222"/>
                  </a:cubicBezTo>
                  <a:cubicBezTo>
                    <a:pt x="22" y="224"/>
                    <a:pt x="10" y="224"/>
                    <a:pt x="7" y="227"/>
                  </a:cubicBezTo>
                  <a:cubicBezTo>
                    <a:pt x="0" y="233"/>
                    <a:pt x="11" y="261"/>
                    <a:pt x="15" y="269"/>
                  </a:cubicBezTo>
                  <a:cubicBezTo>
                    <a:pt x="16" y="271"/>
                    <a:pt x="18" y="274"/>
                    <a:pt x="20" y="276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24" name="î$ḷiďê"/>
            <p:cNvSpPr/>
            <p:nvPr/>
          </p:nvSpPr>
          <p:spPr bwMode="auto">
            <a:xfrm>
              <a:off x="6527548" y="3450476"/>
              <a:ext cx="514159" cy="247697"/>
            </a:xfrm>
            <a:custGeom>
              <a:avLst/>
              <a:gdLst>
                <a:gd name="T0" fmla="*/ 365 w 428"/>
                <a:gd name="T1" fmla="*/ 1 h 206"/>
                <a:gd name="T2" fmla="*/ 278 w 428"/>
                <a:gd name="T3" fmla="*/ 25 h 206"/>
                <a:gd name="T4" fmla="*/ 257 w 428"/>
                <a:gd name="T5" fmla="*/ 24 h 206"/>
                <a:gd name="T6" fmla="*/ 249 w 428"/>
                <a:gd name="T7" fmla="*/ 30 h 206"/>
                <a:gd name="T8" fmla="*/ 233 w 428"/>
                <a:gd name="T9" fmla="*/ 30 h 206"/>
                <a:gd name="T10" fmla="*/ 225 w 428"/>
                <a:gd name="T11" fmla="*/ 36 h 206"/>
                <a:gd name="T12" fmla="*/ 213 w 428"/>
                <a:gd name="T13" fmla="*/ 36 h 206"/>
                <a:gd name="T14" fmla="*/ 206 w 428"/>
                <a:gd name="T15" fmla="*/ 43 h 206"/>
                <a:gd name="T16" fmla="*/ 196 w 428"/>
                <a:gd name="T17" fmla="*/ 42 h 206"/>
                <a:gd name="T18" fmla="*/ 178 w 428"/>
                <a:gd name="T19" fmla="*/ 54 h 206"/>
                <a:gd name="T20" fmla="*/ 163 w 428"/>
                <a:gd name="T21" fmla="*/ 55 h 206"/>
                <a:gd name="T22" fmla="*/ 157 w 428"/>
                <a:gd name="T23" fmla="*/ 62 h 206"/>
                <a:gd name="T24" fmla="*/ 131 w 428"/>
                <a:gd name="T25" fmla="*/ 68 h 206"/>
                <a:gd name="T26" fmla="*/ 111 w 428"/>
                <a:gd name="T27" fmla="*/ 80 h 206"/>
                <a:gd name="T28" fmla="*/ 104 w 428"/>
                <a:gd name="T29" fmla="*/ 78 h 206"/>
                <a:gd name="T30" fmla="*/ 77 w 428"/>
                <a:gd name="T31" fmla="*/ 91 h 206"/>
                <a:gd name="T32" fmla="*/ 57 w 428"/>
                <a:gd name="T33" fmla="*/ 96 h 206"/>
                <a:gd name="T34" fmla="*/ 7 w 428"/>
                <a:gd name="T35" fmla="*/ 106 h 206"/>
                <a:gd name="T36" fmla="*/ 5 w 428"/>
                <a:gd name="T37" fmla="*/ 144 h 206"/>
                <a:gd name="T38" fmla="*/ 51 w 428"/>
                <a:gd name="T39" fmla="*/ 206 h 206"/>
                <a:gd name="T40" fmla="*/ 103 w 428"/>
                <a:gd name="T41" fmla="*/ 170 h 206"/>
                <a:gd name="T42" fmla="*/ 122 w 428"/>
                <a:gd name="T43" fmla="*/ 154 h 206"/>
                <a:gd name="T44" fmla="*/ 141 w 428"/>
                <a:gd name="T45" fmla="*/ 136 h 206"/>
                <a:gd name="T46" fmla="*/ 216 w 428"/>
                <a:gd name="T47" fmla="*/ 95 h 206"/>
                <a:gd name="T48" fmla="*/ 312 w 428"/>
                <a:gd name="T49" fmla="*/ 68 h 206"/>
                <a:gd name="T50" fmla="*/ 315 w 428"/>
                <a:gd name="T51" fmla="*/ 69 h 206"/>
                <a:gd name="T52" fmla="*/ 318 w 428"/>
                <a:gd name="T53" fmla="*/ 69 h 206"/>
                <a:gd name="T54" fmla="*/ 282 w 428"/>
                <a:gd name="T55" fmla="*/ 97 h 206"/>
                <a:gd name="T56" fmla="*/ 278 w 428"/>
                <a:gd name="T57" fmla="*/ 110 h 206"/>
                <a:gd name="T58" fmla="*/ 320 w 428"/>
                <a:gd name="T59" fmla="*/ 95 h 206"/>
                <a:gd name="T60" fmla="*/ 335 w 428"/>
                <a:gd name="T61" fmla="*/ 95 h 206"/>
                <a:gd name="T62" fmla="*/ 427 w 428"/>
                <a:gd name="T63" fmla="*/ 42 h 206"/>
                <a:gd name="T64" fmla="*/ 365 w 428"/>
                <a:gd name="T65" fmla="*/ 1 h 20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</a:cxnLst>
              <a:rect l="0" t="0" r="r" b="b"/>
              <a:pathLst>
                <a:path w="428" h="206">
                  <a:moveTo>
                    <a:pt x="365" y="1"/>
                  </a:moveTo>
                  <a:cubicBezTo>
                    <a:pt x="356" y="12"/>
                    <a:pt x="297" y="17"/>
                    <a:pt x="278" y="25"/>
                  </a:cubicBezTo>
                  <a:cubicBezTo>
                    <a:pt x="271" y="24"/>
                    <a:pt x="264" y="24"/>
                    <a:pt x="257" y="24"/>
                  </a:cubicBezTo>
                  <a:cubicBezTo>
                    <a:pt x="254" y="26"/>
                    <a:pt x="252" y="28"/>
                    <a:pt x="249" y="30"/>
                  </a:cubicBezTo>
                  <a:cubicBezTo>
                    <a:pt x="244" y="30"/>
                    <a:pt x="238" y="30"/>
                    <a:pt x="233" y="30"/>
                  </a:cubicBezTo>
                  <a:cubicBezTo>
                    <a:pt x="230" y="32"/>
                    <a:pt x="227" y="34"/>
                    <a:pt x="225" y="36"/>
                  </a:cubicBezTo>
                  <a:cubicBezTo>
                    <a:pt x="221" y="36"/>
                    <a:pt x="217" y="36"/>
                    <a:pt x="213" y="36"/>
                  </a:cubicBezTo>
                  <a:cubicBezTo>
                    <a:pt x="211" y="39"/>
                    <a:pt x="208" y="41"/>
                    <a:pt x="206" y="43"/>
                  </a:cubicBezTo>
                  <a:cubicBezTo>
                    <a:pt x="202" y="43"/>
                    <a:pt x="199" y="43"/>
                    <a:pt x="196" y="42"/>
                  </a:cubicBezTo>
                  <a:cubicBezTo>
                    <a:pt x="192" y="44"/>
                    <a:pt x="183" y="50"/>
                    <a:pt x="178" y="54"/>
                  </a:cubicBezTo>
                  <a:cubicBezTo>
                    <a:pt x="173" y="54"/>
                    <a:pt x="168" y="55"/>
                    <a:pt x="163" y="55"/>
                  </a:cubicBezTo>
                  <a:cubicBezTo>
                    <a:pt x="161" y="57"/>
                    <a:pt x="159" y="59"/>
                    <a:pt x="157" y="62"/>
                  </a:cubicBezTo>
                  <a:cubicBezTo>
                    <a:pt x="147" y="66"/>
                    <a:pt x="140" y="64"/>
                    <a:pt x="131" y="68"/>
                  </a:cubicBezTo>
                  <a:cubicBezTo>
                    <a:pt x="123" y="71"/>
                    <a:pt x="117" y="78"/>
                    <a:pt x="111" y="80"/>
                  </a:cubicBezTo>
                  <a:cubicBezTo>
                    <a:pt x="109" y="80"/>
                    <a:pt x="106" y="79"/>
                    <a:pt x="104" y="78"/>
                  </a:cubicBezTo>
                  <a:cubicBezTo>
                    <a:pt x="96" y="82"/>
                    <a:pt x="85" y="88"/>
                    <a:pt x="77" y="91"/>
                  </a:cubicBezTo>
                  <a:cubicBezTo>
                    <a:pt x="67" y="95"/>
                    <a:pt x="63" y="90"/>
                    <a:pt x="57" y="96"/>
                  </a:cubicBezTo>
                  <a:cubicBezTo>
                    <a:pt x="48" y="90"/>
                    <a:pt x="15" y="98"/>
                    <a:pt x="7" y="106"/>
                  </a:cubicBezTo>
                  <a:cubicBezTo>
                    <a:pt x="0" y="113"/>
                    <a:pt x="2" y="136"/>
                    <a:pt x="5" y="144"/>
                  </a:cubicBezTo>
                  <a:cubicBezTo>
                    <a:pt x="14" y="168"/>
                    <a:pt x="36" y="185"/>
                    <a:pt x="51" y="206"/>
                  </a:cubicBezTo>
                  <a:cubicBezTo>
                    <a:pt x="61" y="205"/>
                    <a:pt x="97" y="178"/>
                    <a:pt x="103" y="170"/>
                  </a:cubicBezTo>
                  <a:cubicBezTo>
                    <a:pt x="105" y="166"/>
                    <a:pt x="117" y="158"/>
                    <a:pt x="122" y="154"/>
                  </a:cubicBezTo>
                  <a:cubicBezTo>
                    <a:pt x="129" y="148"/>
                    <a:pt x="135" y="142"/>
                    <a:pt x="141" y="136"/>
                  </a:cubicBezTo>
                  <a:cubicBezTo>
                    <a:pt x="164" y="121"/>
                    <a:pt x="189" y="105"/>
                    <a:pt x="216" y="95"/>
                  </a:cubicBezTo>
                  <a:cubicBezTo>
                    <a:pt x="231" y="90"/>
                    <a:pt x="308" y="72"/>
                    <a:pt x="312" y="68"/>
                  </a:cubicBezTo>
                  <a:cubicBezTo>
                    <a:pt x="315" y="68"/>
                    <a:pt x="314" y="67"/>
                    <a:pt x="315" y="69"/>
                  </a:cubicBezTo>
                  <a:cubicBezTo>
                    <a:pt x="316" y="69"/>
                    <a:pt x="317" y="69"/>
                    <a:pt x="318" y="69"/>
                  </a:cubicBezTo>
                  <a:cubicBezTo>
                    <a:pt x="313" y="77"/>
                    <a:pt x="292" y="95"/>
                    <a:pt x="282" y="97"/>
                  </a:cubicBezTo>
                  <a:cubicBezTo>
                    <a:pt x="279" y="101"/>
                    <a:pt x="278" y="102"/>
                    <a:pt x="278" y="110"/>
                  </a:cubicBezTo>
                  <a:cubicBezTo>
                    <a:pt x="291" y="119"/>
                    <a:pt x="309" y="101"/>
                    <a:pt x="320" y="95"/>
                  </a:cubicBezTo>
                  <a:cubicBezTo>
                    <a:pt x="325" y="95"/>
                    <a:pt x="330" y="95"/>
                    <a:pt x="335" y="95"/>
                  </a:cubicBezTo>
                  <a:cubicBezTo>
                    <a:pt x="364" y="76"/>
                    <a:pt x="411" y="71"/>
                    <a:pt x="427" y="42"/>
                  </a:cubicBezTo>
                  <a:cubicBezTo>
                    <a:pt x="428" y="16"/>
                    <a:pt x="390" y="0"/>
                    <a:pt x="365" y="1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</p:grpSp>
    </p:spTree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xmlns:p14="http://schemas.microsoft.com/office/powerpoint/2010/main" spd="slow" p14:dur="1250">
        <p15:prstTrans prst="peelOff"/>
      </p:transition>
    </mc:Choice>
    <mc:Fallback xmlns="">
      <p:transition spd="slow">
        <p:fade/>
      </p:transition>
    </mc:Fallback>
  </mc:AlternateContent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ESOURCE_RECORD_KEY" val="{&quot;70&quot;:[3312181,3314314,3318393,3316396,3313674,3313694]}"/>
  <p:tag name="COMMONDATA" val="eyJjb3VudCI6NSwiaGRpZCI6ImJiODY0MGUzNjM0YTk4NmJhZjI5MDI1MmY0ZjkzMDAyIiwidXNlckNvdW50IjoxfQ==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5.1.2"/>
</p:tagLst>
</file>

<file path=ppt/tags/tag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5.1.2"/>
</p:tagLst>
</file>

<file path=ppt/tags/tag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5.1.2"/>
</p:tagLst>
</file>

<file path=ppt/tags/tag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5.1.2"/>
</p:tagLst>
</file>

<file path=ppt/tags/tag1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5.1.2"/>
</p:tagLst>
</file>

<file path=ppt/tags/tag1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5.1.2"/>
</p:tagLst>
</file>

<file path=ppt/theme/theme1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等线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等线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274</TotalTime>
  <Words>1474</Words>
  <Application>Microsoft Office PowerPoint</Application>
  <PresentationFormat>宽屏</PresentationFormat>
  <Paragraphs>165</Paragraphs>
  <Slides>16</Slides>
  <Notes>16</Notes>
  <HiddenSlides>0</HiddenSlides>
  <MMClips>0</MMClips>
  <ScaleCrop>false</ScaleCrop>
  <HeadingPairs>
    <vt:vector size="6" baseType="variant">
      <vt:variant>
        <vt:lpstr>已用的字体</vt:lpstr>
      </vt:variant>
      <vt:variant>
        <vt:i4>8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16</vt:i4>
      </vt:variant>
    </vt:vector>
  </HeadingPairs>
  <TitlesOfParts>
    <vt:vector size="25" baseType="lpstr">
      <vt:lpstr>Roboto</vt:lpstr>
      <vt:lpstr>Arial</vt:lpstr>
      <vt:lpstr>等线 Light</vt:lpstr>
      <vt:lpstr>微软雅黑 Light</vt:lpstr>
      <vt:lpstr>微软雅黑</vt:lpstr>
      <vt:lpstr>Bahnschrift Light</vt:lpstr>
      <vt:lpstr>等线</vt:lpstr>
      <vt:lpstr>方正大标宋简体</vt:lpstr>
      <vt:lpstr>Office 主题​​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Company>P R C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演示文稿</dc:title>
  <dc:creator>China</dc:creator>
  <cp:lastModifiedBy>shu li</cp:lastModifiedBy>
  <cp:revision>39</cp:revision>
  <dcterms:created xsi:type="dcterms:W3CDTF">2019-04-19T08:53:00Z</dcterms:created>
  <dcterms:modified xsi:type="dcterms:W3CDTF">2025-12-22T13:01:33Z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2052-12.1.0.20305</vt:lpwstr>
  </property>
  <property fmtid="{D5CDD505-2E9C-101B-9397-08002B2CF9AE}" pid="3" name="KSOTemplateUUID">
    <vt:lpwstr>v1.0_mb_kZIsEY68EbFydeqQZ9Zz9g==</vt:lpwstr>
  </property>
  <property fmtid="{D5CDD505-2E9C-101B-9397-08002B2CF9AE}" pid="4" name="ICV">
    <vt:lpwstr>85108EB5669340B58FC78C683B7AC678_13</vt:lpwstr>
  </property>
</Properties>
</file>